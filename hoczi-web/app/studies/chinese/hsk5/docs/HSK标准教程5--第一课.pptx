
<file path=[Content_Types].xml><?xml version="1.0" encoding="utf-8"?>
<Types xmlns="http://schemas.openxmlformats.org/package/2006/content-types">
  <Default Extension="wav" ContentType="audio/x-wav"/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9" r:id="rId3"/>
    <p:sldId id="260" r:id="rId4"/>
    <p:sldId id="261" r:id="rId5"/>
    <p:sldId id="262" r:id="rId6"/>
    <p:sldId id="263" r:id="rId7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326" r:id="rId30"/>
    <p:sldId id="285" r:id="rId31"/>
    <p:sldId id="286" r:id="rId32"/>
    <p:sldId id="287" r:id="rId33"/>
    <p:sldId id="288" r:id="rId34"/>
    <p:sldId id="319" r:id="rId35"/>
    <p:sldId id="320" r:id="rId36"/>
    <p:sldId id="321" r:id="rId37"/>
    <p:sldId id="325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328" r:id="rId48"/>
    <p:sldId id="329" r:id="rId49"/>
    <p:sldId id="330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34" r:id="rId64"/>
    <p:sldId id="335" r:id="rId65"/>
    <p:sldId id="336" r:id="rId66"/>
    <p:sldId id="339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</p:sldIdLst>
  <p:sldSz cx="12192000" cy="6858000"/>
  <p:notesSz cx="6858000" cy="9144000"/>
  <p:custDataLst>
    <p:tags r:id="rId8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张 泽元" initials="张" lastIdx="1" clrIdx="0"/>
  <p:cmAuthor id="7" name="Taylor Hartwell" initials="TH [6]" lastIdx="1" clrIdx="6"/>
  <p:cmAuthor id="1" name="陈宣霖" initials="陈" lastIdx="1" clrIdx="0"/>
  <p:cmAuthor id="2" name="作者" initials="A" lastIdx="1" clrIdx="1"/>
  <p:cmAuthor id="4" name="DTY" initials="D" lastIdx="1" clrIdx="7"/>
  <p:cmAuthor id="5" name="未知用户11" initials="未知用户11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648" y="53"/>
      </p:cViewPr>
      <p:guideLst>
        <p:guide orient="horz" pos="2160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0" Type="http://schemas.openxmlformats.org/officeDocument/2006/relationships/tags" Target="tags/tag431.xml"/><Relationship Id="rId8" Type="http://schemas.openxmlformats.org/officeDocument/2006/relationships/notesMaster" Target="notesMasters/notesMaster1.xml"/><Relationship Id="rId79" Type="http://schemas.openxmlformats.org/officeDocument/2006/relationships/commentAuthors" Target="commentAuthors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9" Type="http://schemas.openxmlformats.org/officeDocument/2006/relationships/tags" Target="../tags/tag160.xml"/><Relationship Id="rId98" Type="http://schemas.openxmlformats.org/officeDocument/2006/relationships/tags" Target="../tags/tag159.xml"/><Relationship Id="rId97" Type="http://schemas.openxmlformats.org/officeDocument/2006/relationships/tags" Target="../tags/tag158.xml"/><Relationship Id="rId96" Type="http://schemas.openxmlformats.org/officeDocument/2006/relationships/tags" Target="../tags/tag157.xml"/><Relationship Id="rId95" Type="http://schemas.openxmlformats.org/officeDocument/2006/relationships/tags" Target="../tags/tag156.xml"/><Relationship Id="rId94" Type="http://schemas.openxmlformats.org/officeDocument/2006/relationships/tags" Target="../tags/tag155.xml"/><Relationship Id="rId93" Type="http://schemas.openxmlformats.org/officeDocument/2006/relationships/tags" Target="../tags/tag154.xml"/><Relationship Id="rId92" Type="http://schemas.openxmlformats.org/officeDocument/2006/relationships/tags" Target="../tags/tag153.xml"/><Relationship Id="rId91" Type="http://schemas.openxmlformats.org/officeDocument/2006/relationships/tags" Target="../tags/tag152.xml"/><Relationship Id="rId90" Type="http://schemas.openxmlformats.org/officeDocument/2006/relationships/tags" Target="../tags/tag151.xml"/><Relationship Id="rId9" Type="http://schemas.openxmlformats.org/officeDocument/2006/relationships/tags" Target="../tags/tag70.xml"/><Relationship Id="rId89" Type="http://schemas.openxmlformats.org/officeDocument/2006/relationships/tags" Target="../tags/tag150.xml"/><Relationship Id="rId88" Type="http://schemas.openxmlformats.org/officeDocument/2006/relationships/tags" Target="../tags/tag149.xml"/><Relationship Id="rId87" Type="http://schemas.openxmlformats.org/officeDocument/2006/relationships/tags" Target="../tags/tag148.xml"/><Relationship Id="rId86" Type="http://schemas.openxmlformats.org/officeDocument/2006/relationships/tags" Target="../tags/tag147.xml"/><Relationship Id="rId85" Type="http://schemas.openxmlformats.org/officeDocument/2006/relationships/tags" Target="../tags/tag146.xml"/><Relationship Id="rId84" Type="http://schemas.openxmlformats.org/officeDocument/2006/relationships/tags" Target="../tags/tag145.xml"/><Relationship Id="rId83" Type="http://schemas.openxmlformats.org/officeDocument/2006/relationships/tags" Target="../tags/tag144.xml"/><Relationship Id="rId82" Type="http://schemas.openxmlformats.org/officeDocument/2006/relationships/tags" Target="../tags/tag143.xml"/><Relationship Id="rId81" Type="http://schemas.openxmlformats.org/officeDocument/2006/relationships/tags" Target="../tags/tag142.xml"/><Relationship Id="rId80" Type="http://schemas.openxmlformats.org/officeDocument/2006/relationships/tags" Target="../tags/tag141.xml"/><Relationship Id="rId8" Type="http://schemas.openxmlformats.org/officeDocument/2006/relationships/tags" Target="../tags/tag69.xml"/><Relationship Id="rId79" Type="http://schemas.openxmlformats.org/officeDocument/2006/relationships/tags" Target="../tags/tag140.xml"/><Relationship Id="rId78" Type="http://schemas.openxmlformats.org/officeDocument/2006/relationships/tags" Target="../tags/tag139.xml"/><Relationship Id="rId77" Type="http://schemas.openxmlformats.org/officeDocument/2006/relationships/tags" Target="../tags/tag138.xml"/><Relationship Id="rId76" Type="http://schemas.openxmlformats.org/officeDocument/2006/relationships/tags" Target="../tags/tag137.xml"/><Relationship Id="rId75" Type="http://schemas.openxmlformats.org/officeDocument/2006/relationships/tags" Target="../tags/tag136.xml"/><Relationship Id="rId74" Type="http://schemas.openxmlformats.org/officeDocument/2006/relationships/tags" Target="../tags/tag135.xml"/><Relationship Id="rId73" Type="http://schemas.openxmlformats.org/officeDocument/2006/relationships/tags" Target="../tags/tag134.xml"/><Relationship Id="rId72" Type="http://schemas.openxmlformats.org/officeDocument/2006/relationships/tags" Target="../tags/tag133.xml"/><Relationship Id="rId71" Type="http://schemas.openxmlformats.org/officeDocument/2006/relationships/tags" Target="../tags/tag132.xml"/><Relationship Id="rId70" Type="http://schemas.openxmlformats.org/officeDocument/2006/relationships/tags" Target="../tags/tag131.xml"/><Relationship Id="rId7" Type="http://schemas.openxmlformats.org/officeDocument/2006/relationships/tags" Target="../tags/tag68.xml"/><Relationship Id="rId69" Type="http://schemas.openxmlformats.org/officeDocument/2006/relationships/tags" Target="../tags/tag130.xml"/><Relationship Id="rId68" Type="http://schemas.openxmlformats.org/officeDocument/2006/relationships/tags" Target="../tags/tag129.xml"/><Relationship Id="rId67" Type="http://schemas.openxmlformats.org/officeDocument/2006/relationships/tags" Target="../tags/tag128.xml"/><Relationship Id="rId66" Type="http://schemas.openxmlformats.org/officeDocument/2006/relationships/tags" Target="../tags/tag127.xml"/><Relationship Id="rId65" Type="http://schemas.openxmlformats.org/officeDocument/2006/relationships/tags" Target="../tags/tag126.xml"/><Relationship Id="rId64" Type="http://schemas.openxmlformats.org/officeDocument/2006/relationships/tags" Target="../tags/tag125.xml"/><Relationship Id="rId63" Type="http://schemas.openxmlformats.org/officeDocument/2006/relationships/tags" Target="../tags/tag124.xml"/><Relationship Id="rId62" Type="http://schemas.openxmlformats.org/officeDocument/2006/relationships/tags" Target="../tags/tag123.xml"/><Relationship Id="rId61" Type="http://schemas.openxmlformats.org/officeDocument/2006/relationships/tags" Target="../tags/tag122.xml"/><Relationship Id="rId60" Type="http://schemas.openxmlformats.org/officeDocument/2006/relationships/tags" Target="../tags/tag121.xml"/><Relationship Id="rId6" Type="http://schemas.openxmlformats.org/officeDocument/2006/relationships/tags" Target="../tags/tag67.xml"/><Relationship Id="rId59" Type="http://schemas.openxmlformats.org/officeDocument/2006/relationships/tags" Target="../tags/tag120.xml"/><Relationship Id="rId58" Type="http://schemas.openxmlformats.org/officeDocument/2006/relationships/tags" Target="../tags/tag119.xml"/><Relationship Id="rId57" Type="http://schemas.openxmlformats.org/officeDocument/2006/relationships/tags" Target="../tags/tag118.xml"/><Relationship Id="rId56" Type="http://schemas.openxmlformats.org/officeDocument/2006/relationships/tags" Target="../tags/tag117.xml"/><Relationship Id="rId55" Type="http://schemas.openxmlformats.org/officeDocument/2006/relationships/tags" Target="../tags/tag116.xml"/><Relationship Id="rId54" Type="http://schemas.openxmlformats.org/officeDocument/2006/relationships/tags" Target="../tags/tag115.xml"/><Relationship Id="rId53" Type="http://schemas.openxmlformats.org/officeDocument/2006/relationships/tags" Target="../tags/tag114.xml"/><Relationship Id="rId52" Type="http://schemas.openxmlformats.org/officeDocument/2006/relationships/tags" Target="../tags/tag113.xml"/><Relationship Id="rId51" Type="http://schemas.openxmlformats.org/officeDocument/2006/relationships/tags" Target="../tags/tag112.xml"/><Relationship Id="rId50" Type="http://schemas.openxmlformats.org/officeDocument/2006/relationships/tags" Target="../tags/tag111.xml"/><Relationship Id="rId5" Type="http://schemas.openxmlformats.org/officeDocument/2006/relationships/tags" Target="../tags/tag66.xml"/><Relationship Id="rId49" Type="http://schemas.openxmlformats.org/officeDocument/2006/relationships/tags" Target="../tags/tag110.xml"/><Relationship Id="rId48" Type="http://schemas.openxmlformats.org/officeDocument/2006/relationships/tags" Target="../tags/tag109.xml"/><Relationship Id="rId47" Type="http://schemas.openxmlformats.org/officeDocument/2006/relationships/tags" Target="../tags/tag108.xml"/><Relationship Id="rId46" Type="http://schemas.openxmlformats.org/officeDocument/2006/relationships/tags" Target="../tags/tag107.xml"/><Relationship Id="rId45" Type="http://schemas.openxmlformats.org/officeDocument/2006/relationships/tags" Target="../tags/tag106.xml"/><Relationship Id="rId44" Type="http://schemas.openxmlformats.org/officeDocument/2006/relationships/tags" Target="../tags/tag105.xml"/><Relationship Id="rId43" Type="http://schemas.openxmlformats.org/officeDocument/2006/relationships/tags" Target="../tags/tag104.xml"/><Relationship Id="rId42" Type="http://schemas.openxmlformats.org/officeDocument/2006/relationships/tags" Target="../tags/tag103.xml"/><Relationship Id="rId41" Type="http://schemas.openxmlformats.org/officeDocument/2006/relationships/tags" Target="../tags/tag102.xml"/><Relationship Id="rId40" Type="http://schemas.openxmlformats.org/officeDocument/2006/relationships/tags" Target="../tags/tag101.xml"/><Relationship Id="rId4" Type="http://schemas.openxmlformats.org/officeDocument/2006/relationships/tags" Target="../tags/tag65.xml"/><Relationship Id="rId39" Type="http://schemas.openxmlformats.org/officeDocument/2006/relationships/tags" Target="../tags/tag100.xml"/><Relationship Id="rId38" Type="http://schemas.openxmlformats.org/officeDocument/2006/relationships/tags" Target="../tags/tag99.xml"/><Relationship Id="rId37" Type="http://schemas.openxmlformats.org/officeDocument/2006/relationships/tags" Target="../tags/tag98.xml"/><Relationship Id="rId36" Type="http://schemas.openxmlformats.org/officeDocument/2006/relationships/tags" Target="../tags/tag97.xml"/><Relationship Id="rId35" Type="http://schemas.openxmlformats.org/officeDocument/2006/relationships/tags" Target="../tags/tag96.xml"/><Relationship Id="rId34" Type="http://schemas.openxmlformats.org/officeDocument/2006/relationships/tags" Target="../tags/tag95.xml"/><Relationship Id="rId33" Type="http://schemas.openxmlformats.org/officeDocument/2006/relationships/tags" Target="../tags/tag94.xml"/><Relationship Id="rId32" Type="http://schemas.openxmlformats.org/officeDocument/2006/relationships/tags" Target="../tags/tag93.xml"/><Relationship Id="rId31" Type="http://schemas.openxmlformats.org/officeDocument/2006/relationships/tags" Target="../tags/tag92.xml"/><Relationship Id="rId30" Type="http://schemas.openxmlformats.org/officeDocument/2006/relationships/tags" Target="../tags/tag91.xml"/><Relationship Id="rId3" Type="http://schemas.openxmlformats.org/officeDocument/2006/relationships/tags" Target="../tags/tag64.xml"/><Relationship Id="rId29" Type="http://schemas.openxmlformats.org/officeDocument/2006/relationships/tags" Target="../tags/tag90.xml"/><Relationship Id="rId28" Type="http://schemas.openxmlformats.org/officeDocument/2006/relationships/tags" Target="../tags/tag89.xml"/><Relationship Id="rId27" Type="http://schemas.openxmlformats.org/officeDocument/2006/relationships/tags" Target="../tags/tag88.xml"/><Relationship Id="rId26" Type="http://schemas.openxmlformats.org/officeDocument/2006/relationships/tags" Target="../tags/tag87.xml"/><Relationship Id="rId25" Type="http://schemas.openxmlformats.org/officeDocument/2006/relationships/tags" Target="../tags/tag86.xml"/><Relationship Id="rId24" Type="http://schemas.openxmlformats.org/officeDocument/2006/relationships/tags" Target="../tags/tag85.xml"/><Relationship Id="rId23" Type="http://schemas.openxmlformats.org/officeDocument/2006/relationships/tags" Target="../tags/tag84.xml"/><Relationship Id="rId22" Type="http://schemas.openxmlformats.org/officeDocument/2006/relationships/tags" Target="../tags/tag83.xml"/><Relationship Id="rId21" Type="http://schemas.openxmlformats.org/officeDocument/2006/relationships/tags" Target="../tags/tag82.xml"/><Relationship Id="rId20" Type="http://schemas.openxmlformats.org/officeDocument/2006/relationships/tags" Target="../tags/tag81.xml"/><Relationship Id="rId2" Type="http://schemas.openxmlformats.org/officeDocument/2006/relationships/tags" Target="../tags/tag6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9" Type="http://schemas.openxmlformats.org/officeDocument/2006/relationships/slideLayout" Target="../slideLayouts/slideLayout1.xml"/><Relationship Id="rId118" Type="http://schemas.openxmlformats.org/officeDocument/2006/relationships/image" Target="../media/image6.png"/><Relationship Id="rId117" Type="http://schemas.openxmlformats.org/officeDocument/2006/relationships/tags" Target="../tags/tag178.xml"/><Relationship Id="rId116" Type="http://schemas.openxmlformats.org/officeDocument/2006/relationships/tags" Target="../tags/tag177.xml"/><Relationship Id="rId115" Type="http://schemas.openxmlformats.org/officeDocument/2006/relationships/tags" Target="../tags/tag176.xml"/><Relationship Id="rId114" Type="http://schemas.openxmlformats.org/officeDocument/2006/relationships/tags" Target="../tags/tag175.xml"/><Relationship Id="rId113" Type="http://schemas.openxmlformats.org/officeDocument/2006/relationships/tags" Target="../tags/tag174.xml"/><Relationship Id="rId112" Type="http://schemas.openxmlformats.org/officeDocument/2006/relationships/tags" Target="../tags/tag173.xml"/><Relationship Id="rId111" Type="http://schemas.openxmlformats.org/officeDocument/2006/relationships/tags" Target="../tags/tag172.xml"/><Relationship Id="rId110" Type="http://schemas.openxmlformats.org/officeDocument/2006/relationships/tags" Target="../tags/tag171.xml"/><Relationship Id="rId11" Type="http://schemas.openxmlformats.org/officeDocument/2006/relationships/tags" Target="../tags/tag72.xml"/><Relationship Id="rId109" Type="http://schemas.openxmlformats.org/officeDocument/2006/relationships/tags" Target="../tags/tag170.xml"/><Relationship Id="rId108" Type="http://schemas.openxmlformats.org/officeDocument/2006/relationships/tags" Target="../tags/tag169.xml"/><Relationship Id="rId107" Type="http://schemas.openxmlformats.org/officeDocument/2006/relationships/tags" Target="../tags/tag168.xml"/><Relationship Id="rId106" Type="http://schemas.openxmlformats.org/officeDocument/2006/relationships/tags" Target="../tags/tag167.xml"/><Relationship Id="rId105" Type="http://schemas.openxmlformats.org/officeDocument/2006/relationships/tags" Target="../tags/tag166.xml"/><Relationship Id="rId104" Type="http://schemas.openxmlformats.org/officeDocument/2006/relationships/tags" Target="../tags/tag165.xml"/><Relationship Id="rId103" Type="http://schemas.openxmlformats.org/officeDocument/2006/relationships/tags" Target="../tags/tag164.xml"/><Relationship Id="rId102" Type="http://schemas.openxmlformats.org/officeDocument/2006/relationships/tags" Target="../tags/tag163.xml"/><Relationship Id="rId101" Type="http://schemas.openxmlformats.org/officeDocument/2006/relationships/tags" Target="../tags/tag162.xml"/><Relationship Id="rId100" Type="http://schemas.openxmlformats.org/officeDocument/2006/relationships/tags" Target="../tags/tag161.xml"/><Relationship Id="rId10" Type="http://schemas.openxmlformats.org/officeDocument/2006/relationships/tags" Target="../tags/tag71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9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2.jpeg"/><Relationship Id="rId3" Type="http://schemas.openxmlformats.org/officeDocument/2006/relationships/image" Target="../media/image16.jpeg"/><Relationship Id="rId2" Type="http://schemas.openxmlformats.org/officeDocument/2006/relationships/image" Target="../media/image17.jpe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jpeg"/><Relationship Id="rId4" Type="http://schemas.openxmlformats.org/officeDocument/2006/relationships/image" Target="../media/image13.png"/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4.jpeg"/><Relationship Id="rId3" Type="http://schemas.openxmlformats.org/officeDocument/2006/relationships/image" Target="../media/image12.jpeg"/><Relationship Id="rId2" Type="http://schemas.openxmlformats.org/officeDocument/2006/relationships/image" Target="../media/image15.png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jpeg"/><Relationship Id="rId4" Type="http://schemas.openxmlformats.org/officeDocument/2006/relationships/image" Target="../media/image16.jpe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tags" Target="../tags/tag182.xml"/><Relationship Id="rId5" Type="http://schemas.microsoft.com/office/2007/relationships/hdphoto" Target="../media/image20.wdp"/><Relationship Id="rId4" Type="http://schemas.openxmlformats.org/officeDocument/2006/relationships/image" Target="../media/image19.png"/><Relationship Id="rId3" Type="http://schemas.openxmlformats.org/officeDocument/2006/relationships/tags" Target="../tags/tag181.xml"/><Relationship Id="rId2" Type="http://schemas.openxmlformats.org/officeDocument/2006/relationships/image" Target="../media/image18.png"/><Relationship Id="rId11" Type="http://schemas.openxmlformats.org/officeDocument/2006/relationships/slideLayout" Target="../slideLayouts/slideLayout1.xml"/><Relationship Id="rId10" Type="http://schemas.openxmlformats.org/officeDocument/2006/relationships/audio" Target="../media/audio2.wav"/><Relationship Id="rId1" Type="http://schemas.openxmlformats.org/officeDocument/2006/relationships/tags" Target="../tags/tag18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image" Target="../media/image22.png"/><Relationship Id="rId7" Type="http://schemas.openxmlformats.org/officeDocument/2006/relationships/image" Target="../media/image23.png"/><Relationship Id="rId6" Type="http://schemas.openxmlformats.org/officeDocument/2006/relationships/tags" Target="../tags/tag185.xml"/><Relationship Id="rId5" Type="http://schemas.microsoft.com/office/2007/relationships/hdphoto" Target="../media/image20.wdp"/><Relationship Id="rId4" Type="http://schemas.openxmlformats.org/officeDocument/2006/relationships/image" Target="../media/image19.png"/><Relationship Id="rId3" Type="http://schemas.openxmlformats.org/officeDocument/2006/relationships/tags" Target="../tags/tag184.xml"/><Relationship Id="rId2" Type="http://schemas.openxmlformats.org/officeDocument/2006/relationships/image" Target="../media/image18.png"/><Relationship Id="rId11" Type="http://schemas.openxmlformats.org/officeDocument/2006/relationships/slideLayout" Target="../slideLayouts/slideLayout1.xml"/><Relationship Id="rId10" Type="http://schemas.openxmlformats.org/officeDocument/2006/relationships/audio" Target="../media/audio2.wav"/><Relationship Id="rId1" Type="http://schemas.openxmlformats.org/officeDocument/2006/relationships/tags" Target="../tags/tag183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tags" Target="../tags/tag186.xml"/><Relationship Id="rId2" Type="http://schemas.openxmlformats.org/officeDocument/2006/relationships/image" Target="../media/image6.png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ags" Target="../tags/tag187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ags" Target="../tags/tag188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5" Type="http://schemas.openxmlformats.org/officeDocument/2006/relationships/tags" Target="../tags/tag189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5" Type="http://schemas.openxmlformats.org/officeDocument/2006/relationships/tags" Target="../tags/tag190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jpeg"/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9.jpeg"/><Relationship Id="rId4" Type="http://schemas.openxmlformats.org/officeDocument/2006/relationships/image" Target="../media/image38.jpeg"/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3.jpeg"/><Relationship Id="rId5" Type="http://schemas.openxmlformats.org/officeDocument/2006/relationships/image" Target="../media/image38.jpeg"/><Relationship Id="rId4" Type="http://schemas.openxmlformats.org/officeDocument/2006/relationships/image" Target="../media/image40.jpe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0.jpeg"/><Relationship Id="rId4" Type="http://schemas.openxmlformats.org/officeDocument/2006/relationships/image" Target="../media/image41.png"/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8.jpeg"/><Relationship Id="rId5" Type="http://schemas.openxmlformats.org/officeDocument/2006/relationships/image" Target="../media/image41.png"/><Relationship Id="rId4" Type="http://schemas.openxmlformats.org/officeDocument/2006/relationships/image" Target="../media/image42.png"/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0.jpeg"/><Relationship Id="rId5" Type="http://schemas.openxmlformats.org/officeDocument/2006/relationships/image" Target="../media/image42.png"/><Relationship Id="rId4" Type="http://schemas.openxmlformats.org/officeDocument/2006/relationships/image" Target="../media/image43.jpeg"/><Relationship Id="rId3" Type="http://schemas.openxmlformats.org/officeDocument/2006/relationships/image" Target="../media/image38.jpeg"/><Relationship Id="rId2" Type="http://schemas.openxmlformats.org/officeDocument/2006/relationships/image" Target="../media/image44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91.xml"/><Relationship Id="rId2" Type="http://schemas.openxmlformats.org/officeDocument/2006/relationships/image" Target="../media/image6.png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_rels/slide29.xml.rels><?xml version="1.0" encoding="UTF-8" standalone="yes"?>
<Relationships xmlns="http://schemas.openxmlformats.org/package/2006/relationships"><Relationship Id="rId99" Type="http://schemas.openxmlformats.org/officeDocument/2006/relationships/tags" Target="../tags/tag289.xml"/><Relationship Id="rId98" Type="http://schemas.openxmlformats.org/officeDocument/2006/relationships/tags" Target="../tags/tag288.xml"/><Relationship Id="rId97" Type="http://schemas.openxmlformats.org/officeDocument/2006/relationships/tags" Target="../tags/tag287.xml"/><Relationship Id="rId96" Type="http://schemas.openxmlformats.org/officeDocument/2006/relationships/tags" Target="../tags/tag286.xml"/><Relationship Id="rId95" Type="http://schemas.openxmlformats.org/officeDocument/2006/relationships/tags" Target="../tags/tag285.xml"/><Relationship Id="rId94" Type="http://schemas.openxmlformats.org/officeDocument/2006/relationships/tags" Target="../tags/tag284.xml"/><Relationship Id="rId93" Type="http://schemas.openxmlformats.org/officeDocument/2006/relationships/tags" Target="../tags/tag283.xml"/><Relationship Id="rId92" Type="http://schemas.openxmlformats.org/officeDocument/2006/relationships/tags" Target="../tags/tag282.xml"/><Relationship Id="rId91" Type="http://schemas.openxmlformats.org/officeDocument/2006/relationships/tags" Target="../tags/tag281.xml"/><Relationship Id="rId90" Type="http://schemas.openxmlformats.org/officeDocument/2006/relationships/tags" Target="../tags/tag280.xml"/><Relationship Id="rId9" Type="http://schemas.openxmlformats.org/officeDocument/2006/relationships/tags" Target="../tags/tag199.xml"/><Relationship Id="rId89" Type="http://schemas.openxmlformats.org/officeDocument/2006/relationships/tags" Target="../tags/tag279.xml"/><Relationship Id="rId88" Type="http://schemas.openxmlformats.org/officeDocument/2006/relationships/tags" Target="../tags/tag278.xml"/><Relationship Id="rId87" Type="http://schemas.openxmlformats.org/officeDocument/2006/relationships/tags" Target="../tags/tag277.xml"/><Relationship Id="rId86" Type="http://schemas.openxmlformats.org/officeDocument/2006/relationships/tags" Target="../tags/tag276.xml"/><Relationship Id="rId85" Type="http://schemas.openxmlformats.org/officeDocument/2006/relationships/tags" Target="../tags/tag275.xml"/><Relationship Id="rId84" Type="http://schemas.openxmlformats.org/officeDocument/2006/relationships/tags" Target="../tags/tag274.xml"/><Relationship Id="rId83" Type="http://schemas.openxmlformats.org/officeDocument/2006/relationships/tags" Target="../tags/tag273.xml"/><Relationship Id="rId82" Type="http://schemas.openxmlformats.org/officeDocument/2006/relationships/tags" Target="../tags/tag272.xml"/><Relationship Id="rId81" Type="http://schemas.openxmlformats.org/officeDocument/2006/relationships/tags" Target="../tags/tag271.xml"/><Relationship Id="rId80" Type="http://schemas.openxmlformats.org/officeDocument/2006/relationships/tags" Target="../tags/tag270.xml"/><Relationship Id="rId8" Type="http://schemas.openxmlformats.org/officeDocument/2006/relationships/tags" Target="../tags/tag198.xml"/><Relationship Id="rId79" Type="http://schemas.openxmlformats.org/officeDocument/2006/relationships/tags" Target="../tags/tag269.xml"/><Relationship Id="rId78" Type="http://schemas.openxmlformats.org/officeDocument/2006/relationships/tags" Target="../tags/tag268.xml"/><Relationship Id="rId77" Type="http://schemas.openxmlformats.org/officeDocument/2006/relationships/tags" Target="../tags/tag267.xml"/><Relationship Id="rId76" Type="http://schemas.openxmlformats.org/officeDocument/2006/relationships/tags" Target="../tags/tag266.xml"/><Relationship Id="rId75" Type="http://schemas.openxmlformats.org/officeDocument/2006/relationships/tags" Target="../tags/tag265.xml"/><Relationship Id="rId74" Type="http://schemas.openxmlformats.org/officeDocument/2006/relationships/tags" Target="../tags/tag264.xml"/><Relationship Id="rId73" Type="http://schemas.openxmlformats.org/officeDocument/2006/relationships/tags" Target="../tags/tag263.xml"/><Relationship Id="rId72" Type="http://schemas.openxmlformats.org/officeDocument/2006/relationships/tags" Target="../tags/tag262.xml"/><Relationship Id="rId71" Type="http://schemas.openxmlformats.org/officeDocument/2006/relationships/tags" Target="../tags/tag261.xml"/><Relationship Id="rId70" Type="http://schemas.openxmlformats.org/officeDocument/2006/relationships/tags" Target="../tags/tag260.xml"/><Relationship Id="rId7" Type="http://schemas.openxmlformats.org/officeDocument/2006/relationships/tags" Target="../tags/tag197.xml"/><Relationship Id="rId69" Type="http://schemas.openxmlformats.org/officeDocument/2006/relationships/tags" Target="../tags/tag259.xml"/><Relationship Id="rId68" Type="http://schemas.openxmlformats.org/officeDocument/2006/relationships/tags" Target="../tags/tag258.xml"/><Relationship Id="rId67" Type="http://schemas.openxmlformats.org/officeDocument/2006/relationships/tags" Target="../tags/tag257.xml"/><Relationship Id="rId66" Type="http://schemas.openxmlformats.org/officeDocument/2006/relationships/tags" Target="../tags/tag256.xml"/><Relationship Id="rId65" Type="http://schemas.openxmlformats.org/officeDocument/2006/relationships/tags" Target="../tags/tag255.xml"/><Relationship Id="rId64" Type="http://schemas.openxmlformats.org/officeDocument/2006/relationships/tags" Target="../tags/tag254.xml"/><Relationship Id="rId63" Type="http://schemas.openxmlformats.org/officeDocument/2006/relationships/tags" Target="../tags/tag253.xml"/><Relationship Id="rId62" Type="http://schemas.openxmlformats.org/officeDocument/2006/relationships/tags" Target="../tags/tag252.xml"/><Relationship Id="rId61" Type="http://schemas.openxmlformats.org/officeDocument/2006/relationships/tags" Target="../tags/tag251.xml"/><Relationship Id="rId60" Type="http://schemas.openxmlformats.org/officeDocument/2006/relationships/tags" Target="../tags/tag250.xml"/><Relationship Id="rId6" Type="http://schemas.openxmlformats.org/officeDocument/2006/relationships/tags" Target="../tags/tag196.xml"/><Relationship Id="rId59" Type="http://schemas.openxmlformats.org/officeDocument/2006/relationships/tags" Target="../tags/tag249.xml"/><Relationship Id="rId58" Type="http://schemas.openxmlformats.org/officeDocument/2006/relationships/tags" Target="../tags/tag248.xml"/><Relationship Id="rId57" Type="http://schemas.openxmlformats.org/officeDocument/2006/relationships/tags" Target="../tags/tag247.xml"/><Relationship Id="rId56" Type="http://schemas.openxmlformats.org/officeDocument/2006/relationships/tags" Target="../tags/tag246.xml"/><Relationship Id="rId55" Type="http://schemas.openxmlformats.org/officeDocument/2006/relationships/tags" Target="../tags/tag245.xml"/><Relationship Id="rId54" Type="http://schemas.openxmlformats.org/officeDocument/2006/relationships/tags" Target="../tags/tag244.xml"/><Relationship Id="rId53" Type="http://schemas.openxmlformats.org/officeDocument/2006/relationships/tags" Target="../tags/tag243.xml"/><Relationship Id="rId52" Type="http://schemas.openxmlformats.org/officeDocument/2006/relationships/tags" Target="../tags/tag242.xml"/><Relationship Id="rId51" Type="http://schemas.openxmlformats.org/officeDocument/2006/relationships/tags" Target="../tags/tag241.xml"/><Relationship Id="rId50" Type="http://schemas.openxmlformats.org/officeDocument/2006/relationships/tags" Target="../tags/tag240.xml"/><Relationship Id="rId5" Type="http://schemas.openxmlformats.org/officeDocument/2006/relationships/tags" Target="../tags/tag195.xml"/><Relationship Id="rId49" Type="http://schemas.openxmlformats.org/officeDocument/2006/relationships/tags" Target="../tags/tag239.xml"/><Relationship Id="rId48" Type="http://schemas.openxmlformats.org/officeDocument/2006/relationships/tags" Target="../tags/tag238.xml"/><Relationship Id="rId47" Type="http://schemas.openxmlformats.org/officeDocument/2006/relationships/tags" Target="../tags/tag237.xml"/><Relationship Id="rId46" Type="http://schemas.openxmlformats.org/officeDocument/2006/relationships/tags" Target="../tags/tag236.xml"/><Relationship Id="rId45" Type="http://schemas.openxmlformats.org/officeDocument/2006/relationships/tags" Target="../tags/tag235.xml"/><Relationship Id="rId44" Type="http://schemas.openxmlformats.org/officeDocument/2006/relationships/tags" Target="../tags/tag234.xml"/><Relationship Id="rId43" Type="http://schemas.openxmlformats.org/officeDocument/2006/relationships/tags" Target="../tags/tag233.xml"/><Relationship Id="rId42" Type="http://schemas.openxmlformats.org/officeDocument/2006/relationships/tags" Target="../tags/tag232.xml"/><Relationship Id="rId41" Type="http://schemas.openxmlformats.org/officeDocument/2006/relationships/tags" Target="../tags/tag231.xml"/><Relationship Id="rId40" Type="http://schemas.openxmlformats.org/officeDocument/2006/relationships/tags" Target="../tags/tag230.xml"/><Relationship Id="rId4" Type="http://schemas.openxmlformats.org/officeDocument/2006/relationships/tags" Target="../tags/tag194.xml"/><Relationship Id="rId39" Type="http://schemas.openxmlformats.org/officeDocument/2006/relationships/tags" Target="../tags/tag229.xml"/><Relationship Id="rId38" Type="http://schemas.openxmlformats.org/officeDocument/2006/relationships/tags" Target="../tags/tag228.xml"/><Relationship Id="rId37" Type="http://schemas.openxmlformats.org/officeDocument/2006/relationships/tags" Target="../tags/tag227.xml"/><Relationship Id="rId36" Type="http://schemas.openxmlformats.org/officeDocument/2006/relationships/tags" Target="../tags/tag226.xml"/><Relationship Id="rId35" Type="http://schemas.openxmlformats.org/officeDocument/2006/relationships/tags" Target="../tags/tag225.xml"/><Relationship Id="rId34" Type="http://schemas.openxmlformats.org/officeDocument/2006/relationships/tags" Target="../tags/tag224.xml"/><Relationship Id="rId33" Type="http://schemas.openxmlformats.org/officeDocument/2006/relationships/tags" Target="../tags/tag223.xml"/><Relationship Id="rId32" Type="http://schemas.openxmlformats.org/officeDocument/2006/relationships/tags" Target="../tags/tag222.xml"/><Relationship Id="rId31" Type="http://schemas.openxmlformats.org/officeDocument/2006/relationships/tags" Target="../tags/tag221.xml"/><Relationship Id="rId30" Type="http://schemas.openxmlformats.org/officeDocument/2006/relationships/tags" Target="../tags/tag220.xml"/><Relationship Id="rId3" Type="http://schemas.openxmlformats.org/officeDocument/2006/relationships/tags" Target="../tags/tag193.xml"/><Relationship Id="rId29" Type="http://schemas.openxmlformats.org/officeDocument/2006/relationships/tags" Target="../tags/tag219.xml"/><Relationship Id="rId28" Type="http://schemas.openxmlformats.org/officeDocument/2006/relationships/tags" Target="../tags/tag218.xml"/><Relationship Id="rId27" Type="http://schemas.openxmlformats.org/officeDocument/2006/relationships/tags" Target="../tags/tag217.xml"/><Relationship Id="rId26" Type="http://schemas.openxmlformats.org/officeDocument/2006/relationships/tags" Target="../tags/tag216.xml"/><Relationship Id="rId25" Type="http://schemas.openxmlformats.org/officeDocument/2006/relationships/tags" Target="../tags/tag215.xml"/><Relationship Id="rId24" Type="http://schemas.openxmlformats.org/officeDocument/2006/relationships/tags" Target="../tags/tag214.xml"/><Relationship Id="rId23" Type="http://schemas.openxmlformats.org/officeDocument/2006/relationships/tags" Target="../tags/tag213.xml"/><Relationship Id="rId22" Type="http://schemas.openxmlformats.org/officeDocument/2006/relationships/tags" Target="../tags/tag212.xml"/><Relationship Id="rId21" Type="http://schemas.openxmlformats.org/officeDocument/2006/relationships/tags" Target="../tags/tag211.xml"/><Relationship Id="rId20" Type="http://schemas.openxmlformats.org/officeDocument/2006/relationships/tags" Target="../tags/tag210.xml"/><Relationship Id="rId2" Type="http://schemas.openxmlformats.org/officeDocument/2006/relationships/tags" Target="../tags/tag192.xml"/><Relationship Id="rId19" Type="http://schemas.openxmlformats.org/officeDocument/2006/relationships/tags" Target="../tags/tag209.xml"/><Relationship Id="rId18" Type="http://schemas.openxmlformats.org/officeDocument/2006/relationships/tags" Target="../tags/tag208.xml"/><Relationship Id="rId17" Type="http://schemas.openxmlformats.org/officeDocument/2006/relationships/tags" Target="../tags/tag207.xml"/><Relationship Id="rId16" Type="http://schemas.openxmlformats.org/officeDocument/2006/relationships/tags" Target="../tags/tag206.xml"/><Relationship Id="rId15" Type="http://schemas.openxmlformats.org/officeDocument/2006/relationships/tags" Target="../tags/tag205.xml"/><Relationship Id="rId14" Type="http://schemas.openxmlformats.org/officeDocument/2006/relationships/tags" Target="../tags/tag204.xml"/><Relationship Id="rId13" Type="http://schemas.openxmlformats.org/officeDocument/2006/relationships/tags" Target="../tags/tag203.xml"/><Relationship Id="rId12" Type="http://schemas.openxmlformats.org/officeDocument/2006/relationships/tags" Target="../tags/tag202.xml"/><Relationship Id="rId119" Type="http://schemas.openxmlformats.org/officeDocument/2006/relationships/slideLayout" Target="../slideLayouts/slideLayout1.xml"/><Relationship Id="rId118" Type="http://schemas.openxmlformats.org/officeDocument/2006/relationships/image" Target="../media/image6.png"/><Relationship Id="rId117" Type="http://schemas.openxmlformats.org/officeDocument/2006/relationships/tags" Target="../tags/tag307.xml"/><Relationship Id="rId116" Type="http://schemas.openxmlformats.org/officeDocument/2006/relationships/tags" Target="../tags/tag306.xml"/><Relationship Id="rId115" Type="http://schemas.openxmlformats.org/officeDocument/2006/relationships/tags" Target="../tags/tag305.xml"/><Relationship Id="rId114" Type="http://schemas.openxmlformats.org/officeDocument/2006/relationships/tags" Target="../tags/tag304.xml"/><Relationship Id="rId113" Type="http://schemas.openxmlformats.org/officeDocument/2006/relationships/tags" Target="../tags/tag303.xml"/><Relationship Id="rId112" Type="http://schemas.openxmlformats.org/officeDocument/2006/relationships/tags" Target="../tags/tag302.xml"/><Relationship Id="rId111" Type="http://schemas.openxmlformats.org/officeDocument/2006/relationships/tags" Target="../tags/tag301.xml"/><Relationship Id="rId110" Type="http://schemas.openxmlformats.org/officeDocument/2006/relationships/tags" Target="../tags/tag300.xml"/><Relationship Id="rId11" Type="http://schemas.openxmlformats.org/officeDocument/2006/relationships/tags" Target="../tags/tag201.xml"/><Relationship Id="rId109" Type="http://schemas.openxmlformats.org/officeDocument/2006/relationships/tags" Target="../tags/tag299.xml"/><Relationship Id="rId108" Type="http://schemas.openxmlformats.org/officeDocument/2006/relationships/tags" Target="../tags/tag298.xml"/><Relationship Id="rId107" Type="http://schemas.openxmlformats.org/officeDocument/2006/relationships/tags" Target="../tags/tag297.xml"/><Relationship Id="rId106" Type="http://schemas.openxmlformats.org/officeDocument/2006/relationships/tags" Target="../tags/tag296.xml"/><Relationship Id="rId105" Type="http://schemas.openxmlformats.org/officeDocument/2006/relationships/tags" Target="../tags/tag295.xml"/><Relationship Id="rId104" Type="http://schemas.openxmlformats.org/officeDocument/2006/relationships/tags" Target="../tags/tag294.xml"/><Relationship Id="rId103" Type="http://schemas.openxmlformats.org/officeDocument/2006/relationships/tags" Target="../tags/tag293.xml"/><Relationship Id="rId102" Type="http://schemas.openxmlformats.org/officeDocument/2006/relationships/tags" Target="../tags/tag292.xml"/><Relationship Id="rId101" Type="http://schemas.openxmlformats.org/officeDocument/2006/relationships/tags" Target="../tags/tag291.xml"/><Relationship Id="rId100" Type="http://schemas.openxmlformats.org/officeDocument/2006/relationships/tags" Target="../tags/tag290.xml"/><Relationship Id="rId10" Type="http://schemas.openxmlformats.org/officeDocument/2006/relationships/tags" Target="../tags/tag200.xml"/><Relationship Id="rId1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3.wav"/><Relationship Id="rId1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audio" Target="../media/audio3.wav"/><Relationship Id="rId2" Type="http://schemas.openxmlformats.org/officeDocument/2006/relationships/image" Target="../media/image50.jpeg"/><Relationship Id="rId1" Type="http://schemas.openxmlformats.org/officeDocument/2006/relationships/image" Target="../media/image49.jpe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audio" Target="../media/audio3.wav"/><Relationship Id="rId2" Type="http://schemas.openxmlformats.org/officeDocument/2006/relationships/image" Target="../media/image52.jpeg"/><Relationship Id="rId1" Type="http://schemas.openxmlformats.org/officeDocument/2006/relationships/image" Target="../media/image51.jpe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audio" Target="../media/audio3.wav"/><Relationship Id="rId2" Type="http://schemas.openxmlformats.org/officeDocument/2006/relationships/image" Target="../media/image54.jpeg"/><Relationship Id="rId1" Type="http://schemas.openxmlformats.org/officeDocument/2006/relationships/image" Target="../media/image53.jpe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08.xml"/><Relationship Id="rId2" Type="http://schemas.openxmlformats.org/officeDocument/2006/relationships/image" Target="../media/image6.png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ags" Target="../tags/tag309.xml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5" Type="http://schemas.openxmlformats.org/officeDocument/2006/relationships/tags" Target="../tags/tag310.xml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ags" Target="../tags/tag311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63.jpeg"/><Relationship Id="rId1" Type="http://schemas.openxmlformats.org/officeDocument/2006/relationships/image" Target="../media/image62.jpe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63.jpeg"/><Relationship Id="rId1" Type="http://schemas.openxmlformats.org/officeDocument/2006/relationships/image" Target="../media/image6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3.wav"/><Relationship Id="rId1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3.wav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3.wav"/><Relationship Id="rId1" Type="http://schemas.openxmlformats.org/officeDocument/2006/relationships/image" Target="../media/image64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3.wav"/><Relationship Id="rId1" Type="http://schemas.openxmlformats.org/officeDocument/2006/relationships/image" Target="../media/image65.jpe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tags" Target="../tags/tag312.xml"/><Relationship Id="rId2" Type="http://schemas.openxmlformats.org/officeDocument/2006/relationships/image" Target="../media/image6.png"/><Relationship Id="rId1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tags" Target="../tags/tag313.xml"/><Relationship Id="rId2" Type="http://schemas.openxmlformats.org/officeDocument/2006/relationships/image" Target="../media/image66.png"/><Relationship Id="rId1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audio" Target="../media/audio4.wav"/><Relationship Id="rId2" Type="http://schemas.openxmlformats.org/officeDocument/2006/relationships/image" Target="../media/image47.png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audio" Target="../media/audio4.wav"/><Relationship Id="rId2" Type="http://schemas.openxmlformats.org/officeDocument/2006/relationships/image" Target="../media/image47.png"/><Relationship Id="rId1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audio" Target="../media/audio4.wav"/><Relationship Id="rId2" Type="http://schemas.openxmlformats.org/officeDocument/2006/relationships/image" Target="../media/image47.png"/><Relationship Id="rId1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audio" Target="../media/audio4.wav"/><Relationship Id="rId2" Type="http://schemas.openxmlformats.org/officeDocument/2006/relationships/image" Target="../media/image47.png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_rels/slide58.xml.rels><?xml version="1.0" encoding="UTF-8" standalone="yes"?>
<Relationships xmlns="http://schemas.openxmlformats.org/package/2006/relationships"><Relationship Id="rId99" Type="http://schemas.openxmlformats.org/officeDocument/2006/relationships/tags" Target="../tags/tag411.xml"/><Relationship Id="rId98" Type="http://schemas.openxmlformats.org/officeDocument/2006/relationships/tags" Target="../tags/tag410.xml"/><Relationship Id="rId97" Type="http://schemas.openxmlformats.org/officeDocument/2006/relationships/tags" Target="../tags/tag409.xml"/><Relationship Id="rId96" Type="http://schemas.openxmlformats.org/officeDocument/2006/relationships/tags" Target="../tags/tag408.xml"/><Relationship Id="rId95" Type="http://schemas.openxmlformats.org/officeDocument/2006/relationships/tags" Target="../tags/tag407.xml"/><Relationship Id="rId94" Type="http://schemas.openxmlformats.org/officeDocument/2006/relationships/tags" Target="../tags/tag406.xml"/><Relationship Id="rId93" Type="http://schemas.openxmlformats.org/officeDocument/2006/relationships/tags" Target="../tags/tag405.xml"/><Relationship Id="rId92" Type="http://schemas.openxmlformats.org/officeDocument/2006/relationships/tags" Target="../tags/tag404.xml"/><Relationship Id="rId91" Type="http://schemas.openxmlformats.org/officeDocument/2006/relationships/tags" Target="../tags/tag403.xml"/><Relationship Id="rId90" Type="http://schemas.openxmlformats.org/officeDocument/2006/relationships/tags" Target="../tags/tag402.xml"/><Relationship Id="rId9" Type="http://schemas.openxmlformats.org/officeDocument/2006/relationships/tags" Target="../tags/tag321.xml"/><Relationship Id="rId89" Type="http://schemas.openxmlformats.org/officeDocument/2006/relationships/tags" Target="../tags/tag401.xml"/><Relationship Id="rId88" Type="http://schemas.openxmlformats.org/officeDocument/2006/relationships/tags" Target="../tags/tag400.xml"/><Relationship Id="rId87" Type="http://schemas.openxmlformats.org/officeDocument/2006/relationships/tags" Target="../tags/tag399.xml"/><Relationship Id="rId86" Type="http://schemas.openxmlformats.org/officeDocument/2006/relationships/tags" Target="../tags/tag398.xml"/><Relationship Id="rId85" Type="http://schemas.openxmlformats.org/officeDocument/2006/relationships/tags" Target="../tags/tag397.xml"/><Relationship Id="rId84" Type="http://schemas.openxmlformats.org/officeDocument/2006/relationships/tags" Target="../tags/tag396.xml"/><Relationship Id="rId83" Type="http://schemas.openxmlformats.org/officeDocument/2006/relationships/tags" Target="../tags/tag395.xml"/><Relationship Id="rId82" Type="http://schemas.openxmlformats.org/officeDocument/2006/relationships/tags" Target="../tags/tag394.xml"/><Relationship Id="rId81" Type="http://schemas.openxmlformats.org/officeDocument/2006/relationships/tags" Target="../tags/tag393.xml"/><Relationship Id="rId80" Type="http://schemas.openxmlformats.org/officeDocument/2006/relationships/tags" Target="../tags/tag392.xml"/><Relationship Id="rId8" Type="http://schemas.openxmlformats.org/officeDocument/2006/relationships/tags" Target="../tags/tag320.xml"/><Relationship Id="rId79" Type="http://schemas.openxmlformats.org/officeDocument/2006/relationships/tags" Target="../tags/tag391.xml"/><Relationship Id="rId78" Type="http://schemas.openxmlformats.org/officeDocument/2006/relationships/tags" Target="../tags/tag390.xml"/><Relationship Id="rId77" Type="http://schemas.openxmlformats.org/officeDocument/2006/relationships/tags" Target="../tags/tag389.xml"/><Relationship Id="rId76" Type="http://schemas.openxmlformats.org/officeDocument/2006/relationships/tags" Target="../tags/tag388.xml"/><Relationship Id="rId75" Type="http://schemas.openxmlformats.org/officeDocument/2006/relationships/tags" Target="../tags/tag387.xml"/><Relationship Id="rId74" Type="http://schemas.openxmlformats.org/officeDocument/2006/relationships/tags" Target="../tags/tag386.xml"/><Relationship Id="rId73" Type="http://schemas.openxmlformats.org/officeDocument/2006/relationships/tags" Target="../tags/tag385.xml"/><Relationship Id="rId72" Type="http://schemas.openxmlformats.org/officeDocument/2006/relationships/tags" Target="../tags/tag384.xml"/><Relationship Id="rId71" Type="http://schemas.openxmlformats.org/officeDocument/2006/relationships/tags" Target="../tags/tag383.xml"/><Relationship Id="rId70" Type="http://schemas.openxmlformats.org/officeDocument/2006/relationships/tags" Target="../tags/tag382.xml"/><Relationship Id="rId7" Type="http://schemas.openxmlformats.org/officeDocument/2006/relationships/tags" Target="../tags/tag319.xml"/><Relationship Id="rId69" Type="http://schemas.openxmlformats.org/officeDocument/2006/relationships/tags" Target="../tags/tag381.xml"/><Relationship Id="rId68" Type="http://schemas.openxmlformats.org/officeDocument/2006/relationships/tags" Target="../tags/tag380.xml"/><Relationship Id="rId67" Type="http://schemas.openxmlformats.org/officeDocument/2006/relationships/tags" Target="../tags/tag379.xml"/><Relationship Id="rId66" Type="http://schemas.openxmlformats.org/officeDocument/2006/relationships/tags" Target="../tags/tag378.xml"/><Relationship Id="rId65" Type="http://schemas.openxmlformats.org/officeDocument/2006/relationships/tags" Target="../tags/tag377.xml"/><Relationship Id="rId64" Type="http://schemas.openxmlformats.org/officeDocument/2006/relationships/tags" Target="../tags/tag376.xml"/><Relationship Id="rId63" Type="http://schemas.openxmlformats.org/officeDocument/2006/relationships/tags" Target="../tags/tag375.xml"/><Relationship Id="rId62" Type="http://schemas.openxmlformats.org/officeDocument/2006/relationships/tags" Target="../tags/tag374.xml"/><Relationship Id="rId61" Type="http://schemas.openxmlformats.org/officeDocument/2006/relationships/tags" Target="../tags/tag373.xml"/><Relationship Id="rId60" Type="http://schemas.openxmlformats.org/officeDocument/2006/relationships/tags" Target="../tags/tag372.xml"/><Relationship Id="rId6" Type="http://schemas.openxmlformats.org/officeDocument/2006/relationships/tags" Target="../tags/tag318.xml"/><Relationship Id="rId59" Type="http://schemas.openxmlformats.org/officeDocument/2006/relationships/tags" Target="../tags/tag371.xml"/><Relationship Id="rId58" Type="http://schemas.openxmlformats.org/officeDocument/2006/relationships/tags" Target="../tags/tag370.xml"/><Relationship Id="rId57" Type="http://schemas.openxmlformats.org/officeDocument/2006/relationships/tags" Target="../tags/tag369.xml"/><Relationship Id="rId56" Type="http://schemas.openxmlformats.org/officeDocument/2006/relationships/tags" Target="../tags/tag368.xml"/><Relationship Id="rId55" Type="http://schemas.openxmlformats.org/officeDocument/2006/relationships/tags" Target="../tags/tag367.xml"/><Relationship Id="rId54" Type="http://schemas.openxmlformats.org/officeDocument/2006/relationships/tags" Target="../tags/tag366.xml"/><Relationship Id="rId53" Type="http://schemas.openxmlformats.org/officeDocument/2006/relationships/tags" Target="../tags/tag365.xml"/><Relationship Id="rId52" Type="http://schemas.openxmlformats.org/officeDocument/2006/relationships/tags" Target="../tags/tag364.xml"/><Relationship Id="rId51" Type="http://schemas.openxmlformats.org/officeDocument/2006/relationships/tags" Target="../tags/tag363.xml"/><Relationship Id="rId50" Type="http://schemas.openxmlformats.org/officeDocument/2006/relationships/tags" Target="../tags/tag362.xml"/><Relationship Id="rId5" Type="http://schemas.openxmlformats.org/officeDocument/2006/relationships/tags" Target="../tags/tag317.xml"/><Relationship Id="rId49" Type="http://schemas.openxmlformats.org/officeDocument/2006/relationships/tags" Target="../tags/tag361.xml"/><Relationship Id="rId48" Type="http://schemas.openxmlformats.org/officeDocument/2006/relationships/tags" Target="../tags/tag360.xml"/><Relationship Id="rId47" Type="http://schemas.openxmlformats.org/officeDocument/2006/relationships/tags" Target="../tags/tag359.xml"/><Relationship Id="rId46" Type="http://schemas.openxmlformats.org/officeDocument/2006/relationships/tags" Target="../tags/tag358.xml"/><Relationship Id="rId45" Type="http://schemas.openxmlformats.org/officeDocument/2006/relationships/tags" Target="../tags/tag357.xml"/><Relationship Id="rId44" Type="http://schemas.openxmlformats.org/officeDocument/2006/relationships/tags" Target="../tags/tag356.xml"/><Relationship Id="rId43" Type="http://schemas.openxmlformats.org/officeDocument/2006/relationships/tags" Target="../tags/tag355.xml"/><Relationship Id="rId42" Type="http://schemas.openxmlformats.org/officeDocument/2006/relationships/tags" Target="../tags/tag354.xml"/><Relationship Id="rId41" Type="http://schemas.openxmlformats.org/officeDocument/2006/relationships/tags" Target="../tags/tag353.xml"/><Relationship Id="rId40" Type="http://schemas.openxmlformats.org/officeDocument/2006/relationships/tags" Target="../tags/tag352.xml"/><Relationship Id="rId4" Type="http://schemas.openxmlformats.org/officeDocument/2006/relationships/tags" Target="../tags/tag316.xml"/><Relationship Id="rId39" Type="http://schemas.openxmlformats.org/officeDocument/2006/relationships/tags" Target="../tags/tag351.xml"/><Relationship Id="rId38" Type="http://schemas.openxmlformats.org/officeDocument/2006/relationships/tags" Target="../tags/tag350.xml"/><Relationship Id="rId37" Type="http://schemas.openxmlformats.org/officeDocument/2006/relationships/tags" Target="../tags/tag349.xml"/><Relationship Id="rId36" Type="http://schemas.openxmlformats.org/officeDocument/2006/relationships/tags" Target="../tags/tag348.xml"/><Relationship Id="rId35" Type="http://schemas.openxmlformats.org/officeDocument/2006/relationships/tags" Target="../tags/tag347.xml"/><Relationship Id="rId34" Type="http://schemas.openxmlformats.org/officeDocument/2006/relationships/tags" Target="../tags/tag346.xml"/><Relationship Id="rId33" Type="http://schemas.openxmlformats.org/officeDocument/2006/relationships/tags" Target="../tags/tag345.xml"/><Relationship Id="rId32" Type="http://schemas.openxmlformats.org/officeDocument/2006/relationships/tags" Target="../tags/tag344.xml"/><Relationship Id="rId31" Type="http://schemas.openxmlformats.org/officeDocument/2006/relationships/tags" Target="../tags/tag343.xml"/><Relationship Id="rId30" Type="http://schemas.openxmlformats.org/officeDocument/2006/relationships/tags" Target="../tags/tag342.xml"/><Relationship Id="rId3" Type="http://schemas.openxmlformats.org/officeDocument/2006/relationships/tags" Target="../tags/tag315.xml"/><Relationship Id="rId29" Type="http://schemas.openxmlformats.org/officeDocument/2006/relationships/tags" Target="../tags/tag341.xml"/><Relationship Id="rId28" Type="http://schemas.openxmlformats.org/officeDocument/2006/relationships/tags" Target="../tags/tag340.xml"/><Relationship Id="rId27" Type="http://schemas.openxmlformats.org/officeDocument/2006/relationships/tags" Target="../tags/tag339.xml"/><Relationship Id="rId26" Type="http://schemas.openxmlformats.org/officeDocument/2006/relationships/tags" Target="../tags/tag338.xml"/><Relationship Id="rId25" Type="http://schemas.openxmlformats.org/officeDocument/2006/relationships/tags" Target="../tags/tag337.xml"/><Relationship Id="rId24" Type="http://schemas.openxmlformats.org/officeDocument/2006/relationships/tags" Target="../tags/tag336.xml"/><Relationship Id="rId23" Type="http://schemas.openxmlformats.org/officeDocument/2006/relationships/tags" Target="../tags/tag335.xml"/><Relationship Id="rId22" Type="http://schemas.openxmlformats.org/officeDocument/2006/relationships/tags" Target="../tags/tag334.xml"/><Relationship Id="rId21" Type="http://schemas.openxmlformats.org/officeDocument/2006/relationships/tags" Target="../tags/tag333.xml"/><Relationship Id="rId20" Type="http://schemas.openxmlformats.org/officeDocument/2006/relationships/tags" Target="../tags/tag332.xml"/><Relationship Id="rId2" Type="http://schemas.openxmlformats.org/officeDocument/2006/relationships/tags" Target="../tags/tag314.xml"/><Relationship Id="rId19" Type="http://schemas.openxmlformats.org/officeDocument/2006/relationships/tags" Target="../tags/tag331.xml"/><Relationship Id="rId18" Type="http://schemas.openxmlformats.org/officeDocument/2006/relationships/tags" Target="../tags/tag330.xml"/><Relationship Id="rId17" Type="http://schemas.openxmlformats.org/officeDocument/2006/relationships/tags" Target="../tags/tag329.xml"/><Relationship Id="rId16" Type="http://schemas.openxmlformats.org/officeDocument/2006/relationships/tags" Target="../tags/tag328.xml"/><Relationship Id="rId15" Type="http://schemas.openxmlformats.org/officeDocument/2006/relationships/tags" Target="../tags/tag327.xml"/><Relationship Id="rId14" Type="http://schemas.openxmlformats.org/officeDocument/2006/relationships/tags" Target="../tags/tag326.xml"/><Relationship Id="rId13" Type="http://schemas.openxmlformats.org/officeDocument/2006/relationships/tags" Target="../tags/tag325.xml"/><Relationship Id="rId12" Type="http://schemas.openxmlformats.org/officeDocument/2006/relationships/tags" Target="../tags/tag324.xml"/><Relationship Id="rId119" Type="http://schemas.openxmlformats.org/officeDocument/2006/relationships/slideLayout" Target="../slideLayouts/slideLayout1.xml"/><Relationship Id="rId118" Type="http://schemas.openxmlformats.org/officeDocument/2006/relationships/image" Target="../media/image6.png"/><Relationship Id="rId117" Type="http://schemas.openxmlformats.org/officeDocument/2006/relationships/tags" Target="../tags/tag429.xml"/><Relationship Id="rId116" Type="http://schemas.openxmlformats.org/officeDocument/2006/relationships/tags" Target="../tags/tag428.xml"/><Relationship Id="rId115" Type="http://schemas.openxmlformats.org/officeDocument/2006/relationships/tags" Target="../tags/tag427.xml"/><Relationship Id="rId114" Type="http://schemas.openxmlformats.org/officeDocument/2006/relationships/tags" Target="../tags/tag426.xml"/><Relationship Id="rId113" Type="http://schemas.openxmlformats.org/officeDocument/2006/relationships/tags" Target="../tags/tag425.xml"/><Relationship Id="rId112" Type="http://schemas.openxmlformats.org/officeDocument/2006/relationships/tags" Target="../tags/tag424.xml"/><Relationship Id="rId111" Type="http://schemas.openxmlformats.org/officeDocument/2006/relationships/tags" Target="../tags/tag423.xml"/><Relationship Id="rId110" Type="http://schemas.openxmlformats.org/officeDocument/2006/relationships/tags" Target="../tags/tag422.xml"/><Relationship Id="rId11" Type="http://schemas.openxmlformats.org/officeDocument/2006/relationships/tags" Target="../tags/tag323.xml"/><Relationship Id="rId109" Type="http://schemas.openxmlformats.org/officeDocument/2006/relationships/tags" Target="../tags/tag421.xml"/><Relationship Id="rId108" Type="http://schemas.openxmlformats.org/officeDocument/2006/relationships/tags" Target="../tags/tag420.xml"/><Relationship Id="rId107" Type="http://schemas.openxmlformats.org/officeDocument/2006/relationships/tags" Target="../tags/tag419.xml"/><Relationship Id="rId106" Type="http://schemas.openxmlformats.org/officeDocument/2006/relationships/tags" Target="../tags/tag418.xml"/><Relationship Id="rId105" Type="http://schemas.openxmlformats.org/officeDocument/2006/relationships/tags" Target="../tags/tag417.xml"/><Relationship Id="rId104" Type="http://schemas.openxmlformats.org/officeDocument/2006/relationships/tags" Target="../tags/tag416.xml"/><Relationship Id="rId103" Type="http://schemas.openxmlformats.org/officeDocument/2006/relationships/tags" Target="../tags/tag415.xml"/><Relationship Id="rId102" Type="http://schemas.openxmlformats.org/officeDocument/2006/relationships/tags" Target="../tags/tag414.xml"/><Relationship Id="rId101" Type="http://schemas.openxmlformats.org/officeDocument/2006/relationships/tags" Target="../tags/tag413.xml"/><Relationship Id="rId100" Type="http://schemas.openxmlformats.org/officeDocument/2006/relationships/tags" Target="../tags/tag412.xml"/><Relationship Id="rId10" Type="http://schemas.openxmlformats.org/officeDocument/2006/relationships/tags" Target="../tags/tag322.xml"/><Relationship Id="rId1" Type="http://schemas.openxmlformats.org/officeDocument/2006/relationships/image" Target="../media/image5.jpe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3.wav"/><Relationship Id="rId1" Type="http://schemas.openxmlformats.org/officeDocument/2006/relationships/image" Target="../media/image4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3.wav"/><Relationship Id="rId1" Type="http://schemas.openxmlformats.org/officeDocument/2006/relationships/image" Target="../media/image73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3.wav"/><Relationship Id="rId1" Type="http://schemas.openxmlformats.org/officeDocument/2006/relationships/image" Target="../media/image74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3.wav"/><Relationship Id="rId1" Type="http://schemas.openxmlformats.org/officeDocument/2006/relationships/image" Target="../media/image75.jpe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30.xml"/><Relationship Id="rId2" Type="http://schemas.openxmlformats.org/officeDocument/2006/relationships/image" Target="../media/image6.png"/><Relationship Id="rId1" Type="http://schemas.openxmlformats.org/officeDocument/2006/relationships/image" Target="../media/image24.png"/></Relationships>
</file>

<file path=ppt/slides/_rels/slide6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7.png"/><Relationship Id="rId4" Type="http://schemas.microsoft.com/office/2007/relationships/media" Target="../media/audio5.wav"/><Relationship Id="rId3" Type="http://schemas.openxmlformats.org/officeDocument/2006/relationships/audio" Target="../media/audio5.wav"/><Relationship Id="rId2" Type="http://schemas.openxmlformats.org/officeDocument/2006/relationships/image" Target="../media/image3.png"/><Relationship Id="rId1" Type="http://schemas.openxmlformats.org/officeDocument/2006/relationships/image" Target="../media/image76.jpe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audio" Target="../media/audio1.wav"/><Relationship Id="rId2" Type="http://schemas.openxmlformats.org/officeDocument/2006/relationships/image" Target="../media/image10.png"/><Relationship Id="rId1" Type="http://schemas.openxmlformats.org/officeDocument/2006/relationships/image" Target="../media/image76.jpe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audio" Target="../media/audio1.wav"/><Relationship Id="rId2" Type="http://schemas.openxmlformats.org/officeDocument/2006/relationships/image" Target="../media/image10.png"/><Relationship Id="rId1" Type="http://schemas.openxmlformats.org/officeDocument/2006/relationships/image" Target="../media/image76.jpe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audio" Target="../media/audio1.wav"/><Relationship Id="rId2" Type="http://schemas.openxmlformats.org/officeDocument/2006/relationships/image" Target="../media/image10.png"/><Relationship Id="rId1" Type="http://schemas.openxmlformats.org/officeDocument/2006/relationships/image" Target="../media/image76.jpe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audio" Target="../media/audio1.wav"/><Relationship Id="rId2" Type="http://schemas.openxmlformats.org/officeDocument/2006/relationships/image" Target="../media/image10.png"/><Relationship Id="rId1" Type="http://schemas.openxmlformats.org/officeDocument/2006/relationships/image" Target="../media/image76.jpe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audio" Target="../media/audio1.wav"/><Relationship Id="rId2" Type="http://schemas.openxmlformats.org/officeDocument/2006/relationships/image" Target="../media/image10.png"/><Relationship Id="rId1" Type="http://schemas.openxmlformats.org/officeDocument/2006/relationships/image" Target="../media/image76.jpeg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7544336" y="0"/>
            <a:ext cx="4647030" cy="6858000"/>
          </a:xfrm>
          <a:prstGeom prst="rect">
            <a:avLst/>
          </a:prstGeom>
          <a:gradFill flip="none" rotWithShape="1">
            <a:gsLst>
              <a:gs pos="0">
                <a:srgbClr val="E3C982"/>
              </a:gs>
              <a:gs pos="42100">
                <a:srgbClr val="B49256"/>
              </a:gs>
              <a:gs pos="100000">
                <a:srgbClr val="B29054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方正兰亭黑简体" panose="02000000000000000000" charset="-122"/>
              <a:ea typeface="方正兰亭黑简体" panose="02000000000000000000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5207" y="1"/>
            <a:ext cx="4647030" cy="6858024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421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605882"/>
            <a:ext cx="26765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教学内容和目标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>
            <a:off x="870585" y="3202305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870585" y="4983480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800949" y="6582160"/>
            <a:ext cx="1078675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3469391" y="1480994"/>
            <a:ext cx="811831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46125" y="1773555"/>
            <a:ext cx="125539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语言点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OPPOSans M" panose="00020600040101010101" pitchFamily="18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149600" y="1773555"/>
            <a:ext cx="60693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主题：夫妻关系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6125" y="319468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词汇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OPPOSans M" panose="00020600040101010101" pitchFamily="18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712710" y="2235835"/>
            <a:ext cx="39547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）辨析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如何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和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怎么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的异同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167380" y="2235835"/>
            <a:ext cx="41833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如何、靠、居然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的意义和用法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167380" y="2665095"/>
            <a:ext cx="66979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“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抱怨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爱护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细节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电台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对比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喊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伸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吵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项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”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等词语的搭配</a:t>
            </a: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167380" y="3251200"/>
            <a:ext cx="85267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离婚、自杀、吵闹、轮、不耐烦、递、叙述、催、等待、半夜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等本课其他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167201" y="4059246"/>
            <a:ext cx="38404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）理解本课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9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个非大纲词语的意义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6125" y="4990465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篇章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OPPOSans M" panose="00020600040101010101" pitchFamily="18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167380" y="5040630"/>
            <a:ext cx="85267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）本文讲述了三对恩爱夫妻的情况或经历。要求学生阅读、理解课文，掌握文章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大意，并能运用所学词语、语言点叙述三对夫妻的故事。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167201" y="5686442"/>
            <a:ext cx="60121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）对论理想的夫妻关系是什么样的，并完成命题写作。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395611" y="855648"/>
            <a:ext cx="3383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学生能够了解并掌握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7543800" y="3202305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543800" y="4983480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C:\Users\Administrator\Desktop\我1.png我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67380" y="3660140"/>
            <a:ext cx="901255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重点五级大纲词语的意义和用法。</a:t>
            </a: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58946" y="4460566"/>
            <a:ext cx="66979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）了解并掌握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扩展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板块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10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个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人体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类词语的意义和用法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53975" y="-110490"/>
            <a:ext cx="12245975" cy="8528685"/>
            <a:chOff x="-95" y="-188"/>
            <a:chExt cx="19285" cy="13431"/>
          </a:xfrm>
        </p:grpSpPr>
        <p:grpSp>
          <p:nvGrpSpPr>
            <p:cNvPr id="35" name="组合 34"/>
            <p:cNvGrpSpPr/>
            <p:nvPr/>
          </p:nvGrpSpPr>
          <p:grpSpPr>
            <a:xfrm>
              <a:off x="-95" y="-188"/>
              <a:ext cx="19285" cy="13431"/>
              <a:chOff x="-97" y="-188"/>
              <a:chExt cx="19285" cy="13431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-97" y="-186"/>
                <a:ext cx="9664" cy="11216"/>
                <a:chOff x="1953" y="1163"/>
                <a:chExt cx="7302" cy="8474"/>
              </a:xfrm>
            </p:grpSpPr>
            <p:sp>
              <p:nvSpPr>
                <p:cNvPr id="8" name="矩形 7"/>
                <p:cNvSpPr/>
                <p:nvPr/>
              </p:nvSpPr>
              <p:spPr>
                <a:xfrm>
                  <a:off x="1964" y="3696"/>
                  <a:ext cx="7258" cy="3352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TextBox 3"/>
                <p:cNvSpPr txBox="1"/>
                <p:nvPr/>
              </p:nvSpPr>
              <p:spPr>
                <a:xfrm>
                  <a:off x="1975" y="4268"/>
                  <a:ext cx="7239" cy="18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ln w="28575">
                        <a:noFill/>
                      </a:ln>
                      <a:solidFill>
                        <a:schemeClr val="bg1"/>
                      </a:solidFill>
                      <a:latin typeface="思源黑体 CN Heavy" panose="020B0A00000000000000" pitchFamily="34" charset="-122"/>
                      <a:ea typeface="思源黑体 CN Heavy" panose="020B0A00000000000000" pitchFamily="34" charset="-122"/>
                    </a:rPr>
                    <a:t>HSK 5</a:t>
                  </a:r>
                  <a:endParaRPr lang="en-US" altLang="zh-CN" sz="9600" b="1" dirty="0">
                    <a:ln w="28575">
                      <a:noFill/>
                    </a:ln>
                    <a:solidFill>
                      <a:schemeClr val="bg1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1963" y="1163"/>
                  <a:ext cx="7258" cy="2637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TextBox 3"/>
                <p:cNvSpPr txBox="1"/>
                <p:nvPr/>
              </p:nvSpPr>
              <p:spPr>
                <a:xfrm>
                  <a:off x="1964" y="1674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Standard Course</a:t>
                  </a:r>
                  <a:endParaRPr lang="en-US" altLang="zh-CN" sz="6000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953" y="7001"/>
                  <a:ext cx="7258" cy="2636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TextBox 3"/>
                <p:cNvSpPr txBox="1"/>
                <p:nvPr/>
              </p:nvSpPr>
              <p:spPr>
                <a:xfrm>
                  <a:off x="1975" y="7522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Lesson 1</a:t>
                  </a:r>
                  <a:endParaRPr lang="en-US" altLang="zh-CN" sz="6000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endParaRPr>
                </a:p>
              </p:txBody>
            </p:sp>
            <p:cxnSp>
              <p:nvCxnSpPr>
                <p:cNvPr id="14" name="直接连接符 13"/>
                <p:cNvCxnSpPr/>
                <p:nvPr/>
              </p:nvCxnSpPr>
              <p:spPr>
                <a:xfrm>
                  <a:off x="1965" y="380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1964" y="696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矩形 21"/>
              <p:cNvSpPr/>
              <p:nvPr/>
            </p:nvSpPr>
            <p:spPr>
              <a:xfrm>
                <a:off x="9524" y="-188"/>
                <a:ext cx="9664" cy="11219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 descr="C:\Users\Administrator\Desktop\小红书\对外汉语战略搞钱计划\教学素材\图片素材\我压缩.png我压缩"/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5130" y="77"/>
                <a:ext cx="13166" cy="13166"/>
              </a:xfrm>
              <a:prstGeom prst="rect">
                <a:avLst/>
              </a:prstGeom>
            </p:spPr>
          </p:pic>
        </p:grpSp>
        <p:pic>
          <p:nvPicPr>
            <p:cNvPr id="38" name="图片 37" descr="下一页按钮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10" y="8802"/>
              <a:ext cx="2899" cy="1498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2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3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4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5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6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7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8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9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10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1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2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3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4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5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6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7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8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9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20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1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2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3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4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5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6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7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8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9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30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1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2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3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4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5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6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7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8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9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40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1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2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3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4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5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6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7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8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9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50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1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2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3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4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5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6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7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8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9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60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1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2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3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4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5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6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7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8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9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70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1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2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3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4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5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6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7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8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9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80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1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2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3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4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5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6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7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8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9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90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1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2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3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4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5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6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7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8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9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100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1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2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3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4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5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6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7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8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9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10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1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2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3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4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5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6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7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第一课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  <a:endParaRPr lang="en-US" altLang="zh-CN" sz="28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8811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1</a:t>
            </a:r>
            <a:endParaRPr lang="en-US" altLang="zh-CN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25"/>
                  <a:ext cx="15064" cy="902"/>
                  <a:chOff x="8865" y="6525"/>
                  <a:chExt cx="15064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1</a:t>
                    </a:r>
                    <a:endParaRPr lang="en-US" altLang="zh-CN" sz="2400" dirty="0">
                      <a:solidFill>
                        <a:schemeClr val="bg1">
                          <a:lumMod val="50000"/>
                        </a:schemeClr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5133" y="6525"/>
                    <a:ext cx="8796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Details of love</a:t>
                    </a:r>
                    <a:endPara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1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爱的细节</a:t>
                  </a:r>
                  <a:endParaRPr kumimoji="0" lang="zh-CN" alt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1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9700"/>
    </mc:Choice>
    <mc:Fallback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850" y="2142490"/>
            <a:ext cx="4471670" cy="250063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你认为下列“关系”的亲密程度应该是什么顺序？</a:t>
              </a:r>
              <a:endParaRPr lang="zh-CN" altLang="en-US" sz="2400" b="1" noProof="0" dirty="0">
                <a:ln>
                  <a:noFill/>
                </a:ln>
                <a:solidFill>
                  <a:srgbClr val="CFB26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宋体" pitchFamily="2" charset="-122"/>
                <a:sym typeface="Calibri" panose="020F0502020204030204" charset="0"/>
              </a:endParaRP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0" y="548830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960" y="549084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0" y="5490845"/>
            <a:ext cx="852170" cy="889000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826135" y="5682615"/>
            <a:ext cx="11097895" cy="46037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1.朋友关系  2.亲戚关系  3.同学关系  4.夫妻关系  5.同事关系  6.亲子关系</a:t>
            </a:r>
            <a:endParaRPr lang="zh-CN" sz="2400" b="1" dirty="0">
              <a:ln w="22225">
                <a:noFill/>
                <a:prstDash val="solid"/>
              </a:ln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833 0 L 0.922292 9.25926e-05 " pathEditMode="relative" rAng="0" ptsTypes="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00" y="1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06095" y="1261110"/>
            <a:ext cx="11263630" cy="649605"/>
            <a:chOff x="-3197" y="3732"/>
            <a:chExt cx="17738" cy="1201"/>
          </a:xfrm>
        </p:grpSpPr>
        <p:sp>
          <p:nvSpPr>
            <p:cNvPr id="13" name="文本框 12"/>
            <p:cNvSpPr txBox="1"/>
            <p:nvPr/>
          </p:nvSpPr>
          <p:spPr>
            <a:xfrm>
              <a:off x="-3197" y="3994"/>
              <a:ext cx="17649" cy="7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algn="ctr" defTabSz="914400" rtl="0" fontAlgn="auto">
                <a:lnSpc>
                  <a:spcPts val="25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dirty="0">
                  <a:solidFill>
                    <a:srgbClr val="B8975A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你</a:t>
              </a:r>
              <a:r>
                <a:rPr lang="zh-CN" sz="2800" dirty="0">
                  <a:solidFill>
                    <a:srgbClr val="B8975A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知道哪些与说话或口语动作有关的动词</a:t>
              </a:r>
              <a:r>
                <a:rPr lang="zh-CN" altLang="en-US" sz="2800" dirty="0">
                  <a:solidFill>
                    <a:srgbClr val="B8975A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+mn-ea"/>
                </a:rPr>
                <a:t>？</a:t>
              </a:r>
              <a:endParaRPr lang="en-US" altLang="zh-CN" sz="2800" dirty="0">
                <a:solidFill>
                  <a:schemeClr val="bg1">
                    <a:lumMod val="6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-3197" y="3732"/>
              <a:ext cx="17738" cy="1201"/>
            </a:xfrm>
            <a:prstGeom prst="roundRect">
              <a:avLst/>
            </a:prstGeom>
            <a:noFill/>
            <a:ln w="19050">
              <a:solidFill>
                <a:srgbClr val="B8975A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674610" y="2628388"/>
            <a:ext cx="1833880" cy="1826772"/>
            <a:chOff x="13880" y="625"/>
            <a:chExt cx="5311" cy="5159"/>
          </a:xfrm>
        </p:grpSpPr>
        <p:pic>
          <p:nvPicPr>
            <p:cNvPr id="9" name="图片 8" descr="5a28ba769827e0.9835474515126186146232"/>
            <p:cNvPicPr>
              <a:picLocks noChangeAspect="1"/>
            </p:cNvPicPr>
            <p:nvPr/>
          </p:nvPicPr>
          <p:blipFill>
            <a:blip r:embed="rId2"/>
            <a:srcRect l="23338" t="17467" r="18680" b="20221"/>
            <a:stretch>
              <a:fillRect/>
            </a:stretch>
          </p:blipFill>
          <p:spPr>
            <a:xfrm>
              <a:off x="13880" y="625"/>
              <a:ext cx="5311" cy="5159"/>
            </a:xfrm>
            <a:prstGeom prst="ellipse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14169" y="2165"/>
              <a:ext cx="4642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latin typeface="华文楷体" panose="02010600040101010101" charset="-122"/>
                  <a:ea typeface="华文楷体" panose="02010600040101010101" charset="-122"/>
                </a:rPr>
                <a:t>喊</a:t>
              </a:r>
              <a:endParaRPr lang="zh-CN" altLang="en-US" sz="4800" b="1"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131009" y="1979295"/>
            <a:ext cx="2058757" cy="1974215"/>
            <a:chOff x="13476" y="314"/>
            <a:chExt cx="5961" cy="5576"/>
          </a:xfrm>
        </p:grpSpPr>
        <p:pic>
          <p:nvPicPr>
            <p:cNvPr id="6" name="图片 5" descr="5a28ba769827e0.9835474515126186146232"/>
            <p:cNvPicPr>
              <a:picLocks noChangeAspect="1"/>
            </p:cNvPicPr>
            <p:nvPr/>
          </p:nvPicPr>
          <p:blipFill>
            <a:blip r:embed="rId2"/>
            <a:srcRect l="20593" t="13705" r="19080" b="18956"/>
            <a:stretch>
              <a:fillRect/>
            </a:stretch>
          </p:blipFill>
          <p:spPr>
            <a:xfrm>
              <a:off x="13628" y="314"/>
              <a:ext cx="5525" cy="5576"/>
            </a:xfrm>
            <a:prstGeom prst="ellipse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13476" y="2147"/>
              <a:ext cx="5961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latin typeface="华文楷体" panose="02010600040101010101" charset="-122"/>
                  <a:ea typeface="华文楷体" panose="02010600040101010101" charset="-122"/>
                </a:rPr>
                <a:t>抱怨</a:t>
              </a:r>
              <a:endParaRPr lang="zh-CN" altLang="en-US" sz="4800" b="1"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303270" y="5023647"/>
            <a:ext cx="1827875" cy="1864198"/>
            <a:chOff x="13843" y="612"/>
            <a:chExt cx="5291" cy="5264"/>
          </a:xfrm>
        </p:grpSpPr>
        <p:pic>
          <p:nvPicPr>
            <p:cNvPr id="16" name="图片 15" descr="5a28ba769827e0.9835474515126186146232"/>
            <p:cNvPicPr>
              <a:picLocks noChangeAspect="1"/>
            </p:cNvPicPr>
            <p:nvPr/>
          </p:nvPicPr>
          <p:blipFill>
            <a:blip r:embed="rId2"/>
            <a:srcRect l="22938" t="17307" r="19303" b="19116"/>
            <a:stretch>
              <a:fillRect/>
            </a:stretch>
          </p:blipFill>
          <p:spPr>
            <a:xfrm>
              <a:off x="13843" y="612"/>
              <a:ext cx="5290" cy="52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4055" y="2072"/>
              <a:ext cx="5079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latin typeface="华文楷体" panose="02010600040101010101" charset="-122"/>
                  <a:ea typeface="华文楷体" panose="02010600040101010101" charset="-122"/>
                </a:rPr>
                <a:t>催</a:t>
              </a:r>
              <a:endParaRPr lang="zh-CN" altLang="en-US" sz="4800" b="1"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99795" y="2148873"/>
            <a:ext cx="1897940" cy="1989422"/>
            <a:chOff x="13748" y="340"/>
            <a:chExt cx="5495" cy="5618"/>
          </a:xfrm>
        </p:grpSpPr>
        <p:pic>
          <p:nvPicPr>
            <p:cNvPr id="18" name="图片 17" descr="5a28ba769827e0.9835474515126186146232"/>
            <p:cNvPicPr>
              <a:picLocks noChangeAspect="1"/>
            </p:cNvPicPr>
            <p:nvPr/>
          </p:nvPicPr>
          <p:blipFill>
            <a:blip r:embed="rId2"/>
            <a:srcRect l="22745" t="14009" r="18101" b="18140"/>
            <a:stretch>
              <a:fillRect/>
            </a:stretch>
          </p:blipFill>
          <p:spPr>
            <a:xfrm>
              <a:off x="13825" y="340"/>
              <a:ext cx="5418" cy="5618"/>
            </a:xfrm>
            <a:prstGeom prst="ellipse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13748" y="1977"/>
              <a:ext cx="5493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latin typeface="华文楷体" panose="02010600040101010101" charset="-122"/>
                  <a:ea typeface="华文楷体" panose="02010600040101010101" charset="-122"/>
                </a:rPr>
                <a:t>吃</a:t>
              </a:r>
              <a:endParaRPr lang="zh-CN" altLang="en-US" sz="4800" b="1"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314055" y="4889082"/>
            <a:ext cx="1826895" cy="1864143"/>
            <a:chOff x="13843" y="612"/>
            <a:chExt cx="5290" cy="5264"/>
          </a:xfrm>
        </p:grpSpPr>
        <p:pic>
          <p:nvPicPr>
            <p:cNvPr id="22" name="图片 21" descr="5a28ba769827e0.9835474515126186146232"/>
            <p:cNvPicPr>
              <a:picLocks noChangeAspect="1"/>
            </p:cNvPicPr>
            <p:nvPr/>
          </p:nvPicPr>
          <p:blipFill>
            <a:blip r:embed="rId2"/>
            <a:srcRect l="22938" t="17307" r="19303" b="19116"/>
            <a:stretch>
              <a:fillRect/>
            </a:stretch>
          </p:blipFill>
          <p:spPr>
            <a:xfrm>
              <a:off x="13843" y="612"/>
              <a:ext cx="5290" cy="5264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/>
          </p:nvSpPr>
          <p:spPr>
            <a:xfrm>
              <a:off x="13843" y="1933"/>
              <a:ext cx="5286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latin typeface="华文楷体" panose="02010600040101010101" charset="-122"/>
                  <a:ea typeface="华文楷体" panose="02010600040101010101" charset="-122"/>
                </a:rPr>
                <a:t>叙述</a:t>
              </a:r>
              <a:endParaRPr lang="zh-CN" altLang="en-US" sz="4800" b="1"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642251" y="2246630"/>
            <a:ext cx="1938006" cy="1989455"/>
            <a:chOff x="13689" y="340"/>
            <a:chExt cx="5611" cy="5618"/>
          </a:xfrm>
        </p:grpSpPr>
        <p:pic>
          <p:nvPicPr>
            <p:cNvPr id="25" name="图片 24" descr="5a28ba769827e0.9835474515126186146232"/>
            <p:cNvPicPr>
              <a:picLocks noChangeAspect="1"/>
            </p:cNvPicPr>
            <p:nvPr/>
          </p:nvPicPr>
          <p:blipFill>
            <a:blip r:embed="rId2"/>
            <a:srcRect l="22745" t="14009" r="18101" b="18140"/>
            <a:stretch>
              <a:fillRect/>
            </a:stretch>
          </p:blipFill>
          <p:spPr>
            <a:xfrm>
              <a:off x="13825" y="340"/>
              <a:ext cx="5418" cy="5618"/>
            </a:xfrm>
            <a:prstGeom prst="ellipse">
              <a:avLst/>
            </a:prstGeom>
          </p:spPr>
        </p:pic>
        <p:sp>
          <p:nvSpPr>
            <p:cNvPr id="26" name="文本框 25"/>
            <p:cNvSpPr txBox="1"/>
            <p:nvPr/>
          </p:nvSpPr>
          <p:spPr>
            <a:xfrm>
              <a:off x="13689" y="2110"/>
              <a:ext cx="5611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latin typeface="华文楷体" panose="02010600040101010101" charset="-122"/>
                  <a:ea typeface="华文楷体" panose="02010600040101010101" charset="-122"/>
                </a:rPr>
                <a:t>吵架</a:t>
              </a:r>
              <a:endParaRPr lang="zh-CN" altLang="en-US" sz="4800" b="1"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34795" y="4309143"/>
            <a:ext cx="1897940" cy="1989422"/>
            <a:chOff x="13748" y="340"/>
            <a:chExt cx="5495" cy="5618"/>
          </a:xfrm>
        </p:grpSpPr>
        <p:pic>
          <p:nvPicPr>
            <p:cNvPr id="29" name="图片 28" descr="5a28ba769827e0.9835474515126186146232"/>
            <p:cNvPicPr>
              <a:picLocks noChangeAspect="1"/>
            </p:cNvPicPr>
            <p:nvPr/>
          </p:nvPicPr>
          <p:blipFill>
            <a:blip r:embed="rId2"/>
            <a:srcRect l="22745" t="14009" r="18101" b="18140"/>
            <a:stretch>
              <a:fillRect/>
            </a:stretch>
          </p:blipFill>
          <p:spPr>
            <a:xfrm>
              <a:off x="13825" y="340"/>
              <a:ext cx="5418" cy="5618"/>
            </a:xfrm>
            <a:prstGeom prst="ellipse">
              <a:avLst/>
            </a:prstGeom>
          </p:spPr>
        </p:pic>
        <p:sp>
          <p:nvSpPr>
            <p:cNvPr id="30" name="文本框 29"/>
            <p:cNvSpPr txBox="1"/>
            <p:nvPr/>
          </p:nvSpPr>
          <p:spPr>
            <a:xfrm>
              <a:off x="13748" y="1977"/>
              <a:ext cx="5493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latin typeface="华文楷体" panose="02010600040101010101" charset="-122"/>
                  <a:ea typeface="华文楷体" panose="02010600040101010101" charset="-122"/>
                </a:rPr>
                <a:t>喝</a:t>
              </a:r>
              <a:endParaRPr lang="zh-CN" altLang="en-US" sz="4800" b="1"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0260965" y="4138512"/>
            <a:ext cx="1826895" cy="1864143"/>
            <a:chOff x="13843" y="612"/>
            <a:chExt cx="5290" cy="5264"/>
          </a:xfrm>
        </p:grpSpPr>
        <p:pic>
          <p:nvPicPr>
            <p:cNvPr id="32" name="图片 31" descr="5a28ba769827e0.9835474515126186146232"/>
            <p:cNvPicPr>
              <a:picLocks noChangeAspect="1"/>
            </p:cNvPicPr>
            <p:nvPr/>
          </p:nvPicPr>
          <p:blipFill>
            <a:blip r:embed="rId2"/>
            <a:srcRect l="22938" t="17307" r="19303" b="19116"/>
            <a:stretch>
              <a:fillRect/>
            </a:stretch>
          </p:blipFill>
          <p:spPr>
            <a:xfrm>
              <a:off x="13843" y="612"/>
              <a:ext cx="5290" cy="5264"/>
            </a:xfrm>
            <a:prstGeom prst="rect">
              <a:avLst/>
            </a:prstGeom>
          </p:spPr>
        </p:pic>
        <p:sp>
          <p:nvSpPr>
            <p:cNvPr id="33" name="文本框 32"/>
            <p:cNvSpPr txBox="1"/>
            <p:nvPr/>
          </p:nvSpPr>
          <p:spPr>
            <a:xfrm>
              <a:off x="13843" y="1933"/>
              <a:ext cx="5286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latin typeface="华文楷体" panose="02010600040101010101" charset="-122"/>
                  <a:ea typeface="华文楷体" panose="02010600040101010101" charset="-122"/>
                </a:rPr>
                <a:t>说</a:t>
              </a:r>
              <a:endParaRPr lang="zh-CN" altLang="en-US" sz="4800" b="1"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624404" y="4269740"/>
            <a:ext cx="2058757" cy="1974215"/>
            <a:chOff x="13476" y="314"/>
            <a:chExt cx="5961" cy="5576"/>
          </a:xfrm>
        </p:grpSpPr>
        <p:pic>
          <p:nvPicPr>
            <p:cNvPr id="36" name="图片 35" descr="5a28ba769827e0.9835474515126186146232"/>
            <p:cNvPicPr>
              <a:picLocks noChangeAspect="1"/>
            </p:cNvPicPr>
            <p:nvPr/>
          </p:nvPicPr>
          <p:blipFill>
            <a:blip r:embed="rId2"/>
            <a:srcRect l="20593" t="13705" r="19080" b="18956"/>
            <a:stretch>
              <a:fillRect/>
            </a:stretch>
          </p:blipFill>
          <p:spPr>
            <a:xfrm>
              <a:off x="13628" y="314"/>
              <a:ext cx="5525" cy="5576"/>
            </a:xfrm>
            <a:prstGeom prst="ellipse">
              <a:avLst/>
            </a:prstGeom>
          </p:spPr>
        </p:pic>
        <p:sp>
          <p:nvSpPr>
            <p:cNvPr id="37" name="文本框 36"/>
            <p:cNvSpPr txBox="1"/>
            <p:nvPr/>
          </p:nvSpPr>
          <p:spPr>
            <a:xfrm>
              <a:off x="13476" y="2147"/>
              <a:ext cx="5961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latin typeface="华文楷体" panose="02010600040101010101" charset="-122"/>
                  <a:ea typeface="华文楷体" panose="02010600040101010101" charset="-122"/>
                </a:rPr>
                <a:t>告诉</a:t>
              </a:r>
              <a:endParaRPr lang="zh-CN" altLang="en-US" sz="4800" b="1"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0149205" y="1910838"/>
            <a:ext cx="1833880" cy="1826772"/>
            <a:chOff x="13880" y="625"/>
            <a:chExt cx="5311" cy="5159"/>
          </a:xfrm>
        </p:grpSpPr>
        <p:pic>
          <p:nvPicPr>
            <p:cNvPr id="39" name="图片 38" descr="5a28ba769827e0.9835474515126186146232"/>
            <p:cNvPicPr>
              <a:picLocks noChangeAspect="1"/>
            </p:cNvPicPr>
            <p:nvPr/>
          </p:nvPicPr>
          <p:blipFill>
            <a:blip r:embed="rId2"/>
            <a:srcRect l="23338" t="17467" r="18680" b="20221"/>
            <a:stretch>
              <a:fillRect/>
            </a:stretch>
          </p:blipFill>
          <p:spPr>
            <a:xfrm>
              <a:off x="13880" y="625"/>
              <a:ext cx="5311" cy="5159"/>
            </a:xfrm>
            <a:prstGeom prst="ellipse">
              <a:avLst/>
            </a:prstGeom>
          </p:spPr>
        </p:pic>
        <p:sp>
          <p:nvSpPr>
            <p:cNvPr id="40" name="文本框 39"/>
            <p:cNvSpPr txBox="1"/>
            <p:nvPr/>
          </p:nvSpPr>
          <p:spPr>
            <a:xfrm>
              <a:off x="14169" y="2165"/>
              <a:ext cx="4642" cy="2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b="1">
                  <a:latin typeface="华文楷体" panose="02010600040101010101" charset="-122"/>
                  <a:ea typeface="华文楷体" panose="02010600040101010101" charset="-122"/>
                </a:rPr>
                <a:t>讨论</a:t>
              </a:r>
              <a:endParaRPr lang="zh-CN" altLang="en-US" sz="4800" b="1"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</p:grpSp>
    </p:spTree>
    <p:custDataLst>
      <p:tags r:id="rId3"/>
    </p:custDataLst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93250" y="3423285"/>
            <a:ext cx="2311400" cy="1878965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87985" y="3423285"/>
            <a:ext cx="2311400" cy="1878965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67790" y="3061335"/>
            <a:ext cx="3208020" cy="2602865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616190" y="3061335"/>
            <a:ext cx="3208020" cy="2602865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119755" y="2280920"/>
            <a:ext cx="5952490" cy="4163695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ēn’ài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恩爱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521970" y="1413510"/>
            <a:ext cx="3778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他们已经结婚</a:t>
            </a:r>
            <a:r>
              <a:rPr lang="en-US" altLang="zh-CN" sz="2400"/>
              <a:t>10</a:t>
            </a:r>
            <a:r>
              <a:rPr lang="zh-CN" altLang="en-US" sz="2400"/>
              <a:t>年了，现在依旧很</a:t>
            </a:r>
            <a:r>
              <a:rPr lang="zh-CN" altLang="en-US" sz="2400">
                <a:solidFill>
                  <a:srgbClr val="FF0000"/>
                </a:solidFill>
              </a:rPr>
              <a:t>恩爱</a:t>
            </a:r>
            <a:r>
              <a:rPr lang="en-US" altLang="zh-CN" sz="2400"/>
              <a:t>。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91980" y="3472815"/>
            <a:ext cx="2313940" cy="1881505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86715" y="3472815"/>
            <a:ext cx="2313940" cy="188150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64615" y="3108960"/>
            <a:ext cx="3214370" cy="2607945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613015" y="3108960"/>
            <a:ext cx="3214370" cy="2607945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114040" y="2327910"/>
            <a:ext cx="5963920" cy="4171950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tān huàn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瘫痪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67005" y="119189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小明的母亲前段时间生了一场大病</a:t>
            </a:r>
            <a:r>
              <a:rPr lang="en-US" altLang="zh-CN" sz="2000"/>
              <a:t>，</a:t>
            </a:r>
            <a:r>
              <a:rPr lang="zh-CN" altLang="en-US" sz="2000"/>
              <a:t>导致身体</a:t>
            </a:r>
            <a:r>
              <a:rPr lang="zh-CN" altLang="en-US" sz="2000">
                <a:solidFill>
                  <a:srgbClr val="FF0000"/>
                </a:solidFill>
              </a:rPr>
              <a:t>瘫痪</a:t>
            </a:r>
            <a:r>
              <a:rPr lang="en-US" altLang="zh-CN" sz="2000">
                <a:solidFill>
                  <a:srgbClr val="FF0000"/>
                </a:solidFill>
              </a:rPr>
              <a:t>，</a:t>
            </a:r>
            <a:r>
              <a:rPr lang="zh-CN" altLang="en-US" sz="2000"/>
              <a:t>她的腿已经不能动了</a:t>
            </a:r>
            <a:r>
              <a:rPr lang="en-US" altLang="zh-CN" sz="2000"/>
              <a:t>，</a:t>
            </a:r>
            <a:r>
              <a:rPr lang="zh-CN" altLang="en-US" sz="2000"/>
              <a:t>只能一直躺在床上</a:t>
            </a:r>
            <a:r>
              <a:rPr lang="en-US" altLang="zh-CN" sz="2000"/>
              <a:t>。</a:t>
            </a:r>
            <a:endParaRPr lang="en-US" altLang="zh-CN" sz="2000"/>
          </a:p>
        </p:txBody>
      </p:sp>
      <p:sp>
        <p:nvSpPr>
          <p:cNvPr id="10" name="文本框 9"/>
          <p:cNvSpPr txBox="1"/>
          <p:nvPr/>
        </p:nvSpPr>
        <p:spPr>
          <a:xfrm>
            <a:off x="8078470" y="14592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神经功能发生障碍，身体的一部分完全或不完全地丧失运动的能力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55785" y="3411855"/>
            <a:ext cx="2386330" cy="1939925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50520" y="3411855"/>
            <a:ext cx="2386330" cy="1939925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15085" y="3037205"/>
            <a:ext cx="3313430" cy="2688590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63485" y="3037205"/>
            <a:ext cx="3313430" cy="2688590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022600" y="2231390"/>
            <a:ext cx="6146800" cy="4300220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lí hūn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离婚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82905" y="16033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感情破裂的夫妻最终</a:t>
            </a:r>
            <a:r>
              <a:rPr lang="zh-CN" altLang="en-US" sz="2400">
                <a:solidFill>
                  <a:srgbClr val="FF0000"/>
                </a:solidFill>
              </a:rPr>
              <a:t>离婚</a:t>
            </a:r>
            <a:r>
              <a:rPr lang="zh-CN" altLang="en-US" sz="2400"/>
              <a:t>了</a:t>
            </a:r>
            <a:r>
              <a:rPr lang="en-US" altLang="zh-CN" sz="2400"/>
              <a:t>。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74835" y="3320415"/>
            <a:ext cx="2348230" cy="1908810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69570" y="3320415"/>
            <a:ext cx="2348230" cy="1908810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43025" y="2952750"/>
            <a:ext cx="3257550" cy="2643505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91425" y="2952750"/>
            <a:ext cx="3257550" cy="2643505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072765" y="2159635"/>
            <a:ext cx="6046470" cy="4229735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bào yuàn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抱怨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67005" y="132969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抱怨</a:t>
            </a:r>
            <a:r>
              <a:rPr lang="zh-CN" altLang="en-US" sz="2400"/>
              <a:t>是解决不了问题的</a:t>
            </a:r>
            <a:r>
              <a:rPr lang="en-US" altLang="zh-CN" sz="2400"/>
              <a:t>，</a:t>
            </a:r>
            <a:r>
              <a:rPr lang="zh-CN" altLang="en-US" sz="2400"/>
              <a:t>我们应该多想想解决的办法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10" name="文本框 9"/>
          <p:cNvSpPr txBox="1"/>
          <p:nvPr/>
        </p:nvSpPr>
        <p:spPr>
          <a:xfrm>
            <a:off x="7957820" y="132461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她对什么都觉得不满意</a:t>
            </a:r>
            <a:r>
              <a:rPr lang="en-US" altLang="zh-CN" sz="2400"/>
              <a:t>，</a:t>
            </a:r>
            <a:r>
              <a:rPr lang="zh-CN" altLang="en-US" sz="2400"/>
              <a:t>经常</a:t>
            </a:r>
            <a:r>
              <a:rPr lang="zh-CN" altLang="en-US" sz="2400">
                <a:solidFill>
                  <a:srgbClr val="FF0000"/>
                </a:solidFill>
              </a:rPr>
              <a:t>抱怨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11" name="文本框 10"/>
          <p:cNvSpPr txBox="1"/>
          <p:nvPr/>
        </p:nvSpPr>
        <p:spPr>
          <a:xfrm>
            <a:off x="7784465" y="21837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小明</a:t>
            </a:r>
            <a:r>
              <a:rPr lang="zh-CN" altLang="en-US" sz="2400">
                <a:solidFill>
                  <a:srgbClr val="FF0000"/>
                </a:solidFill>
              </a:rPr>
              <a:t>抱怨</a:t>
            </a:r>
            <a:r>
              <a:rPr lang="zh-CN" altLang="en-US" sz="2400"/>
              <a:t>食堂的菜不好吃</a:t>
            </a:r>
            <a:r>
              <a:rPr lang="en-US" altLang="zh-CN" sz="2400"/>
              <a:t>。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38640" y="3233420"/>
            <a:ext cx="2420620" cy="1967230"/>
          </a:xfrm>
          <a:prstGeom prst="round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33375" y="3233420"/>
            <a:ext cx="2420620" cy="1967230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290955" y="2853055"/>
            <a:ext cx="3361690" cy="2727325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39355" y="2853055"/>
            <a:ext cx="3361690" cy="2727325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2977515" y="2035175"/>
            <a:ext cx="6236970" cy="4363720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ài hù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爱护</a:t>
              </a:r>
              <a:endParaRPr 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42875" y="146431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我们要</a:t>
            </a:r>
            <a:r>
              <a:rPr lang="zh-CN" altLang="en-US" sz="2400">
                <a:solidFill>
                  <a:srgbClr val="FF0000"/>
                </a:solidFill>
              </a:rPr>
              <a:t>爱护</a:t>
            </a:r>
            <a:r>
              <a:rPr lang="zh-CN" altLang="en-US" sz="2400"/>
              <a:t>美丽的地球</a:t>
            </a:r>
            <a:r>
              <a:rPr lang="en-US" altLang="zh-CN" sz="2400"/>
              <a:t>，</a:t>
            </a:r>
            <a:r>
              <a:rPr lang="zh-CN" altLang="en-US" sz="2400"/>
              <a:t>要保护地球环境</a:t>
            </a:r>
            <a:r>
              <a:rPr lang="en-US" altLang="zh-CN" sz="2400"/>
              <a:t>，</a:t>
            </a:r>
            <a:r>
              <a:rPr lang="zh-CN" altLang="en-US" sz="2400"/>
              <a:t>和大自然友好相处</a:t>
            </a:r>
            <a:r>
              <a:rPr lang="en-US" altLang="zh-CN" sz="2400"/>
              <a:t>。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60094">
        <p159:morph option="byObject"/>
      </p:transition>
    </mc:Choice>
    <mc:Fallback>
      <p:transition spd="med" advTm="360094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38577\Desktop\如何.png如何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7960360" y="1870075"/>
            <a:ext cx="3020060" cy="25571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88263" y="4542155"/>
            <a:ext cx="348361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sz="66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rúhé</a:t>
            </a:r>
            <a:endParaRPr lang="en-US" sz="66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lvl="0" algn="ctr">
              <a:buClrTx/>
              <a:buSzTx/>
              <a:buFontTx/>
              <a:defRPr/>
            </a:pPr>
            <a:r>
              <a:rPr lang="zh-CN" sz="6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如何</a:t>
            </a:r>
            <a:endParaRPr lang="zh-CN" sz="66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90950" y="49015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明天去爬山</a:t>
            </a:r>
            <a:r>
              <a:rPr lang="zh-CN" altLang="en-US" sz="2400">
                <a:solidFill>
                  <a:srgbClr val="FF0000"/>
                </a:solidFill>
              </a:rPr>
              <a:t>如何</a:t>
            </a:r>
            <a:r>
              <a:rPr lang="en-US" altLang="zh-CN" sz="2400"/>
              <a:t>？</a:t>
            </a:r>
            <a:endParaRPr lang="en-US" altLang="zh-CN" sz="2400"/>
          </a:p>
        </p:txBody>
      </p:sp>
      <p:sp>
        <p:nvSpPr>
          <p:cNvPr id="11" name="文本框 10"/>
          <p:cNvSpPr txBox="1"/>
          <p:nvPr/>
        </p:nvSpPr>
        <p:spPr>
          <a:xfrm>
            <a:off x="10297795" y="6102985"/>
            <a:ext cx="1774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怎么样</a:t>
            </a:r>
            <a:r>
              <a:rPr lang="en-US" altLang="zh-CN">
                <a:solidFill>
                  <a:srgbClr val="FF0000"/>
                </a:solidFill>
                <a:highlight>
                  <a:srgbClr val="FFFF00"/>
                </a:highlight>
              </a:rPr>
              <a:t>？</a:t>
            </a:r>
            <a:endParaRPr lang="en-US" altLang="zh-CN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790950" y="564261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这件事该</a:t>
            </a:r>
            <a:r>
              <a:rPr lang="zh-CN" altLang="en-US" sz="2400">
                <a:solidFill>
                  <a:srgbClr val="FF0000"/>
                </a:solidFill>
              </a:rPr>
              <a:t>如何</a:t>
            </a:r>
            <a:r>
              <a:rPr lang="zh-CN" altLang="en-US" sz="2400"/>
              <a:t>解决</a:t>
            </a:r>
            <a:r>
              <a:rPr lang="en-US" altLang="zh-CN" sz="2400"/>
              <a:t>？</a:t>
            </a:r>
            <a:endParaRPr lang="en-US" altLang="zh-CN" sz="24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4252278" y="-23495"/>
            <a:ext cx="7938135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C:\Users\38577\Desktop\不开心.png不开心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7680325" y="0"/>
            <a:ext cx="4392295" cy="43922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90828" y="4231640"/>
            <a:ext cx="397129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sz="66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zì shā</a:t>
            </a:r>
            <a:endParaRPr lang="en-US" sz="66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lvl="0" algn="ctr">
              <a:buClrTx/>
              <a:buSzTx/>
              <a:buFontTx/>
              <a:defRPr/>
            </a:pPr>
            <a:r>
              <a:rPr lang="zh-CN" sz="66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自杀</a:t>
            </a:r>
            <a:endParaRPr lang="zh-CN" sz="6600" b="1" noProof="0" dirty="0">
              <a:ln>
                <a:noFill/>
              </a:ln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04285" y="450215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他觉得生活没有希望，不愿意活下去了</a:t>
            </a:r>
            <a:r>
              <a:rPr lang="en-US" altLang="zh-CN" sz="2400"/>
              <a:t>，</a:t>
            </a:r>
            <a:r>
              <a:rPr lang="zh-CN" altLang="en-US" sz="2400"/>
              <a:t>还好</a:t>
            </a:r>
            <a:r>
              <a:rPr lang="zh-CN" altLang="en-US" sz="2400">
                <a:solidFill>
                  <a:srgbClr val="FF0000"/>
                </a:solidFill>
              </a:rPr>
              <a:t>自杀</a:t>
            </a:r>
            <a:r>
              <a:rPr lang="zh-CN" altLang="en-US" sz="2400"/>
              <a:t>时被邻居发现，被救了下来</a:t>
            </a:r>
            <a:r>
              <a:rPr lang="en-US" altLang="zh-CN" sz="2400"/>
              <a:t>。</a:t>
            </a:r>
            <a:endParaRPr lang="en-US" altLang="zh-CN" sz="24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194050"/>
            <a:chOff x="304" y="2028"/>
            <a:chExt cx="3491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如何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pron. how</a:t>
              </a:r>
              <a:endParaRPr lang="en-US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华文细黑" panose="02010600040101010101" pitchFamily="2" charset="-122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rú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hé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瘫痪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be paralyzed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tān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huàn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  <a:sym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257550"/>
            <a:chOff x="9330" y="2028"/>
            <a:chExt cx="3479" cy="51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2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恩爱</a:t>
              </a:r>
              <a:endParaRPr 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(of husband and wife) loving</a:t>
              </a:r>
              <a:endParaRPr lang="en-US" sz="2000" dirty="0">
                <a:latin typeface="Times New Roman" panose="02020603050405020304"/>
                <a:cs typeface="Times New Roman" panose="02020603050405020304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0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038725" y="863600"/>
            <a:ext cx="21951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ēn’ài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离婚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divorce</a:t>
              </a:r>
              <a:endParaRPr kumimoji="0" lang="en-US" sz="2000" i="0" u="none" strike="noStrike" kern="1200" cap="none" spc="0" normalizeH="0" baseline="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lí hūn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4088765"/>
            <a:chOff x="4717" y="1909"/>
            <a:chExt cx="3511" cy="6439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42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自杀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commit suicide</a:t>
              </a: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zì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shā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sym typeface="宋体" pitchFamily="2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抱怨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complain</a:t>
              </a:r>
              <a:endParaRPr kumimoji="0" lang="en-US" sz="2000" i="0" u="none" strike="noStrike" kern="1200" cap="none" spc="0" normalizeH="0" baseline="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44690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bào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yuàn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4088765"/>
            <a:chOff x="4717" y="1909"/>
            <a:chExt cx="3511" cy="6439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42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爱护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take good care of</a:t>
              </a: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ài</a:t>
            </a:r>
            <a:r>
              <a:rPr lang="en-US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hù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sym typeface="宋体" pitchFamily="2" charset="-122"/>
            </a:endParaRPr>
          </a:p>
        </p:txBody>
      </p:sp>
    </p:spTree>
    <p:custDataLst>
      <p:tags r:id="rId3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恩爱0.jpg恩爱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3335" y="0"/>
            <a:ext cx="1220533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图片 2" descr="恩爱0马赛克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3335" y="0"/>
            <a:ext cx="327723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-13648" y="1555845"/>
            <a:ext cx="3248166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请用前面学过的</a:t>
            </a:r>
            <a:r>
              <a:rPr lang="en-US" altLang="zh-CN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7</a:t>
            </a:r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个词编一个故事</a:t>
            </a:r>
            <a:endParaRPr lang="zh-CN" altLang="en-US" sz="4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（开头已给出）</a:t>
            </a:r>
            <a:endParaRPr lang="zh-CN" altLang="en-US" sz="4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恩爱0.jpg恩爱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图片 1" descr="恩爱0马赛克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8590" y="0"/>
            <a:ext cx="3294000" cy="6857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图片 33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-13335" y="1555750"/>
            <a:ext cx="778256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>
              <a:lnSpc>
                <a:spcPct val="100000"/>
              </a:lnSpc>
              <a:buClrTx/>
              <a:buSz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</a:t>
            </a:r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朋友说他的父母非常恩爱，我就问他，他们是如何恩爱的。他说：……</a:t>
            </a:r>
            <a:endParaRPr lang="zh-CN" altLang="en-US" sz="4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791450" y="1207770"/>
            <a:ext cx="3247390" cy="4763770"/>
            <a:chOff x="12270" y="1902"/>
            <a:chExt cx="5114" cy="7502"/>
          </a:xfrm>
        </p:grpSpPr>
        <p:sp>
          <p:nvSpPr>
            <p:cNvPr id="4" name="圆角矩形 3"/>
            <p:cNvSpPr/>
            <p:nvPr/>
          </p:nvSpPr>
          <p:spPr>
            <a:xfrm>
              <a:off x="13602" y="1902"/>
              <a:ext cx="2587" cy="7502"/>
            </a:xfrm>
            <a:prstGeom prst="roundRect">
              <a:avLst/>
            </a:prstGeom>
            <a:solidFill>
              <a:schemeClr val="bg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270" y="2224"/>
              <a:ext cx="5115" cy="6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如何</a:t>
              </a:r>
              <a:endParaRPr lang="zh-CN" altLang="en-US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恩爱</a:t>
              </a:r>
              <a:endParaRPr lang="zh-CN" altLang="en-US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瘫痪</a:t>
              </a:r>
              <a:endParaRPr lang="zh-CN" altLang="en-US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离婚</a:t>
              </a:r>
              <a:endParaRPr lang="zh-CN" altLang="en-US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自杀</a:t>
              </a:r>
              <a:endParaRPr lang="zh-CN" altLang="en-US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抱怨</a:t>
              </a:r>
              <a:endParaRPr lang="zh-CN" altLang="en-US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爱护</a:t>
              </a:r>
              <a:endParaRPr lang="zh-CN" altLang="en-US" sz="4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1572260"/>
            <a:chOff x="7787" y="3144"/>
            <a:chExt cx="5660" cy="1749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15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如何</a:t>
              </a:r>
              <a:endParaRPr lang="zh-CN" altLang="en-US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代词</a:t>
              </a:r>
              <a:r>
                <a:rPr lang="en-US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-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问方式</a:t>
              </a:r>
              <a:endParaRPr lang="zh-CN" altLang="en-US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我们明天举行会议，讨论这个问题该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如何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解决。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25640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请你们说说你俩是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如何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恩爱的。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pic>
        <p:nvPicPr>
          <p:cNvPr id="2" name="图片 1" descr="开会讨论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305" y="-53340"/>
            <a:ext cx="2642235" cy="26422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alphaModFix amt="58000"/>
          </a:blip>
          <a:stretch>
            <a:fillRect/>
          </a:stretch>
        </p:blipFill>
        <p:spPr>
          <a:xfrm>
            <a:off x="7273925" y="4460240"/>
            <a:ext cx="2502535" cy="22536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1759241"/>
            <a:chOff x="7787" y="3144"/>
            <a:chExt cx="5660" cy="1957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1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如何</a:t>
              </a:r>
              <a:endParaRPr lang="zh-CN" altLang="en-US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句末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，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征求意见或询问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状况≈怎么样</a:t>
              </a:r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 fontAlgn="ctr"/>
              <a:endParaRPr lang="zh-CN" altLang="zh-CN" sz="2000" b="1" kern="100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我们希望由你来负责解决这个问题，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如何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？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25640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“80后”们月收入情况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如何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？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pic>
        <p:nvPicPr>
          <p:cNvPr id="4" name="图片 3" descr="收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85" y="3714115"/>
            <a:ext cx="3535045" cy="2438400"/>
          </a:xfrm>
          <a:prstGeom prst="rect">
            <a:avLst/>
          </a:prstGeom>
        </p:spPr>
      </p:pic>
      <p:pic>
        <p:nvPicPr>
          <p:cNvPr id="6" name="图片 5" descr="1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815" y="627380"/>
            <a:ext cx="2212340" cy="17621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840516"/>
            <a:chOff x="7787" y="3144"/>
            <a:chExt cx="5660" cy="93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如何</a:t>
              </a:r>
              <a:endParaRPr lang="zh-CN" altLang="zh-CN" sz="2000" b="1" kern="100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1696085"/>
            <a:ext cx="8538845" cy="1258400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549"/>
              <a:ext cx="13446" cy="11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只有知道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如何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/</a:t>
              </a:r>
              <a:r>
                <a:rPr lang="zh-CN" altLang="en-US" sz="32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怎么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停止的人，才知道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如何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/</a:t>
              </a:r>
              <a:r>
                <a:rPr lang="zh-CN" altLang="en-US" sz="32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怎么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高速前进。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92315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该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如何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爱护我们的地球？/</a:t>
              </a:r>
              <a:r>
                <a:rPr lang="en-US" altLang="zh-CN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你今天是</a:t>
              </a:r>
              <a:r>
                <a:rPr lang="zh-CN" altLang="en-US" sz="32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怎么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来的？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295130" y="4324985"/>
            <a:ext cx="2837180" cy="840516"/>
            <a:chOff x="7787" y="3144"/>
            <a:chExt cx="5660" cy="935"/>
          </a:xfrm>
        </p:grpSpPr>
        <p:sp>
          <p:nvSpPr>
            <p:cNvPr id="3" name="圆角矩形 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87" y="3219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chemeClr val="accent1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怎么</a:t>
              </a:r>
              <a:endParaRPr lang="zh-CN" altLang="en-US" sz="4400" b="1" kern="100" dirty="0">
                <a:solidFill>
                  <a:schemeClr val="accent1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pic>
        <p:nvPicPr>
          <p:cNvPr id="10" name="图片 9" descr="停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520" y="343535"/>
            <a:ext cx="2533650" cy="1690370"/>
          </a:xfrm>
          <a:prstGeom prst="rect">
            <a:avLst/>
          </a:prstGeom>
        </p:spPr>
      </p:pic>
      <p:pic>
        <p:nvPicPr>
          <p:cNvPr id="11" name="图片 10" descr="地球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245" y="3514725"/>
            <a:ext cx="1408430" cy="1408430"/>
          </a:xfrm>
          <a:prstGeom prst="rect">
            <a:avLst/>
          </a:prstGeom>
        </p:spPr>
      </p:pic>
      <p:pic>
        <p:nvPicPr>
          <p:cNvPr id="13" name="图片 12" descr="工具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855" y="2998470"/>
            <a:ext cx="2105660" cy="21056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9110" y="1255395"/>
            <a:ext cx="3194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代词</a:t>
            </a:r>
            <a:r>
              <a:rPr lang="en-US" altLang="zh-CN">
                <a:solidFill>
                  <a:srgbClr val="FF0000"/>
                </a:solidFill>
                <a:highlight>
                  <a:srgbClr val="FFFF00"/>
                </a:highlight>
              </a:rPr>
              <a:t>，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用于询问方式</a:t>
            </a:r>
            <a:r>
              <a:rPr lang="en-US" altLang="zh-CN">
                <a:solidFill>
                  <a:srgbClr val="FF0000"/>
                </a:solidFill>
                <a:highlight>
                  <a:srgbClr val="FFFF00"/>
                </a:highlight>
              </a:rPr>
              <a:t>。</a:t>
            </a:r>
            <a:endParaRPr lang="en-US" altLang="zh-CN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2005" y="59855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多用于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书面语</a:t>
            </a:r>
            <a:endParaRPr lang="zh-CN" alt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27700" y="5960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多用于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口语</a:t>
            </a:r>
            <a:endParaRPr lang="zh-CN" alt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938502"/>
            <a:chOff x="7787" y="3144"/>
            <a:chExt cx="5660" cy="1044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04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如何</a:t>
              </a:r>
              <a:endParaRPr lang="zh-CN" altLang="zh-CN" sz="2000" b="1" kern="100" dirty="0">
                <a:solidFill>
                  <a:schemeClr val="bg1">
                    <a:lumMod val="6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44725"/>
            <a:ext cx="8538845" cy="837565"/>
            <a:chOff x="518" y="3412"/>
            <a:chExt cx="13447" cy="1319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412"/>
              <a:ext cx="13446" cy="1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今天</a:t>
              </a:r>
              <a:r>
                <a:rPr lang="zh-CN" altLang="en-US" sz="32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怎么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这么冷？</a:t>
              </a:r>
              <a:endParaRPr lang="en-US" altLang="zh-CN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643120"/>
            <a:ext cx="8538845" cy="829945"/>
            <a:chOff x="518" y="3425"/>
            <a:chExt cx="13447" cy="1307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425"/>
              <a:ext cx="13446" cy="1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最近身体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如何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？/</a:t>
              </a:r>
              <a:r>
                <a:rPr lang="en-US" altLang="zh-CN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en-US" sz="32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怎么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，你不认识我了？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295130" y="4324985"/>
            <a:ext cx="2837180" cy="840516"/>
            <a:chOff x="7787" y="3144"/>
            <a:chExt cx="5660" cy="935"/>
          </a:xfrm>
        </p:grpSpPr>
        <p:sp>
          <p:nvSpPr>
            <p:cNvPr id="3" name="圆角矩形 2"/>
            <p:cNvSpPr/>
            <p:nvPr/>
          </p:nvSpPr>
          <p:spPr>
            <a:xfrm>
              <a:off x="8776" y="3144"/>
              <a:ext cx="3577" cy="9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87" y="3219"/>
              <a:ext cx="5660" cy="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chemeClr val="accent1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怎么</a:t>
              </a:r>
              <a:endParaRPr lang="zh-CN" altLang="en-US" sz="4400" b="1" kern="100" dirty="0">
                <a:solidFill>
                  <a:schemeClr val="accent1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pic>
        <p:nvPicPr>
          <p:cNvPr id="8" name="图片 7" descr="冷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585" y="173355"/>
            <a:ext cx="2663190" cy="2982595"/>
          </a:xfrm>
          <a:prstGeom prst="rect">
            <a:avLst/>
          </a:prstGeom>
        </p:spPr>
      </p:pic>
      <p:pic>
        <p:nvPicPr>
          <p:cNvPr id="10" name="图片 9" descr="身体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10" y="2329815"/>
            <a:ext cx="3505835" cy="2921635"/>
          </a:xfrm>
          <a:prstGeom prst="rect">
            <a:avLst/>
          </a:prstGeom>
        </p:spPr>
      </p:pic>
      <p:pic>
        <p:nvPicPr>
          <p:cNvPr id="11" name="图片 10" descr="迷惑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170" y="4005580"/>
            <a:ext cx="1538605" cy="15417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74190" y="17932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用于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询问原因</a:t>
            </a:r>
            <a:endParaRPr lang="zh-CN" alt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8930" y="5644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用于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句末</a:t>
            </a:r>
            <a:r>
              <a:rPr lang="zh-CN" altLang="en-US"/>
              <a:t>表示</a:t>
            </a:r>
            <a:r>
              <a:rPr lang="zh-CN" altLang="en-US">
                <a:highlight>
                  <a:srgbClr val="FFFF00"/>
                </a:highlight>
              </a:rPr>
              <a:t>询问状况或征求意见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20310" y="5607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可以用于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句首</a:t>
            </a:r>
            <a:r>
              <a:rPr lang="zh-CN" altLang="en-US"/>
              <a:t>表示</a:t>
            </a:r>
            <a:r>
              <a:rPr lang="zh-CN" altLang="en-US">
                <a:highlight>
                  <a:srgbClr val="FFFF00"/>
                </a:highlight>
              </a:rPr>
              <a:t>惊讶</a:t>
            </a:r>
            <a:endParaRPr lang="zh-CN" altLang="en-US">
              <a:highlight>
                <a:srgbClr val="FFFF00"/>
              </a:highlight>
            </a:endParaRPr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171950" y="455295"/>
            <a:ext cx="1402371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如何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776720" y="455295"/>
            <a:ext cx="1472565" cy="706755"/>
            <a:chOff x="4428" y="448"/>
            <a:chExt cx="2319" cy="1113"/>
          </a:xfrm>
        </p:grpSpPr>
        <p:sp>
          <p:nvSpPr>
            <p:cNvPr id="11" name="圆角矩形 10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591" y="448"/>
              <a:ext cx="2155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怎么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altLang="zh-CN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他向经理叙述了自己是 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解决这个问题的。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5213350" y="2091690"/>
            <a:ext cx="359156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如何</a:t>
            </a:r>
            <a:r>
              <a:rPr lang="en-US" altLang="zh-CN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/</a:t>
            </a:r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怎么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你</a:t>
              </a:r>
              <a:r>
                <a:rPr lang="en-US" altLang="zh-CN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这么不耐烦？</a:t>
              </a:r>
              <a:endParaRPr lang="zh-CN" altLang="en-US" sz="3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谁知道他们是</a:t>
              </a:r>
              <a:r>
                <a:rPr lang="en-US" altLang="zh-CN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吵起来的。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5" name="文本框 24"/>
          <p:cNvSpPr txBox="1"/>
          <p:nvPr/>
        </p:nvSpPr>
        <p:spPr>
          <a:xfrm>
            <a:off x="5750560" y="544322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怎么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68165" y="376745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怎么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5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9" name="Picture 4" descr="C:\Users\38577\Desktop\婚姻啊.jpeg婚姻啊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12125" y="2235835"/>
            <a:ext cx="2810510" cy="236855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5" descr="C:\Users\38577\Desktop\7.jpeg7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81345" y="438502"/>
            <a:ext cx="1337310" cy="110299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6" descr="C:\Users\38577\Desktop\2.jpeg2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84838" y="5148665"/>
            <a:ext cx="1330325" cy="104267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6" name="Picture 8" descr="C:\Users\38577\Desktop\3.png3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041378" y="7328837"/>
            <a:ext cx="817245" cy="82232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20" name="椭圆形标注 19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64" y="3113"/>
              <a:ext cx="8640" cy="42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hūn yīn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en-US" altLang="zh-CN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婚 姻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lvl="0" algn="ctr" fontAlgn="auto">
                <a:defRPr sz="1800"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n. marriage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38125" y="5401945"/>
            <a:ext cx="5570220" cy="720090"/>
            <a:chOff x="197" y="9126"/>
            <a:chExt cx="8772" cy="1134"/>
          </a:xfrm>
        </p:grpSpPr>
        <p:sp>
          <p:nvSpPr>
            <p:cNvPr id="3" name="圆角矩形 2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67" y="9282"/>
              <a:ext cx="8703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你理想中的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婚姻</a:t>
              </a:r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生活是什么样的？</a:t>
              </a:r>
              <a:endParaRPr lang="zh-CN" altLang="en-US" sz="2800" b="1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 descr="C:\Users\38577\Desktop\2.jpeg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12760" y="2377440"/>
            <a:ext cx="2816860" cy="208534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 descr="C:\Users\38577\Desktop\3.png3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95028" y="5201052"/>
            <a:ext cx="931545" cy="93789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 descr="C:\Users\38577\Desktop\婚姻啊.jpeg婚姻啊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847068" y="397862"/>
            <a:ext cx="1205865" cy="118427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Picture 5" descr="C:\Users\38577\Desktop\7.jpeg7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795315" y="-1440000"/>
            <a:ext cx="1309370" cy="108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 descr="C:\Users\38577\Desktop\4.png4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730000" y="7312645"/>
            <a:ext cx="1440000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chǎo jià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吵</a:t>
              </a:r>
              <a:r>
                <a:rPr lang="en-US" altLang="zh-CN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架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lvl="0" algn="ctr" fontAlgn="auto">
                <a:defRPr sz="1800"/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v. to quarrel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8125" y="5401945"/>
            <a:ext cx="5476240" cy="720090"/>
            <a:chOff x="197" y="9126"/>
            <a:chExt cx="8624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862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109" y="9282"/>
              <a:ext cx="7020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夫妻之间可不可能不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吵架</a:t>
              </a:r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？</a:t>
              </a:r>
              <a:endParaRPr lang="zh-CN" altLang="en-US" sz="2800" b="1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Comic Sans MS" panose="030F0902030302020204" pitchFamily="66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 descr="C:\Users\38577\Desktop\3.png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08975" y="2384425"/>
            <a:ext cx="2409825" cy="207073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 descr="C:\Users\38577\Desktop\4.png4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40000" y="5189305"/>
            <a:ext cx="1620000" cy="96139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 descr="C:\Users\38577\Desktop\2.jpeg2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84838" y="468665"/>
            <a:ext cx="1330325" cy="104267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Picture 5" descr="C:\Users\38577\Desktop\1.jpeg1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914060" y="-1426730"/>
            <a:ext cx="1071880" cy="105283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 descr="C:\Users\38577\Desktop\5.jpeg5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027725" y="7299627"/>
            <a:ext cx="844550" cy="88074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62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xiāngjìng rúbīn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相敬如宾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 eaLnBrk="1">
                <a:lnSpc>
                  <a:spcPct val="80000"/>
                </a:lnSpc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(of husband and wife) to respect </a:t>
              </a:r>
              <a:endParaRPr lang="en-US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Times New Roman" panose="02020603050405020304" pitchFamily="18" charset="0"/>
              </a:endParaRPr>
            </a:p>
            <a:p>
              <a:pPr algn="ctr" eaLnBrk="1">
                <a:lnSpc>
                  <a:spcPct val="80000"/>
                </a:lnSpc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each other like guests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7490" y="5401945"/>
            <a:ext cx="6373495" cy="720090"/>
            <a:chOff x="196" y="9126"/>
            <a:chExt cx="10037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997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6" y="9282"/>
              <a:ext cx="10037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他们俩从结婚到现在，一直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相敬如宾</a:t>
              </a:r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474845" y="49110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尊敬对方</a:t>
            </a:r>
            <a:r>
              <a:rPr lang="en-US" altLang="zh-CN">
                <a:solidFill>
                  <a:srgbClr val="FF0000"/>
                </a:solidFill>
                <a:highlight>
                  <a:srgbClr val="FFFF00"/>
                </a:highlight>
              </a:rPr>
              <a:t>。</a:t>
            </a:r>
            <a:endParaRPr lang="en-US" altLang="zh-CN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 descr="C:\Users\38577\Desktop\4.png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0000" y="2458292"/>
            <a:ext cx="3240000" cy="192341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 descr="C:\Users\38577\Desktop\5.jpeg5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75021" y="5174700"/>
            <a:ext cx="949960" cy="9906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 descr="C:\Users\38577\Desktop\3.png3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935968" y="472475"/>
            <a:ext cx="1028065" cy="103505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Picture 5" descr="C:\Users\38577\Desktop\2.jpeg2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859133" y="-1360693"/>
            <a:ext cx="1181735" cy="92646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 descr="C:\Users\38577\Desktop\6.png6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057253" y="7249780"/>
            <a:ext cx="785495" cy="98044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2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àn’àn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暗</a:t>
              </a:r>
              <a:r>
                <a:rPr lang="en-US" altLang="zh-CN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 </a:t>
              </a: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暗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 eaLnBrk="1"/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adv. secretly, to oneself</a:t>
              </a:r>
              <a:endParaRPr lang="en-US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7490" y="5401945"/>
            <a:ext cx="7681595" cy="720090"/>
            <a:chOff x="196" y="9126"/>
            <a:chExt cx="12097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11878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6" y="9282"/>
              <a:ext cx="12097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 fontAlgn="auto">
                <a:defRPr sz="1800"/>
              </a:pPr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看到这个小伙子对女儿这么好，父亲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暗暗</a:t>
              </a:r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点头。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 descr="C:\Users\38577\Desktop\5.jpeg5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65795" y="2428875"/>
            <a:ext cx="2452370" cy="198183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 descr="C:\Users\38577\Desktop\6.png6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8040" y="5128027"/>
            <a:ext cx="883920" cy="110299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 descr="C:\Users\38577\Desktop\4.png4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640000" y="509305"/>
            <a:ext cx="1620000" cy="96139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Picture 5" descr="C:\Users\38577\Desktop\3.png3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992165" y="-1360555"/>
            <a:ext cx="914400" cy="920115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 descr="C:\Users\38577\Desktop\1.jpeg1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900408" y="7200000"/>
            <a:ext cx="1099185" cy="108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0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lún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轮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 eaLnBrk="1">
                <a:lnSpc>
                  <a:spcPct val="80000"/>
                </a:lnSpc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v. to take turns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7490" y="5401945"/>
            <a:ext cx="5737225" cy="720090"/>
            <a:chOff x="196" y="9126"/>
            <a:chExt cx="9035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9034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6" y="9282"/>
              <a:ext cx="9035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1"/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看到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轮</a:t>
              </a:r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到你上台表演了，快点儿！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pic>
        <p:nvPicPr>
          <p:cNvPr id="13" name="Picture 6" descr="C:\Users\38577\Desktop\6.png6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14005" y="2317115"/>
            <a:ext cx="3014345" cy="220599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8" descr="C:\Users\38577\Desktop\1.jpeg1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08650" y="5040000"/>
            <a:ext cx="1282700" cy="12600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4" descr="C:\Users\38577\Desktop\5.jpeg5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975020" y="494700"/>
            <a:ext cx="949960" cy="99060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Picture 5" descr="C:\Users\38577\Desktop\4.png4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730000" y="-1327355"/>
            <a:ext cx="1440000" cy="85471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10" descr="C:\Users\38577\Desktop\2.jpeg2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778488" y="7213585"/>
            <a:ext cx="1343025" cy="1052830"/>
          </a:xfrm>
          <a:prstGeom prst="rect">
            <a:avLst/>
          </a:prstGeom>
          <a:ln w="38100" cap="sq">
            <a:solidFill>
              <a:srgbClr val="F79646"/>
            </a:solidFill>
            <a:prstDash val="solid"/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167640" y="1459230"/>
            <a:ext cx="5486400" cy="3802380"/>
            <a:chOff x="264" y="2298"/>
            <a:chExt cx="8640" cy="5988"/>
          </a:xfrm>
        </p:grpSpPr>
        <p:sp>
          <p:nvSpPr>
            <p:cNvPr id="4" name="椭圆形标注 3"/>
            <p:cNvSpPr/>
            <p:nvPr/>
          </p:nvSpPr>
          <p:spPr>
            <a:xfrm>
              <a:off x="375" y="2298"/>
              <a:ext cx="8268" cy="5988"/>
            </a:xfrm>
            <a:prstGeom prst="wedgeEllipseCallout">
              <a:avLst>
                <a:gd name="adj1" fmla="val 61234"/>
                <a:gd name="adj2" fmla="val -2233"/>
              </a:avLst>
            </a:prstGeom>
            <a:solidFill>
              <a:srgbClr val="F79646"/>
            </a:solidFill>
            <a:ln w="57150">
              <a:solidFill>
                <a:srgbClr val="F79646"/>
              </a:solidFill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4" y="3113"/>
              <a:ext cx="8640" cy="40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0" fontAlgn="auto" hangingPunct="0">
                <a:buNone/>
              </a:pPr>
              <a:r>
                <a:rPr lang="en-US" altLang="zh-CN" sz="6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bú nàifán</a:t>
              </a:r>
              <a:endParaRPr lang="en-US" altLang="zh-CN" sz="6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  <a:p>
              <a:pPr algn="ctr" eaLnBrk="0" fontAlgn="auto" hangingPunct="0">
                <a:buNone/>
              </a:pPr>
              <a:r>
                <a:rPr lang="zh-CN" altLang="en-US" sz="8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不耐烦</a:t>
              </a:r>
              <a:endParaRPr lang="zh-CN" altLang="en-US" sz="80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 eaLnBrk="1">
                <a:lnSpc>
                  <a:spcPct val="80000"/>
                </a:lnSpc>
              </a:pPr>
              <a:r>
                <a:rPr lang="en-US" altLang="zh-CN" sz="2800" b="1" kern="100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Times New Roman" panose="02020603050405020304" pitchFamily="18" charset="0"/>
                </a:rPr>
                <a:t>adj. impatient</a:t>
              </a:r>
              <a:endParaRPr lang="zh-CN" altLang="zh-CN" sz="2800" b="1" kern="1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7490" y="5401945"/>
            <a:ext cx="6934835" cy="720090"/>
            <a:chOff x="196" y="9126"/>
            <a:chExt cx="10921" cy="1134"/>
          </a:xfrm>
        </p:grpSpPr>
        <p:sp>
          <p:nvSpPr>
            <p:cNvPr id="11" name="圆角矩形 10"/>
            <p:cNvSpPr/>
            <p:nvPr/>
          </p:nvSpPr>
          <p:spPr>
            <a:xfrm>
              <a:off x="197" y="9126"/>
              <a:ext cx="10919" cy="113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96" y="9282"/>
              <a:ext cx="10921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eaLnBrk="1"/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我已经等了他一个小时了，越等越</a:t>
              </a:r>
              <a:r>
                <a:rPr lang="zh-CN" altLang="zh-CN" sz="2800" b="1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不耐烦</a:t>
              </a:r>
              <a:r>
                <a:rPr lang="zh-CN" altLang="zh-CN" sz="28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  <a:endParaRPr lang="zh-CN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 rot="0">
            <a:off x="1736090" y="138430"/>
            <a:ext cx="2200275" cy="3194050"/>
            <a:chOff x="1486086" y="120403"/>
            <a:chExt cx="2200089" cy="3194297"/>
          </a:xfrm>
        </p:grpSpPr>
        <p:sp>
          <p:nvSpPr>
            <p:cNvPr id="44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 rot="0">
            <a:off x="8374380" y="165100"/>
            <a:ext cx="2200275" cy="3194050"/>
            <a:chOff x="1486086" y="120403"/>
            <a:chExt cx="2200089" cy="3194297"/>
          </a:xfrm>
        </p:grpSpPr>
        <p:sp>
          <p:nvSpPr>
            <p:cNvPr id="5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 rot="0">
            <a:off x="5026660" y="127635"/>
            <a:ext cx="2200275" cy="3194050"/>
            <a:chOff x="1486086" y="120403"/>
            <a:chExt cx="2200089" cy="3194297"/>
          </a:xfrm>
        </p:grpSpPr>
        <p:sp>
          <p:nvSpPr>
            <p:cNvPr id="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 rot="0">
            <a:off x="302260" y="3610610"/>
            <a:ext cx="2200275" cy="3194050"/>
            <a:chOff x="1486086" y="120403"/>
            <a:chExt cx="2200089" cy="3194297"/>
          </a:xfrm>
        </p:grpSpPr>
        <p:sp>
          <p:nvSpPr>
            <p:cNvPr id="27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 rot="0">
            <a:off x="3587115" y="3628390"/>
            <a:ext cx="2200275" cy="3194050"/>
            <a:chOff x="1486086" y="120403"/>
            <a:chExt cx="2200089" cy="3194297"/>
          </a:xfrm>
        </p:grpSpPr>
        <p:sp>
          <p:nvSpPr>
            <p:cNvPr id="1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 rot="0">
            <a:off x="6557010" y="3628390"/>
            <a:ext cx="2200275" cy="3194050"/>
            <a:chOff x="1486086" y="120403"/>
            <a:chExt cx="2200089" cy="3194297"/>
          </a:xfrm>
        </p:grpSpPr>
        <p:sp>
          <p:nvSpPr>
            <p:cNvPr id="22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39" name="文本框 38"/>
          <p:cNvSpPr txBox="1"/>
          <p:nvPr/>
        </p:nvSpPr>
        <p:spPr>
          <a:xfrm>
            <a:off x="1751965" y="863600"/>
            <a:ext cx="2132965" cy="1968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eaLnBrk="0" fontAlgn="auto" hangingPunct="0">
              <a:buNone/>
            </a:pPr>
            <a:r>
              <a:rPr lang="en-US" altLang="zh-CN" sz="4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hūn yīn</a:t>
            </a:r>
            <a:endParaRPr lang="en-US" altLang="zh-CN" sz="4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ctr" eaLnBrk="0" fontAlgn="auto" hangingPunct="0">
              <a:buNone/>
            </a:pPr>
            <a:r>
              <a:rPr lang="en-US" altLang="zh-CN" sz="6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婚 姻</a:t>
            </a:r>
            <a:endParaRPr lang="zh-CN" altLang="en-US" sz="60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lvl="0" algn="ctr" fontAlgn="auto">
              <a:defRPr sz="1800"/>
            </a:pPr>
            <a:r>
              <a:rPr lang="en-US" altLang="zh-CN" b="1" kern="1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Times New Roman" panose="02020603050405020304" pitchFamily="18" charset="0"/>
              </a:rPr>
              <a:t>n. marriage</a:t>
            </a:r>
            <a:endParaRPr lang="en-US" altLang="zh-CN" b="1" kern="1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013325" y="901065"/>
            <a:ext cx="2211070" cy="1968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eaLnBrk="0" fontAlgn="auto" hangingPunct="0">
              <a:buNone/>
            </a:pPr>
            <a:r>
              <a:rPr lang="en-US" altLang="zh-CN" sz="4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chǎo jià</a:t>
            </a:r>
            <a:endParaRPr lang="en-US" altLang="zh-CN" sz="4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ctr" eaLnBrk="0" fontAlgn="auto" hangingPunct="0">
              <a:buNone/>
            </a:pPr>
            <a:r>
              <a:rPr lang="zh-CN" altLang="en-US" sz="6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吵</a:t>
            </a:r>
            <a:r>
              <a:rPr lang="en-US" altLang="zh-CN" sz="6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</a:t>
            </a:r>
            <a:r>
              <a:rPr lang="zh-CN" altLang="en-US" sz="6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架</a:t>
            </a:r>
            <a:endParaRPr lang="zh-CN" altLang="en-US" sz="60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lvl="0" algn="ctr" fontAlgn="auto">
              <a:defRPr sz="1800"/>
            </a:pPr>
            <a:r>
              <a:rPr lang="en-US" altLang="zh-CN" b="1" kern="1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Times New Roman" panose="02020603050405020304" pitchFamily="18" charset="0"/>
              </a:rPr>
              <a:t>v. to quarrel</a:t>
            </a:r>
            <a:endParaRPr lang="en-US" altLang="zh-CN" b="1" kern="1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373745" y="676275"/>
            <a:ext cx="2214245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eaLnBrk="0" fontAlgn="auto" hangingPunct="0"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xiāngjìng rúbīn</a:t>
            </a:r>
            <a:endParaRPr lang="en-US" altLang="zh-CN" sz="2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ctr" eaLnBrk="0" fontAlgn="auto" hangingPunct="0">
              <a:buNone/>
            </a:pPr>
            <a:r>
              <a:rPr lang="zh-CN" altLang="en-US" sz="48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相敬</a:t>
            </a:r>
            <a:endParaRPr lang="zh-CN" altLang="en-US" sz="48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  <a:p>
            <a:pPr algn="ctr" eaLnBrk="0" fontAlgn="auto" hangingPunct="0">
              <a:buNone/>
            </a:pPr>
            <a:r>
              <a:rPr lang="zh-CN" altLang="en-US" sz="48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如宾</a:t>
            </a:r>
            <a:endParaRPr lang="zh-CN" altLang="en-US" sz="48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ctr" eaLnBrk="1">
              <a:lnSpc>
                <a:spcPct val="80000"/>
              </a:lnSpc>
            </a:pPr>
            <a:r>
              <a:rPr lang="en-US" altLang="zh-CN" sz="1400" b="1" kern="1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Times New Roman" panose="02020603050405020304" pitchFamily="18" charset="0"/>
              </a:rPr>
              <a:t>(of husband and wife) to respect </a:t>
            </a:r>
            <a:endParaRPr lang="en-US" altLang="zh-CN" sz="1400" b="1" kern="1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Times New Roman" panose="02020603050405020304" pitchFamily="18" charset="0"/>
            </a:endParaRPr>
          </a:p>
          <a:p>
            <a:pPr algn="ctr" eaLnBrk="1">
              <a:lnSpc>
                <a:spcPct val="80000"/>
              </a:lnSpc>
            </a:pPr>
            <a:r>
              <a:rPr lang="en-US" altLang="zh-CN" sz="1400" b="1" kern="1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Times New Roman" panose="02020603050405020304" pitchFamily="18" charset="0"/>
              </a:rPr>
              <a:t>each other like guests</a:t>
            </a:r>
            <a:endParaRPr lang="en-US" altLang="zh-CN" sz="1400" b="1" kern="1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54635" y="4225925"/>
            <a:ext cx="220027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eaLnBrk="0" fontAlgn="auto" hangingPunct="0">
              <a:buNone/>
            </a:pPr>
            <a:r>
              <a:rPr lang="en-US" altLang="zh-CN" sz="44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àn’àn</a:t>
            </a:r>
            <a:endParaRPr lang="en-US" altLang="zh-CN" sz="4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ctr" eaLnBrk="0" fontAlgn="auto" hangingPunct="0">
              <a:buNone/>
            </a:pPr>
            <a:r>
              <a:rPr lang="zh-CN" altLang="en-US" sz="6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暗</a:t>
            </a:r>
            <a:r>
              <a:rPr lang="en-US" altLang="zh-CN" sz="6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</a:t>
            </a:r>
            <a:r>
              <a:rPr lang="zh-CN" altLang="en-US" sz="6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暗</a:t>
            </a:r>
            <a:endParaRPr lang="zh-CN" altLang="en-US" sz="60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ctr" eaLnBrk="1"/>
            <a:r>
              <a:rPr lang="en-US" altLang="zh-CN" b="1" kern="1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Times New Roman" panose="02020603050405020304" pitchFamily="18" charset="0"/>
              </a:rPr>
              <a:t>adv. secretly, to oneself</a:t>
            </a:r>
            <a:endParaRPr lang="en-US" altLang="zh-CN" b="1" kern="1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587750" y="4225925"/>
            <a:ext cx="2199640" cy="2091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eaLnBrk="0" fontAlgn="auto" hangingPunct="0">
              <a:buNone/>
            </a:pPr>
            <a:r>
              <a:rPr lang="en-US" altLang="zh-CN" sz="48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lún</a:t>
            </a:r>
            <a:endParaRPr lang="en-US" altLang="zh-CN" sz="48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ctr" eaLnBrk="0" fontAlgn="auto" hangingPunct="0">
              <a:buNone/>
            </a:pPr>
            <a:r>
              <a:rPr lang="zh-CN" altLang="en-US" sz="66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轮</a:t>
            </a:r>
            <a:endParaRPr lang="zh-CN" altLang="en-US" sz="66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ctr" eaLnBrk="1">
              <a:lnSpc>
                <a:spcPct val="80000"/>
              </a:lnSpc>
            </a:pPr>
            <a:r>
              <a:rPr lang="en-US" altLang="zh-CN" sz="2000" b="1" kern="1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Times New Roman" panose="02020603050405020304" pitchFamily="18" charset="0"/>
              </a:rPr>
              <a:t>v. to take turns</a:t>
            </a:r>
            <a:endParaRPr lang="en-US" altLang="zh-CN" sz="2000" b="1" kern="1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495415" y="4382135"/>
            <a:ext cx="2214245" cy="1457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eaLnBrk="0" fontAlgn="auto" hangingPunct="0"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bú nàifán</a:t>
            </a:r>
            <a:endParaRPr lang="en-US" altLang="zh-CN" sz="44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ctr" eaLnBrk="0" fontAlgn="auto" hangingPunct="0">
              <a:buNone/>
            </a:pPr>
            <a:r>
              <a:rPr lang="zh-CN" altLang="en-US" sz="48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不耐烦</a:t>
            </a:r>
            <a:endParaRPr lang="zh-CN" altLang="en-US" sz="48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ctr" eaLnBrk="1">
              <a:lnSpc>
                <a:spcPct val="80000"/>
              </a:lnSpc>
            </a:pPr>
            <a:r>
              <a:rPr lang="en-US" altLang="zh-CN" sz="1600" b="1" kern="1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Times New Roman" panose="02020603050405020304" pitchFamily="18" charset="0"/>
              </a:rPr>
              <a:t>adj. impatient</a:t>
            </a:r>
            <a:endParaRPr lang="en-US" altLang="zh-CN" sz="1600" b="1" kern="1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Times New Roman" panose="02020603050405020304" pitchFamily="18" charset="0"/>
            </a:endParaRPr>
          </a:p>
        </p:txBody>
      </p:sp>
    </p:spTree>
    <p:custDataLst>
      <p:tags r:id="rId3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用“如何”完成下列句子或对话。</a:t>
            </a:r>
            <a:endParaRPr lang="en-US" altLang="zh-CN" sz="24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755332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1.请你说一说，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295015"/>
            <a:ext cx="6106160" cy="12725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__？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B：他们相敬如宾，关系很好。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  <a:endParaRPr kumimoji="0" lang="zh-CN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630420"/>
            <a:ext cx="8964295" cy="12725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A：你能不能简单地叙述一下那部电影的内容？</a:t>
            </a:r>
            <a:endParaRPr lang="en-US" altLang="zh-CN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 </a:t>
            </a:r>
            <a:r>
              <a:rPr lang="en-US" altLang="zh-CN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en-US" altLang="zh-CN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 。</a:t>
            </a:r>
            <a:endParaRPr lang="en-US" altLang="zh-CN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2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3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4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5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6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7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8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9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10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1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2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3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4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5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6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7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8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9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20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1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2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3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4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5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6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7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8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9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30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1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2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3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4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5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6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7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8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9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40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1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2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3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4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5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6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7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8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9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50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1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2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3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4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5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6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7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8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9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60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1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2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3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4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5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6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7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8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9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70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1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2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3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4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5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6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7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8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9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80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1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2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3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4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5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6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7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8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9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90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1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2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3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4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5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6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7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8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9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100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1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2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3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4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5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6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7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8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9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10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1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2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3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4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5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6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7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第一课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  <a:endParaRPr lang="en-US" altLang="zh-CN" sz="28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8811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1</a:t>
            </a:r>
            <a:endParaRPr lang="en-US" altLang="zh-CN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25"/>
                  <a:ext cx="15064" cy="902"/>
                  <a:chOff x="8865" y="6525"/>
                  <a:chExt cx="15064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1</a:t>
                    </a:r>
                    <a:endParaRPr lang="en-US" altLang="zh-CN" sz="2400" dirty="0">
                      <a:solidFill>
                        <a:schemeClr val="bg1">
                          <a:lumMod val="50000"/>
                        </a:schemeClr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5133" y="6525"/>
                    <a:ext cx="8796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Details of love</a:t>
                    </a:r>
                    <a:endPara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1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爱的细节</a:t>
                  </a:r>
                  <a:endParaRPr kumimoji="0" lang="zh-CN" alt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2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9700"/>
    </mc:Choice>
    <mc:Fallback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13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4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" name="图片 2" descr="人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8333740" y="565150"/>
            <a:ext cx="1446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400" dirty="0">
                <a:solidFill>
                  <a:srgbClr val="F1887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nǎo</a:t>
            </a:r>
            <a:r>
              <a:rPr lang="en-US" altLang="zh-CN" sz="2400" dirty="0">
                <a:solidFill>
                  <a:srgbClr val="F1887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lang="zh-CN" altLang="zh-CN" sz="2400" dirty="0">
                <a:solidFill>
                  <a:srgbClr val="F1887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dai</a:t>
            </a:r>
            <a:endParaRPr lang="zh-CN" alt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238875" y="663575"/>
            <a:ext cx="1892935" cy="264160"/>
            <a:chOff x="7325474" y="3820934"/>
            <a:chExt cx="1340854" cy="263931"/>
          </a:xfrm>
        </p:grpSpPr>
        <p:cxnSp>
          <p:nvCxnSpPr>
            <p:cNvPr id="33" name="直接连接符 32"/>
            <p:cNvCxnSpPr/>
            <p:nvPr/>
          </p:nvCxnSpPr>
          <p:spPr>
            <a:xfrm flipV="1">
              <a:off x="7325474" y="3820934"/>
              <a:ext cx="801384" cy="263931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8122244" y="3820934"/>
              <a:ext cx="544084" cy="131965"/>
            </a:xfrm>
            <a:prstGeom prst="line">
              <a:avLst/>
            </a:prstGeom>
            <a:ln>
              <a:tailEnd type="oval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8333740" y="911225"/>
            <a:ext cx="1446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en-US" sz="2400" b="1" dirty="0">
                <a:solidFill>
                  <a:srgbClr val="F18870"/>
                </a:solidFill>
                <a:latin typeface="Aa日式标题字 (非商业使用)" panose="02010600010101010101" pitchFamily="2" charset="-122"/>
                <a:ea typeface="Aa日式标题字 (非商业使用)" panose="02010600010101010101" pitchFamily="2" charset="-122"/>
              </a:rPr>
              <a:t>脑袋</a:t>
            </a:r>
            <a:endParaRPr lang="zh-CN" alt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33740" y="1708150"/>
            <a:ext cx="1446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en-US" sz="2400" dirty="0">
                <a:solidFill>
                  <a:srgbClr val="F1887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tóu fa</a:t>
            </a:r>
            <a:endParaRPr 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790690" y="1822450"/>
            <a:ext cx="1592580" cy="264160"/>
            <a:chOff x="7325474" y="3820934"/>
            <a:chExt cx="1340854" cy="263931"/>
          </a:xfrm>
        </p:grpSpPr>
        <p:cxnSp>
          <p:nvCxnSpPr>
            <p:cNvPr id="29" name="直接连接符 28"/>
            <p:cNvCxnSpPr/>
            <p:nvPr/>
          </p:nvCxnSpPr>
          <p:spPr>
            <a:xfrm flipV="1">
              <a:off x="7325474" y="3820934"/>
              <a:ext cx="801384" cy="263931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8122244" y="3820934"/>
              <a:ext cx="544084" cy="131965"/>
            </a:xfrm>
            <a:prstGeom prst="line">
              <a:avLst/>
            </a:prstGeom>
            <a:ln>
              <a:tailEnd type="oval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37" name="文本框 36"/>
          <p:cNvSpPr txBox="1"/>
          <p:nvPr/>
        </p:nvSpPr>
        <p:spPr>
          <a:xfrm>
            <a:off x="8333740" y="2054225"/>
            <a:ext cx="1446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en-US" sz="2400" b="1" dirty="0">
                <a:solidFill>
                  <a:srgbClr val="F18870"/>
                </a:solidFill>
                <a:latin typeface="Aa日式标题字 (非商业使用)" panose="02010600010101010101" pitchFamily="2" charset="-122"/>
                <a:ea typeface="Aa日式标题字 (非商业使用)" panose="02010600010101010101" pitchFamily="2" charset="-122"/>
              </a:rPr>
              <a:t>头发</a:t>
            </a:r>
            <a:endParaRPr lang="zh-CN" alt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261235" y="610235"/>
            <a:ext cx="1765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en-US" sz="2400" dirty="0">
                <a:solidFill>
                  <a:srgbClr val="F1887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méi mao</a:t>
            </a:r>
            <a:endParaRPr 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 rot="12000000">
            <a:off x="4013835" y="1255395"/>
            <a:ext cx="1663700" cy="264160"/>
            <a:chOff x="7325474" y="3820934"/>
            <a:chExt cx="1340854" cy="263931"/>
          </a:xfrm>
        </p:grpSpPr>
        <p:cxnSp>
          <p:nvCxnSpPr>
            <p:cNvPr id="43" name="直接连接符 42"/>
            <p:cNvCxnSpPr/>
            <p:nvPr/>
          </p:nvCxnSpPr>
          <p:spPr>
            <a:xfrm flipV="1">
              <a:off x="7325474" y="3820934"/>
              <a:ext cx="801384" cy="263931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8122244" y="3820934"/>
              <a:ext cx="544084" cy="131965"/>
            </a:xfrm>
            <a:prstGeom prst="line">
              <a:avLst/>
            </a:prstGeom>
            <a:ln>
              <a:tailEnd type="oval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45" name="文本框 44"/>
          <p:cNvSpPr txBox="1"/>
          <p:nvPr/>
        </p:nvSpPr>
        <p:spPr>
          <a:xfrm>
            <a:off x="2524760" y="956310"/>
            <a:ext cx="1446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en-US" sz="2400" b="1" dirty="0">
                <a:solidFill>
                  <a:srgbClr val="F18870"/>
                </a:solidFill>
                <a:latin typeface="Aa日式标题字 (非商业使用)" panose="02010600010101010101" pitchFamily="2" charset="-122"/>
                <a:ea typeface="Aa日式标题字 (非商业使用)" panose="02010600010101010101" pitchFamily="2" charset="-122"/>
              </a:rPr>
              <a:t>眉毛</a:t>
            </a:r>
            <a:endParaRPr lang="zh-CN" alt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277745" y="1604645"/>
            <a:ext cx="1765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en-US" sz="2400" dirty="0">
                <a:solidFill>
                  <a:srgbClr val="F1887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liǎn</a:t>
            </a:r>
            <a:endParaRPr 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 rot="10980000">
            <a:off x="3769360" y="2054225"/>
            <a:ext cx="1986915" cy="264160"/>
            <a:chOff x="7325474" y="3820934"/>
            <a:chExt cx="1340854" cy="263931"/>
          </a:xfrm>
        </p:grpSpPr>
        <p:cxnSp>
          <p:nvCxnSpPr>
            <p:cNvPr id="48" name="直接连接符 47"/>
            <p:cNvCxnSpPr/>
            <p:nvPr/>
          </p:nvCxnSpPr>
          <p:spPr>
            <a:xfrm flipV="1">
              <a:off x="7325474" y="3820934"/>
              <a:ext cx="801384" cy="263931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8122244" y="3820934"/>
              <a:ext cx="544084" cy="131965"/>
            </a:xfrm>
            <a:prstGeom prst="line">
              <a:avLst/>
            </a:prstGeom>
            <a:ln>
              <a:tailEnd type="oval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50" name="文本框 49"/>
          <p:cNvSpPr txBox="1"/>
          <p:nvPr/>
        </p:nvSpPr>
        <p:spPr>
          <a:xfrm>
            <a:off x="2541270" y="1950720"/>
            <a:ext cx="12058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en-US" sz="2400" b="1" dirty="0">
                <a:solidFill>
                  <a:srgbClr val="F18870"/>
                </a:solidFill>
                <a:latin typeface="Aa日式标题字 (非商业使用)" panose="02010600010101010101" pitchFamily="2" charset="-122"/>
                <a:ea typeface="Aa日式标题字 (非商业使用)" panose="02010600010101010101" pitchFamily="2" charset="-122"/>
              </a:rPr>
              <a:t>脸</a:t>
            </a:r>
            <a:endParaRPr lang="zh-CN" alt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333740" y="2599055"/>
            <a:ext cx="1446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en-US" sz="2400" dirty="0">
                <a:solidFill>
                  <a:srgbClr val="F1887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bó zi</a:t>
            </a:r>
            <a:endParaRPr 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 rot="540000">
            <a:off x="6156325" y="2407920"/>
            <a:ext cx="2219960" cy="264160"/>
            <a:chOff x="7325474" y="3820934"/>
            <a:chExt cx="1340854" cy="263931"/>
          </a:xfrm>
        </p:grpSpPr>
        <p:cxnSp>
          <p:nvCxnSpPr>
            <p:cNvPr id="53" name="直接连接符 52"/>
            <p:cNvCxnSpPr/>
            <p:nvPr/>
          </p:nvCxnSpPr>
          <p:spPr>
            <a:xfrm flipV="1">
              <a:off x="7325474" y="3820934"/>
              <a:ext cx="801384" cy="263931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8122244" y="3820934"/>
              <a:ext cx="544084" cy="131965"/>
            </a:xfrm>
            <a:prstGeom prst="line">
              <a:avLst/>
            </a:prstGeom>
            <a:ln>
              <a:tailEnd type="oval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55" name="文本框 54"/>
          <p:cNvSpPr txBox="1"/>
          <p:nvPr/>
        </p:nvSpPr>
        <p:spPr>
          <a:xfrm>
            <a:off x="8382635" y="2945130"/>
            <a:ext cx="139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en-US" sz="2400" b="1" dirty="0">
                <a:solidFill>
                  <a:srgbClr val="F18870"/>
                </a:solidFill>
                <a:latin typeface="Aa日式标题字 (非商业使用)" panose="02010600010101010101" pitchFamily="2" charset="-122"/>
                <a:ea typeface="Aa日式标题字 (非商业使用)" panose="02010600010101010101" pitchFamily="2" charset="-122"/>
              </a:rPr>
              <a:t>脖子</a:t>
            </a:r>
            <a:endParaRPr lang="zh-CN" alt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557145" y="2701925"/>
            <a:ext cx="1765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/>
            <a:r>
              <a:rPr lang="en-US" sz="2400" dirty="0">
                <a:solidFill>
                  <a:srgbClr val="F1887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jiān bǎng</a:t>
            </a:r>
            <a:endParaRPr lang="en-US" sz="2400" dirty="0">
              <a:solidFill>
                <a:srgbClr val="F1887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 rot="10140000">
            <a:off x="4306684" y="2773184"/>
            <a:ext cx="1340854" cy="263931"/>
            <a:chOff x="7325474" y="3820934"/>
            <a:chExt cx="1340854" cy="263931"/>
          </a:xfrm>
        </p:grpSpPr>
        <p:cxnSp>
          <p:nvCxnSpPr>
            <p:cNvPr id="58" name="直接连接符 57"/>
            <p:cNvCxnSpPr/>
            <p:nvPr/>
          </p:nvCxnSpPr>
          <p:spPr>
            <a:xfrm flipV="1">
              <a:off x="7325474" y="3820934"/>
              <a:ext cx="801384" cy="263931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8122244" y="3820934"/>
              <a:ext cx="544084" cy="131965"/>
            </a:xfrm>
            <a:prstGeom prst="line">
              <a:avLst/>
            </a:prstGeom>
            <a:ln>
              <a:tailEnd type="oval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60" name="文本框 59"/>
          <p:cNvSpPr txBox="1"/>
          <p:nvPr/>
        </p:nvSpPr>
        <p:spPr>
          <a:xfrm>
            <a:off x="2557145" y="3032125"/>
            <a:ext cx="1446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en-US" sz="2400" b="1" dirty="0">
                <a:solidFill>
                  <a:srgbClr val="F18870"/>
                </a:solidFill>
                <a:latin typeface="Aa日式标题字 (非商业使用)" panose="02010600010101010101" pitchFamily="2" charset="-122"/>
                <a:ea typeface="Aa日式标题字 (非商业使用)" panose="02010600010101010101" pitchFamily="2" charset="-122"/>
              </a:rPr>
              <a:t>肩膀</a:t>
            </a:r>
            <a:endParaRPr lang="zh-CN" alt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335010" y="4021455"/>
            <a:ext cx="1446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en-US" sz="2400" dirty="0">
                <a:solidFill>
                  <a:srgbClr val="F1887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gē bo</a:t>
            </a:r>
            <a:endParaRPr 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 rot="2580000">
            <a:off x="6378575" y="3378200"/>
            <a:ext cx="2155825" cy="264160"/>
            <a:chOff x="7325474" y="3820934"/>
            <a:chExt cx="1340854" cy="263931"/>
          </a:xfrm>
        </p:grpSpPr>
        <p:cxnSp>
          <p:nvCxnSpPr>
            <p:cNvPr id="63" name="直接连接符 62"/>
            <p:cNvCxnSpPr/>
            <p:nvPr/>
          </p:nvCxnSpPr>
          <p:spPr>
            <a:xfrm flipV="1">
              <a:off x="7325474" y="3820934"/>
              <a:ext cx="801384" cy="263931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8122244" y="3820934"/>
              <a:ext cx="544084" cy="131965"/>
            </a:xfrm>
            <a:prstGeom prst="line">
              <a:avLst/>
            </a:prstGeom>
            <a:ln>
              <a:tailEnd type="oval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66" name="文本框 65"/>
          <p:cNvSpPr txBox="1"/>
          <p:nvPr/>
        </p:nvSpPr>
        <p:spPr>
          <a:xfrm>
            <a:off x="8335010" y="4383405"/>
            <a:ext cx="1446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en-US" sz="2400" b="1" dirty="0">
                <a:solidFill>
                  <a:srgbClr val="F18870"/>
                </a:solidFill>
                <a:latin typeface="Aa日式标题字 (非商业使用)" panose="02010600010101010101" pitchFamily="2" charset="-122"/>
                <a:ea typeface="Aa日式标题字 (非商业使用)" panose="02010600010101010101" pitchFamily="2" charset="-122"/>
              </a:rPr>
              <a:t>胳膊</a:t>
            </a:r>
            <a:endParaRPr lang="zh-CN" alt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803525" y="3668395"/>
            <a:ext cx="1447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/>
            <a:r>
              <a:rPr lang="en-US" sz="2400" dirty="0">
                <a:solidFill>
                  <a:srgbClr val="F1887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yāo</a:t>
            </a:r>
            <a:endParaRPr lang="en-US" sz="2400" dirty="0">
              <a:solidFill>
                <a:srgbClr val="F1887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 rot="10140000">
            <a:off x="3820160" y="3692525"/>
            <a:ext cx="1922780" cy="264160"/>
            <a:chOff x="7325474" y="3820934"/>
            <a:chExt cx="1340854" cy="263931"/>
          </a:xfrm>
        </p:grpSpPr>
        <p:cxnSp>
          <p:nvCxnSpPr>
            <p:cNvPr id="71" name="直接连接符 70"/>
            <p:cNvCxnSpPr/>
            <p:nvPr/>
          </p:nvCxnSpPr>
          <p:spPr>
            <a:xfrm flipV="1">
              <a:off x="7325474" y="3820934"/>
              <a:ext cx="801384" cy="263931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8122244" y="3820934"/>
              <a:ext cx="544084" cy="131965"/>
            </a:xfrm>
            <a:prstGeom prst="line">
              <a:avLst/>
            </a:prstGeom>
            <a:ln>
              <a:tailEnd type="oval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73" name="文本框 72"/>
          <p:cNvSpPr txBox="1"/>
          <p:nvPr/>
        </p:nvSpPr>
        <p:spPr>
          <a:xfrm>
            <a:off x="2485390" y="3998595"/>
            <a:ext cx="1356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en-US" sz="2400" b="1" dirty="0">
                <a:solidFill>
                  <a:srgbClr val="F18870"/>
                </a:solidFill>
                <a:latin typeface="Aa日式标题字 (非商业使用)" panose="02010600010101010101" pitchFamily="2" charset="-122"/>
                <a:ea typeface="Aa日式标题字 (非商业使用)" panose="02010600010101010101" pitchFamily="2" charset="-122"/>
              </a:rPr>
              <a:t>腰</a:t>
            </a:r>
            <a:endParaRPr lang="zh-CN" alt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2875280" y="4825365"/>
            <a:ext cx="1447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/>
            <a:r>
              <a:rPr lang="en-US" sz="2400" dirty="0">
                <a:solidFill>
                  <a:srgbClr val="F1887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tuǐ</a:t>
            </a:r>
            <a:endParaRPr lang="en-US" sz="2400" dirty="0">
              <a:solidFill>
                <a:srgbClr val="F1887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 rot="10140000">
            <a:off x="3493135" y="4761230"/>
            <a:ext cx="2308225" cy="264160"/>
            <a:chOff x="7325474" y="3820934"/>
            <a:chExt cx="1340854" cy="263931"/>
          </a:xfrm>
        </p:grpSpPr>
        <p:cxnSp>
          <p:nvCxnSpPr>
            <p:cNvPr id="76" name="直接连接符 75"/>
            <p:cNvCxnSpPr/>
            <p:nvPr/>
          </p:nvCxnSpPr>
          <p:spPr>
            <a:xfrm flipV="1">
              <a:off x="7325474" y="3820934"/>
              <a:ext cx="801384" cy="263931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8122244" y="3820934"/>
              <a:ext cx="544084" cy="131965"/>
            </a:xfrm>
            <a:prstGeom prst="line">
              <a:avLst/>
            </a:prstGeom>
            <a:ln>
              <a:tailEnd type="oval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78" name="文本框 77"/>
          <p:cNvSpPr txBox="1"/>
          <p:nvPr/>
        </p:nvSpPr>
        <p:spPr>
          <a:xfrm>
            <a:off x="2557145" y="5155565"/>
            <a:ext cx="12065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en-US" sz="2400" b="1" dirty="0">
                <a:solidFill>
                  <a:srgbClr val="F18870"/>
                </a:solidFill>
                <a:latin typeface="Aa日式标题字 (非商业使用)" panose="02010600010101010101" pitchFamily="2" charset="-122"/>
                <a:ea typeface="Aa日式标题字 (非商业使用)" panose="02010600010101010101" pitchFamily="2" charset="-122"/>
              </a:rPr>
              <a:t>腿</a:t>
            </a:r>
            <a:endParaRPr lang="zh-CN" alt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8382635" y="5825490"/>
            <a:ext cx="1446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en-US" sz="2400" dirty="0">
                <a:solidFill>
                  <a:srgbClr val="F18870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jiǎo</a:t>
            </a:r>
            <a:endParaRPr 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 rot="540000">
            <a:off x="6826250" y="5908675"/>
            <a:ext cx="1725295" cy="264160"/>
            <a:chOff x="7325474" y="3820934"/>
            <a:chExt cx="1340854" cy="263931"/>
          </a:xfrm>
        </p:grpSpPr>
        <p:cxnSp>
          <p:nvCxnSpPr>
            <p:cNvPr id="85" name="直接连接符 84"/>
            <p:cNvCxnSpPr/>
            <p:nvPr/>
          </p:nvCxnSpPr>
          <p:spPr>
            <a:xfrm flipV="1">
              <a:off x="7325474" y="3820934"/>
              <a:ext cx="801384" cy="263931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8122244" y="3820934"/>
              <a:ext cx="544084" cy="131965"/>
            </a:xfrm>
            <a:prstGeom prst="line">
              <a:avLst/>
            </a:prstGeom>
            <a:ln>
              <a:tailEnd type="oval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87" name="文本框 86"/>
          <p:cNvSpPr txBox="1"/>
          <p:nvPr/>
        </p:nvSpPr>
        <p:spPr>
          <a:xfrm>
            <a:off x="8382635" y="6171565"/>
            <a:ext cx="1446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en-US" sz="2400" b="1" dirty="0">
                <a:solidFill>
                  <a:srgbClr val="F18870"/>
                </a:solidFill>
                <a:latin typeface="Aa日式标题字 (非商业使用)" panose="02010600010101010101" pitchFamily="2" charset="-122"/>
                <a:ea typeface="Aa日式标题字 (非商业使用)" panose="02010600010101010101" pitchFamily="2" charset="-122"/>
              </a:rPr>
              <a:t>脚</a:t>
            </a:r>
            <a:endParaRPr lang="zh-CN" altLang="en-US" sz="2400" b="1" dirty="0">
              <a:solidFill>
                <a:srgbClr val="F18870"/>
              </a:solidFill>
              <a:latin typeface="Aa日式标题字 (非商业使用)" panose="02010600010101010101" pitchFamily="2" charset="-122"/>
              <a:ea typeface="Aa日式标题字 (非商业使用)" panose="0201060001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1" grpId="0"/>
      <p:bldP spid="15" grpId="0"/>
      <p:bldP spid="37" grpId="0"/>
      <p:bldP spid="38" grpId="0"/>
      <p:bldP spid="45" grpId="0"/>
      <p:bldP spid="46" grpId="0"/>
      <p:bldP spid="50" grpId="0"/>
      <p:bldP spid="51" grpId="0"/>
      <p:bldP spid="55" grpId="0"/>
      <p:bldP spid="56" grpId="0"/>
      <p:bldP spid="60" grpId="0"/>
      <p:bldP spid="61" grpId="0"/>
      <p:bldP spid="66" grpId="0"/>
      <p:bldP spid="68" grpId="0"/>
      <p:bldP spid="73" grpId="0"/>
      <p:bldP spid="74" grpId="0"/>
      <p:bldP spid="78" grpId="0"/>
      <p:bldP spid="83" grpId="0"/>
      <p:bldP spid="8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sz="6000" dirty="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34" name="吵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397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chǎo</a:t>
              </a:r>
              <a:r>
                <a:rPr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吵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/adj. to make a noise; noisy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16" name="叮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3973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dīng</a:t>
              </a:r>
              <a:endParaRPr lang="en-US" altLang="zh-CN" sz="8000" dirty="0" err="1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叮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v. to bite, to sting</a:t>
              </a:r>
              <a:endParaRPr sz="2400">
                <a:sym typeface="+mn-ea"/>
              </a:endParaRP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戏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" name="催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cuī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催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urge, to push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3" name="递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dì</a:t>
              </a: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6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递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hand over, to pass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" name="伸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shēn</a:t>
              </a:r>
              <a:endParaRPr lang="en-US" sz="6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伸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stretch, to extend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1" name="喊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118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hǎn</a:t>
              </a:r>
              <a:endParaRPr sz="6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喊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v. to shout, to call</a:t>
              </a:r>
              <a:endParaRPr sz="2400">
                <a:sym typeface="+mn-ea"/>
              </a:endParaRPr>
            </a:p>
          </p:txBody>
        </p:sp>
      </p:grpSp>
      <p:grpSp>
        <p:nvGrpSpPr>
          <p:cNvPr id="37" name="靠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460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54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kào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靠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v. to lean against</a:t>
              </a:r>
              <a:endParaRPr sz="2400">
                <a:sym typeface="+mn-ea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  <a:endParaRPr sz="2400">
                <a:sym typeface="+mn-ea"/>
              </a:endParaRP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  <a:endParaRPr sz="2400">
                <a:sym typeface="+mn-ea"/>
              </a:endParaRP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  <a:endParaRPr sz="2400">
                <a:sym typeface="+mn-ea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sz="6000" dirty="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" name="催"/>
          <p:cNvGrpSpPr/>
          <p:nvPr/>
        </p:nvGrpSpPr>
        <p:grpSpPr>
          <a:xfrm>
            <a:off x="225425" y="3429000"/>
            <a:ext cx="2714625" cy="330390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4691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cuī</a:t>
              </a:r>
              <a:endParaRPr lang="en-US" sz="3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催</a:t>
              </a:r>
              <a:endParaRPr lang="zh-CN" alt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1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urge, to push</a:t>
              </a:r>
              <a:endParaRPr lang="en-US" altLang="zh-CN" sz="1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7" name="靠"/>
          <p:cNvGrpSpPr/>
          <p:nvPr/>
        </p:nvGrpSpPr>
        <p:grpSpPr>
          <a:xfrm>
            <a:off x="167640" y="213995"/>
            <a:ext cx="2786380" cy="3128010"/>
            <a:chOff x="1202" y="-1145"/>
            <a:chExt cx="7430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1202" y="-1145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203" y="113"/>
              <a:ext cx="7429" cy="6042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/>
              <a:r>
                <a:rPr sz="36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kào</a:t>
              </a:r>
              <a:r>
                <a:rPr lang="en-US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靠</a:t>
              </a:r>
              <a:endParaRPr lang="zh-CN" alt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1400">
                  <a:sym typeface="Times New Roman" panose="02020603050405020304" pitchFamily="18" charset="0"/>
                </a:rPr>
                <a:t>v. to lean against</a:t>
              </a:r>
              <a:endParaRPr sz="1400">
                <a:sym typeface="Times New Roman" panose="02020603050405020304" pitchFamily="18" charset="0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  <a:endParaRPr sz="2400">
                <a:sym typeface="+mn-ea"/>
              </a:endParaRP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  <a:endParaRPr sz="2400">
                <a:sym typeface="+mn-ea"/>
              </a:endParaRP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  <a:endParaRPr sz="2400">
                <a:sym typeface="+mn-ea"/>
              </a:endParaRPr>
            </a:p>
          </p:txBody>
        </p:sp>
      </p:grp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8201025" y="471805"/>
            <a:ext cx="3270885" cy="169227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3218815" y="471805"/>
            <a:ext cx="36347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小猫</a:t>
            </a:r>
            <a:r>
              <a:rPr lang="zh-CN" altLang="en-US" sz="2400">
                <a:solidFill>
                  <a:srgbClr val="FF0000"/>
                </a:solidFill>
              </a:rPr>
              <a:t>靠</a:t>
            </a:r>
            <a:r>
              <a:rPr lang="zh-CN" altLang="en-US" sz="2400"/>
              <a:t>着沙发睡觉</a:t>
            </a:r>
            <a:r>
              <a:rPr lang="en-US" altLang="zh-CN" sz="2400"/>
              <a:t>，</a:t>
            </a:r>
            <a:r>
              <a:rPr lang="zh-CN" altLang="en-US" sz="2400"/>
              <a:t>看起来很舒服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pic>
        <p:nvPicPr>
          <p:cNvPr id="44" name="图片 43"/>
          <p:cNvPicPr/>
          <p:nvPr/>
        </p:nvPicPr>
        <p:blipFill>
          <a:blip r:embed="rId2"/>
          <a:stretch>
            <a:fillRect/>
          </a:stretch>
        </p:blipFill>
        <p:spPr>
          <a:xfrm>
            <a:off x="8413750" y="2273300"/>
            <a:ext cx="3496310" cy="191770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3218815" y="156527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她买了一个</a:t>
            </a:r>
            <a:r>
              <a:rPr lang="zh-CN" altLang="en-US" sz="2400">
                <a:solidFill>
                  <a:srgbClr val="FF0000"/>
                </a:solidFill>
              </a:rPr>
              <a:t>靠</a:t>
            </a:r>
            <a:r>
              <a:rPr lang="zh-CN" altLang="en-US" sz="2400"/>
              <a:t>枕</a:t>
            </a:r>
            <a:r>
              <a:rPr lang="en-US" altLang="zh-CN" sz="2400"/>
              <a:t>，</a:t>
            </a:r>
            <a:r>
              <a:rPr lang="zh-CN" altLang="en-US" sz="2400"/>
              <a:t>放在工位上</a:t>
            </a:r>
            <a:r>
              <a:rPr lang="en-US" altLang="zh-CN" sz="2400"/>
              <a:t>，</a:t>
            </a:r>
            <a:r>
              <a:rPr lang="zh-CN" altLang="en-US" sz="2400"/>
              <a:t>平时可以休息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6" name="文本框 45"/>
          <p:cNvSpPr txBox="1"/>
          <p:nvPr/>
        </p:nvSpPr>
        <p:spPr>
          <a:xfrm>
            <a:off x="3532505" y="41668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老师</a:t>
            </a:r>
            <a:r>
              <a:rPr lang="zh-CN" altLang="en-US" sz="2400">
                <a:solidFill>
                  <a:srgbClr val="FF0000"/>
                </a:solidFill>
              </a:rPr>
              <a:t>催</a:t>
            </a:r>
            <a:r>
              <a:rPr lang="zh-CN" altLang="en-US" sz="2400"/>
              <a:t>你快点交作业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8" name="文本框 47"/>
          <p:cNvSpPr txBox="1"/>
          <p:nvPr/>
        </p:nvSpPr>
        <p:spPr>
          <a:xfrm>
            <a:off x="3532505" y="520192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老板</a:t>
            </a:r>
            <a:r>
              <a:rPr lang="zh-CN" altLang="en-US" sz="2400">
                <a:solidFill>
                  <a:srgbClr val="FF0000"/>
                </a:solidFill>
              </a:rPr>
              <a:t>催</a:t>
            </a:r>
            <a:r>
              <a:rPr lang="zh-CN" altLang="en-US" sz="2400"/>
              <a:t>员工们抓紧时间完成这个项目</a:t>
            </a:r>
            <a:r>
              <a:rPr lang="en-US" altLang="zh-CN" sz="2400"/>
              <a:t>。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sz="6000" dirty="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16" name="叮"/>
          <p:cNvGrpSpPr/>
          <p:nvPr/>
        </p:nvGrpSpPr>
        <p:grpSpPr>
          <a:xfrm>
            <a:off x="156210" y="3568700"/>
            <a:ext cx="2569210" cy="3205480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4835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dīng</a:t>
              </a:r>
              <a:endParaRPr lang="en-US" altLang="zh-CN" sz="5400" dirty="0" err="1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叮</a:t>
              </a:r>
              <a:endParaRPr lang="zh-CN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1400">
                  <a:sym typeface="Times New Roman" panose="02020603050405020304" pitchFamily="18" charset="0"/>
                </a:rPr>
                <a:t>v. to bite, to sting</a:t>
              </a:r>
              <a:endParaRPr sz="1400">
                <a:sym typeface="Times New Roman" panose="02020603050405020304" pitchFamily="18" charset="0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1" name="喊"/>
          <p:cNvGrpSpPr/>
          <p:nvPr/>
        </p:nvGrpSpPr>
        <p:grpSpPr>
          <a:xfrm>
            <a:off x="217170" y="86995"/>
            <a:ext cx="2507615" cy="334200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5312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440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hǎn</a:t>
              </a:r>
              <a:endParaRPr sz="44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喊</a:t>
              </a:r>
              <a:endParaRPr lang="zh-CN" alt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1600">
                  <a:sym typeface="Times New Roman" panose="02020603050405020304" pitchFamily="18" charset="0"/>
                </a:rPr>
                <a:t>v. to shout, to call</a:t>
              </a:r>
              <a:endParaRPr sz="1600">
                <a:sym typeface="Times New Roman" panose="02020603050405020304" pitchFamily="18" charset="0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  <a:endParaRPr sz="2400">
                <a:sym typeface="+mn-ea"/>
              </a:endParaRP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  <a:endParaRPr sz="2400">
                <a:sym typeface="+mn-ea"/>
              </a:endParaRP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  <a:endParaRPr sz="2400">
                <a:sym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931795" y="6102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她朝着门口大</a:t>
            </a:r>
            <a:r>
              <a:rPr lang="zh-CN" altLang="en-US" sz="2400">
                <a:solidFill>
                  <a:srgbClr val="FF0000"/>
                </a:solidFill>
              </a:rPr>
              <a:t>喊</a:t>
            </a:r>
            <a:r>
              <a:rPr lang="en-US" altLang="zh-CN" sz="2400"/>
              <a:t>：</a:t>
            </a:r>
            <a:r>
              <a:rPr lang="zh-CN" altLang="en-US" sz="2400"/>
              <a:t>“开门</a:t>
            </a:r>
            <a:r>
              <a:rPr lang="en-US" altLang="zh-CN" sz="2400"/>
              <a:t>！</a:t>
            </a:r>
            <a:r>
              <a:rPr lang="zh-CN" altLang="en-US" sz="2400"/>
              <a:t>”</a:t>
            </a:r>
            <a:endParaRPr lang="zh-CN" altLang="en-US" sz="2400"/>
          </a:p>
        </p:txBody>
      </p:sp>
      <p:sp>
        <p:nvSpPr>
          <p:cNvPr id="41" name="文本框 40"/>
          <p:cNvSpPr txBox="1"/>
          <p:nvPr/>
        </p:nvSpPr>
        <p:spPr>
          <a:xfrm>
            <a:off x="2931795" y="145161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公共场合不要大</a:t>
            </a:r>
            <a:r>
              <a:rPr lang="zh-CN" altLang="en-US" sz="2400">
                <a:solidFill>
                  <a:srgbClr val="FF0000"/>
                </a:solidFill>
              </a:rPr>
              <a:t>喊</a:t>
            </a:r>
            <a:r>
              <a:rPr lang="zh-CN" altLang="en-US" sz="2400"/>
              <a:t>大叫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pic>
        <p:nvPicPr>
          <p:cNvPr id="42" name="图片 41"/>
          <p:cNvPicPr/>
          <p:nvPr/>
        </p:nvPicPr>
        <p:blipFill>
          <a:blip r:embed="rId1"/>
          <a:stretch>
            <a:fillRect/>
          </a:stretch>
        </p:blipFill>
        <p:spPr>
          <a:xfrm>
            <a:off x="7505700" y="302895"/>
            <a:ext cx="3985895" cy="2150745"/>
          </a:xfrm>
          <a:prstGeom prst="rect">
            <a:avLst/>
          </a:prstGeom>
        </p:spPr>
      </p:pic>
      <p:pic>
        <p:nvPicPr>
          <p:cNvPr id="43" name="图片 42"/>
          <p:cNvPicPr/>
          <p:nvPr/>
        </p:nvPicPr>
        <p:blipFill>
          <a:blip r:embed="rId2"/>
          <a:stretch>
            <a:fillRect/>
          </a:stretch>
        </p:blipFill>
        <p:spPr>
          <a:xfrm>
            <a:off x="7311390" y="3953510"/>
            <a:ext cx="3843655" cy="2459990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2931795" y="417893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小宝宝的手被蚊子</a:t>
            </a:r>
            <a:r>
              <a:rPr lang="zh-CN" altLang="en-US" sz="2400">
                <a:solidFill>
                  <a:srgbClr val="FF0000"/>
                </a:solidFill>
              </a:rPr>
              <a:t>叮</a:t>
            </a:r>
            <a:r>
              <a:rPr lang="zh-CN" altLang="en-US" sz="2400"/>
              <a:t>了一个大包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5" name="文本框 44"/>
          <p:cNvSpPr txBox="1"/>
          <p:nvPr/>
        </p:nvSpPr>
        <p:spPr>
          <a:xfrm>
            <a:off x="2994660" y="532892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夏天我们要多喷一些花露水</a:t>
            </a:r>
            <a:r>
              <a:rPr lang="en-US" altLang="zh-CN" sz="2400"/>
              <a:t>，</a:t>
            </a:r>
            <a:r>
              <a:rPr lang="zh-CN" altLang="en-US" sz="2400"/>
              <a:t>防止被蚊子</a:t>
            </a:r>
            <a:r>
              <a:rPr lang="zh-CN" altLang="en-US" sz="2400">
                <a:solidFill>
                  <a:srgbClr val="FF0000"/>
                </a:solidFill>
              </a:rPr>
              <a:t>叮</a:t>
            </a:r>
            <a:r>
              <a:rPr lang="zh-CN" altLang="en-US" sz="2400"/>
              <a:t>咬</a:t>
            </a:r>
            <a:r>
              <a:rPr lang="en-US" altLang="zh-CN" sz="2400"/>
              <a:t>。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/>
          <p:cNvPicPr/>
          <p:nvPr/>
        </p:nvPicPr>
        <p:blipFill>
          <a:blip r:embed="rId1"/>
          <a:stretch>
            <a:fillRect/>
          </a:stretch>
        </p:blipFill>
        <p:spPr>
          <a:xfrm>
            <a:off x="8178800" y="-11430"/>
            <a:ext cx="2505075" cy="2766060"/>
          </a:xfrm>
          <a:prstGeom prst="rect">
            <a:avLst/>
          </a:prstGeom>
        </p:spPr>
      </p:pic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sz="6000" dirty="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34" name="吵"/>
          <p:cNvGrpSpPr/>
          <p:nvPr/>
        </p:nvGrpSpPr>
        <p:grpSpPr>
          <a:xfrm>
            <a:off x="226060" y="3609340"/>
            <a:ext cx="2516505" cy="3171190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5509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chǎo</a:t>
              </a:r>
              <a:r>
                <a:rPr sz="36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3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吵</a:t>
              </a:r>
              <a:endParaRPr lang="zh-CN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1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/adj. to make a noise; noisy</a:t>
              </a:r>
              <a:endParaRPr lang="en-US" altLang="zh-CN" sz="1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6" name="伸"/>
          <p:cNvGrpSpPr/>
          <p:nvPr/>
        </p:nvGrpSpPr>
        <p:grpSpPr>
          <a:xfrm>
            <a:off x="238125" y="41910"/>
            <a:ext cx="2505075" cy="3387090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909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shēn</a:t>
              </a:r>
              <a:endParaRPr lang="en-US" sz="4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伸</a:t>
              </a:r>
              <a:endParaRPr lang="zh-CN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1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stretch, to extend</a:t>
              </a:r>
              <a:endParaRPr lang="en-US" altLang="zh-CN" sz="1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  <a:endParaRPr sz="2400">
                <a:sym typeface="+mn-ea"/>
              </a:endParaRP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  <a:endParaRPr sz="2400">
                <a:sym typeface="+mn-ea"/>
              </a:endParaRP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  <a:endParaRPr sz="2400">
                <a:sym typeface="+mn-ea"/>
              </a:endParaRPr>
            </a:p>
          </p:txBody>
        </p:sp>
      </p:grpSp>
      <p:pic>
        <p:nvPicPr>
          <p:cNvPr id="44" name="图片 43"/>
          <p:cNvPicPr/>
          <p:nvPr/>
        </p:nvPicPr>
        <p:blipFill>
          <a:blip r:embed="rId2"/>
          <a:stretch>
            <a:fillRect/>
          </a:stretch>
        </p:blipFill>
        <p:spPr>
          <a:xfrm>
            <a:off x="5639435" y="41910"/>
            <a:ext cx="2280920" cy="2982595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2731135" y="702310"/>
            <a:ext cx="34588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每天早上起床她都要</a:t>
            </a:r>
            <a:r>
              <a:rPr lang="zh-CN" altLang="en-US" sz="2400">
                <a:solidFill>
                  <a:srgbClr val="FF0000"/>
                </a:solidFill>
              </a:rPr>
              <a:t>伸</a:t>
            </a:r>
            <a:r>
              <a:rPr lang="zh-CN" altLang="en-US" sz="2400"/>
              <a:t>个懒腰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6" name="文本框 45"/>
          <p:cNvSpPr txBox="1"/>
          <p:nvPr/>
        </p:nvSpPr>
        <p:spPr>
          <a:xfrm>
            <a:off x="2743200" y="1843405"/>
            <a:ext cx="31680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小朋友们</a:t>
            </a:r>
            <a:r>
              <a:rPr lang="zh-CN" altLang="en-US" sz="2400">
                <a:solidFill>
                  <a:srgbClr val="FF0000"/>
                </a:solidFill>
              </a:rPr>
              <a:t>伸</a:t>
            </a:r>
            <a:r>
              <a:rPr lang="zh-CN" altLang="en-US" sz="2400"/>
              <a:t>手问老师要礼物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7" name="文本框 46"/>
          <p:cNvSpPr txBox="1"/>
          <p:nvPr/>
        </p:nvSpPr>
        <p:spPr>
          <a:xfrm>
            <a:off x="2868295" y="3851275"/>
            <a:ext cx="43541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外面在施工</a:t>
            </a:r>
            <a:r>
              <a:rPr lang="en-US" altLang="zh-CN" sz="2400"/>
              <a:t>，</a:t>
            </a:r>
            <a:r>
              <a:rPr lang="zh-CN" altLang="en-US" sz="2400"/>
              <a:t>声音特别大，</a:t>
            </a:r>
            <a:r>
              <a:rPr lang="zh-CN" altLang="en-US" sz="2400">
                <a:solidFill>
                  <a:srgbClr val="FF0000"/>
                </a:solidFill>
              </a:rPr>
              <a:t>吵</a:t>
            </a:r>
            <a:r>
              <a:rPr lang="zh-CN" altLang="en-US" sz="2400"/>
              <a:t>得让人睡不着觉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8" name="文本框 47"/>
          <p:cNvSpPr txBox="1"/>
          <p:nvPr/>
        </p:nvSpPr>
        <p:spPr>
          <a:xfrm>
            <a:off x="2868295" y="5256530"/>
            <a:ext cx="39001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小明和小红</a:t>
            </a:r>
            <a:r>
              <a:rPr lang="zh-CN" altLang="en-US" sz="2400">
                <a:solidFill>
                  <a:srgbClr val="FF0000"/>
                </a:solidFill>
              </a:rPr>
              <a:t>吵</a:t>
            </a:r>
            <a:r>
              <a:rPr lang="zh-CN" altLang="en-US" sz="2400"/>
              <a:t>架了</a:t>
            </a:r>
            <a:r>
              <a:rPr lang="en-US" altLang="zh-CN" sz="2400"/>
              <a:t>，</a:t>
            </a:r>
            <a:r>
              <a:rPr lang="zh-CN" altLang="en-US" sz="2400"/>
              <a:t>两个人谁也不理谁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9" name="文本框 48"/>
          <p:cNvSpPr txBox="1"/>
          <p:nvPr/>
        </p:nvSpPr>
        <p:spPr>
          <a:xfrm>
            <a:off x="7920355" y="52565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请把那本书</a:t>
            </a:r>
            <a:r>
              <a:rPr lang="zh-CN" altLang="en-US" sz="2400">
                <a:solidFill>
                  <a:srgbClr val="FF0000"/>
                </a:solidFill>
              </a:rPr>
              <a:t>递</a:t>
            </a:r>
            <a:r>
              <a:rPr lang="zh-CN" altLang="en-US" sz="2400"/>
              <a:t>给我谢谢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grpSp>
        <p:nvGrpSpPr>
          <p:cNvPr id="51" name="递"/>
          <p:cNvGrpSpPr/>
          <p:nvPr/>
        </p:nvGrpSpPr>
        <p:grpSpPr>
          <a:xfrm>
            <a:off x="9911080" y="1843405"/>
            <a:ext cx="2280920" cy="3387090"/>
            <a:chOff x="2106" y="1159"/>
            <a:chExt cx="7429" cy="9161"/>
          </a:xfrm>
        </p:grpSpPr>
        <p:sp>
          <p:nvSpPr>
            <p:cNvPr id="52" name="圆角矩形 5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90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106" y="3587"/>
              <a:ext cx="7429" cy="4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40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dì</a:t>
              </a:r>
              <a:r>
                <a:rPr lang="en-US" altLang="zh-CN" sz="4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4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48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递</a:t>
              </a:r>
              <a:endParaRPr lang="zh-CN" sz="48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12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hand over, to pass</a:t>
              </a:r>
              <a:endParaRPr lang="en-US" altLang="zh-CN" sz="12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 rot="0">
            <a:off x="1736090" y="138430"/>
            <a:ext cx="2200275" cy="3194050"/>
            <a:chOff x="1486086" y="120403"/>
            <a:chExt cx="2200089" cy="3194297"/>
          </a:xfrm>
        </p:grpSpPr>
        <p:sp>
          <p:nvSpPr>
            <p:cNvPr id="44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 rot="0">
            <a:off x="8374380" y="165100"/>
            <a:ext cx="2200275" cy="3194050"/>
            <a:chOff x="1486086" y="120403"/>
            <a:chExt cx="2200089" cy="3194297"/>
          </a:xfrm>
        </p:grpSpPr>
        <p:sp>
          <p:nvSpPr>
            <p:cNvPr id="5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 rot="0">
            <a:off x="5026660" y="127635"/>
            <a:ext cx="2200275" cy="3194050"/>
            <a:chOff x="1486086" y="120403"/>
            <a:chExt cx="2200089" cy="3194297"/>
          </a:xfrm>
        </p:grpSpPr>
        <p:sp>
          <p:nvSpPr>
            <p:cNvPr id="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 rot="0">
            <a:off x="302260" y="3610610"/>
            <a:ext cx="2200275" cy="3194050"/>
            <a:chOff x="1486086" y="120403"/>
            <a:chExt cx="2200089" cy="3194297"/>
          </a:xfrm>
        </p:grpSpPr>
        <p:sp>
          <p:nvSpPr>
            <p:cNvPr id="27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 rot="0">
            <a:off x="3587115" y="3628390"/>
            <a:ext cx="2200275" cy="3194050"/>
            <a:chOff x="1486086" y="120403"/>
            <a:chExt cx="2200089" cy="3194297"/>
          </a:xfrm>
        </p:grpSpPr>
        <p:sp>
          <p:nvSpPr>
            <p:cNvPr id="1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 rot="0">
            <a:off x="6557010" y="3628390"/>
            <a:ext cx="2200275" cy="3194050"/>
            <a:chOff x="1486086" y="120403"/>
            <a:chExt cx="2200089" cy="3194297"/>
          </a:xfrm>
        </p:grpSpPr>
        <p:sp>
          <p:nvSpPr>
            <p:cNvPr id="22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 rot="0">
            <a:off x="9841865" y="3646170"/>
            <a:ext cx="2200275" cy="3194050"/>
            <a:chOff x="1486086" y="120403"/>
            <a:chExt cx="2200089" cy="3194297"/>
          </a:xfrm>
        </p:grpSpPr>
        <p:sp>
          <p:nvSpPr>
            <p:cNvPr id="33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39" name="文本框 38"/>
          <p:cNvSpPr txBox="1"/>
          <p:nvPr/>
        </p:nvSpPr>
        <p:spPr>
          <a:xfrm>
            <a:off x="1730375" y="863600"/>
            <a:ext cx="2242820" cy="1968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3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kào</a:t>
            </a:r>
            <a:r>
              <a:rPr lang="en-US" sz="5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  <a:endParaRPr lang="en-US" sz="5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altLang="en-US" sz="5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靠</a:t>
            </a:r>
            <a:endParaRPr lang="zh-CN" altLang="en-US" sz="5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sz="1400">
                <a:solidFill>
                  <a:schemeClr val="tx1"/>
                </a:solidFill>
                <a:sym typeface="Times New Roman" panose="02020603050405020304" pitchFamily="18" charset="0"/>
              </a:rPr>
              <a:t>v. to lean against</a:t>
            </a:r>
            <a:endParaRPr lang="zh-CN" altLang="en-US" sz="1400">
              <a:solidFill>
                <a:schemeClr val="tx1"/>
              </a:solidFill>
              <a:sym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000625" y="1002030"/>
            <a:ext cx="2213610" cy="1691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3600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cuī</a:t>
            </a:r>
            <a:endParaRPr lang="en-US" sz="36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sz="5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催</a:t>
            </a:r>
            <a:endParaRPr lang="zh-CN" altLang="en-US" sz="5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en-US" altLang="zh-CN" sz="1400" b="1" kern="1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Times New Roman" panose="02020603050405020304" pitchFamily="18" charset="0"/>
              </a:rPr>
              <a:t>v. to urge, to push</a:t>
            </a:r>
            <a:endParaRPr lang="en-US" altLang="zh-CN" sz="1400" b="1" kern="1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华文细黑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364855" y="894080"/>
            <a:ext cx="22098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hǎn</a:t>
            </a:r>
            <a:endParaRPr sz="440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altLang="en-US" sz="60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喊</a:t>
            </a:r>
            <a:endParaRPr lang="zh-CN" altLang="en-US" sz="60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sz="1600">
                <a:solidFill>
                  <a:schemeClr val="tx1"/>
                </a:solidFill>
                <a:sym typeface="Times New Roman" panose="02020603050405020304" pitchFamily="18" charset="0"/>
              </a:rPr>
              <a:t>v. to shout, to call</a:t>
            </a:r>
            <a:endParaRPr lang="zh-CN" altLang="en-US" sz="1600">
              <a:solidFill>
                <a:schemeClr val="tx1"/>
              </a:solidFill>
              <a:sym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72415" y="4382135"/>
            <a:ext cx="2230120" cy="1691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3600" dirty="0" err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dīng</a:t>
            </a:r>
            <a:endParaRPr lang="en-US" altLang="zh-CN" sz="5400" dirty="0" err="1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  <a:p>
            <a:pPr algn="ctr"/>
            <a:r>
              <a:rPr lang="zh-CN" sz="5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叮</a:t>
            </a:r>
            <a:endParaRPr lang="zh-CN" sz="5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sz="1400">
                <a:solidFill>
                  <a:schemeClr val="tx1"/>
                </a:solidFill>
                <a:sym typeface="Times New Roman" panose="02020603050405020304" pitchFamily="18" charset="0"/>
              </a:rPr>
              <a:t>v. to bite, to sting</a:t>
            </a:r>
            <a:endParaRPr lang="zh-CN" altLang="en-US" sz="1400">
              <a:solidFill>
                <a:schemeClr val="tx1"/>
              </a:solidFill>
              <a:sym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587115" y="4446905"/>
            <a:ext cx="221361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4400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shēn</a:t>
            </a:r>
            <a:endParaRPr lang="en-US" sz="4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altLang="en-US" sz="5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伸</a:t>
            </a:r>
            <a:endParaRPr lang="zh-CN" sz="5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en-US" altLang="zh-CN" sz="1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rPr>
              <a:t>v. to stretch, to extend</a:t>
            </a:r>
            <a:endParaRPr lang="en-US" altLang="zh-CN" sz="1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557010" y="4382135"/>
            <a:ext cx="2243455" cy="1906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3600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chǎo</a:t>
            </a:r>
            <a:r>
              <a:rPr sz="3600" dirty="0">
                <a:solidFill>
                  <a:schemeClr val="tx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 </a:t>
            </a:r>
            <a:endParaRPr lang="en-US" sz="36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sz="5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吵</a:t>
            </a:r>
            <a:endParaRPr lang="zh-CN" sz="5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en-US" altLang="zh-CN" sz="1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rPr>
              <a:t>v. /adj. to make a noise; noisy</a:t>
            </a:r>
            <a:endParaRPr lang="en-US" altLang="zh-CN" sz="1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842500" y="4446905"/>
            <a:ext cx="219900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4000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dì</a:t>
            </a:r>
            <a:r>
              <a:rPr lang="en-US" altLang="zh-CN" sz="40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  <a:endParaRPr lang="en-US" altLang="zh-CN" sz="40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sz="48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递</a:t>
            </a:r>
            <a:endParaRPr lang="zh-CN" sz="48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  <a:p>
            <a:pPr algn="ctr"/>
            <a:r>
              <a:rPr lang="en-US" altLang="zh-CN" sz="12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rPr>
              <a:t>v. to hand over, to pass</a:t>
            </a:r>
            <a:endParaRPr lang="en-US" altLang="zh-CN" sz="12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Times New Roman" panose="02020603050405020304" pitchFamily="18" charset="0"/>
            </a:endParaRPr>
          </a:p>
        </p:txBody>
      </p:sp>
    </p:spTree>
    <p:custDataLst>
      <p:tags r:id="rId3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2265" y="372745"/>
            <a:ext cx="6427470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靠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喊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伸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递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催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叮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吵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他突然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了我一声，吓了我一跳。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昨晚我被蚊子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 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醒了。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那个男人的头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在女人的肩膀上，睡着了。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6149975" y="372110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叮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061460" y="536956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靠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665855" y="213804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喊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49885" y="175450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她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</a:t>
              </a:r>
              <a:r>
                <a:rPr lang="zh-CN" altLang="en-US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出手指，做了个小声的动作。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2735580" y="248793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伸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-406400" y="366458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请帮我把这本书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</a:t>
              </a:r>
              <a:r>
                <a:rPr lang="zh-CN" altLang="en-US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给迈克，谢谢。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5" name="文本框 24"/>
          <p:cNvSpPr txBox="1"/>
          <p:nvPr/>
        </p:nvSpPr>
        <p:spPr>
          <a:xfrm>
            <a:off x="5350510" y="439801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递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82265" y="372745"/>
            <a:ext cx="642747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靠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喊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伸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递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催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叮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吵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49885" y="175450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每天早上楼下跳舞的阿姨们太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</a:t>
              </a:r>
              <a:r>
                <a:rPr lang="zh-CN" altLang="en-US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了，我没法睡懒觉。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6406515" y="248793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吵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-406400" y="366458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别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</a:t>
              </a:r>
              <a:r>
                <a:rPr lang="zh-CN" altLang="en-US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了，他们发信息说已经在路上了。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5" name="文本框 24"/>
          <p:cNvSpPr txBox="1"/>
          <p:nvPr/>
        </p:nvSpPr>
        <p:spPr>
          <a:xfrm>
            <a:off x="2226310" y="439801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催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82265" y="372745"/>
            <a:ext cx="642747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靠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喊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伸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递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催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叮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吵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1691821"/>
            <a:chOff x="7787" y="3144"/>
            <a:chExt cx="5660" cy="1882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15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靠</a:t>
              </a:r>
              <a:endParaRPr lang="zh-CN" altLang="en-US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动词</a:t>
              </a:r>
              <a:r>
                <a:rPr lang="en-US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-</a:t>
              </a:r>
              <a:r>
                <a:rPr lang="zh-CN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靠着/在......</a:t>
              </a:r>
              <a:endParaRPr lang="zh-C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44725"/>
            <a:ext cx="8538845" cy="837565"/>
            <a:chOff x="518" y="3412"/>
            <a:chExt cx="13447" cy="1319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412"/>
              <a:ext cx="13446" cy="1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ctr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王老师喜欢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靠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着桌子讲课。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643120"/>
            <a:ext cx="8538845" cy="829945"/>
            <a:chOff x="518" y="3425"/>
            <a:chExt cx="13447" cy="1307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425"/>
              <a:ext cx="13446" cy="1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 hangingPunct="0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……女人的头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靠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在男人的肩膀上，睡着了。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4" name="图片 3" descr="老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785" y="939800"/>
            <a:ext cx="1828800" cy="2134870"/>
          </a:xfrm>
          <a:prstGeom prst="rect">
            <a:avLst/>
          </a:prstGeom>
        </p:spPr>
      </p:pic>
      <p:pic>
        <p:nvPicPr>
          <p:cNvPr id="6" name="图片 5" descr="肩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5" y="2693670"/>
            <a:ext cx="2157730" cy="23088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1691821"/>
            <a:chOff x="7787" y="3144"/>
            <a:chExt cx="5660" cy="1882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15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靠</a:t>
              </a:r>
              <a:endParaRPr lang="zh-CN" altLang="en-US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zh-C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依靠，得益于</a:t>
              </a:r>
              <a:endParaRPr lang="zh-CN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1864995"/>
            <a:ext cx="8538845" cy="1217295"/>
            <a:chOff x="518" y="2814"/>
            <a:chExt cx="13447" cy="1917"/>
          </a:xfrm>
        </p:grpSpPr>
        <p:sp>
          <p:nvSpPr>
            <p:cNvPr id="62" name="圆角矩形 61"/>
            <p:cNvSpPr/>
            <p:nvPr/>
          </p:nvSpPr>
          <p:spPr>
            <a:xfrm>
              <a:off x="518" y="2814"/>
              <a:ext cx="13447" cy="1917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2962"/>
              <a:ext cx="13446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“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在家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靠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父母，出门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靠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朋友”，有什么事我能帮忙的，你们尽管开口。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64375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635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没有一个人可以完全不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靠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别人而生活。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2" name="图片 1" descr="帮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173355"/>
            <a:ext cx="1134110" cy="1814195"/>
          </a:xfrm>
          <a:prstGeom prst="rect">
            <a:avLst/>
          </a:prstGeom>
        </p:spPr>
      </p:pic>
      <p:pic>
        <p:nvPicPr>
          <p:cNvPr id="3" name="图片 2" descr="家里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850" y="-53340"/>
            <a:ext cx="2263775" cy="2267585"/>
          </a:xfrm>
          <a:prstGeom prst="rect">
            <a:avLst/>
          </a:prstGeom>
        </p:spPr>
      </p:pic>
      <p:pic>
        <p:nvPicPr>
          <p:cNvPr id="7" name="图片 6" descr="帮助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945" y="3883660"/>
            <a:ext cx="2985135" cy="16700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1691821"/>
            <a:chOff x="7787" y="3144"/>
            <a:chExt cx="5660" cy="1882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15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靠</a:t>
              </a:r>
              <a:endParaRPr lang="zh-CN" altLang="en-US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接近</a:t>
              </a:r>
              <a:endPara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1864995"/>
            <a:ext cx="8538845" cy="833120"/>
            <a:chOff x="518" y="2814"/>
            <a:chExt cx="13447" cy="1312"/>
          </a:xfrm>
        </p:grpSpPr>
        <p:sp>
          <p:nvSpPr>
            <p:cNvPr id="62" name="圆角矩形 61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2962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我的座位是17号，是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靠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窗的座位。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2580" y="4109085"/>
            <a:ext cx="8538845" cy="1194435"/>
            <a:chOff x="508" y="3220"/>
            <a:chExt cx="13447" cy="1881"/>
          </a:xfrm>
        </p:grpSpPr>
        <p:sp>
          <p:nvSpPr>
            <p:cNvPr id="81" name="圆角矩形 80"/>
            <p:cNvSpPr/>
            <p:nvPr/>
          </p:nvSpPr>
          <p:spPr>
            <a:xfrm>
              <a:off x="508" y="3220"/>
              <a:ext cx="13447" cy="188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09" y="3365"/>
              <a:ext cx="13446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以后我一定要买一个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靠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海的房子，这样我每天都能听到大海的声音。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>
            <a:off x="6405245" y="1144905"/>
            <a:ext cx="3211195" cy="21158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>
            <a:off x="4816475" y="4885055"/>
            <a:ext cx="4079875" cy="19729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  <a:endParaRPr lang="en-US" altLang="zh-CN" sz="4000" b="1" dirty="0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74465" y="4685030"/>
            <a:ext cx="590740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  <a:endParaRPr lang="en-US" altLang="zh-CN" sz="4000" b="1" dirty="0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545080"/>
            <a:ext cx="454088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如果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是你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，你会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选择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呢？</a:t>
            </a:r>
            <a:endParaRPr lang="zh-CN" altLang="zh-CN" sz="24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6035" y="5175250"/>
            <a:ext cx="454088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你跟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你的同屋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吵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架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吗？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宋体" pitchFamily="2" charset="-122"/>
            </a:endParaRP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如何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过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B</a:t>
                </a:r>
                <a:endParaRPr lang="en-US" altLang="zh-CN" sz="4000" b="1" dirty="0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74465" y="4685030"/>
            <a:ext cx="590740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B</a:t>
                </a:r>
                <a:endParaRPr lang="en-US" altLang="zh-CN" sz="4000" b="1" dirty="0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360930"/>
            <a:ext cx="45408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机会是要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自己努力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去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获得的。</a:t>
            </a:r>
            <a:endParaRPr lang="zh-CN" altLang="en-US" sz="2400" b="1" noProof="0" dirty="0">
              <a:ln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6035" y="5175250"/>
            <a:ext cx="454088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algn="l" defTabSz="914400" rtl="0" eaLnBrk="1" latinLnBrk="0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请不要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把头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到车窗外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去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。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靠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伸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  <p:sp>
        <p:nvSpPr>
          <p:cNvPr id="7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sz="6000" dirty="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34" name="叙述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397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xùshù</a:t>
              </a:r>
              <a:r>
                <a:rPr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叙述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narrate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16" name="老皮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3973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lǎopo</a:t>
              </a:r>
              <a:endParaRPr lang="en-US" altLang="zh-CN" sz="8000" dirty="0" err="1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老婆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 n. wife</a:t>
              </a:r>
              <a:endParaRPr sz="2400">
                <a:sym typeface="+mn-ea"/>
              </a:endParaRP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戏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" name="半夜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bànyè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半夜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midnight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3" name="蚊子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wénzi</a:t>
              </a:r>
              <a:endParaRPr lang="en-US" altLang="zh-CN" sz="6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蚊子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mosquito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" name="居然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845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jūrán</a:t>
              </a:r>
              <a:endParaRPr lang="en-US" sz="6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居然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adv. indicating unexpectedness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1" name="等待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118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děngdài</a:t>
              </a:r>
              <a:endParaRPr sz="6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等待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v. to wait</a:t>
              </a:r>
              <a:endParaRPr sz="2400">
                <a:sym typeface="+mn-ea"/>
              </a:endParaRPr>
            </a:p>
          </p:txBody>
        </p:sp>
      </p:grpSp>
      <p:grpSp>
        <p:nvGrpSpPr>
          <p:cNvPr id="37" name="项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460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54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xiàng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项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m. used for itemized things</a:t>
              </a:r>
              <a:endParaRPr sz="2400">
                <a:sym typeface="+mn-ea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  <a:endParaRPr sz="2400">
                <a:sym typeface="+mn-ea"/>
              </a:endParaRP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  <a:endParaRPr sz="2400">
                <a:sym typeface="+mn-ea"/>
              </a:endParaRP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  <a:endParaRPr sz="2400">
                <a:sym typeface="+mn-ea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sz="6000" dirty="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" name="半夜"/>
          <p:cNvGrpSpPr/>
          <p:nvPr/>
        </p:nvGrpSpPr>
        <p:grpSpPr>
          <a:xfrm>
            <a:off x="167640" y="3619500"/>
            <a:ext cx="2456180" cy="3114040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4977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bànyè</a:t>
              </a:r>
              <a:endParaRPr lang="en-US" sz="36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半夜</a:t>
              </a:r>
              <a:endParaRPr lang="zh-CN" alt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1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midnight</a:t>
              </a:r>
              <a:endParaRPr lang="en-US" altLang="zh-CN" sz="1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7" name="项"/>
          <p:cNvGrpSpPr/>
          <p:nvPr/>
        </p:nvGrpSpPr>
        <p:grpSpPr>
          <a:xfrm>
            <a:off x="167640" y="213995"/>
            <a:ext cx="2533015" cy="321627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5607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36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xiàng</a:t>
              </a:r>
              <a:r>
                <a:rPr lang="en-US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项</a:t>
              </a:r>
              <a:endParaRPr lang="zh-CN" alt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1400">
                  <a:sym typeface="Times New Roman" panose="02020603050405020304" pitchFamily="18" charset="0"/>
                </a:rPr>
                <a:t>m. used for itemized things</a:t>
              </a:r>
              <a:endParaRPr sz="1400">
                <a:sym typeface="Times New Roman" panose="02020603050405020304" pitchFamily="18" charset="0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  <a:endParaRPr sz="2400">
                <a:sym typeface="+mn-ea"/>
              </a:endParaRP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  <a:endParaRPr sz="2400">
                <a:sym typeface="+mn-ea"/>
              </a:endParaRP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  <a:endParaRPr sz="2400">
                <a:sym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3183890" y="735965"/>
            <a:ext cx="39001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这是一</a:t>
            </a:r>
            <a:r>
              <a:rPr lang="zh-CN" altLang="en-US" sz="2400">
                <a:solidFill>
                  <a:srgbClr val="FF0000"/>
                </a:solidFill>
              </a:rPr>
              <a:t>项</a:t>
            </a:r>
            <a:r>
              <a:rPr lang="zh-CN" altLang="en-US" sz="2400"/>
              <a:t>非常重要的任务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1" name="文本框 40"/>
          <p:cNvSpPr txBox="1"/>
          <p:nvPr/>
        </p:nvSpPr>
        <p:spPr>
          <a:xfrm>
            <a:off x="3183890" y="1475740"/>
            <a:ext cx="518477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一项工程</a:t>
            </a:r>
            <a:r>
              <a:rPr lang="en-US" altLang="zh-CN" sz="2800"/>
              <a:t> </a:t>
            </a:r>
            <a:r>
              <a:rPr lang="zh-CN" altLang="en-US" sz="2800"/>
              <a:t>一项法规</a:t>
            </a:r>
            <a:r>
              <a:rPr lang="en-US" altLang="zh-CN" sz="2800"/>
              <a:t> </a:t>
            </a:r>
            <a:r>
              <a:rPr lang="zh-CN" altLang="en-US" sz="2800"/>
              <a:t>一项约定</a:t>
            </a:r>
            <a:r>
              <a:rPr lang="en-US" altLang="zh-CN" sz="2800"/>
              <a:t> </a:t>
            </a:r>
            <a:endParaRPr lang="en-US" altLang="zh-CN" sz="2800"/>
          </a:p>
          <a:p>
            <a:r>
              <a:rPr lang="zh-CN" altLang="en-US" sz="2800"/>
              <a:t>一项承诺</a:t>
            </a:r>
            <a:r>
              <a:rPr lang="en-US" altLang="zh-CN" sz="2800"/>
              <a:t> </a:t>
            </a:r>
            <a:r>
              <a:rPr lang="zh-CN" altLang="en-US" sz="2800"/>
              <a:t>一项标准</a:t>
            </a:r>
            <a:r>
              <a:rPr lang="en-US" altLang="zh-CN" sz="2800"/>
              <a:t> </a:t>
            </a:r>
            <a:r>
              <a:rPr lang="zh-CN" altLang="en-US" sz="2800"/>
              <a:t>一项政策</a:t>
            </a:r>
            <a:r>
              <a:rPr lang="en-US" altLang="zh-CN" sz="2800"/>
              <a:t> </a:t>
            </a:r>
            <a:endParaRPr lang="en-US" altLang="zh-CN" sz="2800"/>
          </a:p>
          <a:p>
            <a:r>
              <a:rPr lang="zh-CN" altLang="en-US" sz="2800"/>
              <a:t>一项意向</a:t>
            </a:r>
            <a:r>
              <a:rPr lang="en-US" altLang="zh-CN" sz="2800"/>
              <a:t> </a:t>
            </a:r>
            <a:r>
              <a:rPr lang="zh-CN" altLang="en-US" sz="2800"/>
              <a:t>一项保证</a:t>
            </a:r>
            <a:r>
              <a:rPr lang="en-US" altLang="zh-CN" sz="2800"/>
              <a:t> </a:t>
            </a:r>
            <a:r>
              <a:rPr lang="zh-CN" altLang="en-US" sz="2800"/>
              <a:t>一项说法</a:t>
            </a:r>
            <a:endParaRPr lang="zh-CN" altLang="en-US" sz="2800"/>
          </a:p>
          <a:p>
            <a:r>
              <a:rPr lang="zh-CN" altLang="en-US" sz="2800"/>
              <a:t>一项条件</a:t>
            </a:r>
            <a:r>
              <a:rPr lang="en-US" altLang="zh-CN" sz="2800"/>
              <a:t> </a:t>
            </a:r>
            <a:r>
              <a:rPr lang="zh-CN" altLang="en-US" sz="2800"/>
              <a:t>一项要求</a:t>
            </a:r>
            <a:r>
              <a:rPr lang="en-US" altLang="zh-CN" sz="2800"/>
              <a:t> </a:t>
            </a:r>
            <a:r>
              <a:rPr lang="zh-CN" altLang="en-US" sz="2800"/>
              <a:t>一项条款</a:t>
            </a:r>
            <a:r>
              <a:rPr lang="en-US" altLang="zh-CN" sz="2800"/>
              <a:t> </a:t>
            </a:r>
            <a:endParaRPr lang="en-US" altLang="zh-CN" sz="2800"/>
          </a:p>
        </p:txBody>
      </p:sp>
      <p:sp>
        <p:nvSpPr>
          <p:cNvPr id="42" name="文本框 41"/>
          <p:cNvSpPr txBox="1"/>
          <p:nvPr/>
        </p:nvSpPr>
        <p:spPr>
          <a:xfrm>
            <a:off x="3183890" y="41922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他</a:t>
            </a:r>
            <a:r>
              <a:rPr lang="zh-CN" altLang="en-US" sz="2400">
                <a:solidFill>
                  <a:srgbClr val="FF0000"/>
                </a:solidFill>
              </a:rPr>
              <a:t>半夜</a:t>
            </a:r>
            <a:r>
              <a:rPr lang="zh-CN" altLang="en-US" sz="2400"/>
              <a:t>不睡觉</a:t>
            </a:r>
            <a:r>
              <a:rPr lang="en-US" altLang="zh-CN" sz="2400"/>
              <a:t>，</a:t>
            </a:r>
            <a:r>
              <a:rPr lang="zh-CN" altLang="en-US" sz="2400"/>
              <a:t>还在打游戏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3" name="文本框 42"/>
          <p:cNvSpPr txBox="1"/>
          <p:nvPr/>
        </p:nvSpPr>
        <p:spPr>
          <a:xfrm>
            <a:off x="3335655" y="52660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大家一般都不会在</a:t>
            </a:r>
            <a:r>
              <a:rPr lang="zh-CN" altLang="en-US" sz="2400">
                <a:solidFill>
                  <a:srgbClr val="FF0000"/>
                </a:solidFill>
              </a:rPr>
              <a:t>半夜</a:t>
            </a:r>
            <a:r>
              <a:rPr lang="zh-CN" altLang="en-US" sz="2400"/>
              <a:t>出行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4" name="文本框 43"/>
          <p:cNvSpPr txBox="1"/>
          <p:nvPr/>
        </p:nvSpPr>
        <p:spPr>
          <a:xfrm>
            <a:off x="2612390" y="3700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凌晨时分</a:t>
            </a:r>
            <a:endParaRPr lang="zh-CN" alt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sz="6000" dirty="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16" name="老皮"/>
          <p:cNvGrpSpPr/>
          <p:nvPr/>
        </p:nvGrpSpPr>
        <p:grpSpPr>
          <a:xfrm>
            <a:off x="167005" y="3587750"/>
            <a:ext cx="2581910" cy="3114040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5520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lǎopo</a:t>
              </a:r>
              <a:endParaRPr lang="en-US" altLang="zh-CN" sz="6000" dirty="0" err="1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老婆</a:t>
              </a:r>
              <a:endParaRPr lang="zh-CN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1600">
                  <a:sym typeface="Times New Roman" panose="02020603050405020304" pitchFamily="18" charset="0"/>
                </a:rPr>
                <a:t> n. wife</a:t>
              </a:r>
              <a:endParaRPr sz="1600">
                <a:sym typeface="Times New Roman" panose="02020603050405020304" pitchFamily="18" charset="0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1" name="等待"/>
          <p:cNvGrpSpPr/>
          <p:nvPr/>
        </p:nvGrpSpPr>
        <p:grpSpPr>
          <a:xfrm>
            <a:off x="165735" y="87630"/>
            <a:ext cx="2583180" cy="334200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299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360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děngdài</a:t>
              </a:r>
              <a:endParaRPr sz="36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48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等待</a:t>
              </a:r>
              <a:endParaRPr lang="zh-CN" altLang="en-US" sz="48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1200">
                  <a:sym typeface="Times New Roman" panose="02020603050405020304" pitchFamily="18" charset="0"/>
                </a:rPr>
                <a:t>v. to wait</a:t>
              </a:r>
              <a:endParaRPr sz="1200">
                <a:sym typeface="Times New Roman" panose="02020603050405020304" pitchFamily="18" charset="0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  <a:endParaRPr sz="2400">
                <a:sym typeface="+mn-ea"/>
              </a:endParaRP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  <a:endParaRPr sz="2400">
                <a:sym typeface="+mn-ea"/>
              </a:endParaRP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  <a:endParaRPr sz="2400">
                <a:sym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957195" y="47180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我在约定的时间地点</a:t>
            </a:r>
            <a:r>
              <a:rPr lang="zh-CN" altLang="en-US" sz="2400">
                <a:solidFill>
                  <a:srgbClr val="FF0000"/>
                </a:solidFill>
              </a:rPr>
              <a:t>等待</a:t>
            </a:r>
            <a:r>
              <a:rPr lang="zh-CN" altLang="en-US" sz="2400"/>
              <a:t>好友来会合。</a:t>
            </a:r>
            <a:endParaRPr lang="zh-CN" altLang="en-US" sz="2400"/>
          </a:p>
        </p:txBody>
      </p:sp>
      <p:sp>
        <p:nvSpPr>
          <p:cNvPr id="41" name="文本框 40"/>
          <p:cNvSpPr txBox="1"/>
          <p:nvPr/>
        </p:nvSpPr>
        <p:spPr>
          <a:xfrm>
            <a:off x="2880995" y="170434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zh-CN" altLang="en-US" sz="2400"/>
              <a:t>你需要</a:t>
            </a:r>
            <a:r>
              <a:rPr lang="zh-CN" altLang="en-US" sz="2400">
                <a:solidFill>
                  <a:srgbClr val="FF0000"/>
                </a:solidFill>
              </a:rPr>
              <a:t>等待</a:t>
            </a:r>
            <a:r>
              <a:rPr lang="en-US" altLang="zh-CN" sz="2400"/>
              <a:t>10</a:t>
            </a:r>
            <a:r>
              <a:rPr lang="zh-CN" altLang="en-US" sz="2400"/>
              <a:t>分钟</a:t>
            </a:r>
            <a:r>
              <a:rPr lang="en-US" altLang="zh-CN" sz="2400"/>
              <a:t>，</a:t>
            </a:r>
            <a:r>
              <a:rPr lang="zh-CN" altLang="en-US" sz="2400"/>
              <a:t>我们老板马上就来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2" name="文本框 41"/>
          <p:cNvSpPr txBox="1"/>
          <p:nvPr/>
        </p:nvSpPr>
        <p:spPr>
          <a:xfrm>
            <a:off x="3083560" y="409130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老婆</a:t>
            </a:r>
            <a:r>
              <a:rPr lang="zh-CN" altLang="en-US" sz="2000"/>
              <a:t>另一个称呼是妻子</a:t>
            </a:r>
            <a:r>
              <a:rPr lang="en-US" altLang="zh-CN" sz="2000"/>
              <a:t>。</a:t>
            </a:r>
            <a:endParaRPr lang="en-US" altLang="zh-CN" sz="2000"/>
          </a:p>
        </p:txBody>
      </p:sp>
      <p:pic>
        <p:nvPicPr>
          <p:cNvPr id="43" name="图片 42"/>
          <p:cNvPicPr/>
          <p:nvPr/>
        </p:nvPicPr>
        <p:blipFill>
          <a:blip r:embed="rId1"/>
          <a:stretch>
            <a:fillRect/>
          </a:stretch>
        </p:blipFill>
        <p:spPr>
          <a:xfrm>
            <a:off x="8079105" y="213995"/>
            <a:ext cx="3380740" cy="4159885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2880995" y="25863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他在车站</a:t>
            </a:r>
            <a:r>
              <a:rPr lang="zh-CN" altLang="en-US" sz="2400">
                <a:solidFill>
                  <a:srgbClr val="FF0000"/>
                </a:solidFill>
              </a:rPr>
              <a:t>等待</a:t>
            </a:r>
            <a:r>
              <a:rPr lang="zh-CN" altLang="en-US" sz="2000"/>
              <a:t>最后一班公交车。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sz="6000" dirty="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34" name="叙述"/>
          <p:cNvGrpSpPr/>
          <p:nvPr/>
        </p:nvGrpSpPr>
        <p:grpSpPr>
          <a:xfrm>
            <a:off x="9952990" y="1960245"/>
            <a:ext cx="2239010" cy="3342640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4636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xùshù</a:t>
              </a:r>
              <a:r>
                <a:rPr sz="36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3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叙述</a:t>
              </a:r>
              <a:endParaRPr lang="zh-CN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1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narrate</a:t>
              </a:r>
              <a:endParaRPr lang="en-US" altLang="zh-CN" sz="1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3" name="蚊子"/>
          <p:cNvGrpSpPr/>
          <p:nvPr/>
        </p:nvGrpSpPr>
        <p:grpSpPr>
          <a:xfrm>
            <a:off x="128905" y="3416935"/>
            <a:ext cx="2371090" cy="323405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5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wénzi</a:t>
              </a:r>
              <a:endParaRPr lang="en-US" altLang="zh-CN" sz="4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蚊子</a:t>
              </a:r>
              <a:endParaRPr lang="zh-CN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1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mosquito</a:t>
              </a:r>
              <a:endParaRPr lang="en-US" altLang="zh-CN" sz="1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6" name="居然"/>
          <p:cNvGrpSpPr/>
          <p:nvPr/>
        </p:nvGrpSpPr>
        <p:grpSpPr>
          <a:xfrm>
            <a:off x="88900" y="213995"/>
            <a:ext cx="2371725" cy="3096260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368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jūrán</a:t>
              </a:r>
              <a:endParaRPr lang="en-US" sz="3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4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居然</a:t>
              </a:r>
              <a:endParaRPr lang="zh-CN" sz="4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1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adv. indicating unexpectedness</a:t>
              </a:r>
              <a:endParaRPr lang="en-US" altLang="zh-CN" sz="1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  <a:endParaRPr sz="2400">
                <a:sym typeface="+mn-ea"/>
              </a:endParaRP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  <a:endParaRPr sz="2400">
                <a:sym typeface="+mn-ea"/>
              </a:endParaRP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  <a:endParaRPr sz="2400">
                <a:sym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752725" y="702310"/>
            <a:ext cx="36347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你</a:t>
            </a:r>
            <a:r>
              <a:rPr lang="zh-CN" altLang="en-US" sz="2400">
                <a:solidFill>
                  <a:srgbClr val="FF0000"/>
                </a:solidFill>
              </a:rPr>
              <a:t>居然</a:t>
            </a:r>
            <a:r>
              <a:rPr lang="zh-CN" altLang="en-US" sz="2400"/>
              <a:t>还在学校</a:t>
            </a:r>
            <a:r>
              <a:rPr lang="en-US" altLang="zh-CN" sz="2400"/>
              <a:t>，</a:t>
            </a:r>
            <a:r>
              <a:rPr lang="zh-CN" altLang="en-US" sz="2400"/>
              <a:t>我以为你早就离开了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1" name="文本框 40"/>
          <p:cNvSpPr txBox="1"/>
          <p:nvPr/>
        </p:nvSpPr>
        <p:spPr>
          <a:xfrm>
            <a:off x="2919095" y="18300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她</a:t>
            </a:r>
            <a:r>
              <a:rPr lang="zh-CN" altLang="en-US" sz="2400">
                <a:solidFill>
                  <a:srgbClr val="FF0000"/>
                </a:solidFill>
              </a:rPr>
              <a:t>居然</a:t>
            </a:r>
            <a:r>
              <a:rPr lang="zh-CN" altLang="en-US" sz="2400"/>
              <a:t>不知道成龙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2" name="文本框 41"/>
          <p:cNvSpPr txBox="1"/>
          <p:nvPr/>
        </p:nvSpPr>
        <p:spPr>
          <a:xfrm>
            <a:off x="2755265" y="40913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夏天要注意</a:t>
            </a:r>
            <a:r>
              <a:rPr lang="zh-CN" altLang="en-US" sz="2400">
                <a:solidFill>
                  <a:srgbClr val="FF0000"/>
                </a:solidFill>
              </a:rPr>
              <a:t>蚊子</a:t>
            </a:r>
            <a:r>
              <a:rPr lang="zh-CN" altLang="en-US" sz="2400"/>
              <a:t>的叮咬。</a:t>
            </a:r>
            <a:endParaRPr lang="zh-CN" altLang="en-US" sz="2400"/>
          </a:p>
        </p:txBody>
      </p:sp>
      <p:pic>
        <p:nvPicPr>
          <p:cNvPr id="43" name="图片 42"/>
          <p:cNvPicPr/>
          <p:nvPr/>
        </p:nvPicPr>
        <p:blipFill>
          <a:blip r:embed="rId1"/>
          <a:stretch>
            <a:fillRect/>
          </a:stretch>
        </p:blipFill>
        <p:spPr>
          <a:xfrm>
            <a:off x="2585720" y="4692650"/>
            <a:ext cx="3634105" cy="1837055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7517130" y="694055"/>
            <a:ext cx="44799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她对这件事情的</a:t>
            </a:r>
            <a:r>
              <a:rPr lang="zh-CN" altLang="en-US" sz="2400">
                <a:solidFill>
                  <a:srgbClr val="FF0000"/>
                </a:solidFill>
              </a:rPr>
              <a:t>叙述</a:t>
            </a:r>
            <a:r>
              <a:rPr lang="zh-CN" altLang="en-US" sz="2400"/>
              <a:t>非常完整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5" name="文本框 44"/>
          <p:cNvSpPr txBox="1"/>
          <p:nvPr/>
        </p:nvSpPr>
        <p:spPr>
          <a:xfrm>
            <a:off x="7441565" y="1376045"/>
            <a:ext cx="4694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我们要提高对事件的</a:t>
            </a:r>
            <a:r>
              <a:rPr lang="zh-CN" altLang="en-US" sz="2400">
                <a:solidFill>
                  <a:srgbClr val="FF0000"/>
                </a:solidFill>
              </a:rPr>
              <a:t>叙述</a:t>
            </a:r>
            <a:r>
              <a:rPr lang="zh-CN" altLang="en-US" sz="2400"/>
              <a:t>能力</a:t>
            </a:r>
            <a:r>
              <a:rPr lang="en-US" altLang="zh-CN" sz="2400"/>
              <a:t>。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257550"/>
            <a:chOff x="304" y="2028"/>
            <a:chExt cx="3491" cy="51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2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项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m. used for itemized things</a:t>
              </a:r>
              <a:endPara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华文细黑" panose="02010600040101010101" pitchFamily="2" charset="-122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xiàng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居然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adv. indicating unexpectedness</a:t>
              </a:r>
              <a:endParaRPr lang="zh-CN" altLang="en-US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jūrán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  <a:sym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5400" b="1" noProof="0" dirty="0">
                  <a:ln>
                    <a:noFill/>
                  </a:ln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等待</a:t>
              </a:r>
              <a:endParaRPr lang="zh-CN" sz="54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wait</a:t>
              </a:r>
              <a:endParaRPr lang="zh-CN" sz="2000" b="1" noProof="0" dirty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038725" y="863600"/>
            <a:ext cx="21951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děngdài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蚊子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mosquito</a:t>
              </a:r>
              <a:endParaRPr kumimoji="0" lang="en-US" sz="2000" i="0" u="none" strike="noStrike" kern="1200" cap="none" spc="0" normalizeH="0" baseline="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wénzi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3780790"/>
            <a:chOff x="4717" y="1909"/>
            <a:chExt cx="3511" cy="5954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37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半夜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midnight</a:t>
              </a: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bànyè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sym typeface="宋体" pitchFamily="2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老婆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wife</a:t>
              </a:r>
              <a:endParaRPr kumimoji="0" lang="en-US" sz="2000" i="0" u="none" strike="noStrike" kern="1200" cap="none" spc="0" normalizeH="0" baseline="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44690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lǎopo</a:t>
            </a:r>
            <a:endParaRPr 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473450"/>
            <a:chOff x="4717" y="1909"/>
            <a:chExt cx="3511" cy="547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32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sym typeface="+mn-ea"/>
                </a:rPr>
                <a:t>叙述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narrate</a:t>
              </a: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xùshù</a:t>
            </a:r>
            <a:endParaRPr lang="en-US" altLang="zh-CN" sz="3600" dirty="0">
              <a:latin typeface="华文细黑" panose="02010600040101010101" pitchFamily="2" charset="-122"/>
              <a:ea typeface="华文细黑" panose="02010600040101010101" pitchFamily="2" charset="-122"/>
              <a:sym typeface="宋体" pitchFamily="2" charset="-122"/>
            </a:endParaRPr>
          </a:p>
        </p:txBody>
      </p:sp>
    </p:spTree>
    <p:custDataLst>
      <p:tags r:id="rId3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2066683"/>
            <a:chOff x="7787" y="3144"/>
            <a:chExt cx="5660" cy="2299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22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居然</a:t>
              </a:r>
              <a:endParaRPr lang="zh-CN" altLang="en-US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zh-CN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副词</a:t>
              </a:r>
              <a:r>
                <a:rPr lang="en-US"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--</a:t>
              </a:r>
              <a:r>
                <a:rPr lang="zh-CN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没想到、出乎意料</a:t>
              </a:r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 ≈竟然</a:t>
              </a:r>
              <a:endParaRPr lang="zh-CN" altLang="zh-CN" sz="2000" dirty="0">
                <a:solidFill>
                  <a:srgbClr val="28282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 fontAlgn="ctr"/>
              <a:endParaRPr lang="zh-CN" altLang="zh-CN" sz="2000" b="1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1870075"/>
            <a:ext cx="8538845" cy="1091998"/>
            <a:chOff x="518" y="2814"/>
            <a:chExt cx="13447" cy="1375"/>
          </a:xfrm>
        </p:grpSpPr>
        <p:sp>
          <p:nvSpPr>
            <p:cNvPr id="62" name="圆角矩形 61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2834"/>
              <a:ext cx="13446" cy="13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这么简单的题，你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居然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也不会做？上课时都干什么去了？</a:t>
              </a:r>
              <a:endPara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2580" y="4109085"/>
            <a:ext cx="8538845" cy="1194435"/>
            <a:chOff x="508" y="3220"/>
            <a:chExt cx="13447" cy="1881"/>
          </a:xfrm>
        </p:grpSpPr>
        <p:sp>
          <p:nvSpPr>
            <p:cNvPr id="81" name="圆角矩形 80"/>
            <p:cNvSpPr/>
            <p:nvPr/>
          </p:nvSpPr>
          <p:spPr>
            <a:xfrm>
              <a:off x="508" y="3220"/>
              <a:ext cx="13447" cy="188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09" y="3365"/>
              <a:ext cx="13446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……这个女人为了不影响丈夫睡觉，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居然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放弃这次机会！</a:t>
              </a:r>
              <a:endParaRPr lang="zh-CN" altLang="en-US" sz="3200" b="1" noProof="0" dirty="0">
                <a:ln>
                  <a:noFill/>
                </a:ln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pic>
        <p:nvPicPr>
          <p:cNvPr id="2" name="图片 1" descr="听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780" y="304800"/>
            <a:ext cx="2540000" cy="15811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99945" y="372745"/>
            <a:ext cx="7992110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催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递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喊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项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爱护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抱怨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等待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她从小就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小动物。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0" marR="0" lvl="0" indent="0" algn="ctr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关于这段对话，下面哪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是正确的？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请大家耐心地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一会儿，不要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他。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6602095" y="369062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项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434205" y="536956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等待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415915" y="199072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爱护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10880" y="536956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催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  <p:bldP spid="1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99945" y="372745"/>
            <a:ext cx="7992110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催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递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喊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项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爱护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抱怨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itchFamily="2" charset="-122"/>
                </a:rPr>
                <a:t>等待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宋体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请把那本杂志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给我。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0" marR="0" lvl="0" indent="0" algn="ctr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火车快到的时候你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我一声。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不要总是</a:t>
              </a:r>
              <a:r>
                <a:rPr lang="en-US" altLang="zh-CN" sz="36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_____</a:t>
              </a:r>
              <a:r>
                <a:rPr lang="zh-CN" altLang="en-US"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别人，要想想能不能改变自己。</a:t>
              </a:r>
              <a:endParaRPr lang="zh-CN" altLang="en-US" sz="3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6325235" y="372110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喊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210560" y="536956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抱怨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041390" y="201168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itchFamily="2" charset="-122"/>
              </a:rPr>
              <a:t>递</a:t>
            </a:r>
            <a:endParaRPr lang="zh-CN" altLang="en-US" sz="44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思源黑体 CN Regular" panose="020B0500000000000000" pitchFamily="34" charset="-122"/>
              <a:sym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怎么</a:t>
            </a:r>
            <a:endParaRPr lang="zh-CN" altLang="es-ES_tradnl" sz="32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如何</a:t>
            </a:r>
            <a:endParaRPr lang="zh-CN" altLang="es-E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你的病都好了吗？现在感觉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？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8070553" y="132399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如何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耐烦</a:t>
            </a:r>
            <a:endParaRPr lang="zh-CN" altLang="es-ES_tradnl" sz="32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耐心</a:t>
            </a:r>
            <a:endParaRPr lang="zh-CN" altLang="en-U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电视里广告太多让观众感到很不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？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8567758" y="126811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耐烦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吵架</a:t>
            </a:r>
            <a:endParaRPr lang="zh-CN" altLang="es-ES_tradnl" sz="32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吵</a:t>
            </a:r>
            <a:endParaRPr lang="zh-CN" altLang="en-U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这儿太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了，我们换个地方吧。</a:t>
            </a:r>
            <a:endParaRPr lang="zh-CN" altLang="zh-CN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4442163" y="126811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吵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仍然</a:t>
            </a:r>
            <a:endParaRPr lang="zh-CN" altLang="es-ES_tradnl" sz="32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居然</a:t>
            </a:r>
            <a:endParaRPr lang="zh-CN" altLang="en-U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9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他这么年轻，没想到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是一位著名的作家。</a:t>
            </a:r>
            <a:endParaRPr lang="zh-CN" altLang="zh-CN" sz="3200" b="1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细黑" panose="02010600040101010101" pitchFamily="2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5886153" y="126811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居然</a:t>
            </a:r>
            <a:endParaRPr lang="zh-CN" altLang="es-ES_tradnl" sz="3200" b="1" dirty="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用“靠”完成下列句子或对话。</a:t>
            </a:r>
            <a:endParaRPr lang="en-US" altLang="zh-CN" sz="24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795210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1.快要到站了，你别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，不安全。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295015"/>
            <a:ext cx="5506085" cy="12725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.A：您好，请给我登机牌。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B：好的， 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？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  <a:endParaRPr kumimoji="0" lang="zh-CN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630420"/>
            <a:ext cx="7739380" cy="12725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下个星期的考试，你需要我帮忙吗？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 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 。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用“居然”完成下列句子或对话。</a:t>
            </a:r>
            <a:endParaRPr lang="en-US" altLang="zh-CN" sz="24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652589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1.我快被气死了！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295015"/>
            <a:ext cx="8147685" cy="12725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B：是啊，比赛之前我以为他肯定会赢呢。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  <a:endParaRPr kumimoji="0" lang="zh-CN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630420"/>
            <a:ext cx="7331075" cy="12725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A：你听说了吗？小王和小李离婚了！</a:t>
            </a:r>
            <a:endParaRPr lang="en-US" altLang="zh-CN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 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 。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2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3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4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5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6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7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8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9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10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1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2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3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4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5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6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7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8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9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20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1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2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3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4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5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6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7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8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9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30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1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2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3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4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5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6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7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8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9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40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1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2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3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4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5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6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7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8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9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50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1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2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3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4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5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6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7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8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9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60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1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2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3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4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5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6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7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8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9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70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1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2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3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4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5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6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7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8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9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80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1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2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3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4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5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6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7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8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9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90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1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2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3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4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5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6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7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8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9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100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1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2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3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4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5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6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7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8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9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10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1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2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3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4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5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6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7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第一课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  <a:endParaRPr lang="en-US" altLang="zh-CN" sz="28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8811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1</a:t>
            </a:r>
            <a:endParaRPr lang="en-US" altLang="zh-CN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25"/>
                  <a:ext cx="15064" cy="902"/>
                  <a:chOff x="8865" y="6525"/>
                  <a:chExt cx="15064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1</a:t>
                    </a:r>
                    <a:endParaRPr lang="en-US" altLang="zh-CN" sz="2400" dirty="0">
                      <a:solidFill>
                        <a:schemeClr val="bg1">
                          <a:lumMod val="50000"/>
                        </a:schemeClr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5133" y="6525"/>
                    <a:ext cx="8796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Details of love</a:t>
                    </a:r>
                    <a:endPara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1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爱的细节</a:t>
                  </a:r>
                  <a:endParaRPr kumimoji="0" lang="zh-CN" alt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3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9700"/>
    </mc:Choice>
    <mc:Fallback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手拿遥控器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8997950" y="3854450"/>
            <a:ext cx="3194050" cy="3003550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676910" y="946785"/>
            <a:ext cx="7586980" cy="5412105"/>
            <a:chOff x="1066" y="1491"/>
            <a:chExt cx="11948" cy="8523"/>
          </a:xfrm>
        </p:grpSpPr>
        <p:grpSp>
          <p:nvGrpSpPr>
            <p:cNvPr id="2" name="组合 1"/>
            <p:cNvGrpSpPr/>
            <p:nvPr/>
          </p:nvGrpSpPr>
          <p:grpSpPr>
            <a:xfrm>
              <a:off x="1066" y="1491"/>
              <a:ext cx="11948" cy="8523"/>
              <a:chOff x="1066" y="1491"/>
              <a:chExt cx="11948" cy="8523"/>
            </a:xfrm>
          </p:grpSpPr>
          <p:pic>
            <p:nvPicPr>
              <p:cNvPr id="3" name="图片 2" descr="电视机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66" y="1491"/>
                <a:ext cx="11948" cy="8523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5675" y="8209"/>
                <a:ext cx="2939" cy="1013"/>
              </a:xfrm>
              <a:prstGeom prst="rect">
                <a:avLst/>
              </a:prstGeom>
              <a:solidFill>
                <a:srgbClr val="FD431C"/>
              </a:solidFill>
              <a:ln>
                <a:solidFill>
                  <a:srgbClr val="FD43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4" name="图片 53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3" y="8073"/>
              <a:ext cx="1661" cy="1661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7430718" y="-493395"/>
            <a:ext cx="4806699" cy="2945130"/>
            <a:chOff x="9056" y="6028"/>
            <a:chExt cx="6741" cy="4638"/>
          </a:xfrm>
        </p:grpSpPr>
        <p:pic>
          <p:nvPicPr>
            <p:cNvPr id="11" name="图片 10" descr="0f19f38c4d898577ade8f7c1d044040e 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00000">
              <a:off x="9317" y="6028"/>
              <a:ext cx="6480" cy="463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9056" y="8213"/>
              <a:ext cx="6716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00480" eaLnBrk="1"/>
              <a:r>
                <a:rPr lang="zh-CN" altLang="en-US" sz="20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说一说：</a:t>
              </a:r>
              <a:endParaRPr lang="zh-CN" altLang="en-US" sz="2000" b="1" dirty="0">
                <a:latin typeface="华文细黑" panose="02010600040101010101" pitchFamily="2" charset="-122"/>
                <a:ea typeface="华文细黑" panose="02010600040101010101" pitchFamily="2" charset="-122"/>
                <a:cs typeface="宋体" pitchFamily="2" charset="-122"/>
                <a:sym typeface="Calibri" panose="020F0502020204030204" charset="0"/>
              </a:endParaRPr>
            </a:p>
            <a:p>
              <a:pPr algn="ctr" defTabSz="1300480" eaLnBrk="1"/>
              <a:r>
                <a:rPr lang="zh-CN" altLang="en-US" sz="20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宋体" pitchFamily="2" charset="-122"/>
                  <a:sym typeface="Calibri" panose="020F0502020204030204" charset="0"/>
                </a:rPr>
                <a:t>你认为什么样的夫妻才是“恩爱”的夫妻？</a:t>
              </a:r>
              <a:endParaRPr lang="zh-CN" altLang="en-US" sz="2000" b="1" dirty="0">
                <a:latin typeface="华文细黑" panose="02010600040101010101" pitchFamily="2" charset="-122"/>
                <a:ea typeface="华文细黑" panose="02010600040101010101" pitchFamily="2" charset="-122"/>
                <a:cs typeface="宋体" pitchFamily="2" charset="-122"/>
                <a:sym typeface="+mn-ea"/>
              </a:endParaRPr>
            </a:p>
          </p:txBody>
        </p:sp>
      </p:grpSp>
      <p:sp>
        <p:nvSpPr>
          <p:cNvPr id="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0725" name="Picture 6" descr="pasted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977390"/>
            <a:ext cx="2729865" cy="193865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30726" name="Picture 7" descr="pasted-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8105" y="1940560"/>
            <a:ext cx="2956560" cy="201295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30727" name="Picture 8" descr="pasted-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1790" y="3615690"/>
            <a:ext cx="2333625" cy="151066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2585"/>
              <a:ext cx="7429" cy="4991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sz="3600">
                  <a:solidFill>
                    <a:schemeClr val="lt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huànnànyǔgòng</a:t>
              </a:r>
              <a:r>
                <a:rPr lang="en-US" sz="9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9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患难与共</a:t>
              </a:r>
              <a:endParaRPr lang="zh-CN" altLang="en-US" sz="9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sz="2400">
                  <a:solidFill>
                    <a:schemeClr val="lt1"/>
                  </a:solidFill>
                  <a:sym typeface="Times New Roman" panose="02020603050405020304" pitchFamily="18" charset="0"/>
                </a:rPr>
                <a:t>n. to share weal and woe</a:t>
              </a:r>
              <a:endParaRPr lang="en-US" sz="96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sz="6000" dirty="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34" name="歪歪扭扭"/>
          <p:cNvGrpSpPr/>
          <p:nvPr/>
        </p:nvGrpSpPr>
        <p:grpSpPr>
          <a:xfrm>
            <a:off x="6136323" y="735965"/>
            <a:ext cx="4717415" cy="5817235"/>
            <a:chOff x="9662" y="1159"/>
            <a:chExt cx="7429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62" y="3695"/>
              <a:ext cx="7362" cy="397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wāiwāiniǔniǔ</a:t>
              </a:r>
              <a:r>
                <a:rPr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歪歪扭扭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 crooked, askew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16" name="女士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3973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nǚshì</a:t>
              </a:r>
              <a:endParaRPr lang="en-US" altLang="zh-CN" sz="8000" dirty="0" err="1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女士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 n. lady, madam</a:t>
              </a:r>
              <a:endParaRPr sz="2400">
                <a:sym typeface="+mn-ea"/>
              </a:endParaRP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戏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game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" name="评委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4554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píngwěi</a:t>
              </a:r>
              <a:endParaRPr lang="en-US" sz="54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评委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judge, member of judging panel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3" name="入围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rùwéi</a:t>
              </a:r>
              <a:endParaRPr lang="en-US" altLang="zh-CN" sz="6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入围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be shortlisted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" name="对比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duìbǐ</a:t>
              </a:r>
              <a:endParaRPr lang="en-US" sz="66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对比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compare, to contrast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1" name="电台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118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diàntái</a:t>
              </a:r>
              <a:endParaRPr sz="6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电台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 eaLnBrk="1"/>
              <a:r>
                <a:rPr sz="2400">
                  <a:sym typeface="Times New Roman" panose="02020603050405020304" pitchFamily="18" charset="0"/>
                </a:rPr>
                <a:t>n. radio station</a:t>
              </a:r>
              <a:endParaRPr sz="2400">
                <a:sym typeface="+mn-ea"/>
              </a:endParaRPr>
            </a:p>
          </p:txBody>
        </p:sp>
      </p:grpSp>
      <p:grpSp>
        <p:nvGrpSpPr>
          <p:cNvPr id="37" name="细节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460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54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xì</a:t>
              </a:r>
              <a:r>
                <a:rPr lang="en-US" sz="54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sz="54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jié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细节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n. detail</a:t>
              </a:r>
              <a:endParaRPr sz="2400">
                <a:sym typeface="+mn-ea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  <a:endParaRPr sz="2400">
                <a:sym typeface="+mn-ea"/>
              </a:endParaRP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  <a:endParaRPr sz="2400">
                <a:sym typeface="+mn-ea"/>
              </a:endParaRP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  <a:endParaRPr sz="2400">
                <a:sym typeface="+mn-ea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sz="6000" dirty="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2" name="评委"/>
          <p:cNvGrpSpPr/>
          <p:nvPr/>
        </p:nvGrpSpPr>
        <p:grpSpPr>
          <a:xfrm>
            <a:off x="238125" y="3542665"/>
            <a:ext cx="2491105" cy="313118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4949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píngwěi</a:t>
              </a:r>
              <a:endParaRPr lang="en-US" sz="3200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48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评委</a:t>
              </a:r>
              <a:endParaRPr lang="zh-CN" altLang="en-US" sz="48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12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n. judge, member of judging panel</a:t>
              </a:r>
              <a:endParaRPr lang="en-US" altLang="zh-CN" sz="12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37" name="细节"/>
          <p:cNvGrpSpPr/>
          <p:nvPr/>
        </p:nvGrpSpPr>
        <p:grpSpPr>
          <a:xfrm>
            <a:off x="238125" y="160020"/>
            <a:ext cx="2480310" cy="3210560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5617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36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xì</a:t>
              </a:r>
              <a:r>
                <a:rPr lang="en-US" sz="36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 </a:t>
              </a:r>
              <a:r>
                <a:rPr sz="3600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jié</a:t>
              </a:r>
              <a:r>
                <a:rPr lang="en-US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细节</a:t>
              </a:r>
              <a:endParaRPr lang="zh-CN" alt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1400">
                  <a:sym typeface="Times New Roman" panose="02020603050405020304" pitchFamily="18" charset="0"/>
                </a:rPr>
                <a:t>n. detail</a:t>
              </a:r>
              <a:endParaRPr sz="1400">
                <a:sym typeface="Times New Roman" panose="02020603050405020304" pitchFamily="18" charset="0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  <a:endParaRPr sz="2400">
                <a:sym typeface="+mn-ea"/>
              </a:endParaRP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  <a:endParaRPr sz="2400">
                <a:sym typeface="+mn-ea"/>
              </a:endParaRP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  <a:endParaRPr sz="2400">
                <a:sym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944495" y="5905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做任何事情都要注重</a:t>
            </a:r>
            <a:r>
              <a:rPr lang="zh-CN" altLang="en-US" sz="2400">
                <a:solidFill>
                  <a:srgbClr val="FF0000"/>
                </a:solidFill>
              </a:rPr>
              <a:t>细节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1" name="文本框 40"/>
          <p:cNvSpPr txBox="1"/>
          <p:nvPr/>
        </p:nvSpPr>
        <p:spPr>
          <a:xfrm>
            <a:off x="2944495" y="153987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她告诉了我们很多他们的恋爱</a:t>
            </a:r>
            <a:r>
              <a:rPr lang="zh-CN" altLang="en-US" sz="2400">
                <a:solidFill>
                  <a:srgbClr val="FF0000"/>
                </a:solidFill>
              </a:rPr>
              <a:t>细节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2" name="文本框 41"/>
          <p:cNvSpPr txBox="1"/>
          <p:nvPr/>
        </p:nvSpPr>
        <p:spPr>
          <a:xfrm>
            <a:off x="3058160" y="404050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评委</a:t>
            </a:r>
            <a:r>
              <a:rPr lang="zh-CN" altLang="en-US" sz="2400"/>
              <a:t>们被他们的爱情故事感动了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pic>
        <p:nvPicPr>
          <p:cNvPr id="43" name="图片 42"/>
          <p:cNvPicPr/>
          <p:nvPr/>
        </p:nvPicPr>
        <p:blipFill>
          <a:blip r:embed="rId1"/>
          <a:stretch>
            <a:fillRect/>
          </a:stretch>
        </p:blipFill>
        <p:spPr>
          <a:xfrm>
            <a:off x="7272655" y="4040505"/>
            <a:ext cx="4063365" cy="2533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sz="6000" dirty="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16" name="女士"/>
          <p:cNvGrpSpPr/>
          <p:nvPr/>
        </p:nvGrpSpPr>
        <p:grpSpPr>
          <a:xfrm>
            <a:off x="288925" y="3429000"/>
            <a:ext cx="2673985" cy="326961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5257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dirty="0" err="1">
                  <a:latin typeface="华文细黑" panose="02010600040101010101" pitchFamily="2" charset="-122"/>
                  <a:ea typeface="华文细黑" panose="02010600040101010101" pitchFamily="2" charset="-122"/>
                  <a:sym typeface="华文细黑" panose="02010600040101010101" pitchFamily="2" charset="-122"/>
                </a:rPr>
                <a:t>nǚshì</a:t>
              </a:r>
              <a:endParaRPr lang="en-US" altLang="zh-CN" sz="6000" dirty="0" err="1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女士</a:t>
              </a:r>
              <a:endParaRPr lang="zh-CN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1600">
                  <a:sym typeface="Times New Roman" panose="02020603050405020304" pitchFamily="18" charset="0"/>
                </a:rPr>
                <a:t> n. lady, madam</a:t>
              </a:r>
              <a:endParaRPr sz="1600">
                <a:sym typeface="Times New Roman" panose="02020603050405020304" pitchFamily="18" charset="0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1" name="电台"/>
          <p:cNvGrpSpPr/>
          <p:nvPr/>
        </p:nvGrpSpPr>
        <p:grpSpPr>
          <a:xfrm>
            <a:off x="238125" y="213995"/>
            <a:ext cx="2556510" cy="300926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5337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4000"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diàntái</a:t>
              </a:r>
              <a:endParaRPr sz="4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电台</a:t>
              </a:r>
              <a:endParaRPr lang="zh-CN" altLang="en-US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 eaLnBrk="1"/>
              <a:r>
                <a:rPr sz="1400">
                  <a:sym typeface="Times New Roman" panose="02020603050405020304" pitchFamily="18" charset="0"/>
                </a:rPr>
                <a:t>n. radio station</a:t>
              </a:r>
              <a:endParaRPr sz="1400">
                <a:sym typeface="Times New Roman" panose="02020603050405020304" pitchFamily="18" charset="0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  <a:endParaRPr sz="2400">
                <a:sym typeface="+mn-ea"/>
              </a:endParaRP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  <a:endParaRPr sz="2400">
                <a:sym typeface="+mn-ea"/>
              </a:endParaRP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  <a:endParaRPr sz="2400">
                <a:sym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3095625" y="73596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电台</a:t>
            </a:r>
            <a:r>
              <a:rPr lang="zh-CN" altLang="en-US" sz="2400"/>
              <a:t>正在播放我最喜欢的歌曲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pic>
        <p:nvPicPr>
          <p:cNvPr id="41" name="图片 40"/>
          <p:cNvPicPr/>
          <p:nvPr/>
        </p:nvPicPr>
        <p:blipFill>
          <a:blip r:embed="rId1"/>
          <a:stretch>
            <a:fillRect/>
          </a:stretch>
        </p:blipFill>
        <p:spPr>
          <a:xfrm>
            <a:off x="7362190" y="443230"/>
            <a:ext cx="3660775" cy="255079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2962910" y="170434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我很喜欢听广播，我很喜欢打电话给</a:t>
            </a:r>
            <a:r>
              <a:rPr lang="zh-CN" altLang="en-US" sz="2400">
                <a:solidFill>
                  <a:srgbClr val="FF0000"/>
                </a:solidFill>
              </a:rPr>
              <a:t>电台</a:t>
            </a:r>
            <a:r>
              <a:rPr lang="zh-CN" altLang="en-US" sz="2400"/>
              <a:t>去点歌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4" name="文本框 43"/>
          <p:cNvSpPr txBox="1"/>
          <p:nvPr/>
        </p:nvSpPr>
        <p:spPr>
          <a:xfrm>
            <a:off x="3298190" y="3939540"/>
            <a:ext cx="4784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餐厅门口写着</a:t>
            </a:r>
            <a:r>
              <a:rPr lang="en-US" altLang="zh-CN" sz="2400"/>
              <a:t>：</a:t>
            </a:r>
            <a:r>
              <a:rPr lang="zh-CN" altLang="en-US" sz="2400"/>
              <a:t>“</a:t>
            </a:r>
            <a:r>
              <a:rPr lang="zh-CN" altLang="en-US" sz="2400">
                <a:solidFill>
                  <a:srgbClr val="FF0000"/>
                </a:solidFill>
              </a:rPr>
              <a:t>女士</a:t>
            </a:r>
            <a:r>
              <a:rPr lang="zh-CN" altLang="en-US" sz="2400"/>
              <a:t>优先</a:t>
            </a:r>
            <a:r>
              <a:rPr lang="en-US" altLang="zh-CN" sz="2400"/>
              <a:t>。</a:t>
            </a:r>
            <a:r>
              <a:rPr lang="zh-CN" altLang="en-US" sz="2400"/>
              <a:t>”</a:t>
            </a:r>
            <a:endParaRPr lang="zh-CN" altLang="en-US" sz="2400"/>
          </a:p>
        </p:txBody>
      </p:sp>
      <p:sp>
        <p:nvSpPr>
          <p:cNvPr id="45" name="文本框 44"/>
          <p:cNvSpPr txBox="1"/>
          <p:nvPr/>
        </p:nvSpPr>
        <p:spPr>
          <a:xfrm>
            <a:off x="3436620" y="50888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这位</a:t>
            </a:r>
            <a:r>
              <a:rPr lang="zh-CN" altLang="en-US" sz="2400">
                <a:solidFill>
                  <a:srgbClr val="FF0000"/>
                </a:solidFill>
              </a:rPr>
              <a:t>女士</a:t>
            </a:r>
            <a:r>
              <a:rPr lang="zh-CN" altLang="en-US" sz="2400"/>
              <a:t>举止非常优雅</a:t>
            </a:r>
            <a:r>
              <a:rPr lang="en-US" altLang="zh-CN" sz="2400"/>
              <a:t>。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n. south, southern part</a:t>
              </a:r>
              <a:endParaRPr lang="en-US" altLang="zh-CN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习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v.  to review</a:t>
              </a:r>
              <a:endParaRPr lang="en-US" altLang="zh-CN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sz="6000" dirty="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否则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华文细黑" panose="02010600040101010101" pitchFamily="2" charset="-122"/>
                  <a:sym typeface="+mn-ea"/>
                </a:rPr>
                <a:t>conj. or, otherwise</a:t>
              </a:r>
              <a:endParaRPr lang="en-US" sz="2400" b="1" kern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34" name="歪歪扭扭"/>
          <p:cNvGrpSpPr/>
          <p:nvPr/>
        </p:nvGrpSpPr>
        <p:grpSpPr>
          <a:xfrm>
            <a:off x="9464040" y="1562100"/>
            <a:ext cx="2519680" cy="3145790"/>
            <a:chOff x="9662" y="1159"/>
            <a:chExt cx="7429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62" y="3695"/>
              <a:ext cx="7362" cy="5329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wāiwāiniǔniǔ</a:t>
              </a:r>
              <a:r>
                <a:rPr sz="2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2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4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歪歪</a:t>
              </a:r>
              <a:endParaRPr lang="zh-CN" sz="4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4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扭扭</a:t>
              </a:r>
              <a:endParaRPr lang="zh-CN" sz="4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9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adj. crooked, askew</a:t>
              </a:r>
              <a:endParaRPr lang="en-US" altLang="zh-CN" sz="9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23" name="入围"/>
          <p:cNvGrpSpPr/>
          <p:nvPr/>
        </p:nvGrpSpPr>
        <p:grpSpPr>
          <a:xfrm>
            <a:off x="153035" y="3378200"/>
            <a:ext cx="2533650" cy="339280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rùwéi</a:t>
              </a:r>
              <a:endParaRPr lang="en-US" altLang="zh-CN" sz="4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入围</a:t>
              </a:r>
              <a:endParaRPr lang="zh-CN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endParaRPr>
            </a:p>
            <a:p>
              <a:pPr algn="ctr"/>
              <a:r>
                <a:rPr lang="en-US" altLang="zh-CN" sz="1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be shortlisted</a:t>
              </a:r>
              <a:endParaRPr lang="en-US" altLang="zh-CN" sz="1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6" name="对比"/>
          <p:cNvGrpSpPr/>
          <p:nvPr/>
        </p:nvGrpSpPr>
        <p:grpSpPr>
          <a:xfrm>
            <a:off x="167640" y="60960"/>
            <a:ext cx="2520315" cy="3145790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5285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duìbǐ</a:t>
              </a:r>
              <a:endParaRPr lang="en-US" sz="4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5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对比</a:t>
              </a:r>
              <a:endParaRPr lang="zh-CN" sz="5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14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Times New Roman" panose="02020603050405020304" pitchFamily="18" charset="0"/>
                </a:rPr>
                <a:t>v. to compare, to contrast</a:t>
              </a:r>
              <a:endParaRPr lang="en-US" altLang="zh-CN" sz="14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猜</a:t>
              </a:r>
              <a:endParaRPr lang="zh-CN" alt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  <a:endParaRPr sz="2400">
                <a:sym typeface="+mn-ea"/>
              </a:endParaRP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只好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  <a:endParaRPr sz="2400">
                <a:sym typeface="+mn-ea"/>
              </a:endParaRP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endParaRPr lang="en-US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来得及</a:t>
              </a:r>
              <a:endParaRPr lang="zh-CN" sz="8000" b="1" kern="1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endParaRP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  <a:endParaRPr sz="2400">
                <a:sym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953385" y="466725"/>
            <a:ext cx="3849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不要总是拿他们的成绩进行</a:t>
            </a:r>
            <a:r>
              <a:rPr lang="zh-CN" altLang="en-US" sz="2000">
                <a:solidFill>
                  <a:srgbClr val="FF0000"/>
                </a:solidFill>
              </a:rPr>
              <a:t>对比</a:t>
            </a:r>
            <a:r>
              <a:rPr lang="en-US" altLang="zh-CN" sz="2000"/>
              <a:t>，</a:t>
            </a:r>
            <a:r>
              <a:rPr lang="zh-CN" altLang="en-US" sz="2000"/>
              <a:t>这样做会伤害到他们的</a:t>
            </a:r>
            <a:r>
              <a:rPr lang="en-US" altLang="zh-CN" sz="2000"/>
              <a:t>。</a:t>
            </a:r>
            <a:endParaRPr lang="en-US" altLang="zh-CN" sz="2000"/>
          </a:p>
        </p:txBody>
      </p:sp>
      <p:sp>
        <p:nvSpPr>
          <p:cNvPr id="41" name="文本框 40"/>
          <p:cNvSpPr txBox="1"/>
          <p:nvPr/>
        </p:nvSpPr>
        <p:spPr>
          <a:xfrm>
            <a:off x="2846070" y="424751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恭喜你的参赛作品</a:t>
            </a:r>
            <a:r>
              <a:rPr lang="zh-CN" altLang="en-US" sz="2400">
                <a:solidFill>
                  <a:srgbClr val="FF0000"/>
                </a:solidFill>
              </a:rPr>
              <a:t>入围</a:t>
            </a:r>
            <a:r>
              <a:rPr lang="zh-CN" altLang="en-US" sz="2400"/>
              <a:t>决赛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sp>
        <p:nvSpPr>
          <p:cNvPr id="42" name="文本框 41"/>
          <p:cNvSpPr txBox="1"/>
          <p:nvPr/>
        </p:nvSpPr>
        <p:spPr>
          <a:xfrm>
            <a:off x="3080385" y="1653540"/>
            <a:ext cx="3015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没有</a:t>
            </a:r>
            <a:r>
              <a:rPr lang="zh-CN" altLang="en-US">
                <a:solidFill>
                  <a:srgbClr val="FF0000"/>
                </a:solidFill>
              </a:rPr>
              <a:t>对比</a:t>
            </a:r>
            <a:r>
              <a:rPr lang="zh-CN" altLang="en-US"/>
              <a:t>就没有伤害</a:t>
            </a:r>
            <a:r>
              <a:rPr lang="en-US" altLang="zh-CN"/>
              <a:t>。</a:t>
            </a:r>
            <a:endParaRPr lang="en-US" altLang="zh-CN"/>
          </a:p>
        </p:txBody>
      </p:sp>
      <p:sp>
        <p:nvSpPr>
          <p:cNvPr id="43" name="文本框 42"/>
          <p:cNvSpPr txBox="1"/>
          <p:nvPr/>
        </p:nvSpPr>
        <p:spPr>
          <a:xfrm>
            <a:off x="2846070" y="526224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电台要选出一对最恩爱的夫妻</a:t>
            </a:r>
            <a:r>
              <a:rPr lang="en-US" altLang="zh-CN" sz="2400"/>
              <a:t>，</a:t>
            </a:r>
            <a:r>
              <a:rPr lang="zh-CN" altLang="en-US" sz="2400"/>
              <a:t>其中有三对夫妻</a:t>
            </a:r>
            <a:r>
              <a:rPr lang="zh-CN" altLang="en-US" sz="2400">
                <a:solidFill>
                  <a:srgbClr val="FF0000"/>
                </a:solidFill>
              </a:rPr>
              <a:t>入围</a:t>
            </a:r>
            <a:r>
              <a:rPr lang="en-US" altLang="zh-CN" sz="2400"/>
              <a:t>。</a:t>
            </a:r>
            <a:endParaRPr lang="en-US" altLang="zh-CN" sz="2400"/>
          </a:p>
        </p:txBody>
      </p:sp>
      <p:pic>
        <p:nvPicPr>
          <p:cNvPr id="44" name="图片 43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0" y="1490345"/>
            <a:ext cx="2729230" cy="2461895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7919720" y="521525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他写的字</a:t>
            </a:r>
            <a:r>
              <a:rPr lang="zh-CN" altLang="en-US" sz="2400">
                <a:solidFill>
                  <a:srgbClr val="FF0000"/>
                </a:solidFill>
              </a:rPr>
              <a:t>歪歪扭扭</a:t>
            </a:r>
            <a:r>
              <a:rPr lang="zh-CN" altLang="en-US" sz="2400"/>
              <a:t>的</a:t>
            </a:r>
            <a:r>
              <a:rPr lang="en-US" altLang="zh-CN" sz="2400"/>
              <a:t>，</a:t>
            </a:r>
            <a:r>
              <a:rPr lang="zh-CN" altLang="en-US" sz="2400"/>
              <a:t>大家都看不太懂</a:t>
            </a:r>
            <a:r>
              <a:rPr lang="en-US" altLang="zh-CN" sz="2400"/>
              <a:t>。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 rot="0">
            <a:off x="1736090" y="138430"/>
            <a:ext cx="2200275" cy="3194050"/>
            <a:chOff x="1486086" y="120403"/>
            <a:chExt cx="2200089" cy="3194297"/>
          </a:xfrm>
        </p:grpSpPr>
        <p:sp>
          <p:nvSpPr>
            <p:cNvPr id="44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 rot="0">
            <a:off x="8374380" y="165100"/>
            <a:ext cx="2200275" cy="3194050"/>
            <a:chOff x="1486086" y="120403"/>
            <a:chExt cx="2200089" cy="3194297"/>
          </a:xfrm>
        </p:grpSpPr>
        <p:sp>
          <p:nvSpPr>
            <p:cNvPr id="5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 rot="0">
            <a:off x="5026660" y="127635"/>
            <a:ext cx="2200275" cy="3194050"/>
            <a:chOff x="1486086" y="120403"/>
            <a:chExt cx="2200089" cy="3194297"/>
          </a:xfrm>
        </p:grpSpPr>
        <p:sp>
          <p:nvSpPr>
            <p:cNvPr id="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 rot="0">
            <a:off x="302260" y="3610610"/>
            <a:ext cx="2200275" cy="3194050"/>
            <a:chOff x="1486086" y="120403"/>
            <a:chExt cx="2200089" cy="3194297"/>
          </a:xfrm>
        </p:grpSpPr>
        <p:sp>
          <p:nvSpPr>
            <p:cNvPr id="27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 rot="0">
            <a:off x="3587115" y="3628390"/>
            <a:ext cx="2200275" cy="3194050"/>
            <a:chOff x="1486086" y="120403"/>
            <a:chExt cx="2200089" cy="3194297"/>
          </a:xfrm>
        </p:grpSpPr>
        <p:sp>
          <p:nvSpPr>
            <p:cNvPr id="1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 rot="0">
            <a:off x="6557010" y="3628390"/>
            <a:ext cx="2200275" cy="3194050"/>
            <a:chOff x="1486086" y="120403"/>
            <a:chExt cx="2200089" cy="3194297"/>
          </a:xfrm>
        </p:grpSpPr>
        <p:sp>
          <p:nvSpPr>
            <p:cNvPr id="22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 rot="0">
            <a:off x="9841865" y="3646170"/>
            <a:ext cx="2200275" cy="3194050"/>
            <a:chOff x="1486086" y="120403"/>
            <a:chExt cx="2200089" cy="3194297"/>
          </a:xfrm>
        </p:grpSpPr>
        <p:sp>
          <p:nvSpPr>
            <p:cNvPr id="33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39" name="文本框 38"/>
          <p:cNvSpPr txBox="1"/>
          <p:nvPr/>
        </p:nvSpPr>
        <p:spPr>
          <a:xfrm>
            <a:off x="1736725" y="702310"/>
            <a:ext cx="2194560" cy="1968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3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xì</a:t>
            </a:r>
            <a:r>
              <a:rPr lang="en-US" sz="3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sz="3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jié</a:t>
            </a:r>
            <a:r>
              <a:rPr lang="en-US" sz="5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 </a:t>
            </a:r>
            <a:endParaRPr lang="en-US" sz="5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altLang="en-US" sz="5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细节</a:t>
            </a:r>
            <a:endParaRPr lang="zh-CN" altLang="en-US" sz="5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sz="1400">
                <a:solidFill>
                  <a:schemeClr val="tx1"/>
                </a:solidFill>
                <a:sym typeface="Times New Roman" panose="02020603050405020304" pitchFamily="18" charset="0"/>
              </a:rPr>
              <a:t>n. detail</a:t>
            </a:r>
            <a:endParaRPr lang="zh-CN" altLang="en-US" sz="1400">
              <a:solidFill>
                <a:schemeClr val="tx1"/>
              </a:solidFill>
              <a:sym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026025" y="901065"/>
            <a:ext cx="2193925" cy="1691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3200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píngwěi</a:t>
            </a:r>
            <a:endParaRPr lang="en-US" sz="3200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sz="48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评委</a:t>
            </a:r>
            <a:endParaRPr lang="zh-CN" altLang="en-US" sz="48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en-US" altLang="zh-CN" sz="1200" b="1" kern="1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华文细黑" panose="02010600040101010101" pitchFamily="2" charset="-122"/>
                <a:sym typeface="Times New Roman" panose="02020603050405020304" pitchFamily="18" charset="0"/>
              </a:rPr>
              <a:t>n. judge, member of judging panel</a:t>
            </a:r>
            <a:endParaRPr lang="en-US" altLang="zh-CN" sz="1200" b="1" kern="10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华文细黑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345805" y="917575"/>
            <a:ext cx="222885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4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diàntái</a:t>
            </a:r>
            <a:endParaRPr sz="400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altLang="en-US" sz="5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电台</a:t>
            </a:r>
            <a:endParaRPr lang="zh-CN" altLang="en-US" sz="5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 eaLnBrk="1"/>
            <a:r>
              <a:rPr sz="1400">
                <a:solidFill>
                  <a:schemeClr val="tx1"/>
                </a:solidFill>
                <a:sym typeface="Times New Roman" panose="02020603050405020304" pitchFamily="18" charset="0"/>
              </a:rPr>
              <a:t>n. radio station</a:t>
            </a:r>
            <a:endParaRPr lang="zh-CN" altLang="en-US" sz="1400">
              <a:solidFill>
                <a:schemeClr val="tx1"/>
              </a:solidFill>
              <a:sym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02895" y="4364355"/>
            <a:ext cx="2230120" cy="1876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4000" dirty="0" err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nǚshì</a:t>
            </a:r>
            <a:endParaRPr lang="en-US" altLang="zh-CN" sz="6000" dirty="0" err="1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  <a:p>
            <a:pPr algn="ctr"/>
            <a:r>
              <a:rPr lang="zh-CN" sz="60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女士</a:t>
            </a:r>
            <a:endParaRPr lang="zh-CN" sz="60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sz="1600">
                <a:solidFill>
                  <a:schemeClr val="tx1"/>
                </a:solidFill>
                <a:sym typeface="Times New Roman" panose="02020603050405020304" pitchFamily="18" charset="0"/>
              </a:rPr>
              <a:t> n. lady, madam</a:t>
            </a:r>
            <a:endParaRPr lang="zh-CN" altLang="en-US" sz="1600">
              <a:solidFill>
                <a:schemeClr val="tx1"/>
              </a:solidFill>
              <a:sym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586480" y="4336415"/>
            <a:ext cx="219964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4400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duìbǐ</a:t>
            </a:r>
            <a:endParaRPr lang="en-US" sz="4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altLang="en-US" sz="5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对比</a:t>
            </a:r>
            <a:endParaRPr lang="zh-CN" sz="5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en-US" altLang="zh-CN" sz="1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rPr>
              <a:t>v. to compare, to contrast</a:t>
            </a:r>
            <a:endParaRPr lang="en-US" altLang="zh-CN" sz="1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557010" y="4336415"/>
            <a:ext cx="223012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4400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rùwéi</a:t>
            </a:r>
            <a:endParaRPr lang="en-US" altLang="zh-CN" sz="4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sz="5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入围</a:t>
            </a:r>
            <a:endParaRPr lang="zh-CN" sz="5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华文细黑" panose="02010600040101010101" pitchFamily="2" charset="-122"/>
            </a:endParaRPr>
          </a:p>
          <a:p>
            <a:pPr algn="ctr"/>
            <a:r>
              <a:rPr lang="en-US" altLang="zh-CN" sz="14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rPr>
              <a:t>v. to be shortlisted</a:t>
            </a:r>
            <a:endParaRPr lang="en-US" altLang="zh-CN" sz="1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842500" y="4410710"/>
            <a:ext cx="2193290" cy="1830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400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wāiwāiniǔniǔ</a:t>
            </a:r>
            <a:r>
              <a:rPr sz="2400" dirty="0">
                <a:solidFill>
                  <a:schemeClr val="tx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 </a:t>
            </a:r>
            <a:endParaRPr lang="en-US" sz="24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sz="40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歪歪</a:t>
            </a:r>
            <a:endParaRPr lang="zh-CN" sz="40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zh-CN" sz="40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+mn-ea"/>
              </a:rPr>
              <a:t>扭扭</a:t>
            </a:r>
            <a:endParaRPr lang="zh-CN" sz="40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+mn-ea"/>
            </a:endParaRPr>
          </a:p>
          <a:p>
            <a:pPr algn="ctr"/>
            <a:r>
              <a:rPr lang="en-US" altLang="zh-CN" sz="900" b="1" kern="1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Times New Roman" panose="02020603050405020304" pitchFamily="18" charset="0"/>
              </a:rPr>
              <a:t>adj. crooked, askew</a:t>
            </a:r>
            <a:endParaRPr lang="en-US" altLang="zh-CN" sz="900" b="1" kern="1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华文细黑" panose="02010600040101010101" pitchFamily="2" charset="-122"/>
              <a:sym typeface="Times New Roman" panose="02020603050405020304" pitchFamily="18" charset="0"/>
            </a:endParaRPr>
          </a:p>
        </p:txBody>
      </p:sp>
    </p:spTree>
    <p:custDataLst>
      <p:tags r:id="rId3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C:\Users\38577\Desktop\电台.jpeg电台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卡通人像" descr="D:\大敏\C盘东西\小红书\对外汉语战略搞钱计划\教学素材\图片素材\我压缩.png我压缩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116830" y="601869"/>
            <a:ext cx="1958340" cy="1958451"/>
          </a:xfrm>
          <a:custGeom>
            <a:avLst/>
            <a:gdLst>
              <a:gd name="connsiteX0" fmla="*/ 2019868 w 4039736"/>
              <a:gd name="connsiteY0" fmla="*/ 0 h 4039736"/>
              <a:gd name="connsiteX1" fmla="*/ 4039736 w 4039736"/>
              <a:gd name="connsiteY1" fmla="*/ 2019868 h 4039736"/>
              <a:gd name="connsiteX2" fmla="*/ 2019868 w 4039736"/>
              <a:gd name="connsiteY2" fmla="*/ 4039736 h 4039736"/>
              <a:gd name="connsiteX3" fmla="*/ 0 w 4039736"/>
              <a:gd name="connsiteY3" fmla="*/ 2019868 h 4039736"/>
              <a:gd name="connsiteX4" fmla="*/ 2019868 w 4039736"/>
              <a:gd name="connsiteY4" fmla="*/ 0 h 403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9736" h="4039736">
                <a:moveTo>
                  <a:pt x="2019868" y="0"/>
                </a:moveTo>
                <a:cubicBezTo>
                  <a:pt x="3135410" y="0"/>
                  <a:pt x="4039736" y="904326"/>
                  <a:pt x="4039736" y="2019868"/>
                </a:cubicBezTo>
                <a:cubicBezTo>
                  <a:pt x="4039736" y="3135410"/>
                  <a:pt x="3135410" y="4039736"/>
                  <a:pt x="2019868" y="4039736"/>
                </a:cubicBezTo>
                <a:cubicBezTo>
                  <a:pt x="904326" y="4039736"/>
                  <a:pt x="0" y="3135410"/>
                  <a:pt x="0" y="2019868"/>
                </a:cubicBezTo>
                <a:cubicBezTo>
                  <a:pt x="0" y="904326"/>
                  <a:pt x="904326" y="0"/>
                  <a:pt x="2019868" y="0"/>
                </a:cubicBezTo>
                <a:close/>
              </a:path>
            </a:pathLst>
          </a:custGeom>
          <a:ln cap="rnd">
            <a:solidFill>
              <a:srgbClr val="E2AEAB"/>
            </a:solidFill>
          </a:ln>
          <a:effectLst>
            <a:glow rad="152400">
              <a:srgbClr val="FEADBB">
                <a:alpha val="40000"/>
              </a:srgbClr>
            </a:glow>
          </a:effectLst>
        </p:spPr>
      </p:pic>
      <p:sp>
        <p:nvSpPr>
          <p:cNvPr id="14" name="文本框 13"/>
          <p:cNvSpPr txBox="1"/>
          <p:nvPr/>
        </p:nvSpPr>
        <p:spPr>
          <a:xfrm>
            <a:off x="1027430" y="2948305"/>
            <a:ext cx="11164570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电台正在举行什么活动？有几对夫妻入围？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第一对夫妻中的妻子碰到了什么问题？丈夫是怎么做的？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第二对夫妻为什么说他们关系很好？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评委们是在什么情况下见到的第三对夫妻？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妻子为什么要放弃这次机会？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第三对夫妻中的丈夫昨天晚上为什么没睡好？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pic>
        <p:nvPicPr>
          <p:cNvPr id="2" name="01-1">
            <a:hlinkClick r:id="" action="ppaction://media"/>
          </p:cNvPr>
          <p:cNvPicPr/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27430" y="2023745"/>
            <a:ext cx="996315" cy="996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9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C:\Users\38577\Desktop\电台.jpeg电台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5100" y="1208405"/>
            <a:ext cx="11882755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电台要选出一对最恩爱的夫妻。对比后，有三对夫妻入围。</a:t>
            </a:r>
            <a:endParaRPr lang="zh-CN" altLang="en-US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  <a:p>
            <a:pPr eaLnBrk="1"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评委叫第一对夫妻说说他俩是如何恩爱的。妻子说，几年前她全身瘫痪了，医生说她站起来的可能性很小。别人都觉得她的丈夫会跟她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离婚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，她也想过要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自杀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。但丈夫一直鼓励她，为她不知找了多少家医院，并且</a:t>
            </a:r>
            <a:r>
              <a:rPr lang="zh-CN" altLang="en-US" sz="2800" dirty="0">
                <a:solidFill>
                  <a:srgbClr val="C0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几年如一日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地照顾她，从不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抱怨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。在丈夫的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爱护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和努力下，她终于又站了起来。她的故事十分感人，评委们听了都很感动。</a:t>
            </a:r>
            <a:endParaRPr lang="zh-CN" altLang="en-US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  <a:p>
            <a:pPr algn="l" fontAlgn="auto">
              <a:lnSpc>
                <a:spcPct val="200000"/>
              </a:lnSpc>
            </a:pPr>
            <a:endParaRPr lang="zh-CN" altLang="en-US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279390"/>
            <a:ext cx="9341485" cy="1383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觉得“红过脸”是什么意思？</a:t>
            </a:r>
            <a:endParaRPr lang="es-ES_tradnl" sz="28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请用重点词语复述故事：离婚、自杀、抱怨、爱护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C:\Users\38577\Desktop\电台.jpeg电台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5100" y="1208405"/>
            <a:ext cx="11897995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随后进来的是第二对夫妻，他俩说，十几年的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婚姻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生活中，他们从来没为任何事</a:t>
            </a:r>
            <a:r>
              <a:rPr lang="zh-CN" altLang="en-US" sz="2800" dirty="0">
                <a:solidFill>
                  <a:srgbClr val="C0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红过脸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、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吵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过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架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，一直相亲相爱、相敬如宾。评委们听了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暗暗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点头。</a:t>
            </a:r>
            <a:endParaRPr lang="zh-CN" altLang="en-US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  <a:p>
            <a:pPr algn="l" fontAlgn="auto">
              <a:lnSpc>
                <a:spcPct val="200000"/>
              </a:lnSpc>
            </a:pPr>
            <a:endParaRPr lang="zh-CN" altLang="en-US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279390"/>
            <a:ext cx="9341485" cy="1383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觉得“红过脸”是什么意思？</a:t>
            </a:r>
            <a:endParaRPr lang="es-ES_tradnl" sz="28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请用重点词语复述故事：婚姻、吵架、暗暗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C:\Users\38577\Desktop\电台.jpeg电台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135" y="1208405"/>
            <a:ext cx="120561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轮到第三对夫妻了，却很长时间不见人。评委们等得有些</a:t>
            </a:r>
            <a:r>
              <a:rPr lang="en-US" altLang="zh-CN" sz="24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不耐烦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，就走出来</a:t>
            </a:r>
            <a:r>
              <a:rPr lang="en-US" altLang="zh-CN" sz="2400" dirty="0">
                <a:solidFill>
                  <a:srgbClr val="C0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看个究竟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。只见第三对夫妻仍然坐在门口，男人的头</a:t>
            </a:r>
            <a:r>
              <a:rPr lang="en-US" altLang="zh-CN" sz="24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靠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在女人的肩膀上，睡着了。一个评委要上前</a:t>
            </a:r>
            <a:r>
              <a:rPr lang="en-US" altLang="zh-CN" sz="24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喊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醒那个男的，女的却</a:t>
            </a:r>
            <a:r>
              <a:rPr lang="en-US" altLang="zh-CN" sz="24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伸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出手指做了个小声的动作，然后小心地从包里拿出纸笔，用左手歪歪扭扭写下了一行字递给评委，而她的右肩一直让丈夫的脑袋靠着。评委们看那纸条上面写着：别出声，他昨晚没睡好。一个评委提起笔在后面写了一句话：但是女士，我们得听你们夫妻俩的叙述啊！女人又写：那我们就不参加了。</a:t>
            </a:r>
            <a:endParaRPr lang="en-US" altLang="zh-CN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279390"/>
            <a:ext cx="9341485" cy="1383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</a:t>
            </a:r>
            <a:r>
              <a:rPr 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觉得“看个究竟”是什么意思？</a:t>
            </a:r>
            <a:endParaRPr lang="es-ES_tradnl" sz="28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请用重点词语复述故事：不耐烦、靠、喊、伸</a:t>
            </a:r>
            <a:endParaRPr lang="zh-CN" altLang="en-US" sz="2800" b="1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C:\Users\38577\Desktop\电台.jpeg电台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135" y="1208405"/>
            <a:ext cx="1205611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大家很吃惊，这个女人为了不影响丈夫睡觉，居然放弃这次机会！但评委们还是决定先不</a:t>
            </a:r>
            <a:r>
              <a:rPr lang="en-US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催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他们，而是再</a:t>
            </a:r>
            <a:r>
              <a:rPr lang="en-US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等待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一段时间。</a:t>
            </a: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过了一会儿，男人醒了。评委们问他怎么那么累。男人不好意思地笑笑说：“我家住一楼，蚊子多。昨晚半夜我被蚊子叮醒了，我怕我老婆再被</a:t>
            </a:r>
            <a:r>
              <a:rPr lang="en-US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吵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醒，所以后</a:t>
            </a:r>
            <a:r>
              <a:rPr lang="en-US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半夜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就在为她赶蚊子。</a:t>
            </a: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572125"/>
            <a:ext cx="9341485" cy="73723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请用重点词语复述故事：催、等待、半夜、吵</a:t>
            </a:r>
            <a:endParaRPr lang="zh-CN" altLang="en-US" sz="2800" b="1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C:\Users\38577\Desktop\电台.jpeg电台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  <a:endParaRPr lang="en-US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135" y="1208405"/>
            <a:ext cx="1205611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最后的结果是，电台增加了两项奖项，</a:t>
            </a:r>
            <a:r>
              <a:rPr lang="en-US" altLang="zh-CN" sz="2800" dirty="0">
                <a:solidFill>
                  <a:srgbClr val="C0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将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第一对夫妻评为“患难与共夫妻”，将第二对夫妻评为“相敬如宾夫妻”，而真正的“最恩爱夫妻”奖，却给了第三对夫妻。</a:t>
            </a: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华文细黑" panose="02010600040101010101" pitchFamily="2" charset="-122"/>
            </a:endParaRPr>
          </a:p>
          <a:p>
            <a:pPr eaLnBrk="1">
              <a:lnSpc>
                <a:spcPct val="150000"/>
              </a:lnSpc>
            </a:pPr>
            <a:endParaRPr lang="en-US" altLang="zh-CN" sz="28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279390"/>
            <a:ext cx="9341485" cy="1383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1.在这里，“将”是什么意思？</a:t>
            </a:r>
            <a:endParaRPr lang="en-US" altLang="zh-CN" sz="28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2.</a:t>
            </a: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你同意评委们的决定吗？为什么？</a:t>
            </a:r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45615" y="2966720"/>
            <a:ext cx="8555990" cy="12725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请以“理想的夫妻关系”为题写一段话。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2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尽量用上本课所学的生词，字数不少于100字。</a:t>
            </a:r>
            <a:endParaRPr lang="zh-CN" altLang="en-US" sz="3200" b="1" dirty="0">
              <a:blipFill dpi="0" rotWithShape="1">
                <a:blip r:embed="rId2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  <a:endParaRPr kumimoji="0" lang="zh-CN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22"/>
          <a:stretch>
            <a:fillRect/>
          </a:stretch>
        </p:blipFill>
        <p:spPr>
          <a:xfrm>
            <a:off x="1609394" y="2910920"/>
            <a:ext cx="8973213" cy="3724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83"/>
          <a:stretch>
            <a:fillRect/>
          </a:stretch>
        </p:blipFill>
        <p:spPr>
          <a:xfrm>
            <a:off x="1609394" y="2346186"/>
            <a:ext cx="8885546" cy="3649538"/>
          </a:xfrm>
          <a:prstGeom prst="rect">
            <a:avLst/>
          </a:prstGeom>
        </p:spPr>
      </p:pic>
      <p:pic>
        <p:nvPicPr>
          <p:cNvPr id="18" name="图片 17" descr="C:\Users\Administrator\Desktop\小红书\对外汉语战略搞钱计划\卡通头像\2.png2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63141" y="2857500"/>
            <a:ext cx="2981325" cy="2981960"/>
          </a:xfrm>
          <a:prstGeom prst="rect">
            <a:avLst/>
          </a:prstGeom>
        </p:spPr>
      </p:pic>
      <p:pic>
        <p:nvPicPr>
          <p:cNvPr id="17" name="图片 16" descr="C:\Users\Administrator\Desktop\小红书\对外汉语战略搞钱计划\卡通头像\嘟嘴.png嘟嘴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71946" y="2910205"/>
            <a:ext cx="2928620" cy="2929255"/>
          </a:xfrm>
          <a:prstGeom prst="rect">
            <a:avLst/>
          </a:prstGeom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3463663" y="1671088"/>
            <a:ext cx="51770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再见</a:t>
            </a:r>
            <a:endParaRPr lang="zh-CN" altLang="en-US" sz="96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35242" y="-635"/>
            <a:ext cx="12235180" cy="7702550"/>
            <a:chOff x="-57" y="-1"/>
            <a:chExt cx="19268" cy="12130"/>
          </a:xfrm>
        </p:grpSpPr>
        <p:sp>
          <p:nvSpPr>
            <p:cNvPr id="15" name="任意多边形: 形状 14"/>
            <p:cNvSpPr/>
            <p:nvPr/>
          </p:nvSpPr>
          <p:spPr>
            <a:xfrm>
              <a:off x="0" y="1291"/>
              <a:ext cx="19197" cy="10839"/>
            </a:xfrm>
            <a:custGeom>
              <a:avLst/>
              <a:gdLst>
                <a:gd name="connsiteX0" fmla="*/ 3583673 w 12192000"/>
                <a:gd name="connsiteY0" fmla="*/ 2333624 h 6858000"/>
                <a:gd name="connsiteX1" fmla="*/ 2468198 w 12192000"/>
                <a:gd name="connsiteY1" fmla="*/ 3429000 h 6858000"/>
                <a:gd name="connsiteX2" fmla="*/ 3583673 w 12192000"/>
                <a:gd name="connsiteY2" fmla="*/ 4524376 h 6858000"/>
                <a:gd name="connsiteX3" fmla="*/ 3583694 w 12192000"/>
                <a:gd name="connsiteY3" fmla="*/ 4524374 h 6858000"/>
                <a:gd name="connsiteX4" fmla="*/ 8608307 w 12192000"/>
                <a:gd name="connsiteY4" fmla="*/ 4524374 h 6858000"/>
                <a:gd name="connsiteX5" fmla="*/ 8608327 w 12192000"/>
                <a:gd name="connsiteY5" fmla="*/ 4524376 h 6858000"/>
                <a:gd name="connsiteX6" fmla="*/ 8608349 w 12192000"/>
                <a:gd name="connsiteY6" fmla="*/ 4524374 h 6858000"/>
                <a:gd name="connsiteX7" fmla="*/ 8728919 w 12192000"/>
                <a:gd name="connsiteY7" fmla="*/ 4524374 h 6858000"/>
                <a:gd name="connsiteX8" fmla="*/ 8728919 w 12192000"/>
                <a:gd name="connsiteY8" fmla="*/ 4512439 h 6858000"/>
                <a:gd name="connsiteX9" fmla="*/ 8833135 w 12192000"/>
                <a:gd name="connsiteY9" fmla="*/ 4502121 h 6858000"/>
                <a:gd name="connsiteX10" fmla="*/ 9723802 w 12192000"/>
                <a:gd name="connsiteY10" fmla="*/ 3429000 h 6858000"/>
                <a:gd name="connsiteX11" fmla="*/ 8833135 w 12192000"/>
                <a:gd name="connsiteY11" fmla="*/ 2355879 h 6858000"/>
                <a:gd name="connsiteX12" fmla="*/ 8728919 w 12192000"/>
                <a:gd name="connsiteY12" fmla="*/ 2345561 h 6858000"/>
                <a:gd name="connsiteX13" fmla="*/ 8728919 w 12192000"/>
                <a:gd name="connsiteY13" fmla="*/ 2333624 h 6858000"/>
                <a:gd name="connsiteX14" fmla="*/ 8608327 w 12192000"/>
                <a:gd name="connsiteY14" fmla="*/ 2333624 h 6858000"/>
                <a:gd name="connsiteX15" fmla="*/ 0 w 12192000"/>
                <a:gd name="connsiteY15" fmla="*/ 0 h 6858000"/>
                <a:gd name="connsiteX16" fmla="*/ 12192000 w 12192000"/>
                <a:gd name="connsiteY16" fmla="*/ 0 h 6858000"/>
                <a:gd name="connsiteX17" fmla="*/ 12192000 w 12192000"/>
                <a:gd name="connsiteY17" fmla="*/ 6858000 h 6858000"/>
                <a:gd name="connsiteX18" fmla="*/ 0 w 12192000"/>
                <a:gd name="connsiteY1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000" h="6858000">
                  <a:moveTo>
                    <a:pt x="3583673" y="2333624"/>
                  </a:moveTo>
                  <a:cubicBezTo>
                    <a:pt x="2967613" y="2333624"/>
                    <a:pt x="2468198" y="2824041"/>
                    <a:pt x="2468198" y="3429000"/>
                  </a:cubicBezTo>
                  <a:cubicBezTo>
                    <a:pt x="2468198" y="4033959"/>
                    <a:pt x="2967613" y="4524376"/>
                    <a:pt x="3583673" y="4524376"/>
                  </a:cubicBezTo>
                  <a:lnTo>
                    <a:pt x="3583694" y="4524374"/>
                  </a:lnTo>
                  <a:lnTo>
                    <a:pt x="8608307" y="4524374"/>
                  </a:lnTo>
                  <a:lnTo>
                    <a:pt x="8608327" y="4524376"/>
                  </a:lnTo>
                  <a:lnTo>
                    <a:pt x="8608349" y="4524374"/>
                  </a:lnTo>
                  <a:lnTo>
                    <a:pt x="8728919" y="4524374"/>
                  </a:lnTo>
                  <a:lnTo>
                    <a:pt x="8728919" y="4512439"/>
                  </a:lnTo>
                  <a:lnTo>
                    <a:pt x="8833135" y="4502121"/>
                  </a:lnTo>
                  <a:cubicBezTo>
                    <a:pt x="9341439" y="4399982"/>
                    <a:pt x="9723802" y="3958340"/>
                    <a:pt x="9723802" y="3429000"/>
                  </a:cubicBezTo>
                  <a:cubicBezTo>
                    <a:pt x="9723802" y="2899661"/>
                    <a:pt x="9341439" y="2458018"/>
                    <a:pt x="8833135" y="2355879"/>
                  </a:cubicBezTo>
                  <a:lnTo>
                    <a:pt x="8728919" y="2345561"/>
                  </a:lnTo>
                  <a:lnTo>
                    <a:pt x="8728919" y="2333624"/>
                  </a:lnTo>
                  <a:lnTo>
                    <a:pt x="8608327" y="2333624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3EC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effectLst>
                  <a:innerShdw blurRad="114300">
                    <a:prstClr val="black"/>
                  </a:innerShdw>
                </a:effectLst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57" y="-1"/>
              <a:ext cx="19268" cy="1744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464204" y="1670813"/>
            <a:ext cx="517781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再见</a:t>
            </a:r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Bye</a:t>
            </a:r>
            <a:endParaRPr lang="en-US" altLang="zh-CN" sz="800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3003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第一课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76555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Lesson1</a:t>
            </a:r>
            <a:endParaRPr lang="en-US" altLang="zh-CN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0.3806 -1.11111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/>
      <p:bldP spid="8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PA" val="v5.2.11"/>
</p:tagLst>
</file>

<file path=ppt/tags/tag64.xml><?xml version="1.0" encoding="utf-8"?>
<p:tagLst xmlns:p="http://schemas.openxmlformats.org/presentationml/2006/main">
  <p:tag name="PA" val="v5.2.11"/>
</p:tagLst>
</file>

<file path=ppt/tags/tag65.xml><?xml version="1.0" encoding="utf-8"?>
<p:tagLst xmlns:p="http://schemas.openxmlformats.org/presentationml/2006/main">
  <p:tag name="PA" val="v5.2.11"/>
</p:tagLst>
</file>

<file path=ppt/tags/tag66.xml><?xml version="1.0" encoding="utf-8"?>
<p:tagLst xmlns:p="http://schemas.openxmlformats.org/presentationml/2006/main">
  <p:tag name="PA" val="v5.2.11"/>
</p:tagLst>
</file>

<file path=ppt/tags/tag67.xml><?xml version="1.0" encoding="utf-8"?>
<p:tagLst xmlns:p="http://schemas.openxmlformats.org/presentationml/2006/main">
  <p:tag name="PA" val="v5.2.11"/>
</p:tagLst>
</file>

<file path=ppt/tags/tag68.xml><?xml version="1.0" encoding="utf-8"?>
<p:tagLst xmlns:p="http://schemas.openxmlformats.org/presentationml/2006/main">
  <p:tag name="PA" val="v5.2.11"/>
</p:tagLst>
</file>

<file path=ppt/tags/tag69.xml><?xml version="1.0" encoding="utf-8"?>
<p:tagLst xmlns:p="http://schemas.openxmlformats.org/presentationml/2006/main">
  <p:tag name="PA" val="v5.2.11"/>
</p:tagLst>
</file>

<file path=ppt/tags/tag70.xml><?xml version="1.0" encoding="utf-8"?>
<p:tagLst xmlns:p="http://schemas.openxmlformats.org/presentationml/2006/main">
  <p:tag name="PA" val="v5.2.11"/>
</p:tagLst>
</file>

<file path=ppt/tags/tag71.xml><?xml version="1.0" encoding="utf-8"?>
<p:tagLst xmlns:p="http://schemas.openxmlformats.org/presentationml/2006/main">
  <p:tag name="PA" val="v5.2.11"/>
</p:tagLst>
</file>

<file path=ppt/tags/tag72.xml><?xml version="1.0" encoding="utf-8"?>
<p:tagLst xmlns:p="http://schemas.openxmlformats.org/presentationml/2006/main">
  <p:tag name="PA" val="v5.2.11"/>
</p:tagLst>
</file>

<file path=ppt/tags/tag73.xml><?xml version="1.0" encoding="utf-8"?>
<p:tagLst xmlns:p="http://schemas.openxmlformats.org/presentationml/2006/main">
  <p:tag name="PA" val="v5.2.11"/>
</p:tagLst>
</file>

<file path=ppt/tags/tag74.xml><?xml version="1.0" encoding="utf-8"?>
<p:tagLst xmlns:p="http://schemas.openxmlformats.org/presentationml/2006/main">
  <p:tag name="PA" val="v5.2.11"/>
</p:tagLst>
</file>

<file path=ppt/tags/tag75.xml><?xml version="1.0" encoding="utf-8"?>
<p:tagLst xmlns:p="http://schemas.openxmlformats.org/presentationml/2006/main">
  <p:tag name="PA" val="v5.2.11"/>
</p:tagLst>
</file>

<file path=ppt/tags/tag76.xml><?xml version="1.0" encoding="utf-8"?>
<p:tagLst xmlns:p="http://schemas.openxmlformats.org/presentationml/2006/main">
  <p:tag name="PA" val="v5.2.11"/>
</p:tagLst>
</file>

<file path=ppt/tags/tag77.xml><?xml version="1.0" encoding="utf-8"?>
<p:tagLst xmlns:p="http://schemas.openxmlformats.org/presentationml/2006/main">
  <p:tag name="PA" val="v5.2.11"/>
</p:tagLst>
</file>

<file path=ppt/tags/tag78.xml><?xml version="1.0" encoding="utf-8"?>
<p:tagLst xmlns:p="http://schemas.openxmlformats.org/presentationml/2006/main">
  <p:tag name="PA" val="v5.2.11"/>
</p:tagLst>
</file>

<file path=ppt/tags/tag79.xml><?xml version="1.0" encoding="utf-8"?>
<p:tagLst xmlns:p="http://schemas.openxmlformats.org/presentationml/2006/main">
  <p:tag name="PA" val="v5.2.11"/>
</p:tagLst>
</file>

<file path=ppt/tags/tag80.xml><?xml version="1.0" encoding="utf-8"?>
<p:tagLst xmlns:p="http://schemas.openxmlformats.org/presentationml/2006/main">
  <p:tag name="PA" val="v5.2.11"/>
</p:tagLst>
</file>

<file path=ppt/tags/tag81.xml><?xml version="1.0" encoding="utf-8"?>
<p:tagLst xmlns:p="http://schemas.openxmlformats.org/presentationml/2006/main">
  <p:tag name="PA" val="v5.2.11"/>
</p:tagLst>
</file>

<file path=ppt/tags/tag82.xml><?xml version="1.0" encoding="utf-8"?>
<p:tagLst xmlns:p="http://schemas.openxmlformats.org/presentationml/2006/main">
  <p:tag name="PA" val="v5.2.11"/>
</p:tagLst>
</file>

<file path=ppt/tags/tag83.xml><?xml version="1.0" encoding="utf-8"?>
<p:tagLst xmlns:p="http://schemas.openxmlformats.org/presentationml/2006/main">
  <p:tag name="PA" val="v5.2.11"/>
</p:tagLst>
</file>

<file path=ppt/tags/tag84.xml><?xml version="1.0" encoding="utf-8"?>
<p:tagLst xmlns:p="http://schemas.openxmlformats.org/presentationml/2006/main">
  <p:tag name="PA" val="v5.2.11"/>
</p:tagLst>
</file>

<file path=ppt/tags/tag85.xml><?xml version="1.0" encoding="utf-8"?>
<p:tagLst xmlns:p="http://schemas.openxmlformats.org/presentationml/2006/main">
  <p:tag name="PA" val="v5.2.11"/>
</p:tagLst>
</file>

<file path=ppt/tags/tag86.xml><?xml version="1.0" encoding="utf-8"?>
<p:tagLst xmlns:p="http://schemas.openxmlformats.org/presentationml/2006/main">
  <p:tag name="PA" val="v5.2.11"/>
</p:tagLst>
</file>

<file path=ppt/tags/tag87.xml><?xml version="1.0" encoding="utf-8"?>
<p:tagLst xmlns:p="http://schemas.openxmlformats.org/presentationml/2006/main">
  <p:tag name="PA" val="v5.2.11"/>
</p:tagLst>
</file>

<file path=ppt/tags/tag88.xml><?xml version="1.0" encoding="utf-8"?>
<p:tagLst xmlns:p="http://schemas.openxmlformats.org/presentationml/2006/main">
  <p:tag name="PA" val="v5.2.11"/>
</p:tagLst>
</file>

<file path=ppt/tags/tag89.xml><?xml version="1.0" encoding="utf-8"?>
<p:tagLst xmlns:p="http://schemas.openxmlformats.org/presentationml/2006/main">
  <p:tag name="PA" val="v5.2.11"/>
</p:tagLst>
</file>

<file path=ppt/tags/tag90.xml><?xml version="1.0" encoding="utf-8"?>
<p:tagLst xmlns:p="http://schemas.openxmlformats.org/presentationml/2006/main">
  <p:tag name="PA" val="v5.2.11"/>
</p:tagLst>
</file>

<file path=ppt/tags/tag91.xml><?xml version="1.0" encoding="utf-8"?>
<p:tagLst xmlns:p="http://schemas.openxmlformats.org/presentationml/2006/main">
  <p:tag name="PA" val="v5.2.11"/>
</p:tagLst>
</file>

<file path=ppt/tags/tag92.xml><?xml version="1.0" encoding="utf-8"?>
<p:tagLst xmlns:p="http://schemas.openxmlformats.org/presentationml/2006/main">
  <p:tag name="PA" val="v5.2.11"/>
</p:tagLst>
</file>

<file path=ppt/tags/tag93.xml><?xml version="1.0" encoding="utf-8"?>
<p:tagLst xmlns:p="http://schemas.openxmlformats.org/presentationml/2006/main">
  <p:tag name="PA" val="v5.2.11"/>
</p:tagLst>
</file>

<file path=ppt/tags/tag94.xml><?xml version="1.0" encoding="utf-8"?>
<p:tagLst xmlns:p="http://schemas.openxmlformats.org/presentationml/2006/main">
  <p:tag name="PA" val="v5.2.11"/>
</p:tagLst>
</file>

<file path=ppt/tags/tag95.xml><?xml version="1.0" encoding="utf-8"?>
<p:tagLst xmlns:p="http://schemas.openxmlformats.org/presentationml/2006/main">
  <p:tag name="PA" val="v5.2.11"/>
</p:tagLst>
</file>

<file path=ppt/tags/tag96.xml><?xml version="1.0" encoding="utf-8"?>
<p:tagLst xmlns:p="http://schemas.openxmlformats.org/presentationml/2006/main">
  <p:tag name="PA" val="v5.2.11"/>
</p:tagLst>
</file>

<file path=ppt/tags/tag97.xml><?xml version="1.0" encoding="utf-8"?>
<p:tagLst xmlns:p="http://schemas.openxmlformats.org/presentationml/2006/main">
  <p:tag name="PA" val="v5.2.11"/>
</p:tagLst>
</file>

<file path=ppt/tags/tag98.xml><?xml version="1.0" encoding="utf-8"?>
<p:tagLst xmlns:p="http://schemas.openxmlformats.org/presentationml/2006/main">
  <p:tag name="PA" val="v5.2.11"/>
</p:tagLst>
</file>

<file path=ppt/tags/tag99.xml><?xml version="1.0" encoding="utf-8"?>
<p:tagLst xmlns:p="http://schemas.openxmlformats.org/presentationml/2006/main">
  <p:tag name="PA" val="v5.2.11"/>
</p:tagLst>
</file>

<file path=ppt/tags/tag100.xml><?xml version="1.0" encoding="utf-8"?>
<p:tagLst xmlns:p="http://schemas.openxmlformats.org/presentationml/2006/main">
  <p:tag name="PA" val="v5.2.11"/>
</p:tagLst>
</file>

<file path=ppt/tags/tag101.xml><?xml version="1.0" encoding="utf-8"?>
<p:tagLst xmlns:p="http://schemas.openxmlformats.org/presentationml/2006/main">
  <p:tag name="PA" val="v5.2.11"/>
</p:tagLst>
</file>

<file path=ppt/tags/tag102.xml><?xml version="1.0" encoding="utf-8"?>
<p:tagLst xmlns:p="http://schemas.openxmlformats.org/presentationml/2006/main">
  <p:tag name="PA" val="v5.2.11"/>
</p:tagLst>
</file>

<file path=ppt/tags/tag103.xml><?xml version="1.0" encoding="utf-8"?>
<p:tagLst xmlns:p="http://schemas.openxmlformats.org/presentationml/2006/main">
  <p:tag name="PA" val="v5.2.11"/>
</p:tagLst>
</file>

<file path=ppt/tags/tag104.xml><?xml version="1.0" encoding="utf-8"?>
<p:tagLst xmlns:p="http://schemas.openxmlformats.org/presentationml/2006/main">
  <p:tag name="PA" val="v5.2.11"/>
</p:tagLst>
</file>

<file path=ppt/tags/tag105.xml><?xml version="1.0" encoding="utf-8"?>
<p:tagLst xmlns:p="http://schemas.openxmlformats.org/presentationml/2006/main">
  <p:tag name="PA" val="v5.2.11"/>
</p:tagLst>
</file>

<file path=ppt/tags/tag106.xml><?xml version="1.0" encoding="utf-8"?>
<p:tagLst xmlns:p="http://schemas.openxmlformats.org/presentationml/2006/main">
  <p:tag name="PA" val="v5.2.11"/>
</p:tagLst>
</file>

<file path=ppt/tags/tag107.xml><?xml version="1.0" encoding="utf-8"?>
<p:tagLst xmlns:p="http://schemas.openxmlformats.org/presentationml/2006/main">
  <p:tag name="PA" val="v5.2.11"/>
</p:tagLst>
</file>

<file path=ppt/tags/tag108.xml><?xml version="1.0" encoding="utf-8"?>
<p:tagLst xmlns:p="http://schemas.openxmlformats.org/presentationml/2006/main">
  <p:tag name="PA" val="v5.2.11"/>
</p:tagLst>
</file>

<file path=ppt/tags/tag109.xml><?xml version="1.0" encoding="utf-8"?>
<p:tagLst xmlns:p="http://schemas.openxmlformats.org/presentationml/2006/main">
  <p:tag name="PA" val="v5.2.11"/>
</p:tagLst>
</file>

<file path=ppt/tags/tag110.xml><?xml version="1.0" encoding="utf-8"?>
<p:tagLst xmlns:p="http://schemas.openxmlformats.org/presentationml/2006/main">
  <p:tag name="PA" val="v5.2.11"/>
</p:tagLst>
</file>

<file path=ppt/tags/tag111.xml><?xml version="1.0" encoding="utf-8"?>
<p:tagLst xmlns:p="http://schemas.openxmlformats.org/presentationml/2006/main">
  <p:tag name="PA" val="v5.2.11"/>
</p:tagLst>
</file>

<file path=ppt/tags/tag112.xml><?xml version="1.0" encoding="utf-8"?>
<p:tagLst xmlns:p="http://schemas.openxmlformats.org/presentationml/2006/main">
  <p:tag name="PA" val="v5.2.11"/>
</p:tagLst>
</file>

<file path=ppt/tags/tag113.xml><?xml version="1.0" encoding="utf-8"?>
<p:tagLst xmlns:p="http://schemas.openxmlformats.org/presentationml/2006/main">
  <p:tag name="PA" val="v5.2.11"/>
</p:tagLst>
</file>

<file path=ppt/tags/tag114.xml><?xml version="1.0" encoding="utf-8"?>
<p:tagLst xmlns:p="http://schemas.openxmlformats.org/presentationml/2006/main">
  <p:tag name="PA" val="v5.2.11"/>
</p:tagLst>
</file>

<file path=ppt/tags/tag115.xml><?xml version="1.0" encoding="utf-8"?>
<p:tagLst xmlns:p="http://schemas.openxmlformats.org/presentationml/2006/main">
  <p:tag name="PA" val="v5.2.11"/>
</p:tagLst>
</file>

<file path=ppt/tags/tag116.xml><?xml version="1.0" encoding="utf-8"?>
<p:tagLst xmlns:p="http://schemas.openxmlformats.org/presentationml/2006/main">
  <p:tag name="PA" val="v5.2.11"/>
</p:tagLst>
</file>

<file path=ppt/tags/tag117.xml><?xml version="1.0" encoding="utf-8"?>
<p:tagLst xmlns:p="http://schemas.openxmlformats.org/presentationml/2006/main">
  <p:tag name="PA" val="v5.2.11"/>
</p:tagLst>
</file>

<file path=ppt/tags/tag118.xml><?xml version="1.0" encoding="utf-8"?>
<p:tagLst xmlns:p="http://schemas.openxmlformats.org/presentationml/2006/main">
  <p:tag name="PA" val="v5.2.11"/>
</p:tagLst>
</file>

<file path=ppt/tags/tag119.xml><?xml version="1.0" encoding="utf-8"?>
<p:tagLst xmlns:p="http://schemas.openxmlformats.org/presentationml/2006/main">
  <p:tag name="PA" val="v5.2.11"/>
</p:tagLst>
</file>

<file path=ppt/tags/tag120.xml><?xml version="1.0" encoding="utf-8"?>
<p:tagLst xmlns:p="http://schemas.openxmlformats.org/presentationml/2006/main">
  <p:tag name="PA" val="v5.2.11"/>
</p:tagLst>
</file>

<file path=ppt/tags/tag121.xml><?xml version="1.0" encoding="utf-8"?>
<p:tagLst xmlns:p="http://schemas.openxmlformats.org/presentationml/2006/main">
  <p:tag name="PA" val="v5.2.11"/>
</p:tagLst>
</file>

<file path=ppt/tags/tag122.xml><?xml version="1.0" encoding="utf-8"?>
<p:tagLst xmlns:p="http://schemas.openxmlformats.org/presentationml/2006/main">
  <p:tag name="PA" val="v5.2.11"/>
</p:tagLst>
</file>

<file path=ppt/tags/tag123.xml><?xml version="1.0" encoding="utf-8"?>
<p:tagLst xmlns:p="http://schemas.openxmlformats.org/presentationml/2006/main">
  <p:tag name="PA" val="v5.2.11"/>
</p:tagLst>
</file>

<file path=ppt/tags/tag124.xml><?xml version="1.0" encoding="utf-8"?>
<p:tagLst xmlns:p="http://schemas.openxmlformats.org/presentationml/2006/main">
  <p:tag name="PA" val="v5.2.11"/>
</p:tagLst>
</file>

<file path=ppt/tags/tag125.xml><?xml version="1.0" encoding="utf-8"?>
<p:tagLst xmlns:p="http://schemas.openxmlformats.org/presentationml/2006/main">
  <p:tag name="PA" val="v5.2.11"/>
</p:tagLst>
</file>

<file path=ppt/tags/tag126.xml><?xml version="1.0" encoding="utf-8"?>
<p:tagLst xmlns:p="http://schemas.openxmlformats.org/presentationml/2006/main">
  <p:tag name="PA" val="v5.2.11"/>
</p:tagLst>
</file>

<file path=ppt/tags/tag127.xml><?xml version="1.0" encoding="utf-8"?>
<p:tagLst xmlns:p="http://schemas.openxmlformats.org/presentationml/2006/main">
  <p:tag name="PA" val="v5.2.11"/>
</p:tagLst>
</file>

<file path=ppt/tags/tag128.xml><?xml version="1.0" encoding="utf-8"?>
<p:tagLst xmlns:p="http://schemas.openxmlformats.org/presentationml/2006/main">
  <p:tag name="PA" val="v5.2.11"/>
</p:tagLst>
</file>

<file path=ppt/tags/tag129.xml><?xml version="1.0" encoding="utf-8"?>
<p:tagLst xmlns:p="http://schemas.openxmlformats.org/presentationml/2006/main">
  <p:tag name="PA" val="v5.2.11"/>
</p:tagLst>
</file>

<file path=ppt/tags/tag130.xml><?xml version="1.0" encoding="utf-8"?>
<p:tagLst xmlns:p="http://schemas.openxmlformats.org/presentationml/2006/main">
  <p:tag name="PA" val="v5.2.11"/>
</p:tagLst>
</file>

<file path=ppt/tags/tag131.xml><?xml version="1.0" encoding="utf-8"?>
<p:tagLst xmlns:p="http://schemas.openxmlformats.org/presentationml/2006/main">
  <p:tag name="PA" val="v5.2.11"/>
</p:tagLst>
</file>

<file path=ppt/tags/tag132.xml><?xml version="1.0" encoding="utf-8"?>
<p:tagLst xmlns:p="http://schemas.openxmlformats.org/presentationml/2006/main">
  <p:tag name="PA" val="v5.2.11"/>
</p:tagLst>
</file>

<file path=ppt/tags/tag133.xml><?xml version="1.0" encoding="utf-8"?>
<p:tagLst xmlns:p="http://schemas.openxmlformats.org/presentationml/2006/main">
  <p:tag name="PA" val="v5.2.11"/>
</p:tagLst>
</file>

<file path=ppt/tags/tag134.xml><?xml version="1.0" encoding="utf-8"?>
<p:tagLst xmlns:p="http://schemas.openxmlformats.org/presentationml/2006/main">
  <p:tag name="PA" val="v5.2.11"/>
</p:tagLst>
</file>

<file path=ppt/tags/tag135.xml><?xml version="1.0" encoding="utf-8"?>
<p:tagLst xmlns:p="http://schemas.openxmlformats.org/presentationml/2006/main">
  <p:tag name="PA" val="v5.2.11"/>
</p:tagLst>
</file>

<file path=ppt/tags/tag136.xml><?xml version="1.0" encoding="utf-8"?>
<p:tagLst xmlns:p="http://schemas.openxmlformats.org/presentationml/2006/main">
  <p:tag name="PA" val="v5.2.11"/>
</p:tagLst>
</file>

<file path=ppt/tags/tag137.xml><?xml version="1.0" encoding="utf-8"?>
<p:tagLst xmlns:p="http://schemas.openxmlformats.org/presentationml/2006/main">
  <p:tag name="PA" val="v5.2.11"/>
</p:tagLst>
</file>

<file path=ppt/tags/tag138.xml><?xml version="1.0" encoding="utf-8"?>
<p:tagLst xmlns:p="http://schemas.openxmlformats.org/presentationml/2006/main">
  <p:tag name="PA" val="v5.2.11"/>
</p:tagLst>
</file>

<file path=ppt/tags/tag139.xml><?xml version="1.0" encoding="utf-8"?>
<p:tagLst xmlns:p="http://schemas.openxmlformats.org/presentationml/2006/main">
  <p:tag name="PA" val="v5.2.11"/>
</p:tagLst>
</file>

<file path=ppt/tags/tag140.xml><?xml version="1.0" encoding="utf-8"?>
<p:tagLst xmlns:p="http://schemas.openxmlformats.org/presentationml/2006/main">
  <p:tag name="PA" val="v5.2.11"/>
</p:tagLst>
</file>

<file path=ppt/tags/tag141.xml><?xml version="1.0" encoding="utf-8"?>
<p:tagLst xmlns:p="http://schemas.openxmlformats.org/presentationml/2006/main">
  <p:tag name="PA" val="v5.2.11"/>
</p:tagLst>
</file>

<file path=ppt/tags/tag142.xml><?xml version="1.0" encoding="utf-8"?>
<p:tagLst xmlns:p="http://schemas.openxmlformats.org/presentationml/2006/main">
  <p:tag name="PA" val="v5.2.11"/>
</p:tagLst>
</file>

<file path=ppt/tags/tag143.xml><?xml version="1.0" encoding="utf-8"?>
<p:tagLst xmlns:p="http://schemas.openxmlformats.org/presentationml/2006/main">
  <p:tag name="PA" val="v5.2.11"/>
</p:tagLst>
</file>

<file path=ppt/tags/tag144.xml><?xml version="1.0" encoding="utf-8"?>
<p:tagLst xmlns:p="http://schemas.openxmlformats.org/presentationml/2006/main">
  <p:tag name="PA" val="v5.2.11"/>
</p:tagLst>
</file>

<file path=ppt/tags/tag145.xml><?xml version="1.0" encoding="utf-8"?>
<p:tagLst xmlns:p="http://schemas.openxmlformats.org/presentationml/2006/main">
  <p:tag name="PA" val="v5.2.11"/>
</p:tagLst>
</file>

<file path=ppt/tags/tag146.xml><?xml version="1.0" encoding="utf-8"?>
<p:tagLst xmlns:p="http://schemas.openxmlformats.org/presentationml/2006/main">
  <p:tag name="PA" val="v5.2.11"/>
</p:tagLst>
</file>

<file path=ppt/tags/tag147.xml><?xml version="1.0" encoding="utf-8"?>
<p:tagLst xmlns:p="http://schemas.openxmlformats.org/presentationml/2006/main">
  <p:tag name="PA" val="v5.2.11"/>
</p:tagLst>
</file>

<file path=ppt/tags/tag148.xml><?xml version="1.0" encoding="utf-8"?>
<p:tagLst xmlns:p="http://schemas.openxmlformats.org/presentationml/2006/main">
  <p:tag name="PA" val="v5.2.11"/>
</p:tagLst>
</file>

<file path=ppt/tags/tag149.xml><?xml version="1.0" encoding="utf-8"?>
<p:tagLst xmlns:p="http://schemas.openxmlformats.org/presentationml/2006/main">
  <p:tag name="PA" val="v5.2.11"/>
</p:tagLst>
</file>

<file path=ppt/tags/tag150.xml><?xml version="1.0" encoding="utf-8"?>
<p:tagLst xmlns:p="http://schemas.openxmlformats.org/presentationml/2006/main">
  <p:tag name="PA" val="v5.2.11"/>
</p:tagLst>
</file>

<file path=ppt/tags/tag151.xml><?xml version="1.0" encoding="utf-8"?>
<p:tagLst xmlns:p="http://schemas.openxmlformats.org/presentationml/2006/main">
  <p:tag name="PA" val="v5.2.11"/>
</p:tagLst>
</file>

<file path=ppt/tags/tag152.xml><?xml version="1.0" encoding="utf-8"?>
<p:tagLst xmlns:p="http://schemas.openxmlformats.org/presentationml/2006/main">
  <p:tag name="PA" val="v5.2.11"/>
</p:tagLst>
</file>

<file path=ppt/tags/tag153.xml><?xml version="1.0" encoding="utf-8"?>
<p:tagLst xmlns:p="http://schemas.openxmlformats.org/presentationml/2006/main">
  <p:tag name="PA" val="v5.2.11"/>
</p:tagLst>
</file>

<file path=ppt/tags/tag154.xml><?xml version="1.0" encoding="utf-8"?>
<p:tagLst xmlns:p="http://schemas.openxmlformats.org/presentationml/2006/main">
  <p:tag name="PA" val="v5.2.11"/>
</p:tagLst>
</file>

<file path=ppt/tags/tag155.xml><?xml version="1.0" encoding="utf-8"?>
<p:tagLst xmlns:p="http://schemas.openxmlformats.org/presentationml/2006/main">
  <p:tag name="PA" val="v5.2.11"/>
</p:tagLst>
</file>

<file path=ppt/tags/tag156.xml><?xml version="1.0" encoding="utf-8"?>
<p:tagLst xmlns:p="http://schemas.openxmlformats.org/presentationml/2006/main">
  <p:tag name="PA" val="v5.2.11"/>
</p:tagLst>
</file>

<file path=ppt/tags/tag157.xml><?xml version="1.0" encoding="utf-8"?>
<p:tagLst xmlns:p="http://schemas.openxmlformats.org/presentationml/2006/main">
  <p:tag name="PA" val="v5.2.11"/>
</p:tagLst>
</file>

<file path=ppt/tags/tag158.xml><?xml version="1.0" encoding="utf-8"?>
<p:tagLst xmlns:p="http://schemas.openxmlformats.org/presentationml/2006/main">
  <p:tag name="PA" val="v5.2.11"/>
</p:tagLst>
</file>

<file path=ppt/tags/tag159.xml><?xml version="1.0" encoding="utf-8"?>
<p:tagLst xmlns:p="http://schemas.openxmlformats.org/presentationml/2006/main">
  <p:tag name="PA" val="v5.2.11"/>
</p:tagLst>
</file>

<file path=ppt/tags/tag160.xml><?xml version="1.0" encoding="utf-8"?>
<p:tagLst xmlns:p="http://schemas.openxmlformats.org/presentationml/2006/main">
  <p:tag name="PA" val="v5.2.11"/>
</p:tagLst>
</file>

<file path=ppt/tags/tag161.xml><?xml version="1.0" encoding="utf-8"?>
<p:tagLst xmlns:p="http://schemas.openxmlformats.org/presentationml/2006/main">
  <p:tag name="PA" val="v5.2.11"/>
</p:tagLst>
</file>

<file path=ppt/tags/tag162.xml><?xml version="1.0" encoding="utf-8"?>
<p:tagLst xmlns:p="http://schemas.openxmlformats.org/presentationml/2006/main">
  <p:tag name="PA" val="v5.2.11"/>
</p:tagLst>
</file>

<file path=ppt/tags/tag163.xml><?xml version="1.0" encoding="utf-8"?>
<p:tagLst xmlns:p="http://schemas.openxmlformats.org/presentationml/2006/main">
  <p:tag name="PA" val="v5.2.11"/>
</p:tagLst>
</file>

<file path=ppt/tags/tag164.xml><?xml version="1.0" encoding="utf-8"?>
<p:tagLst xmlns:p="http://schemas.openxmlformats.org/presentationml/2006/main">
  <p:tag name="PA" val="v5.2.11"/>
</p:tagLst>
</file>

<file path=ppt/tags/tag165.xml><?xml version="1.0" encoding="utf-8"?>
<p:tagLst xmlns:p="http://schemas.openxmlformats.org/presentationml/2006/main">
  <p:tag name="PA" val="v5.2.11"/>
</p:tagLst>
</file>

<file path=ppt/tags/tag166.xml><?xml version="1.0" encoding="utf-8"?>
<p:tagLst xmlns:p="http://schemas.openxmlformats.org/presentationml/2006/main">
  <p:tag name="PA" val="v5.2.11"/>
</p:tagLst>
</file>

<file path=ppt/tags/tag167.xml><?xml version="1.0" encoding="utf-8"?>
<p:tagLst xmlns:p="http://schemas.openxmlformats.org/presentationml/2006/main">
  <p:tag name="PA" val="v5.2.11"/>
</p:tagLst>
</file>

<file path=ppt/tags/tag168.xml><?xml version="1.0" encoding="utf-8"?>
<p:tagLst xmlns:p="http://schemas.openxmlformats.org/presentationml/2006/main">
  <p:tag name="PA" val="v5.2.11"/>
</p:tagLst>
</file>

<file path=ppt/tags/tag169.xml><?xml version="1.0" encoding="utf-8"?>
<p:tagLst xmlns:p="http://schemas.openxmlformats.org/presentationml/2006/main">
  <p:tag name="PA" val="v5.2.11"/>
</p:tagLst>
</file>

<file path=ppt/tags/tag170.xml><?xml version="1.0" encoding="utf-8"?>
<p:tagLst xmlns:p="http://schemas.openxmlformats.org/presentationml/2006/main">
  <p:tag name="PA" val="v5.2.11"/>
</p:tagLst>
</file>

<file path=ppt/tags/tag171.xml><?xml version="1.0" encoding="utf-8"?>
<p:tagLst xmlns:p="http://schemas.openxmlformats.org/presentationml/2006/main">
  <p:tag name="PA" val="v5.2.11"/>
</p:tagLst>
</file>

<file path=ppt/tags/tag172.xml><?xml version="1.0" encoding="utf-8"?>
<p:tagLst xmlns:p="http://schemas.openxmlformats.org/presentationml/2006/main">
  <p:tag name="PA" val="v5.2.11"/>
</p:tagLst>
</file>

<file path=ppt/tags/tag173.xml><?xml version="1.0" encoding="utf-8"?>
<p:tagLst xmlns:p="http://schemas.openxmlformats.org/presentationml/2006/main">
  <p:tag name="PA" val="v5.2.11"/>
</p:tagLst>
</file>

<file path=ppt/tags/tag174.xml><?xml version="1.0" encoding="utf-8"?>
<p:tagLst xmlns:p="http://schemas.openxmlformats.org/presentationml/2006/main">
  <p:tag name="PA" val="v5.2.11"/>
</p:tagLst>
</file>

<file path=ppt/tags/tag175.xml><?xml version="1.0" encoding="utf-8"?>
<p:tagLst xmlns:p="http://schemas.openxmlformats.org/presentationml/2006/main">
  <p:tag name="PA" val="v5.2.11"/>
</p:tagLst>
</file>

<file path=ppt/tags/tag176.xml><?xml version="1.0" encoding="utf-8"?>
<p:tagLst xmlns:p="http://schemas.openxmlformats.org/presentationml/2006/main">
  <p:tag name="PA" val="v5.2.11"/>
</p:tagLst>
</file>

<file path=ppt/tags/tag177.xml><?xml version="1.0" encoding="utf-8"?>
<p:tagLst xmlns:p="http://schemas.openxmlformats.org/presentationml/2006/main">
  <p:tag name="PA" val="v5.2.11"/>
</p:tagLst>
</file>

<file path=ppt/tags/tag178.xml><?xml version="1.0" encoding="utf-8"?>
<p:tagLst xmlns:p="http://schemas.openxmlformats.org/presentationml/2006/main">
  <p:tag name="PA" val="v5.2.11"/>
</p:tagLst>
</file>

<file path=ppt/tags/tag17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0.xml><?xml version="1.0" encoding="utf-8"?>
<p:tagLst xmlns:p="http://schemas.openxmlformats.org/presentationml/2006/main">
  <p:tag name="KSO_WM_UNIT_PLACING_PICTURE_USER_VIEWPORT" val="{&quot;height&quot;:10787,&quot;width&quot;:12518}"/>
</p:tagLst>
</file>

<file path=ppt/tags/tag181.xml><?xml version="1.0" encoding="utf-8"?>
<p:tagLst xmlns:p="http://schemas.openxmlformats.org/presentationml/2006/main">
  <p:tag name="KSO_WM_UNIT_PLACING_PICTURE_USER_VIEWPORT" val="{&quot;height&quot;:9973,&quot;width&quot;:6904}"/>
</p:tagLst>
</file>

<file path=ppt/tags/tag182.xml><?xml version="1.0" encoding="utf-8"?>
<p:tagLst xmlns:p="http://schemas.openxmlformats.org/presentationml/2006/main">
  <p:tag name="KSO_WM_UNIT_PLACING_PICTURE_USER_VIEWPORT" val="{&quot;height&quot;:5666,&quot;width&quot;:7253}"/>
</p:tagLst>
</file>

<file path=ppt/tags/tag183.xml><?xml version="1.0" encoding="utf-8"?>
<p:tagLst xmlns:p="http://schemas.openxmlformats.org/presentationml/2006/main">
  <p:tag name="KSO_WM_UNIT_PLACING_PICTURE_USER_VIEWPORT" val="{&quot;height&quot;:10787,&quot;width&quot;:12518}"/>
</p:tagLst>
</file>

<file path=ppt/tags/tag184.xml><?xml version="1.0" encoding="utf-8"?>
<p:tagLst xmlns:p="http://schemas.openxmlformats.org/presentationml/2006/main">
  <p:tag name="KSO_WM_UNIT_PLACING_PICTURE_USER_VIEWPORT" val="{&quot;height&quot;:9973,&quot;width&quot;:6904}"/>
</p:tagLst>
</file>

<file path=ppt/tags/tag185.xml><?xml version="1.0" encoding="utf-8"?>
<p:tagLst xmlns:p="http://schemas.openxmlformats.org/presentationml/2006/main">
  <p:tag name="KSO_WM_UNIT_PLACING_PICTURE_USER_VIEWPORT" val="{&quot;height&quot;:5666,&quot;width&quot;:7253}"/>
</p:tagLst>
</file>

<file path=ppt/tags/tag18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7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0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2.xml><?xml version="1.0" encoding="utf-8"?>
<p:tagLst xmlns:p="http://schemas.openxmlformats.org/presentationml/2006/main">
  <p:tag name="PA" val="v5.2.11"/>
</p:tagLst>
</file>

<file path=ppt/tags/tag193.xml><?xml version="1.0" encoding="utf-8"?>
<p:tagLst xmlns:p="http://schemas.openxmlformats.org/presentationml/2006/main">
  <p:tag name="PA" val="v5.2.11"/>
</p:tagLst>
</file>

<file path=ppt/tags/tag194.xml><?xml version="1.0" encoding="utf-8"?>
<p:tagLst xmlns:p="http://schemas.openxmlformats.org/presentationml/2006/main">
  <p:tag name="PA" val="v5.2.11"/>
</p:tagLst>
</file>

<file path=ppt/tags/tag195.xml><?xml version="1.0" encoding="utf-8"?>
<p:tagLst xmlns:p="http://schemas.openxmlformats.org/presentationml/2006/main">
  <p:tag name="PA" val="v5.2.11"/>
</p:tagLst>
</file>

<file path=ppt/tags/tag196.xml><?xml version="1.0" encoding="utf-8"?>
<p:tagLst xmlns:p="http://schemas.openxmlformats.org/presentationml/2006/main">
  <p:tag name="PA" val="v5.2.11"/>
</p:tagLst>
</file>

<file path=ppt/tags/tag197.xml><?xml version="1.0" encoding="utf-8"?>
<p:tagLst xmlns:p="http://schemas.openxmlformats.org/presentationml/2006/main">
  <p:tag name="PA" val="v5.2.11"/>
</p:tagLst>
</file>

<file path=ppt/tags/tag198.xml><?xml version="1.0" encoding="utf-8"?>
<p:tagLst xmlns:p="http://schemas.openxmlformats.org/presentationml/2006/main">
  <p:tag name="PA" val="v5.2.11"/>
</p:tagLst>
</file>

<file path=ppt/tags/tag199.xml><?xml version="1.0" encoding="utf-8"?>
<p:tagLst xmlns:p="http://schemas.openxmlformats.org/presentationml/2006/main">
  <p:tag name="PA" val="v5.2.11"/>
</p:tagLst>
</file>

<file path=ppt/tags/tag200.xml><?xml version="1.0" encoding="utf-8"?>
<p:tagLst xmlns:p="http://schemas.openxmlformats.org/presentationml/2006/main">
  <p:tag name="PA" val="v5.2.11"/>
</p:tagLst>
</file>

<file path=ppt/tags/tag201.xml><?xml version="1.0" encoding="utf-8"?>
<p:tagLst xmlns:p="http://schemas.openxmlformats.org/presentationml/2006/main">
  <p:tag name="PA" val="v5.2.11"/>
</p:tagLst>
</file>

<file path=ppt/tags/tag202.xml><?xml version="1.0" encoding="utf-8"?>
<p:tagLst xmlns:p="http://schemas.openxmlformats.org/presentationml/2006/main">
  <p:tag name="PA" val="v5.2.11"/>
</p:tagLst>
</file>

<file path=ppt/tags/tag203.xml><?xml version="1.0" encoding="utf-8"?>
<p:tagLst xmlns:p="http://schemas.openxmlformats.org/presentationml/2006/main">
  <p:tag name="PA" val="v5.2.11"/>
</p:tagLst>
</file>

<file path=ppt/tags/tag204.xml><?xml version="1.0" encoding="utf-8"?>
<p:tagLst xmlns:p="http://schemas.openxmlformats.org/presentationml/2006/main">
  <p:tag name="PA" val="v5.2.11"/>
</p:tagLst>
</file>

<file path=ppt/tags/tag205.xml><?xml version="1.0" encoding="utf-8"?>
<p:tagLst xmlns:p="http://schemas.openxmlformats.org/presentationml/2006/main">
  <p:tag name="PA" val="v5.2.11"/>
</p:tagLst>
</file>

<file path=ppt/tags/tag206.xml><?xml version="1.0" encoding="utf-8"?>
<p:tagLst xmlns:p="http://schemas.openxmlformats.org/presentationml/2006/main">
  <p:tag name="PA" val="v5.2.11"/>
</p:tagLst>
</file>

<file path=ppt/tags/tag207.xml><?xml version="1.0" encoding="utf-8"?>
<p:tagLst xmlns:p="http://schemas.openxmlformats.org/presentationml/2006/main">
  <p:tag name="PA" val="v5.2.11"/>
</p:tagLst>
</file>

<file path=ppt/tags/tag208.xml><?xml version="1.0" encoding="utf-8"?>
<p:tagLst xmlns:p="http://schemas.openxmlformats.org/presentationml/2006/main">
  <p:tag name="PA" val="v5.2.11"/>
</p:tagLst>
</file>

<file path=ppt/tags/tag209.xml><?xml version="1.0" encoding="utf-8"?>
<p:tagLst xmlns:p="http://schemas.openxmlformats.org/presentationml/2006/main">
  <p:tag name="PA" val="v5.2.11"/>
</p:tagLst>
</file>

<file path=ppt/tags/tag210.xml><?xml version="1.0" encoding="utf-8"?>
<p:tagLst xmlns:p="http://schemas.openxmlformats.org/presentationml/2006/main">
  <p:tag name="PA" val="v5.2.11"/>
</p:tagLst>
</file>

<file path=ppt/tags/tag211.xml><?xml version="1.0" encoding="utf-8"?>
<p:tagLst xmlns:p="http://schemas.openxmlformats.org/presentationml/2006/main">
  <p:tag name="PA" val="v5.2.11"/>
</p:tagLst>
</file>

<file path=ppt/tags/tag212.xml><?xml version="1.0" encoding="utf-8"?>
<p:tagLst xmlns:p="http://schemas.openxmlformats.org/presentationml/2006/main">
  <p:tag name="PA" val="v5.2.11"/>
</p:tagLst>
</file>

<file path=ppt/tags/tag213.xml><?xml version="1.0" encoding="utf-8"?>
<p:tagLst xmlns:p="http://schemas.openxmlformats.org/presentationml/2006/main">
  <p:tag name="PA" val="v5.2.11"/>
</p:tagLst>
</file>

<file path=ppt/tags/tag214.xml><?xml version="1.0" encoding="utf-8"?>
<p:tagLst xmlns:p="http://schemas.openxmlformats.org/presentationml/2006/main">
  <p:tag name="PA" val="v5.2.11"/>
</p:tagLst>
</file>

<file path=ppt/tags/tag215.xml><?xml version="1.0" encoding="utf-8"?>
<p:tagLst xmlns:p="http://schemas.openxmlformats.org/presentationml/2006/main">
  <p:tag name="PA" val="v5.2.11"/>
</p:tagLst>
</file>

<file path=ppt/tags/tag216.xml><?xml version="1.0" encoding="utf-8"?>
<p:tagLst xmlns:p="http://schemas.openxmlformats.org/presentationml/2006/main">
  <p:tag name="PA" val="v5.2.11"/>
</p:tagLst>
</file>

<file path=ppt/tags/tag217.xml><?xml version="1.0" encoding="utf-8"?>
<p:tagLst xmlns:p="http://schemas.openxmlformats.org/presentationml/2006/main">
  <p:tag name="PA" val="v5.2.11"/>
</p:tagLst>
</file>

<file path=ppt/tags/tag218.xml><?xml version="1.0" encoding="utf-8"?>
<p:tagLst xmlns:p="http://schemas.openxmlformats.org/presentationml/2006/main">
  <p:tag name="PA" val="v5.2.11"/>
</p:tagLst>
</file>

<file path=ppt/tags/tag219.xml><?xml version="1.0" encoding="utf-8"?>
<p:tagLst xmlns:p="http://schemas.openxmlformats.org/presentationml/2006/main">
  <p:tag name="PA" val="v5.2.11"/>
</p:tagLst>
</file>

<file path=ppt/tags/tag220.xml><?xml version="1.0" encoding="utf-8"?>
<p:tagLst xmlns:p="http://schemas.openxmlformats.org/presentationml/2006/main">
  <p:tag name="PA" val="v5.2.11"/>
</p:tagLst>
</file>

<file path=ppt/tags/tag221.xml><?xml version="1.0" encoding="utf-8"?>
<p:tagLst xmlns:p="http://schemas.openxmlformats.org/presentationml/2006/main">
  <p:tag name="PA" val="v5.2.11"/>
</p:tagLst>
</file>

<file path=ppt/tags/tag222.xml><?xml version="1.0" encoding="utf-8"?>
<p:tagLst xmlns:p="http://schemas.openxmlformats.org/presentationml/2006/main">
  <p:tag name="PA" val="v5.2.11"/>
</p:tagLst>
</file>

<file path=ppt/tags/tag223.xml><?xml version="1.0" encoding="utf-8"?>
<p:tagLst xmlns:p="http://schemas.openxmlformats.org/presentationml/2006/main">
  <p:tag name="PA" val="v5.2.11"/>
</p:tagLst>
</file>

<file path=ppt/tags/tag224.xml><?xml version="1.0" encoding="utf-8"?>
<p:tagLst xmlns:p="http://schemas.openxmlformats.org/presentationml/2006/main">
  <p:tag name="PA" val="v5.2.11"/>
</p:tagLst>
</file>

<file path=ppt/tags/tag225.xml><?xml version="1.0" encoding="utf-8"?>
<p:tagLst xmlns:p="http://schemas.openxmlformats.org/presentationml/2006/main">
  <p:tag name="PA" val="v5.2.11"/>
</p:tagLst>
</file>

<file path=ppt/tags/tag226.xml><?xml version="1.0" encoding="utf-8"?>
<p:tagLst xmlns:p="http://schemas.openxmlformats.org/presentationml/2006/main">
  <p:tag name="PA" val="v5.2.11"/>
</p:tagLst>
</file>

<file path=ppt/tags/tag227.xml><?xml version="1.0" encoding="utf-8"?>
<p:tagLst xmlns:p="http://schemas.openxmlformats.org/presentationml/2006/main">
  <p:tag name="PA" val="v5.2.11"/>
</p:tagLst>
</file>

<file path=ppt/tags/tag228.xml><?xml version="1.0" encoding="utf-8"?>
<p:tagLst xmlns:p="http://schemas.openxmlformats.org/presentationml/2006/main">
  <p:tag name="PA" val="v5.2.11"/>
</p:tagLst>
</file>

<file path=ppt/tags/tag229.xml><?xml version="1.0" encoding="utf-8"?>
<p:tagLst xmlns:p="http://schemas.openxmlformats.org/presentationml/2006/main">
  <p:tag name="PA" val="v5.2.11"/>
</p:tagLst>
</file>

<file path=ppt/tags/tag230.xml><?xml version="1.0" encoding="utf-8"?>
<p:tagLst xmlns:p="http://schemas.openxmlformats.org/presentationml/2006/main">
  <p:tag name="PA" val="v5.2.11"/>
</p:tagLst>
</file>

<file path=ppt/tags/tag231.xml><?xml version="1.0" encoding="utf-8"?>
<p:tagLst xmlns:p="http://schemas.openxmlformats.org/presentationml/2006/main">
  <p:tag name="PA" val="v5.2.11"/>
</p:tagLst>
</file>

<file path=ppt/tags/tag232.xml><?xml version="1.0" encoding="utf-8"?>
<p:tagLst xmlns:p="http://schemas.openxmlformats.org/presentationml/2006/main">
  <p:tag name="PA" val="v5.2.11"/>
</p:tagLst>
</file>

<file path=ppt/tags/tag233.xml><?xml version="1.0" encoding="utf-8"?>
<p:tagLst xmlns:p="http://schemas.openxmlformats.org/presentationml/2006/main">
  <p:tag name="PA" val="v5.2.11"/>
</p:tagLst>
</file>

<file path=ppt/tags/tag234.xml><?xml version="1.0" encoding="utf-8"?>
<p:tagLst xmlns:p="http://schemas.openxmlformats.org/presentationml/2006/main">
  <p:tag name="PA" val="v5.2.11"/>
</p:tagLst>
</file>

<file path=ppt/tags/tag235.xml><?xml version="1.0" encoding="utf-8"?>
<p:tagLst xmlns:p="http://schemas.openxmlformats.org/presentationml/2006/main">
  <p:tag name="PA" val="v5.2.11"/>
</p:tagLst>
</file>

<file path=ppt/tags/tag236.xml><?xml version="1.0" encoding="utf-8"?>
<p:tagLst xmlns:p="http://schemas.openxmlformats.org/presentationml/2006/main">
  <p:tag name="PA" val="v5.2.11"/>
</p:tagLst>
</file>

<file path=ppt/tags/tag237.xml><?xml version="1.0" encoding="utf-8"?>
<p:tagLst xmlns:p="http://schemas.openxmlformats.org/presentationml/2006/main">
  <p:tag name="PA" val="v5.2.11"/>
</p:tagLst>
</file>

<file path=ppt/tags/tag238.xml><?xml version="1.0" encoding="utf-8"?>
<p:tagLst xmlns:p="http://schemas.openxmlformats.org/presentationml/2006/main">
  <p:tag name="PA" val="v5.2.11"/>
</p:tagLst>
</file>

<file path=ppt/tags/tag239.xml><?xml version="1.0" encoding="utf-8"?>
<p:tagLst xmlns:p="http://schemas.openxmlformats.org/presentationml/2006/main">
  <p:tag name="PA" val="v5.2.11"/>
</p:tagLst>
</file>

<file path=ppt/tags/tag240.xml><?xml version="1.0" encoding="utf-8"?>
<p:tagLst xmlns:p="http://schemas.openxmlformats.org/presentationml/2006/main">
  <p:tag name="PA" val="v5.2.11"/>
</p:tagLst>
</file>

<file path=ppt/tags/tag241.xml><?xml version="1.0" encoding="utf-8"?>
<p:tagLst xmlns:p="http://schemas.openxmlformats.org/presentationml/2006/main">
  <p:tag name="PA" val="v5.2.11"/>
</p:tagLst>
</file>

<file path=ppt/tags/tag242.xml><?xml version="1.0" encoding="utf-8"?>
<p:tagLst xmlns:p="http://schemas.openxmlformats.org/presentationml/2006/main">
  <p:tag name="PA" val="v5.2.11"/>
</p:tagLst>
</file>

<file path=ppt/tags/tag243.xml><?xml version="1.0" encoding="utf-8"?>
<p:tagLst xmlns:p="http://schemas.openxmlformats.org/presentationml/2006/main">
  <p:tag name="PA" val="v5.2.11"/>
</p:tagLst>
</file>

<file path=ppt/tags/tag244.xml><?xml version="1.0" encoding="utf-8"?>
<p:tagLst xmlns:p="http://schemas.openxmlformats.org/presentationml/2006/main">
  <p:tag name="PA" val="v5.2.11"/>
</p:tagLst>
</file>

<file path=ppt/tags/tag245.xml><?xml version="1.0" encoding="utf-8"?>
<p:tagLst xmlns:p="http://schemas.openxmlformats.org/presentationml/2006/main">
  <p:tag name="PA" val="v5.2.11"/>
</p:tagLst>
</file>

<file path=ppt/tags/tag246.xml><?xml version="1.0" encoding="utf-8"?>
<p:tagLst xmlns:p="http://schemas.openxmlformats.org/presentationml/2006/main">
  <p:tag name="PA" val="v5.2.11"/>
</p:tagLst>
</file>

<file path=ppt/tags/tag247.xml><?xml version="1.0" encoding="utf-8"?>
<p:tagLst xmlns:p="http://schemas.openxmlformats.org/presentationml/2006/main">
  <p:tag name="PA" val="v5.2.11"/>
</p:tagLst>
</file>

<file path=ppt/tags/tag248.xml><?xml version="1.0" encoding="utf-8"?>
<p:tagLst xmlns:p="http://schemas.openxmlformats.org/presentationml/2006/main">
  <p:tag name="PA" val="v5.2.11"/>
</p:tagLst>
</file>

<file path=ppt/tags/tag249.xml><?xml version="1.0" encoding="utf-8"?>
<p:tagLst xmlns:p="http://schemas.openxmlformats.org/presentationml/2006/main">
  <p:tag name="PA" val="v5.2.11"/>
</p:tagLst>
</file>

<file path=ppt/tags/tag250.xml><?xml version="1.0" encoding="utf-8"?>
<p:tagLst xmlns:p="http://schemas.openxmlformats.org/presentationml/2006/main">
  <p:tag name="PA" val="v5.2.11"/>
</p:tagLst>
</file>

<file path=ppt/tags/tag251.xml><?xml version="1.0" encoding="utf-8"?>
<p:tagLst xmlns:p="http://schemas.openxmlformats.org/presentationml/2006/main">
  <p:tag name="PA" val="v5.2.11"/>
</p:tagLst>
</file>

<file path=ppt/tags/tag252.xml><?xml version="1.0" encoding="utf-8"?>
<p:tagLst xmlns:p="http://schemas.openxmlformats.org/presentationml/2006/main">
  <p:tag name="PA" val="v5.2.11"/>
</p:tagLst>
</file>

<file path=ppt/tags/tag253.xml><?xml version="1.0" encoding="utf-8"?>
<p:tagLst xmlns:p="http://schemas.openxmlformats.org/presentationml/2006/main">
  <p:tag name="PA" val="v5.2.11"/>
</p:tagLst>
</file>

<file path=ppt/tags/tag254.xml><?xml version="1.0" encoding="utf-8"?>
<p:tagLst xmlns:p="http://schemas.openxmlformats.org/presentationml/2006/main">
  <p:tag name="PA" val="v5.2.11"/>
</p:tagLst>
</file>

<file path=ppt/tags/tag255.xml><?xml version="1.0" encoding="utf-8"?>
<p:tagLst xmlns:p="http://schemas.openxmlformats.org/presentationml/2006/main">
  <p:tag name="PA" val="v5.2.11"/>
</p:tagLst>
</file>

<file path=ppt/tags/tag256.xml><?xml version="1.0" encoding="utf-8"?>
<p:tagLst xmlns:p="http://schemas.openxmlformats.org/presentationml/2006/main">
  <p:tag name="PA" val="v5.2.11"/>
</p:tagLst>
</file>

<file path=ppt/tags/tag257.xml><?xml version="1.0" encoding="utf-8"?>
<p:tagLst xmlns:p="http://schemas.openxmlformats.org/presentationml/2006/main">
  <p:tag name="PA" val="v5.2.11"/>
</p:tagLst>
</file>

<file path=ppt/tags/tag258.xml><?xml version="1.0" encoding="utf-8"?>
<p:tagLst xmlns:p="http://schemas.openxmlformats.org/presentationml/2006/main">
  <p:tag name="PA" val="v5.2.11"/>
</p:tagLst>
</file>

<file path=ppt/tags/tag259.xml><?xml version="1.0" encoding="utf-8"?>
<p:tagLst xmlns:p="http://schemas.openxmlformats.org/presentationml/2006/main">
  <p:tag name="PA" val="v5.2.11"/>
</p:tagLst>
</file>

<file path=ppt/tags/tag260.xml><?xml version="1.0" encoding="utf-8"?>
<p:tagLst xmlns:p="http://schemas.openxmlformats.org/presentationml/2006/main">
  <p:tag name="PA" val="v5.2.11"/>
</p:tagLst>
</file>

<file path=ppt/tags/tag261.xml><?xml version="1.0" encoding="utf-8"?>
<p:tagLst xmlns:p="http://schemas.openxmlformats.org/presentationml/2006/main">
  <p:tag name="PA" val="v5.2.11"/>
</p:tagLst>
</file>

<file path=ppt/tags/tag262.xml><?xml version="1.0" encoding="utf-8"?>
<p:tagLst xmlns:p="http://schemas.openxmlformats.org/presentationml/2006/main">
  <p:tag name="PA" val="v5.2.11"/>
</p:tagLst>
</file>

<file path=ppt/tags/tag263.xml><?xml version="1.0" encoding="utf-8"?>
<p:tagLst xmlns:p="http://schemas.openxmlformats.org/presentationml/2006/main">
  <p:tag name="PA" val="v5.2.11"/>
</p:tagLst>
</file>

<file path=ppt/tags/tag264.xml><?xml version="1.0" encoding="utf-8"?>
<p:tagLst xmlns:p="http://schemas.openxmlformats.org/presentationml/2006/main">
  <p:tag name="PA" val="v5.2.11"/>
</p:tagLst>
</file>

<file path=ppt/tags/tag265.xml><?xml version="1.0" encoding="utf-8"?>
<p:tagLst xmlns:p="http://schemas.openxmlformats.org/presentationml/2006/main">
  <p:tag name="PA" val="v5.2.11"/>
</p:tagLst>
</file>

<file path=ppt/tags/tag266.xml><?xml version="1.0" encoding="utf-8"?>
<p:tagLst xmlns:p="http://schemas.openxmlformats.org/presentationml/2006/main">
  <p:tag name="PA" val="v5.2.11"/>
</p:tagLst>
</file>

<file path=ppt/tags/tag267.xml><?xml version="1.0" encoding="utf-8"?>
<p:tagLst xmlns:p="http://schemas.openxmlformats.org/presentationml/2006/main">
  <p:tag name="PA" val="v5.2.11"/>
</p:tagLst>
</file>

<file path=ppt/tags/tag268.xml><?xml version="1.0" encoding="utf-8"?>
<p:tagLst xmlns:p="http://schemas.openxmlformats.org/presentationml/2006/main">
  <p:tag name="PA" val="v5.2.11"/>
</p:tagLst>
</file>

<file path=ppt/tags/tag269.xml><?xml version="1.0" encoding="utf-8"?>
<p:tagLst xmlns:p="http://schemas.openxmlformats.org/presentationml/2006/main">
  <p:tag name="PA" val="v5.2.11"/>
</p:tagLst>
</file>

<file path=ppt/tags/tag270.xml><?xml version="1.0" encoding="utf-8"?>
<p:tagLst xmlns:p="http://schemas.openxmlformats.org/presentationml/2006/main">
  <p:tag name="PA" val="v5.2.11"/>
</p:tagLst>
</file>

<file path=ppt/tags/tag271.xml><?xml version="1.0" encoding="utf-8"?>
<p:tagLst xmlns:p="http://schemas.openxmlformats.org/presentationml/2006/main">
  <p:tag name="PA" val="v5.2.11"/>
</p:tagLst>
</file>

<file path=ppt/tags/tag272.xml><?xml version="1.0" encoding="utf-8"?>
<p:tagLst xmlns:p="http://schemas.openxmlformats.org/presentationml/2006/main">
  <p:tag name="PA" val="v5.2.11"/>
</p:tagLst>
</file>

<file path=ppt/tags/tag273.xml><?xml version="1.0" encoding="utf-8"?>
<p:tagLst xmlns:p="http://schemas.openxmlformats.org/presentationml/2006/main">
  <p:tag name="PA" val="v5.2.11"/>
</p:tagLst>
</file>

<file path=ppt/tags/tag274.xml><?xml version="1.0" encoding="utf-8"?>
<p:tagLst xmlns:p="http://schemas.openxmlformats.org/presentationml/2006/main">
  <p:tag name="PA" val="v5.2.11"/>
</p:tagLst>
</file>

<file path=ppt/tags/tag275.xml><?xml version="1.0" encoding="utf-8"?>
<p:tagLst xmlns:p="http://schemas.openxmlformats.org/presentationml/2006/main">
  <p:tag name="PA" val="v5.2.11"/>
</p:tagLst>
</file>

<file path=ppt/tags/tag276.xml><?xml version="1.0" encoding="utf-8"?>
<p:tagLst xmlns:p="http://schemas.openxmlformats.org/presentationml/2006/main">
  <p:tag name="PA" val="v5.2.11"/>
</p:tagLst>
</file>

<file path=ppt/tags/tag277.xml><?xml version="1.0" encoding="utf-8"?>
<p:tagLst xmlns:p="http://schemas.openxmlformats.org/presentationml/2006/main">
  <p:tag name="PA" val="v5.2.11"/>
</p:tagLst>
</file>

<file path=ppt/tags/tag278.xml><?xml version="1.0" encoding="utf-8"?>
<p:tagLst xmlns:p="http://schemas.openxmlformats.org/presentationml/2006/main">
  <p:tag name="PA" val="v5.2.11"/>
</p:tagLst>
</file>

<file path=ppt/tags/tag279.xml><?xml version="1.0" encoding="utf-8"?>
<p:tagLst xmlns:p="http://schemas.openxmlformats.org/presentationml/2006/main">
  <p:tag name="PA" val="v5.2.11"/>
</p:tagLst>
</file>

<file path=ppt/tags/tag280.xml><?xml version="1.0" encoding="utf-8"?>
<p:tagLst xmlns:p="http://schemas.openxmlformats.org/presentationml/2006/main">
  <p:tag name="PA" val="v5.2.11"/>
</p:tagLst>
</file>

<file path=ppt/tags/tag281.xml><?xml version="1.0" encoding="utf-8"?>
<p:tagLst xmlns:p="http://schemas.openxmlformats.org/presentationml/2006/main">
  <p:tag name="PA" val="v5.2.11"/>
</p:tagLst>
</file>

<file path=ppt/tags/tag282.xml><?xml version="1.0" encoding="utf-8"?>
<p:tagLst xmlns:p="http://schemas.openxmlformats.org/presentationml/2006/main">
  <p:tag name="PA" val="v5.2.11"/>
</p:tagLst>
</file>

<file path=ppt/tags/tag283.xml><?xml version="1.0" encoding="utf-8"?>
<p:tagLst xmlns:p="http://schemas.openxmlformats.org/presentationml/2006/main">
  <p:tag name="PA" val="v5.2.11"/>
</p:tagLst>
</file>

<file path=ppt/tags/tag284.xml><?xml version="1.0" encoding="utf-8"?>
<p:tagLst xmlns:p="http://schemas.openxmlformats.org/presentationml/2006/main">
  <p:tag name="PA" val="v5.2.11"/>
</p:tagLst>
</file>

<file path=ppt/tags/tag285.xml><?xml version="1.0" encoding="utf-8"?>
<p:tagLst xmlns:p="http://schemas.openxmlformats.org/presentationml/2006/main">
  <p:tag name="PA" val="v5.2.11"/>
</p:tagLst>
</file>

<file path=ppt/tags/tag286.xml><?xml version="1.0" encoding="utf-8"?>
<p:tagLst xmlns:p="http://schemas.openxmlformats.org/presentationml/2006/main">
  <p:tag name="PA" val="v5.2.11"/>
</p:tagLst>
</file>

<file path=ppt/tags/tag287.xml><?xml version="1.0" encoding="utf-8"?>
<p:tagLst xmlns:p="http://schemas.openxmlformats.org/presentationml/2006/main">
  <p:tag name="PA" val="v5.2.11"/>
</p:tagLst>
</file>

<file path=ppt/tags/tag288.xml><?xml version="1.0" encoding="utf-8"?>
<p:tagLst xmlns:p="http://schemas.openxmlformats.org/presentationml/2006/main">
  <p:tag name="PA" val="v5.2.11"/>
</p:tagLst>
</file>

<file path=ppt/tags/tag289.xml><?xml version="1.0" encoding="utf-8"?>
<p:tagLst xmlns:p="http://schemas.openxmlformats.org/presentationml/2006/main">
  <p:tag name="PA" val="v5.2.11"/>
</p:tagLst>
</file>

<file path=ppt/tags/tag290.xml><?xml version="1.0" encoding="utf-8"?>
<p:tagLst xmlns:p="http://schemas.openxmlformats.org/presentationml/2006/main">
  <p:tag name="PA" val="v5.2.11"/>
</p:tagLst>
</file>

<file path=ppt/tags/tag291.xml><?xml version="1.0" encoding="utf-8"?>
<p:tagLst xmlns:p="http://schemas.openxmlformats.org/presentationml/2006/main">
  <p:tag name="PA" val="v5.2.11"/>
</p:tagLst>
</file>

<file path=ppt/tags/tag292.xml><?xml version="1.0" encoding="utf-8"?>
<p:tagLst xmlns:p="http://schemas.openxmlformats.org/presentationml/2006/main">
  <p:tag name="PA" val="v5.2.11"/>
</p:tagLst>
</file>

<file path=ppt/tags/tag293.xml><?xml version="1.0" encoding="utf-8"?>
<p:tagLst xmlns:p="http://schemas.openxmlformats.org/presentationml/2006/main">
  <p:tag name="PA" val="v5.2.11"/>
</p:tagLst>
</file>

<file path=ppt/tags/tag294.xml><?xml version="1.0" encoding="utf-8"?>
<p:tagLst xmlns:p="http://schemas.openxmlformats.org/presentationml/2006/main">
  <p:tag name="PA" val="v5.2.11"/>
</p:tagLst>
</file>

<file path=ppt/tags/tag295.xml><?xml version="1.0" encoding="utf-8"?>
<p:tagLst xmlns:p="http://schemas.openxmlformats.org/presentationml/2006/main">
  <p:tag name="PA" val="v5.2.11"/>
</p:tagLst>
</file>

<file path=ppt/tags/tag296.xml><?xml version="1.0" encoding="utf-8"?>
<p:tagLst xmlns:p="http://schemas.openxmlformats.org/presentationml/2006/main">
  <p:tag name="PA" val="v5.2.11"/>
</p:tagLst>
</file>

<file path=ppt/tags/tag297.xml><?xml version="1.0" encoding="utf-8"?>
<p:tagLst xmlns:p="http://schemas.openxmlformats.org/presentationml/2006/main">
  <p:tag name="PA" val="v5.2.11"/>
</p:tagLst>
</file>

<file path=ppt/tags/tag298.xml><?xml version="1.0" encoding="utf-8"?>
<p:tagLst xmlns:p="http://schemas.openxmlformats.org/presentationml/2006/main">
  <p:tag name="PA" val="v5.2.11"/>
</p:tagLst>
</file>

<file path=ppt/tags/tag299.xml><?xml version="1.0" encoding="utf-8"?>
<p:tagLst xmlns:p="http://schemas.openxmlformats.org/presentationml/2006/main">
  <p:tag name="PA" val="v5.2.11"/>
</p:tagLst>
</file>

<file path=ppt/tags/tag300.xml><?xml version="1.0" encoding="utf-8"?>
<p:tagLst xmlns:p="http://schemas.openxmlformats.org/presentationml/2006/main">
  <p:tag name="PA" val="v5.2.11"/>
</p:tagLst>
</file>

<file path=ppt/tags/tag301.xml><?xml version="1.0" encoding="utf-8"?>
<p:tagLst xmlns:p="http://schemas.openxmlformats.org/presentationml/2006/main">
  <p:tag name="PA" val="v5.2.11"/>
</p:tagLst>
</file>

<file path=ppt/tags/tag302.xml><?xml version="1.0" encoding="utf-8"?>
<p:tagLst xmlns:p="http://schemas.openxmlformats.org/presentationml/2006/main">
  <p:tag name="PA" val="v5.2.11"/>
</p:tagLst>
</file>

<file path=ppt/tags/tag303.xml><?xml version="1.0" encoding="utf-8"?>
<p:tagLst xmlns:p="http://schemas.openxmlformats.org/presentationml/2006/main">
  <p:tag name="PA" val="v5.2.11"/>
</p:tagLst>
</file>

<file path=ppt/tags/tag304.xml><?xml version="1.0" encoding="utf-8"?>
<p:tagLst xmlns:p="http://schemas.openxmlformats.org/presentationml/2006/main">
  <p:tag name="PA" val="v5.2.11"/>
</p:tagLst>
</file>

<file path=ppt/tags/tag305.xml><?xml version="1.0" encoding="utf-8"?>
<p:tagLst xmlns:p="http://schemas.openxmlformats.org/presentationml/2006/main">
  <p:tag name="PA" val="v5.2.11"/>
</p:tagLst>
</file>

<file path=ppt/tags/tag306.xml><?xml version="1.0" encoding="utf-8"?>
<p:tagLst xmlns:p="http://schemas.openxmlformats.org/presentationml/2006/main">
  <p:tag name="PA" val="v5.2.11"/>
</p:tagLst>
</file>

<file path=ppt/tags/tag307.xml><?xml version="1.0" encoding="utf-8"?>
<p:tagLst xmlns:p="http://schemas.openxmlformats.org/presentationml/2006/main">
  <p:tag name="PA" val="v5.2.11"/>
</p:tagLst>
</file>

<file path=ppt/tags/tag30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0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1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2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4.xml><?xml version="1.0" encoding="utf-8"?>
<p:tagLst xmlns:p="http://schemas.openxmlformats.org/presentationml/2006/main">
  <p:tag name="PA" val="v5.2.11"/>
</p:tagLst>
</file>

<file path=ppt/tags/tag315.xml><?xml version="1.0" encoding="utf-8"?>
<p:tagLst xmlns:p="http://schemas.openxmlformats.org/presentationml/2006/main">
  <p:tag name="PA" val="v5.2.11"/>
</p:tagLst>
</file>

<file path=ppt/tags/tag316.xml><?xml version="1.0" encoding="utf-8"?>
<p:tagLst xmlns:p="http://schemas.openxmlformats.org/presentationml/2006/main">
  <p:tag name="PA" val="v5.2.11"/>
</p:tagLst>
</file>

<file path=ppt/tags/tag317.xml><?xml version="1.0" encoding="utf-8"?>
<p:tagLst xmlns:p="http://schemas.openxmlformats.org/presentationml/2006/main">
  <p:tag name="PA" val="v5.2.11"/>
</p:tagLst>
</file>

<file path=ppt/tags/tag318.xml><?xml version="1.0" encoding="utf-8"?>
<p:tagLst xmlns:p="http://schemas.openxmlformats.org/presentationml/2006/main">
  <p:tag name="PA" val="v5.2.11"/>
</p:tagLst>
</file>

<file path=ppt/tags/tag319.xml><?xml version="1.0" encoding="utf-8"?>
<p:tagLst xmlns:p="http://schemas.openxmlformats.org/presentationml/2006/main">
  <p:tag name="PA" val="v5.2.11"/>
</p:tagLst>
</file>

<file path=ppt/tags/tag320.xml><?xml version="1.0" encoding="utf-8"?>
<p:tagLst xmlns:p="http://schemas.openxmlformats.org/presentationml/2006/main">
  <p:tag name="PA" val="v5.2.11"/>
</p:tagLst>
</file>

<file path=ppt/tags/tag321.xml><?xml version="1.0" encoding="utf-8"?>
<p:tagLst xmlns:p="http://schemas.openxmlformats.org/presentationml/2006/main">
  <p:tag name="PA" val="v5.2.11"/>
</p:tagLst>
</file>

<file path=ppt/tags/tag322.xml><?xml version="1.0" encoding="utf-8"?>
<p:tagLst xmlns:p="http://schemas.openxmlformats.org/presentationml/2006/main">
  <p:tag name="PA" val="v5.2.11"/>
</p:tagLst>
</file>

<file path=ppt/tags/tag323.xml><?xml version="1.0" encoding="utf-8"?>
<p:tagLst xmlns:p="http://schemas.openxmlformats.org/presentationml/2006/main">
  <p:tag name="PA" val="v5.2.11"/>
</p:tagLst>
</file>

<file path=ppt/tags/tag324.xml><?xml version="1.0" encoding="utf-8"?>
<p:tagLst xmlns:p="http://schemas.openxmlformats.org/presentationml/2006/main">
  <p:tag name="PA" val="v5.2.11"/>
</p:tagLst>
</file>

<file path=ppt/tags/tag325.xml><?xml version="1.0" encoding="utf-8"?>
<p:tagLst xmlns:p="http://schemas.openxmlformats.org/presentationml/2006/main">
  <p:tag name="PA" val="v5.2.11"/>
</p:tagLst>
</file>

<file path=ppt/tags/tag326.xml><?xml version="1.0" encoding="utf-8"?>
<p:tagLst xmlns:p="http://schemas.openxmlformats.org/presentationml/2006/main">
  <p:tag name="PA" val="v5.2.11"/>
</p:tagLst>
</file>

<file path=ppt/tags/tag327.xml><?xml version="1.0" encoding="utf-8"?>
<p:tagLst xmlns:p="http://schemas.openxmlformats.org/presentationml/2006/main">
  <p:tag name="PA" val="v5.2.11"/>
</p:tagLst>
</file>

<file path=ppt/tags/tag328.xml><?xml version="1.0" encoding="utf-8"?>
<p:tagLst xmlns:p="http://schemas.openxmlformats.org/presentationml/2006/main">
  <p:tag name="PA" val="v5.2.11"/>
</p:tagLst>
</file>

<file path=ppt/tags/tag329.xml><?xml version="1.0" encoding="utf-8"?>
<p:tagLst xmlns:p="http://schemas.openxmlformats.org/presentationml/2006/main">
  <p:tag name="PA" val="v5.2.11"/>
</p:tagLst>
</file>

<file path=ppt/tags/tag330.xml><?xml version="1.0" encoding="utf-8"?>
<p:tagLst xmlns:p="http://schemas.openxmlformats.org/presentationml/2006/main">
  <p:tag name="PA" val="v5.2.11"/>
</p:tagLst>
</file>

<file path=ppt/tags/tag331.xml><?xml version="1.0" encoding="utf-8"?>
<p:tagLst xmlns:p="http://schemas.openxmlformats.org/presentationml/2006/main">
  <p:tag name="PA" val="v5.2.11"/>
</p:tagLst>
</file>

<file path=ppt/tags/tag332.xml><?xml version="1.0" encoding="utf-8"?>
<p:tagLst xmlns:p="http://schemas.openxmlformats.org/presentationml/2006/main">
  <p:tag name="PA" val="v5.2.11"/>
</p:tagLst>
</file>

<file path=ppt/tags/tag333.xml><?xml version="1.0" encoding="utf-8"?>
<p:tagLst xmlns:p="http://schemas.openxmlformats.org/presentationml/2006/main">
  <p:tag name="PA" val="v5.2.11"/>
</p:tagLst>
</file>

<file path=ppt/tags/tag334.xml><?xml version="1.0" encoding="utf-8"?>
<p:tagLst xmlns:p="http://schemas.openxmlformats.org/presentationml/2006/main">
  <p:tag name="PA" val="v5.2.11"/>
</p:tagLst>
</file>

<file path=ppt/tags/tag335.xml><?xml version="1.0" encoding="utf-8"?>
<p:tagLst xmlns:p="http://schemas.openxmlformats.org/presentationml/2006/main">
  <p:tag name="PA" val="v5.2.11"/>
</p:tagLst>
</file>

<file path=ppt/tags/tag336.xml><?xml version="1.0" encoding="utf-8"?>
<p:tagLst xmlns:p="http://schemas.openxmlformats.org/presentationml/2006/main">
  <p:tag name="PA" val="v5.2.11"/>
</p:tagLst>
</file>

<file path=ppt/tags/tag337.xml><?xml version="1.0" encoding="utf-8"?>
<p:tagLst xmlns:p="http://schemas.openxmlformats.org/presentationml/2006/main">
  <p:tag name="PA" val="v5.2.11"/>
</p:tagLst>
</file>

<file path=ppt/tags/tag338.xml><?xml version="1.0" encoding="utf-8"?>
<p:tagLst xmlns:p="http://schemas.openxmlformats.org/presentationml/2006/main">
  <p:tag name="PA" val="v5.2.11"/>
</p:tagLst>
</file>

<file path=ppt/tags/tag339.xml><?xml version="1.0" encoding="utf-8"?>
<p:tagLst xmlns:p="http://schemas.openxmlformats.org/presentationml/2006/main">
  <p:tag name="PA" val="v5.2.11"/>
</p:tagLst>
</file>

<file path=ppt/tags/tag340.xml><?xml version="1.0" encoding="utf-8"?>
<p:tagLst xmlns:p="http://schemas.openxmlformats.org/presentationml/2006/main">
  <p:tag name="PA" val="v5.2.11"/>
</p:tagLst>
</file>

<file path=ppt/tags/tag341.xml><?xml version="1.0" encoding="utf-8"?>
<p:tagLst xmlns:p="http://schemas.openxmlformats.org/presentationml/2006/main">
  <p:tag name="PA" val="v5.2.11"/>
</p:tagLst>
</file>

<file path=ppt/tags/tag342.xml><?xml version="1.0" encoding="utf-8"?>
<p:tagLst xmlns:p="http://schemas.openxmlformats.org/presentationml/2006/main">
  <p:tag name="PA" val="v5.2.11"/>
</p:tagLst>
</file>

<file path=ppt/tags/tag343.xml><?xml version="1.0" encoding="utf-8"?>
<p:tagLst xmlns:p="http://schemas.openxmlformats.org/presentationml/2006/main">
  <p:tag name="PA" val="v5.2.11"/>
</p:tagLst>
</file>

<file path=ppt/tags/tag344.xml><?xml version="1.0" encoding="utf-8"?>
<p:tagLst xmlns:p="http://schemas.openxmlformats.org/presentationml/2006/main">
  <p:tag name="PA" val="v5.2.11"/>
</p:tagLst>
</file>

<file path=ppt/tags/tag345.xml><?xml version="1.0" encoding="utf-8"?>
<p:tagLst xmlns:p="http://schemas.openxmlformats.org/presentationml/2006/main">
  <p:tag name="PA" val="v5.2.11"/>
</p:tagLst>
</file>

<file path=ppt/tags/tag346.xml><?xml version="1.0" encoding="utf-8"?>
<p:tagLst xmlns:p="http://schemas.openxmlformats.org/presentationml/2006/main">
  <p:tag name="PA" val="v5.2.11"/>
</p:tagLst>
</file>

<file path=ppt/tags/tag347.xml><?xml version="1.0" encoding="utf-8"?>
<p:tagLst xmlns:p="http://schemas.openxmlformats.org/presentationml/2006/main">
  <p:tag name="PA" val="v5.2.11"/>
</p:tagLst>
</file>

<file path=ppt/tags/tag348.xml><?xml version="1.0" encoding="utf-8"?>
<p:tagLst xmlns:p="http://schemas.openxmlformats.org/presentationml/2006/main">
  <p:tag name="PA" val="v5.2.11"/>
</p:tagLst>
</file>

<file path=ppt/tags/tag349.xml><?xml version="1.0" encoding="utf-8"?>
<p:tagLst xmlns:p="http://schemas.openxmlformats.org/presentationml/2006/main">
  <p:tag name="PA" val="v5.2.11"/>
</p:tagLst>
</file>

<file path=ppt/tags/tag350.xml><?xml version="1.0" encoding="utf-8"?>
<p:tagLst xmlns:p="http://schemas.openxmlformats.org/presentationml/2006/main">
  <p:tag name="PA" val="v5.2.11"/>
</p:tagLst>
</file>

<file path=ppt/tags/tag351.xml><?xml version="1.0" encoding="utf-8"?>
<p:tagLst xmlns:p="http://schemas.openxmlformats.org/presentationml/2006/main">
  <p:tag name="PA" val="v5.2.11"/>
</p:tagLst>
</file>

<file path=ppt/tags/tag352.xml><?xml version="1.0" encoding="utf-8"?>
<p:tagLst xmlns:p="http://schemas.openxmlformats.org/presentationml/2006/main">
  <p:tag name="PA" val="v5.2.11"/>
</p:tagLst>
</file>

<file path=ppt/tags/tag353.xml><?xml version="1.0" encoding="utf-8"?>
<p:tagLst xmlns:p="http://schemas.openxmlformats.org/presentationml/2006/main">
  <p:tag name="PA" val="v5.2.11"/>
</p:tagLst>
</file>

<file path=ppt/tags/tag354.xml><?xml version="1.0" encoding="utf-8"?>
<p:tagLst xmlns:p="http://schemas.openxmlformats.org/presentationml/2006/main">
  <p:tag name="PA" val="v5.2.11"/>
</p:tagLst>
</file>

<file path=ppt/tags/tag355.xml><?xml version="1.0" encoding="utf-8"?>
<p:tagLst xmlns:p="http://schemas.openxmlformats.org/presentationml/2006/main">
  <p:tag name="PA" val="v5.2.11"/>
</p:tagLst>
</file>

<file path=ppt/tags/tag356.xml><?xml version="1.0" encoding="utf-8"?>
<p:tagLst xmlns:p="http://schemas.openxmlformats.org/presentationml/2006/main">
  <p:tag name="PA" val="v5.2.11"/>
</p:tagLst>
</file>

<file path=ppt/tags/tag357.xml><?xml version="1.0" encoding="utf-8"?>
<p:tagLst xmlns:p="http://schemas.openxmlformats.org/presentationml/2006/main">
  <p:tag name="PA" val="v5.2.11"/>
</p:tagLst>
</file>

<file path=ppt/tags/tag358.xml><?xml version="1.0" encoding="utf-8"?>
<p:tagLst xmlns:p="http://schemas.openxmlformats.org/presentationml/2006/main">
  <p:tag name="PA" val="v5.2.11"/>
</p:tagLst>
</file>

<file path=ppt/tags/tag359.xml><?xml version="1.0" encoding="utf-8"?>
<p:tagLst xmlns:p="http://schemas.openxmlformats.org/presentationml/2006/main">
  <p:tag name="PA" val="v5.2.11"/>
</p:tagLst>
</file>

<file path=ppt/tags/tag360.xml><?xml version="1.0" encoding="utf-8"?>
<p:tagLst xmlns:p="http://schemas.openxmlformats.org/presentationml/2006/main">
  <p:tag name="PA" val="v5.2.11"/>
</p:tagLst>
</file>

<file path=ppt/tags/tag361.xml><?xml version="1.0" encoding="utf-8"?>
<p:tagLst xmlns:p="http://schemas.openxmlformats.org/presentationml/2006/main">
  <p:tag name="PA" val="v5.2.11"/>
</p:tagLst>
</file>

<file path=ppt/tags/tag362.xml><?xml version="1.0" encoding="utf-8"?>
<p:tagLst xmlns:p="http://schemas.openxmlformats.org/presentationml/2006/main">
  <p:tag name="PA" val="v5.2.11"/>
</p:tagLst>
</file>

<file path=ppt/tags/tag363.xml><?xml version="1.0" encoding="utf-8"?>
<p:tagLst xmlns:p="http://schemas.openxmlformats.org/presentationml/2006/main">
  <p:tag name="PA" val="v5.2.11"/>
</p:tagLst>
</file>

<file path=ppt/tags/tag364.xml><?xml version="1.0" encoding="utf-8"?>
<p:tagLst xmlns:p="http://schemas.openxmlformats.org/presentationml/2006/main">
  <p:tag name="PA" val="v5.2.11"/>
</p:tagLst>
</file>

<file path=ppt/tags/tag365.xml><?xml version="1.0" encoding="utf-8"?>
<p:tagLst xmlns:p="http://schemas.openxmlformats.org/presentationml/2006/main">
  <p:tag name="PA" val="v5.2.11"/>
</p:tagLst>
</file>

<file path=ppt/tags/tag366.xml><?xml version="1.0" encoding="utf-8"?>
<p:tagLst xmlns:p="http://schemas.openxmlformats.org/presentationml/2006/main">
  <p:tag name="PA" val="v5.2.11"/>
</p:tagLst>
</file>

<file path=ppt/tags/tag367.xml><?xml version="1.0" encoding="utf-8"?>
<p:tagLst xmlns:p="http://schemas.openxmlformats.org/presentationml/2006/main">
  <p:tag name="PA" val="v5.2.11"/>
</p:tagLst>
</file>

<file path=ppt/tags/tag368.xml><?xml version="1.0" encoding="utf-8"?>
<p:tagLst xmlns:p="http://schemas.openxmlformats.org/presentationml/2006/main">
  <p:tag name="PA" val="v5.2.11"/>
</p:tagLst>
</file>

<file path=ppt/tags/tag369.xml><?xml version="1.0" encoding="utf-8"?>
<p:tagLst xmlns:p="http://schemas.openxmlformats.org/presentationml/2006/main">
  <p:tag name="PA" val="v5.2.11"/>
</p:tagLst>
</file>

<file path=ppt/tags/tag370.xml><?xml version="1.0" encoding="utf-8"?>
<p:tagLst xmlns:p="http://schemas.openxmlformats.org/presentationml/2006/main">
  <p:tag name="PA" val="v5.2.11"/>
</p:tagLst>
</file>

<file path=ppt/tags/tag371.xml><?xml version="1.0" encoding="utf-8"?>
<p:tagLst xmlns:p="http://schemas.openxmlformats.org/presentationml/2006/main">
  <p:tag name="PA" val="v5.2.11"/>
</p:tagLst>
</file>

<file path=ppt/tags/tag372.xml><?xml version="1.0" encoding="utf-8"?>
<p:tagLst xmlns:p="http://schemas.openxmlformats.org/presentationml/2006/main">
  <p:tag name="PA" val="v5.2.11"/>
</p:tagLst>
</file>

<file path=ppt/tags/tag373.xml><?xml version="1.0" encoding="utf-8"?>
<p:tagLst xmlns:p="http://schemas.openxmlformats.org/presentationml/2006/main">
  <p:tag name="PA" val="v5.2.11"/>
</p:tagLst>
</file>

<file path=ppt/tags/tag374.xml><?xml version="1.0" encoding="utf-8"?>
<p:tagLst xmlns:p="http://schemas.openxmlformats.org/presentationml/2006/main">
  <p:tag name="PA" val="v5.2.11"/>
</p:tagLst>
</file>

<file path=ppt/tags/tag375.xml><?xml version="1.0" encoding="utf-8"?>
<p:tagLst xmlns:p="http://schemas.openxmlformats.org/presentationml/2006/main">
  <p:tag name="PA" val="v5.2.11"/>
</p:tagLst>
</file>

<file path=ppt/tags/tag376.xml><?xml version="1.0" encoding="utf-8"?>
<p:tagLst xmlns:p="http://schemas.openxmlformats.org/presentationml/2006/main">
  <p:tag name="PA" val="v5.2.11"/>
</p:tagLst>
</file>

<file path=ppt/tags/tag377.xml><?xml version="1.0" encoding="utf-8"?>
<p:tagLst xmlns:p="http://schemas.openxmlformats.org/presentationml/2006/main">
  <p:tag name="PA" val="v5.2.11"/>
</p:tagLst>
</file>

<file path=ppt/tags/tag378.xml><?xml version="1.0" encoding="utf-8"?>
<p:tagLst xmlns:p="http://schemas.openxmlformats.org/presentationml/2006/main">
  <p:tag name="PA" val="v5.2.11"/>
</p:tagLst>
</file>

<file path=ppt/tags/tag379.xml><?xml version="1.0" encoding="utf-8"?>
<p:tagLst xmlns:p="http://schemas.openxmlformats.org/presentationml/2006/main">
  <p:tag name="PA" val="v5.2.11"/>
</p:tagLst>
</file>

<file path=ppt/tags/tag380.xml><?xml version="1.0" encoding="utf-8"?>
<p:tagLst xmlns:p="http://schemas.openxmlformats.org/presentationml/2006/main">
  <p:tag name="PA" val="v5.2.11"/>
</p:tagLst>
</file>

<file path=ppt/tags/tag381.xml><?xml version="1.0" encoding="utf-8"?>
<p:tagLst xmlns:p="http://schemas.openxmlformats.org/presentationml/2006/main">
  <p:tag name="PA" val="v5.2.11"/>
</p:tagLst>
</file>

<file path=ppt/tags/tag382.xml><?xml version="1.0" encoding="utf-8"?>
<p:tagLst xmlns:p="http://schemas.openxmlformats.org/presentationml/2006/main">
  <p:tag name="PA" val="v5.2.11"/>
</p:tagLst>
</file>

<file path=ppt/tags/tag383.xml><?xml version="1.0" encoding="utf-8"?>
<p:tagLst xmlns:p="http://schemas.openxmlformats.org/presentationml/2006/main">
  <p:tag name="PA" val="v5.2.11"/>
</p:tagLst>
</file>

<file path=ppt/tags/tag384.xml><?xml version="1.0" encoding="utf-8"?>
<p:tagLst xmlns:p="http://schemas.openxmlformats.org/presentationml/2006/main">
  <p:tag name="PA" val="v5.2.11"/>
</p:tagLst>
</file>

<file path=ppt/tags/tag385.xml><?xml version="1.0" encoding="utf-8"?>
<p:tagLst xmlns:p="http://schemas.openxmlformats.org/presentationml/2006/main">
  <p:tag name="PA" val="v5.2.11"/>
</p:tagLst>
</file>

<file path=ppt/tags/tag386.xml><?xml version="1.0" encoding="utf-8"?>
<p:tagLst xmlns:p="http://schemas.openxmlformats.org/presentationml/2006/main">
  <p:tag name="PA" val="v5.2.11"/>
</p:tagLst>
</file>

<file path=ppt/tags/tag387.xml><?xml version="1.0" encoding="utf-8"?>
<p:tagLst xmlns:p="http://schemas.openxmlformats.org/presentationml/2006/main">
  <p:tag name="PA" val="v5.2.11"/>
</p:tagLst>
</file>

<file path=ppt/tags/tag388.xml><?xml version="1.0" encoding="utf-8"?>
<p:tagLst xmlns:p="http://schemas.openxmlformats.org/presentationml/2006/main">
  <p:tag name="PA" val="v5.2.11"/>
</p:tagLst>
</file>

<file path=ppt/tags/tag389.xml><?xml version="1.0" encoding="utf-8"?>
<p:tagLst xmlns:p="http://schemas.openxmlformats.org/presentationml/2006/main">
  <p:tag name="PA" val="v5.2.11"/>
</p:tagLst>
</file>

<file path=ppt/tags/tag390.xml><?xml version="1.0" encoding="utf-8"?>
<p:tagLst xmlns:p="http://schemas.openxmlformats.org/presentationml/2006/main">
  <p:tag name="PA" val="v5.2.11"/>
</p:tagLst>
</file>

<file path=ppt/tags/tag391.xml><?xml version="1.0" encoding="utf-8"?>
<p:tagLst xmlns:p="http://schemas.openxmlformats.org/presentationml/2006/main">
  <p:tag name="PA" val="v5.2.11"/>
</p:tagLst>
</file>

<file path=ppt/tags/tag392.xml><?xml version="1.0" encoding="utf-8"?>
<p:tagLst xmlns:p="http://schemas.openxmlformats.org/presentationml/2006/main">
  <p:tag name="PA" val="v5.2.11"/>
</p:tagLst>
</file>

<file path=ppt/tags/tag393.xml><?xml version="1.0" encoding="utf-8"?>
<p:tagLst xmlns:p="http://schemas.openxmlformats.org/presentationml/2006/main">
  <p:tag name="PA" val="v5.2.11"/>
</p:tagLst>
</file>

<file path=ppt/tags/tag394.xml><?xml version="1.0" encoding="utf-8"?>
<p:tagLst xmlns:p="http://schemas.openxmlformats.org/presentationml/2006/main">
  <p:tag name="PA" val="v5.2.11"/>
</p:tagLst>
</file>

<file path=ppt/tags/tag395.xml><?xml version="1.0" encoding="utf-8"?>
<p:tagLst xmlns:p="http://schemas.openxmlformats.org/presentationml/2006/main">
  <p:tag name="PA" val="v5.2.11"/>
</p:tagLst>
</file>

<file path=ppt/tags/tag396.xml><?xml version="1.0" encoding="utf-8"?>
<p:tagLst xmlns:p="http://schemas.openxmlformats.org/presentationml/2006/main">
  <p:tag name="PA" val="v5.2.11"/>
</p:tagLst>
</file>

<file path=ppt/tags/tag397.xml><?xml version="1.0" encoding="utf-8"?>
<p:tagLst xmlns:p="http://schemas.openxmlformats.org/presentationml/2006/main">
  <p:tag name="PA" val="v5.2.11"/>
</p:tagLst>
</file>

<file path=ppt/tags/tag398.xml><?xml version="1.0" encoding="utf-8"?>
<p:tagLst xmlns:p="http://schemas.openxmlformats.org/presentationml/2006/main">
  <p:tag name="PA" val="v5.2.11"/>
</p:tagLst>
</file>

<file path=ppt/tags/tag399.xml><?xml version="1.0" encoding="utf-8"?>
<p:tagLst xmlns:p="http://schemas.openxmlformats.org/presentationml/2006/main">
  <p:tag name="PA" val="v5.2.11"/>
</p:tagLst>
</file>

<file path=ppt/tags/tag400.xml><?xml version="1.0" encoding="utf-8"?>
<p:tagLst xmlns:p="http://schemas.openxmlformats.org/presentationml/2006/main">
  <p:tag name="PA" val="v5.2.11"/>
</p:tagLst>
</file>

<file path=ppt/tags/tag401.xml><?xml version="1.0" encoding="utf-8"?>
<p:tagLst xmlns:p="http://schemas.openxmlformats.org/presentationml/2006/main">
  <p:tag name="PA" val="v5.2.11"/>
</p:tagLst>
</file>

<file path=ppt/tags/tag402.xml><?xml version="1.0" encoding="utf-8"?>
<p:tagLst xmlns:p="http://schemas.openxmlformats.org/presentationml/2006/main">
  <p:tag name="PA" val="v5.2.11"/>
</p:tagLst>
</file>

<file path=ppt/tags/tag403.xml><?xml version="1.0" encoding="utf-8"?>
<p:tagLst xmlns:p="http://schemas.openxmlformats.org/presentationml/2006/main">
  <p:tag name="PA" val="v5.2.11"/>
</p:tagLst>
</file>

<file path=ppt/tags/tag404.xml><?xml version="1.0" encoding="utf-8"?>
<p:tagLst xmlns:p="http://schemas.openxmlformats.org/presentationml/2006/main">
  <p:tag name="PA" val="v5.2.11"/>
</p:tagLst>
</file>

<file path=ppt/tags/tag405.xml><?xml version="1.0" encoding="utf-8"?>
<p:tagLst xmlns:p="http://schemas.openxmlformats.org/presentationml/2006/main">
  <p:tag name="PA" val="v5.2.11"/>
</p:tagLst>
</file>

<file path=ppt/tags/tag406.xml><?xml version="1.0" encoding="utf-8"?>
<p:tagLst xmlns:p="http://schemas.openxmlformats.org/presentationml/2006/main">
  <p:tag name="PA" val="v5.2.11"/>
</p:tagLst>
</file>

<file path=ppt/tags/tag407.xml><?xml version="1.0" encoding="utf-8"?>
<p:tagLst xmlns:p="http://schemas.openxmlformats.org/presentationml/2006/main">
  <p:tag name="PA" val="v5.2.11"/>
</p:tagLst>
</file>

<file path=ppt/tags/tag408.xml><?xml version="1.0" encoding="utf-8"?>
<p:tagLst xmlns:p="http://schemas.openxmlformats.org/presentationml/2006/main">
  <p:tag name="PA" val="v5.2.11"/>
</p:tagLst>
</file>

<file path=ppt/tags/tag409.xml><?xml version="1.0" encoding="utf-8"?>
<p:tagLst xmlns:p="http://schemas.openxmlformats.org/presentationml/2006/main">
  <p:tag name="PA" val="v5.2.11"/>
</p:tagLst>
</file>

<file path=ppt/tags/tag410.xml><?xml version="1.0" encoding="utf-8"?>
<p:tagLst xmlns:p="http://schemas.openxmlformats.org/presentationml/2006/main">
  <p:tag name="PA" val="v5.2.11"/>
</p:tagLst>
</file>

<file path=ppt/tags/tag411.xml><?xml version="1.0" encoding="utf-8"?>
<p:tagLst xmlns:p="http://schemas.openxmlformats.org/presentationml/2006/main">
  <p:tag name="PA" val="v5.2.11"/>
</p:tagLst>
</file>

<file path=ppt/tags/tag412.xml><?xml version="1.0" encoding="utf-8"?>
<p:tagLst xmlns:p="http://schemas.openxmlformats.org/presentationml/2006/main">
  <p:tag name="PA" val="v5.2.11"/>
</p:tagLst>
</file>

<file path=ppt/tags/tag413.xml><?xml version="1.0" encoding="utf-8"?>
<p:tagLst xmlns:p="http://schemas.openxmlformats.org/presentationml/2006/main">
  <p:tag name="PA" val="v5.2.11"/>
</p:tagLst>
</file>

<file path=ppt/tags/tag414.xml><?xml version="1.0" encoding="utf-8"?>
<p:tagLst xmlns:p="http://schemas.openxmlformats.org/presentationml/2006/main">
  <p:tag name="PA" val="v5.2.11"/>
</p:tagLst>
</file>

<file path=ppt/tags/tag415.xml><?xml version="1.0" encoding="utf-8"?>
<p:tagLst xmlns:p="http://schemas.openxmlformats.org/presentationml/2006/main">
  <p:tag name="PA" val="v5.2.11"/>
</p:tagLst>
</file>

<file path=ppt/tags/tag416.xml><?xml version="1.0" encoding="utf-8"?>
<p:tagLst xmlns:p="http://schemas.openxmlformats.org/presentationml/2006/main">
  <p:tag name="PA" val="v5.2.11"/>
</p:tagLst>
</file>

<file path=ppt/tags/tag417.xml><?xml version="1.0" encoding="utf-8"?>
<p:tagLst xmlns:p="http://schemas.openxmlformats.org/presentationml/2006/main">
  <p:tag name="PA" val="v5.2.11"/>
</p:tagLst>
</file>

<file path=ppt/tags/tag418.xml><?xml version="1.0" encoding="utf-8"?>
<p:tagLst xmlns:p="http://schemas.openxmlformats.org/presentationml/2006/main">
  <p:tag name="PA" val="v5.2.11"/>
</p:tagLst>
</file>

<file path=ppt/tags/tag419.xml><?xml version="1.0" encoding="utf-8"?>
<p:tagLst xmlns:p="http://schemas.openxmlformats.org/presentationml/2006/main">
  <p:tag name="PA" val="v5.2.11"/>
</p:tagLst>
</file>

<file path=ppt/tags/tag420.xml><?xml version="1.0" encoding="utf-8"?>
<p:tagLst xmlns:p="http://schemas.openxmlformats.org/presentationml/2006/main">
  <p:tag name="PA" val="v5.2.11"/>
</p:tagLst>
</file>

<file path=ppt/tags/tag421.xml><?xml version="1.0" encoding="utf-8"?>
<p:tagLst xmlns:p="http://schemas.openxmlformats.org/presentationml/2006/main">
  <p:tag name="PA" val="v5.2.11"/>
</p:tagLst>
</file>

<file path=ppt/tags/tag422.xml><?xml version="1.0" encoding="utf-8"?>
<p:tagLst xmlns:p="http://schemas.openxmlformats.org/presentationml/2006/main">
  <p:tag name="PA" val="v5.2.11"/>
</p:tagLst>
</file>

<file path=ppt/tags/tag423.xml><?xml version="1.0" encoding="utf-8"?>
<p:tagLst xmlns:p="http://schemas.openxmlformats.org/presentationml/2006/main">
  <p:tag name="PA" val="v5.2.11"/>
</p:tagLst>
</file>

<file path=ppt/tags/tag424.xml><?xml version="1.0" encoding="utf-8"?>
<p:tagLst xmlns:p="http://schemas.openxmlformats.org/presentationml/2006/main">
  <p:tag name="PA" val="v5.2.11"/>
</p:tagLst>
</file>

<file path=ppt/tags/tag425.xml><?xml version="1.0" encoding="utf-8"?>
<p:tagLst xmlns:p="http://schemas.openxmlformats.org/presentationml/2006/main">
  <p:tag name="PA" val="v5.2.11"/>
</p:tagLst>
</file>

<file path=ppt/tags/tag426.xml><?xml version="1.0" encoding="utf-8"?>
<p:tagLst xmlns:p="http://schemas.openxmlformats.org/presentationml/2006/main">
  <p:tag name="PA" val="v5.2.11"/>
</p:tagLst>
</file>

<file path=ppt/tags/tag427.xml><?xml version="1.0" encoding="utf-8"?>
<p:tagLst xmlns:p="http://schemas.openxmlformats.org/presentationml/2006/main">
  <p:tag name="PA" val="v5.2.11"/>
</p:tagLst>
</file>

<file path=ppt/tags/tag428.xml><?xml version="1.0" encoding="utf-8"?>
<p:tagLst xmlns:p="http://schemas.openxmlformats.org/presentationml/2006/main">
  <p:tag name="PA" val="v5.2.11"/>
</p:tagLst>
</file>

<file path=ppt/tags/tag429.xml><?xml version="1.0" encoding="utf-8"?>
<p:tagLst xmlns:p="http://schemas.openxmlformats.org/presentationml/2006/main">
  <p:tag name="PA" val="v5.2.11"/>
</p:tagLst>
</file>

<file path=ppt/tags/tag430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31.xml><?xml version="1.0" encoding="utf-8"?>
<p:tagLst xmlns:p="http://schemas.openxmlformats.org/presentationml/2006/main">
  <p:tag name="COMMONDATA" val="eyJoZGlkIjoiZjA0MmQ4N2JlZDRkYTVmM2QxMDAwYTU3YTQ3MzY2OG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9721</Words>
  <Application>WPS 演示</Application>
  <PresentationFormat>Widescreen</PresentationFormat>
  <Paragraphs>1517</Paragraphs>
  <Slides>72</Slides>
  <Notes>9</Notes>
  <HiddenSlides>0</HiddenSlides>
  <MMClips>1</MMClips>
  <ScaleCrop>false</ScaleCrop>
  <HeadingPairs>
    <vt:vector size="6" baseType="variant">
      <vt:variant>
        <vt:lpstr>已用的字体</vt:lpstr>
      </vt:variant>
      <vt:variant>
        <vt:i4>53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126" baseType="lpstr">
      <vt:lpstr>Arial</vt:lpstr>
      <vt:lpstr>宋体</vt:lpstr>
      <vt:lpstr>Wingdings</vt:lpstr>
      <vt:lpstr>Wingdings</vt:lpstr>
      <vt:lpstr>思源黑体 CN Regular</vt:lpstr>
      <vt:lpstr>汉仪中黑KW</vt:lpstr>
      <vt:lpstr>思源黑体 CN Bold</vt:lpstr>
      <vt:lpstr>微软雅黑</vt:lpstr>
      <vt:lpstr>Arial</vt:lpstr>
      <vt:lpstr>Microsoft YaHei Light</vt:lpstr>
      <vt:lpstr>方正兰亭黑简体</vt:lpstr>
      <vt:lpstr>HelveticaExt-Normal</vt:lpstr>
      <vt:lpstr>OPPOSans B</vt:lpstr>
      <vt:lpstr>思源黑体 CN Heavy</vt:lpstr>
      <vt:lpstr>OPPOSans M</vt:lpstr>
      <vt:lpstr>华文细黑</vt:lpstr>
      <vt:lpstr>华文楷体</vt:lpstr>
      <vt:lpstr>黑体-简</vt:lpstr>
      <vt:lpstr>Calibri</vt:lpstr>
      <vt:lpstr>汉仪旗黑</vt:lpstr>
      <vt:lpstr>宋体</vt:lpstr>
      <vt:lpstr>Arial Unicode MS</vt:lpstr>
      <vt:lpstr>Helvetica Neue</vt:lpstr>
      <vt:lpstr>汉仪书宋二KW</vt:lpstr>
      <vt:lpstr>Times New Roman</vt:lpstr>
      <vt:lpstr>Times New Roman</vt:lpstr>
      <vt:lpstr>汉仪楷体简</vt:lpstr>
      <vt:lpstr>Comic Sans MS</vt:lpstr>
      <vt:lpstr>方正喵呜体</vt:lpstr>
      <vt:lpstr>华文宋体</vt:lpstr>
      <vt:lpstr>Aa日式标题字 (非商业使用)</vt:lpstr>
      <vt:lpstr>GB Pinyinok-D</vt:lpstr>
      <vt:lpstr>Helvetica Light</vt:lpstr>
      <vt:lpstr>Aharoni</vt:lpstr>
      <vt:lpstr>宋体-简</vt:lpstr>
      <vt:lpstr>Thonburi</vt:lpstr>
      <vt:lpstr>Aa日式标题字 (非商业使用)</vt:lpstr>
      <vt:lpstr>Aharoni</vt:lpstr>
      <vt:lpstr>GB Pinyinok-D</vt:lpstr>
      <vt:lpstr>HelveticaExt-Normal</vt:lpstr>
      <vt:lpstr>Microsoft YaHei Light</vt:lpstr>
      <vt:lpstr>OPPOSans B</vt:lpstr>
      <vt:lpstr>OPPOSans M</vt:lpstr>
      <vt:lpstr>华文楷体</vt:lpstr>
      <vt:lpstr>华文细黑</vt:lpstr>
      <vt:lpstr>微软雅黑</vt:lpstr>
      <vt:lpstr>思源黑体 CN Bold</vt:lpstr>
      <vt:lpstr>思源黑体 CN Heavy</vt:lpstr>
      <vt:lpstr>思源黑体 CN Regular</vt:lpstr>
      <vt:lpstr>方正兰亭黑简体</vt:lpstr>
      <vt:lpstr>方正喵呜体</vt:lpstr>
      <vt:lpstr>苹方-简</vt:lpstr>
      <vt:lpstr>Apple Color Emoji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WPS_1665318443</cp:lastModifiedBy>
  <cp:revision>181</cp:revision>
  <dcterms:created xsi:type="dcterms:W3CDTF">2026-08-21T15:02:32Z</dcterms:created>
  <dcterms:modified xsi:type="dcterms:W3CDTF">2026-08-21T15:02:32Z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ICV">
    <vt:lpwstr>EAB4567A6B5C431AA4D93AF38935BF63</vt:lpwstr>
  </property>
</Properties>
</file>