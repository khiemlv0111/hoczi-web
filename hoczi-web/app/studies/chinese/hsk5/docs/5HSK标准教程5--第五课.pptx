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heme/theme2.xml" ContentType="application/vnd.openxmlformats-officedocument.them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notesSlides/notesSlide1.xml" ContentType="application/vnd.openxmlformats-officedocument.presentationml.notesSlide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notesSlides/notesSlide2.xml" ContentType="application/vnd.openxmlformats-officedocument.presentationml.notesSlide+xml"/>
  <Override PartName="/ppt/tags/tag188.xml" ContentType="application/vnd.openxmlformats-officedocument.presentationml.tags+xml"/>
  <Override PartName="/ppt/notesSlides/notesSlide3.xml" ContentType="application/vnd.openxmlformats-officedocument.presentationml.notesSlide+xml"/>
  <Override PartName="/ppt/tags/tag189.xml" ContentType="application/vnd.openxmlformats-officedocument.presentationml.tags+xml"/>
  <Override PartName="/ppt/notesSlides/notesSlide4.xml" ContentType="application/vnd.openxmlformats-officedocument.presentationml.notesSlide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notesSlides/notesSlide5.xml" ContentType="application/vnd.openxmlformats-officedocument.presentationml.notesSlide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notesSlides/notesSlide6.xml" ContentType="application/vnd.openxmlformats-officedocument.presentationml.notesSlide+xml"/>
  <Override PartName="/ppt/tags/tag314.xml" ContentType="application/vnd.openxmlformats-officedocument.presentationml.tags+xml"/>
  <Override PartName="/ppt/notesSlides/notesSlide7.xml" ContentType="application/vnd.openxmlformats-officedocument.presentationml.notesSlide+xml"/>
  <Override PartName="/ppt/tags/tag315.xml" ContentType="application/vnd.openxmlformats-officedocument.presentationml.tags+xml"/>
  <Override PartName="/ppt/notesSlides/notesSlide8.xml" ContentType="application/vnd.openxmlformats-officedocument.presentationml.notesSlide+xml"/>
  <Override PartName="/ppt/tags/tag316.xml" ContentType="application/vnd.openxmlformats-officedocument.presentationml.tags+xml"/>
  <Override PartName="/ppt/notesSlides/notesSlide9.xml" ContentType="application/vnd.openxmlformats-officedocument.presentationml.notesSlide+xml"/>
  <Override PartName="/ppt/tags/tag317.xml" ContentType="application/vnd.openxmlformats-officedocument.presentationml.tags+xml"/>
  <Override PartName="/ppt/notesSlides/notesSlide10.xml" ContentType="application/vnd.openxmlformats-officedocument.presentationml.notesSlide+xml"/>
  <Override PartName="/ppt/tags/tag318.xml" ContentType="application/vnd.openxmlformats-officedocument.presentationml.tags+xml"/>
  <Override PartName="/ppt/notesSlides/notesSlide11.xml" ContentType="application/vnd.openxmlformats-officedocument.presentationml.notesSlide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notesSlides/notesSlide12.xml" ContentType="application/vnd.openxmlformats-officedocument.presentationml.notesSlide+xml"/>
  <Override PartName="/ppt/tags/tag323.xml" ContentType="application/vnd.openxmlformats-officedocument.presentationml.tags+xml"/>
  <Override PartName="/ppt/notesSlides/notesSlide13.xml" ContentType="application/vnd.openxmlformats-officedocument.presentationml.notesSlide+xml"/>
  <Override PartName="/ppt/tags/tag324.xml" ContentType="application/vnd.openxmlformats-officedocument.presentationml.tags+xml"/>
  <Override PartName="/ppt/notesSlides/notesSlide14.xml" ContentType="application/vnd.openxmlformats-officedocument.presentationml.notesSlide+xml"/>
  <Override PartName="/ppt/tags/tag325.xml" ContentType="application/vnd.openxmlformats-officedocument.presentationml.tags+xml"/>
  <Override PartName="/ppt/notesSlides/notesSlide15.xml" ContentType="application/vnd.openxmlformats-officedocument.presentationml.notesSlide+xml"/>
  <Override PartName="/ppt/tags/tag326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notesSlides/notesSlide21.xml" ContentType="application/vnd.openxmlformats-officedocument.presentationml.notesSlide+xml"/>
  <Override PartName="/ppt/tags/tag444.xml" ContentType="application/vnd.openxmlformats-officedocument.presentationml.tags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7"/>
  </p:notes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326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327" r:id="rId32"/>
    <p:sldId id="328" r:id="rId33"/>
    <p:sldId id="329" r:id="rId34"/>
    <p:sldId id="330" r:id="rId35"/>
    <p:sldId id="331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332" r:id="rId44"/>
    <p:sldId id="333" r:id="rId45"/>
    <p:sldId id="334" r:id="rId46"/>
    <p:sldId id="335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36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3" r:id="rId73"/>
    <p:sldId id="324" r:id="rId74"/>
    <p:sldId id="321" r:id="rId75"/>
    <p:sldId id="322" r:id="rId76"/>
  </p:sldIdLst>
  <p:sldSz cx="12192000" cy="6858000"/>
  <p:notesSz cx="6858000" cy="9144000"/>
  <p:custDataLst>
    <p:tags r:id="rId7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9" userDrawn="1">
          <p15:clr>
            <a:srgbClr val="A4A3A4"/>
          </p15:clr>
        </p15:guide>
        <p15:guide id="2" pos="384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张 泽元" initials="张" lastIdx="1" clrIdx="0"/>
  <p:cmAuthor id="7" name="Taylor Hartwell" initials="TH [6]" lastIdx="1" clrIdx="6"/>
  <p:cmAuthor id="1" name="陈宣霖" initials="陈" lastIdx="1" clrIdx="0"/>
  <p:cmAuthor id="2" name="作者" initials="A" lastIdx="1" clrIdx="1"/>
  <p:cmAuthor id="4" name="DTY" initials="D" lastIdx="1" clrIdx="7"/>
  <p:cmAuthor id="5" name="未知用户11" initials="未知用户11" lastIdx="1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9D9D9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773" y="418"/>
      </p:cViewPr>
      <p:guideLst>
        <p:guide orient="horz" pos="2099"/>
        <p:guide pos="3847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commentAuthors" Target="commentAuthor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gs" Target="tags/tag1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2025/7/6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E6506A-62AA-4D5F-AD58-31AF7D2E6C97}" type="slidenum">
              <a:rPr lang="zh-CN" altLang="en-US" smtClean="0"/>
              <a:t>47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E6506A-62AA-4D5F-AD58-31AF7D2E6C97}" type="slidenum">
              <a:rPr lang="zh-CN" altLang="en-US" smtClean="0"/>
              <a:t>48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E6506A-62AA-4D5F-AD58-31AF7D2E6C97}" type="slidenum">
              <a:rPr lang="zh-CN" altLang="en-US" smtClean="0"/>
              <a:t>49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E6506A-62AA-4D5F-AD58-31AF7D2E6C97}" type="slidenum">
              <a:rPr lang="zh-CN" altLang="en-US" smtClean="0"/>
              <a:t>50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7.xml"/><Relationship Id="rId4" Type="http://schemas.openxmlformats.org/officeDocument/2006/relationships/tags" Target="../tags/tag16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2.xml"/><Relationship Id="rId4" Type="http://schemas.openxmlformats.org/officeDocument/2006/relationships/tags" Target="../tags/tag2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0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4.xml"/><Relationship Id="rId4" Type="http://schemas.openxmlformats.org/officeDocument/2006/relationships/tags" Target="../tags/tag5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8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3.xml"/><Relationship Id="rId4" Type="http://schemas.openxmlformats.org/officeDocument/2006/relationships/tags" Target="../tags/tag6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2025/7/6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2025/7/6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2025/7/6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2025/7/6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2025/7/6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2025/7/6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2025/7/6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2025/7/6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18" Type="http://schemas.openxmlformats.org/officeDocument/2006/relationships/tags" Target="../tags/tag7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/>
            </a:gs>
            <a:gs pos="100000">
              <a:schemeClr val="bg2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7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7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7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7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tags" Target="../tags/tag89.xml"/><Relationship Id="rId117" Type="http://schemas.openxmlformats.org/officeDocument/2006/relationships/slideLayout" Target="../slideLayouts/slideLayout1.xml"/><Relationship Id="rId21" Type="http://schemas.openxmlformats.org/officeDocument/2006/relationships/tags" Target="../tags/tag84.xml"/><Relationship Id="rId42" Type="http://schemas.openxmlformats.org/officeDocument/2006/relationships/tags" Target="../tags/tag105.xml"/><Relationship Id="rId47" Type="http://schemas.openxmlformats.org/officeDocument/2006/relationships/tags" Target="../tags/tag110.xml"/><Relationship Id="rId63" Type="http://schemas.openxmlformats.org/officeDocument/2006/relationships/tags" Target="../tags/tag126.xml"/><Relationship Id="rId68" Type="http://schemas.openxmlformats.org/officeDocument/2006/relationships/tags" Target="../tags/tag131.xml"/><Relationship Id="rId84" Type="http://schemas.openxmlformats.org/officeDocument/2006/relationships/tags" Target="../tags/tag147.xml"/><Relationship Id="rId89" Type="http://schemas.openxmlformats.org/officeDocument/2006/relationships/tags" Target="../tags/tag152.xml"/><Relationship Id="rId112" Type="http://schemas.openxmlformats.org/officeDocument/2006/relationships/tags" Target="../tags/tag175.xml"/><Relationship Id="rId16" Type="http://schemas.openxmlformats.org/officeDocument/2006/relationships/tags" Target="../tags/tag79.xml"/><Relationship Id="rId107" Type="http://schemas.openxmlformats.org/officeDocument/2006/relationships/tags" Target="../tags/tag170.xml"/><Relationship Id="rId11" Type="http://schemas.openxmlformats.org/officeDocument/2006/relationships/tags" Target="../tags/tag74.xml"/><Relationship Id="rId32" Type="http://schemas.openxmlformats.org/officeDocument/2006/relationships/tags" Target="../tags/tag95.xml"/><Relationship Id="rId37" Type="http://schemas.openxmlformats.org/officeDocument/2006/relationships/tags" Target="../tags/tag100.xml"/><Relationship Id="rId53" Type="http://schemas.openxmlformats.org/officeDocument/2006/relationships/tags" Target="../tags/tag116.xml"/><Relationship Id="rId58" Type="http://schemas.openxmlformats.org/officeDocument/2006/relationships/tags" Target="../tags/tag121.xml"/><Relationship Id="rId74" Type="http://schemas.openxmlformats.org/officeDocument/2006/relationships/tags" Target="../tags/tag137.xml"/><Relationship Id="rId79" Type="http://schemas.openxmlformats.org/officeDocument/2006/relationships/tags" Target="../tags/tag142.xml"/><Relationship Id="rId102" Type="http://schemas.openxmlformats.org/officeDocument/2006/relationships/tags" Target="../tags/tag165.xml"/><Relationship Id="rId5" Type="http://schemas.openxmlformats.org/officeDocument/2006/relationships/tags" Target="../tags/tag68.xml"/><Relationship Id="rId90" Type="http://schemas.openxmlformats.org/officeDocument/2006/relationships/tags" Target="../tags/tag153.xml"/><Relationship Id="rId95" Type="http://schemas.openxmlformats.org/officeDocument/2006/relationships/tags" Target="../tags/tag158.xml"/><Relationship Id="rId22" Type="http://schemas.openxmlformats.org/officeDocument/2006/relationships/tags" Target="../tags/tag85.xml"/><Relationship Id="rId27" Type="http://schemas.openxmlformats.org/officeDocument/2006/relationships/tags" Target="../tags/tag90.xml"/><Relationship Id="rId43" Type="http://schemas.openxmlformats.org/officeDocument/2006/relationships/tags" Target="../tags/tag106.xml"/><Relationship Id="rId48" Type="http://schemas.openxmlformats.org/officeDocument/2006/relationships/tags" Target="../tags/tag111.xml"/><Relationship Id="rId64" Type="http://schemas.openxmlformats.org/officeDocument/2006/relationships/tags" Target="../tags/tag127.xml"/><Relationship Id="rId69" Type="http://schemas.openxmlformats.org/officeDocument/2006/relationships/tags" Target="../tags/tag132.xml"/><Relationship Id="rId113" Type="http://schemas.openxmlformats.org/officeDocument/2006/relationships/tags" Target="../tags/tag176.xml"/><Relationship Id="rId118" Type="http://schemas.openxmlformats.org/officeDocument/2006/relationships/image" Target="../media/image1.jpeg"/><Relationship Id="rId80" Type="http://schemas.openxmlformats.org/officeDocument/2006/relationships/tags" Target="../tags/tag143.xml"/><Relationship Id="rId85" Type="http://schemas.openxmlformats.org/officeDocument/2006/relationships/tags" Target="../tags/tag148.xml"/><Relationship Id="rId12" Type="http://schemas.openxmlformats.org/officeDocument/2006/relationships/tags" Target="../tags/tag75.xml"/><Relationship Id="rId17" Type="http://schemas.openxmlformats.org/officeDocument/2006/relationships/tags" Target="../tags/tag80.xml"/><Relationship Id="rId33" Type="http://schemas.openxmlformats.org/officeDocument/2006/relationships/tags" Target="../tags/tag96.xml"/><Relationship Id="rId38" Type="http://schemas.openxmlformats.org/officeDocument/2006/relationships/tags" Target="../tags/tag101.xml"/><Relationship Id="rId59" Type="http://schemas.openxmlformats.org/officeDocument/2006/relationships/tags" Target="../tags/tag122.xml"/><Relationship Id="rId103" Type="http://schemas.openxmlformats.org/officeDocument/2006/relationships/tags" Target="../tags/tag166.xml"/><Relationship Id="rId108" Type="http://schemas.openxmlformats.org/officeDocument/2006/relationships/tags" Target="../tags/tag171.xml"/><Relationship Id="rId54" Type="http://schemas.openxmlformats.org/officeDocument/2006/relationships/tags" Target="../tags/tag117.xml"/><Relationship Id="rId70" Type="http://schemas.openxmlformats.org/officeDocument/2006/relationships/tags" Target="../tags/tag133.xml"/><Relationship Id="rId75" Type="http://schemas.openxmlformats.org/officeDocument/2006/relationships/tags" Target="../tags/tag138.xml"/><Relationship Id="rId91" Type="http://schemas.openxmlformats.org/officeDocument/2006/relationships/tags" Target="../tags/tag154.xml"/><Relationship Id="rId96" Type="http://schemas.openxmlformats.org/officeDocument/2006/relationships/tags" Target="../tags/tag159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23" Type="http://schemas.openxmlformats.org/officeDocument/2006/relationships/tags" Target="../tags/tag86.xml"/><Relationship Id="rId28" Type="http://schemas.openxmlformats.org/officeDocument/2006/relationships/tags" Target="../tags/tag91.xml"/><Relationship Id="rId49" Type="http://schemas.openxmlformats.org/officeDocument/2006/relationships/tags" Target="../tags/tag112.xml"/><Relationship Id="rId114" Type="http://schemas.openxmlformats.org/officeDocument/2006/relationships/tags" Target="../tags/tag177.xml"/><Relationship Id="rId119" Type="http://schemas.openxmlformats.org/officeDocument/2006/relationships/image" Target="../media/image2.png"/><Relationship Id="rId10" Type="http://schemas.openxmlformats.org/officeDocument/2006/relationships/tags" Target="../tags/tag73.xml"/><Relationship Id="rId31" Type="http://schemas.openxmlformats.org/officeDocument/2006/relationships/tags" Target="../tags/tag94.xml"/><Relationship Id="rId44" Type="http://schemas.openxmlformats.org/officeDocument/2006/relationships/tags" Target="../tags/tag107.xml"/><Relationship Id="rId52" Type="http://schemas.openxmlformats.org/officeDocument/2006/relationships/tags" Target="../tags/tag115.xml"/><Relationship Id="rId60" Type="http://schemas.openxmlformats.org/officeDocument/2006/relationships/tags" Target="../tags/tag123.xml"/><Relationship Id="rId65" Type="http://schemas.openxmlformats.org/officeDocument/2006/relationships/tags" Target="../tags/tag128.xml"/><Relationship Id="rId73" Type="http://schemas.openxmlformats.org/officeDocument/2006/relationships/tags" Target="../tags/tag136.xml"/><Relationship Id="rId78" Type="http://schemas.openxmlformats.org/officeDocument/2006/relationships/tags" Target="../tags/tag141.xml"/><Relationship Id="rId81" Type="http://schemas.openxmlformats.org/officeDocument/2006/relationships/tags" Target="../tags/tag144.xml"/><Relationship Id="rId86" Type="http://schemas.openxmlformats.org/officeDocument/2006/relationships/tags" Target="../tags/tag149.xml"/><Relationship Id="rId94" Type="http://schemas.openxmlformats.org/officeDocument/2006/relationships/tags" Target="../tags/tag157.xml"/><Relationship Id="rId99" Type="http://schemas.openxmlformats.org/officeDocument/2006/relationships/tags" Target="../tags/tag162.xml"/><Relationship Id="rId101" Type="http://schemas.openxmlformats.org/officeDocument/2006/relationships/tags" Target="../tags/tag164.xml"/><Relationship Id="rId4" Type="http://schemas.openxmlformats.org/officeDocument/2006/relationships/tags" Target="../tags/tag67.xml"/><Relationship Id="rId9" Type="http://schemas.openxmlformats.org/officeDocument/2006/relationships/tags" Target="../tags/tag72.xml"/><Relationship Id="rId13" Type="http://schemas.openxmlformats.org/officeDocument/2006/relationships/tags" Target="../tags/tag76.xml"/><Relationship Id="rId18" Type="http://schemas.openxmlformats.org/officeDocument/2006/relationships/tags" Target="../tags/tag81.xml"/><Relationship Id="rId39" Type="http://schemas.openxmlformats.org/officeDocument/2006/relationships/tags" Target="../tags/tag102.xml"/><Relationship Id="rId109" Type="http://schemas.openxmlformats.org/officeDocument/2006/relationships/tags" Target="../tags/tag172.xml"/><Relationship Id="rId34" Type="http://schemas.openxmlformats.org/officeDocument/2006/relationships/tags" Target="../tags/tag97.xml"/><Relationship Id="rId50" Type="http://schemas.openxmlformats.org/officeDocument/2006/relationships/tags" Target="../tags/tag113.xml"/><Relationship Id="rId55" Type="http://schemas.openxmlformats.org/officeDocument/2006/relationships/tags" Target="../tags/tag118.xml"/><Relationship Id="rId76" Type="http://schemas.openxmlformats.org/officeDocument/2006/relationships/tags" Target="../tags/tag139.xml"/><Relationship Id="rId97" Type="http://schemas.openxmlformats.org/officeDocument/2006/relationships/tags" Target="../tags/tag160.xml"/><Relationship Id="rId104" Type="http://schemas.openxmlformats.org/officeDocument/2006/relationships/tags" Target="../tags/tag167.xml"/><Relationship Id="rId7" Type="http://schemas.openxmlformats.org/officeDocument/2006/relationships/tags" Target="../tags/tag70.xml"/><Relationship Id="rId71" Type="http://schemas.openxmlformats.org/officeDocument/2006/relationships/tags" Target="../tags/tag134.xml"/><Relationship Id="rId92" Type="http://schemas.openxmlformats.org/officeDocument/2006/relationships/tags" Target="../tags/tag155.xml"/><Relationship Id="rId2" Type="http://schemas.openxmlformats.org/officeDocument/2006/relationships/tags" Target="../tags/tag65.xml"/><Relationship Id="rId29" Type="http://schemas.openxmlformats.org/officeDocument/2006/relationships/tags" Target="../tags/tag92.xml"/><Relationship Id="rId24" Type="http://schemas.openxmlformats.org/officeDocument/2006/relationships/tags" Target="../tags/tag87.xml"/><Relationship Id="rId40" Type="http://schemas.openxmlformats.org/officeDocument/2006/relationships/tags" Target="../tags/tag103.xml"/><Relationship Id="rId45" Type="http://schemas.openxmlformats.org/officeDocument/2006/relationships/tags" Target="../tags/tag108.xml"/><Relationship Id="rId66" Type="http://schemas.openxmlformats.org/officeDocument/2006/relationships/tags" Target="../tags/tag129.xml"/><Relationship Id="rId87" Type="http://schemas.openxmlformats.org/officeDocument/2006/relationships/tags" Target="../tags/tag150.xml"/><Relationship Id="rId110" Type="http://schemas.openxmlformats.org/officeDocument/2006/relationships/tags" Target="../tags/tag173.xml"/><Relationship Id="rId115" Type="http://schemas.openxmlformats.org/officeDocument/2006/relationships/tags" Target="../tags/tag178.xml"/><Relationship Id="rId61" Type="http://schemas.openxmlformats.org/officeDocument/2006/relationships/tags" Target="../tags/tag124.xml"/><Relationship Id="rId82" Type="http://schemas.openxmlformats.org/officeDocument/2006/relationships/tags" Target="../tags/tag145.xml"/><Relationship Id="rId19" Type="http://schemas.openxmlformats.org/officeDocument/2006/relationships/tags" Target="../tags/tag82.xml"/><Relationship Id="rId14" Type="http://schemas.openxmlformats.org/officeDocument/2006/relationships/tags" Target="../tags/tag77.xml"/><Relationship Id="rId30" Type="http://schemas.openxmlformats.org/officeDocument/2006/relationships/tags" Target="../tags/tag93.xml"/><Relationship Id="rId35" Type="http://schemas.openxmlformats.org/officeDocument/2006/relationships/tags" Target="../tags/tag98.xml"/><Relationship Id="rId56" Type="http://schemas.openxmlformats.org/officeDocument/2006/relationships/tags" Target="../tags/tag119.xml"/><Relationship Id="rId77" Type="http://schemas.openxmlformats.org/officeDocument/2006/relationships/tags" Target="../tags/tag140.xml"/><Relationship Id="rId100" Type="http://schemas.openxmlformats.org/officeDocument/2006/relationships/tags" Target="../tags/tag163.xml"/><Relationship Id="rId105" Type="http://schemas.openxmlformats.org/officeDocument/2006/relationships/tags" Target="../tags/tag168.xml"/><Relationship Id="rId8" Type="http://schemas.openxmlformats.org/officeDocument/2006/relationships/tags" Target="../tags/tag71.xml"/><Relationship Id="rId51" Type="http://schemas.openxmlformats.org/officeDocument/2006/relationships/tags" Target="../tags/tag114.xml"/><Relationship Id="rId72" Type="http://schemas.openxmlformats.org/officeDocument/2006/relationships/tags" Target="../tags/tag135.xml"/><Relationship Id="rId93" Type="http://schemas.openxmlformats.org/officeDocument/2006/relationships/tags" Target="../tags/tag156.xml"/><Relationship Id="rId98" Type="http://schemas.openxmlformats.org/officeDocument/2006/relationships/tags" Target="../tags/tag161.xml"/><Relationship Id="rId3" Type="http://schemas.openxmlformats.org/officeDocument/2006/relationships/tags" Target="../tags/tag66.xml"/><Relationship Id="rId25" Type="http://schemas.openxmlformats.org/officeDocument/2006/relationships/tags" Target="../tags/tag88.xml"/><Relationship Id="rId46" Type="http://schemas.openxmlformats.org/officeDocument/2006/relationships/tags" Target="../tags/tag109.xml"/><Relationship Id="rId67" Type="http://schemas.openxmlformats.org/officeDocument/2006/relationships/tags" Target="../tags/tag130.xml"/><Relationship Id="rId116" Type="http://schemas.openxmlformats.org/officeDocument/2006/relationships/tags" Target="../tags/tag179.xml"/><Relationship Id="rId20" Type="http://schemas.openxmlformats.org/officeDocument/2006/relationships/tags" Target="../tags/tag83.xml"/><Relationship Id="rId41" Type="http://schemas.openxmlformats.org/officeDocument/2006/relationships/tags" Target="../tags/tag104.xml"/><Relationship Id="rId62" Type="http://schemas.openxmlformats.org/officeDocument/2006/relationships/tags" Target="../tags/tag125.xml"/><Relationship Id="rId83" Type="http://schemas.openxmlformats.org/officeDocument/2006/relationships/tags" Target="../tags/tag146.xml"/><Relationship Id="rId88" Type="http://schemas.openxmlformats.org/officeDocument/2006/relationships/tags" Target="../tags/tag151.xml"/><Relationship Id="rId111" Type="http://schemas.openxmlformats.org/officeDocument/2006/relationships/tags" Target="../tags/tag174.xml"/><Relationship Id="rId15" Type="http://schemas.openxmlformats.org/officeDocument/2006/relationships/tags" Target="../tags/tag78.xml"/><Relationship Id="rId36" Type="http://schemas.openxmlformats.org/officeDocument/2006/relationships/tags" Target="../tags/tag99.xml"/><Relationship Id="rId57" Type="http://schemas.openxmlformats.org/officeDocument/2006/relationships/tags" Target="../tags/tag120.xml"/><Relationship Id="rId106" Type="http://schemas.openxmlformats.org/officeDocument/2006/relationships/tags" Target="../tags/tag16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0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jpe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7" Type="http://schemas.openxmlformats.org/officeDocument/2006/relationships/image" Target="../media/image2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7" Type="http://schemas.openxmlformats.org/officeDocument/2006/relationships/image" Target="../media/image2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jpeg"/><Relationship Id="rId5" Type="http://schemas.openxmlformats.org/officeDocument/2006/relationships/image" Target="../media/image14.jpeg"/><Relationship Id="rId4" Type="http://schemas.openxmlformats.org/officeDocument/2006/relationships/image" Target="../media/image1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7" Type="http://schemas.openxmlformats.org/officeDocument/2006/relationships/image" Target="../media/image2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jpeg"/><Relationship Id="rId5" Type="http://schemas.openxmlformats.org/officeDocument/2006/relationships/image" Target="../media/image15.jpeg"/><Relationship Id="rId4" Type="http://schemas.openxmlformats.org/officeDocument/2006/relationships/image" Target="../media/image1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7" Type="http://schemas.openxmlformats.org/officeDocument/2006/relationships/image" Target="../media/image2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jpeg"/><Relationship Id="rId5" Type="http://schemas.openxmlformats.org/officeDocument/2006/relationships/image" Target="../media/image16.jpeg"/><Relationship Id="rId4" Type="http://schemas.openxmlformats.org/officeDocument/2006/relationships/image" Target="../media/image1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7" Type="http://schemas.openxmlformats.org/officeDocument/2006/relationships/image" Target="../media/image2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jpeg"/><Relationship Id="rId5" Type="http://schemas.openxmlformats.org/officeDocument/2006/relationships/image" Target="../media/image18.jpeg"/><Relationship Id="rId4" Type="http://schemas.openxmlformats.org/officeDocument/2006/relationships/image" Target="../media/image15.jpeg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tags" Target="../tags/tag183.xml"/><Relationship Id="rId7" Type="http://schemas.openxmlformats.org/officeDocument/2006/relationships/image" Target="../media/image20.png"/><Relationship Id="rId2" Type="http://schemas.openxmlformats.org/officeDocument/2006/relationships/tags" Target="../tags/tag182.xml"/><Relationship Id="rId1" Type="http://schemas.openxmlformats.org/officeDocument/2006/relationships/tags" Target="../tags/tag181.xml"/><Relationship Id="rId6" Type="http://schemas.openxmlformats.org/officeDocument/2006/relationships/image" Target="../media/image19.png"/><Relationship Id="rId11" Type="http://schemas.openxmlformats.org/officeDocument/2006/relationships/image" Target="../media/image23.png"/><Relationship Id="rId5" Type="http://schemas.openxmlformats.org/officeDocument/2006/relationships/audio" Target="../media/audio2.wav"/><Relationship Id="rId10" Type="http://schemas.openxmlformats.org/officeDocument/2006/relationships/image" Target="../media/image22.png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tags" Target="../tags/tag186.xml"/><Relationship Id="rId7" Type="http://schemas.openxmlformats.org/officeDocument/2006/relationships/image" Target="../media/image20.png"/><Relationship Id="rId2" Type="http://schemas.openxmlformats.org/officeDocument/2006/relationships/tags" Target="../tags/tag185.xml"/><Relationship Id="rId1" Type="http://schemas.openxmlformats.org/officeDocument/2006/relationships/tags" Target="../tags/tag184.xml"/><Relationship Id="rId6" Type="http://schemas.openxmlformats.org/officeDocument/2006/relationships/image" Target="../media/image19.png"/><Relationship Id="rId11" Type="http://schemas.openxmlformats.org/officeDocument/2006/relationships/image" Target="../media/image23.png"/><Relationship Id="rId5" Type="http://schemas.openxmlformats.org/officeDocument/2006/relationships/audio" Target="../media/audio2.wav"/><Relationship Id="rId10" Type="http://schemas.openxmlformats.org/officeDocument/2006/relationships/image" Target="../media/image22.png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7.xml"/><Relationship Id="rId6" Type="http://schemas.openxmlformats.org/officeDocument/2006/relationships/image" Target="../media/image2.png"/><Relationship Id="rId5" Type="http://schemas.openxmlformats.org/officeDocument/2006/relationships/image" Target="../media/image25.png"/><Relationship Id="rId4" Type="http://schemas.openxmlformats.org/officeDocument/2006/relationships/audio" Target="../media/audio1.wav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30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8.xml"/><Relationship Id="rId6" Type="http://schemas.openxmlformats.org/officeDocument/2006/relationships/image" Target="../media/image29.jpeg"/><Relationship Id="rId5" Type="http://schemas.openxmlformats.org/officeDocument/2006/relationships/image" Target="../media/image2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32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9.xml"/><Relationship Id="rId6" Type="http://schemas.openxmlformats.org/officeDocument/2006/relationships/image" Target="../media/image31.jpeg"/><Relationship Id="rId5" Type="http://schemas.openxmlformats.org/officeDocument/2006/relationships/image" Target="../media/image2.png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90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image" Target="../media/image3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9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9.png"/><Relationship Id="rId2" Type="http://schemas.openxmlformats.org/officeDocument/2006/relationships/tags" Target="../tags/tag193.xml"/><Relationship Id="rId1" Type="http://schemas.openxmlformats.org/officeDocument/2006/relationships/tags" Target="../tags/tag192.xml"/><Relationship Id="rId6" Type="http://schemas.openxmlformats.org/officeDocument/2006/relationships/image" Target="../media/image2.png"/><Relationship Id="rId5" Type="http://schemas.openxmlformats.org/officeDocument/2006/relationships/audio" Target="../media/audio1.wav"/><Relationship Id="rId4" Type="http://schemas.openxmlformats.org/officeDocument/2006/relationships/notesSlide" Target="../notesSlides/notesSlide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94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95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96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26" Type="http://schemas.openxmlformats.org/officeDocument/2006/relationships/tags" Target="../tags/tag222.xml"/><Relationship Id="rId117" Type="http://schemas.openxmlformats.org/officeDocument/2006/relationships/slideLayout" Target="../slideLayouts/slideLayout1.xml"/><Relationship Id="rId21" Type="http://schemas.openxmlformats.org/officeDocument/2006/relationships/tags" Target="../tags/tag217.xml"/><Relationship Id="rId42" Type="http://schemas.openxmlformats.org/officeDocument/2006/relationships/tags" Target="../tags/tag238.xml"/><Relationship Id="rId47" Type="http://schemas.openxmlformats.org/officeDocument/2006/relationships/tags" Target="../tags/tag243.xml"/><Relationship Id="rId63" Type="http://schemas.openxmlformats.org/officeDocument/2006/relationships/tags" Target="../tags/tag259.xml"/><Relationship Id="rId68" Type="http://schemas.openxmlformats.org/officeDocument/2006/relationships/tags" Target="../tags/tag264.xml"/><Relationship Id="rId84" Type="http://schemas.openxmlformats.org/officeDocument/2006/relationships/tags" Target="../tags/tag280.xml"/><Relationship Id="rId89" Type="http://schemas.openxmlformats.org/officeDocument/2006/relationships/tags" Target="../tags/tag285.xml"/><Relationship Id="rId112" Type="http://schemas.openxmlformats.org/officeDocument/2006/relationships/tags" Target="../tags/tag308.xml"/><Relationship Id="rId16" Type="http://schemas.openxmlformats.org/officeDocument/2006/relationships/tags" Target="../tags/tag212.xml"/><Relationship Id="rId107" Type="http://schemas.openxmlformats.org/officeDocument/2006/relationships/tags" Target="../tags/tag303.xml"/><Relationship Id="rId11" Type="http://schemas.openxmlformats.org/officeDocument/2006/relationships/tags" Target="../tags/tag207.xml"/><Relationship Id="rId32" Type="http://schemas.openxmlformats.org/officeDocument/2006/relationships/tags" Target="../tags/tag228.xml"/><Relationship Id="rId37" Type="http://schemas.openxmlformats.org/officeDocument/2006/relationships/tags" Target="../tags/tag233.xml"/><Relationship Id="rId53" Type="http://schemas.openxmlformats.org/officeDocument/2006/relationships/tags" Target="../tags/tag249.xml"/><Relationship Id="rId58" Type="http://schemas.openxmlformats.org/officeDocument/2006/relationships/tags" Target="../tags/tag254.xml"/><Relationship Id="rId74" Type="http://schemas.openxmlformats.org/officeDocument/2006/relationships/tags" Target="../tags/tag270.xml"/><Relationship Id="rId79" Type="http://schemas.openxmlformats.org/officeDocument/2006/relationships/tags" Target="../tags/tag275.xml"/><Relationship Id="rId102" Type="http://schemas.openxmlformats.org/officeDocument/2006/relationships/tags" Target="../tags/tag298.xml"/><Relationship Id="rId5" Type="http://schemas.openxmlformats.org/officeDocument/2006/relationships/tags" Target="../tags/tag201.xml"/><Relationship Id="rId90" Type="http://schemas.openxmlformats.org/officeDocument/2006/relationships/tags" Target="../tags/tag286.xml"/><Relationship Id="rId95" Type="http://schemas.openxmlformats.org/officeDocument/2006/relationships/tags" Target="../tags/tag291.xml"/><Relationship Id="rId22" Type="http://schemas.openxmlformats.org/officeDocument/2006/relationships/tags" Target="../tags/tag218.xml"/><Relationship Id="rId27" Type="http://schemas.openxmlformats.org/officeDocument/2006/relationships/tags" Target="../tags/tag223.xml"/><Relationship Id="rId43" Type="http://schemas.openxmlformats.org/officeDocument/2006/relationships/tags" Target="../tags/tag239.xml"/><Relationship Id="rId48" Type="http://schemas.openxmlformats.org/officeDocument/2006/relationships/tags" Target="../tags/tag244.xml"/><Relationship Id="rId64" Type="http://schemas.openxmlformats.org/officeDocument/2006/relationships/tags" Target="../tags/tag260.xml"/><Relationship Id="rId69" Type="http://schemas.openxmlformats.org/officeDocument/2006/relationships/tags" Target="../tags/tag265.xml"/><Relationship Id="rId113" Type="http://schemas.openxmlformats.org/officeDocument/2006/relationships/tags" Target="../tags/tag309.xml"/><Relationship Id="rId118" Type="http://schemas.openxmlformats.org/officeDocument/2006/relationships/image" Target="../media/image1.jpeg"/><Relationship Id="rId80" Type="http://schemas.openxmlformats.org/officeDocument/2006/relationships/tags" Target="../tags/tag276.xml"/><Relationship Id="rId85" Type="http://schemas.openxmlformats.org/officeDocument/2006/relationships/tags" Target="../tags/tag281.xml"/><Relationship Id="rId12" Type="http://schemas.openxmlformats.org/officeDocument/2006/relationships/tags" Target="../tags/tag208.xml"/><Relationship Id="rId17" Type="http://schemas.openxmlformats.org/officeDocument/2006/relationships/tags" Target="../tags/tag213.xml"/><Relationship Id="rId33" Type="http://schemas.openxmlformats.org/officeDocument/2006/relationships/tags" Target="../tags/tag229.xml"/><Relationship Id="rId38" Type="http://schemas.openxmlformats.org/officeDocument/2006/relationships/tags" Target="../tags/tag234.xml"/><Relationship Id="rId59" Type="http://schemas.openxmlformats.org/officeDocument/2006/relationships/tags" Target="../tags/tag255.xml"/><Relationship Id="rId103" Type="http://schemas.openxmlformats.org/officeDocument/2006/relationships/tags" Target="../tags/tag299.xml"/><Relationship Id="rId108" Type="http://schemas.openxmlformats.org/officeDocument/2006/relationships/tags" Target="../tags/tag304.xml"/><Relationship Id="rId54" Type="http://schemas.openxmlformats.org/officeDocument/2006/relationships/tags" Target="../tags/tag250.xml"/><Relationship Id="rId70" Type="http://schemas.openxmlformats.org/officeDocument/2006/relationships/tags" Target="../tags/tag266.xml"/><Relationship Id="rId75" Type="http://schemas.openxmlformats.org/officeDocument/2006/relationships/tags" Target="../tags/tag271.xml"/><Relationship Id="rId91" Type="http://schemas.openxmlformats.org/officeDocument/2006/relationships/tags" Target="../tags/tag287.xml"/><Relationship Id="rId96" Type="http://schemas.openxmlformats.org/officeDocument/2006/relationships/tags" Target="../tags/tag292.xml"/><Relationship Id="rId1" Type="http://schemas.openxmlformats.org/officeDocument/2006/relationships/tags" Target="../tags/tag197.xml"/><Relationship Id="rId6" Type="http://schemas.openxmlformats.org/officeDocument/2006/relationships/tags" Target="../tags/tag202.xml"/><Relationship Id="rId23" Type="http://schemas.openxmlformats.org/officeDocument/2006/relationships/tags" Target="../tags/tag219.xml"/><Relationship Id="rId28" Type="http://schemas.openxmlformats.org/officeDocument/2006/relationships/tags" Target="../tags/tag224.xml"/><Relationship Id="rId49" Type="http://schemas.openxmlformats.org/officeDocument/2006/relationships/tags" Target="../tags/tag245.xml"/><Relationship Id="rId114" Type="http://schemas.openxmlformats.org/officeDocument/2006/relationships/tags" Target="../tags/tag310.xml"/><Relationship Id="rId119" Type="http://schemas.openxmlformats.org/officeDocument/2006/relationships/image" Target="../media/image2.png"/><Relationship Id="rId10" Type="http://schemas.openxmlformats.org/officeDocument/2006/relationships/tags" Target="../tags/tag206.xml"/><Relationship Id="rId31" Type="http://schemas.openxmlformats.org/officeDocument/2006/relationships/tags" Target="../tags/tag227.xml"/><Relationship Id="rId44" Type="http://schemas.openxmlformats.org/officeDocument/2006/relationships/tags" Target="../tags/tag240.xml"/><Relationship Id="rId52" Type="http://schemas.openxmlformats.org/officeDocument/2006/relationships/tags" Target="../tags/tag248.xml"/><Relationship Id="rId60" Type="http://schemas.openxmlformats.org/officeDocument/2006/relationships/tags" Target="../tags/tag256.xml"/><Relationship Id="rId65" Type="http://schemas.openxmlformats.org/officeDocument/2006/relationships/tags" Target="../tags/tag261.xml"/><Relationship Id="rId73" Type="http://schemas.openxmlformats.org/officeDocument/2006/relationships/tags" Target="../tags/tag269.xml"/><Relationship Id="rId78" Type="http://schemas.openxmlformats.org/officeDocument/2006/relationships/tags" Target="../tags/tag274.xml"/><Relationship Id="rId81" Type="http://schemas.openxmlformats.org/officeDocument/2006/relationships/tags" Target="../tags/tag277.xml"/><Relationship Id="rId86" Type="http://schemas.openxmlformats.org/officeDocument/2006/relationships/tags" Target="../tags/tag282.xml"/><Relationship Id="rId94" Type="http://schemas.openxmlformats.org/officeDocument/2006/relationships/tags" Target="../tags/tag290.xml"/><Relationship Id="rId99" Type="http://schemas.openxmlformats.org/officeDocument/2006/relationships/tags" Target="../tags/tag295.xml"/><Relationship Id="rId101" Type="http://schemas.openxmlformats.org/officeDocument/2006/relationships/tags" Target="../tags/tag297.xml"/><Relationship Id="rId4" Type="http://schemas.openxmlformats.org/officeDocument/2006/relationships/tags" Target="../tags/tag200.xml"/><Relationship Id="rId9" Type="http://schemas.openxmlformats.org/officeDocument/2006/relationships/tags" Target="../tags/tag205.xml"/><Relationship Id="rId13" Type="http://schemas.openxmlformats.org/officeDocument/2006/relationships/tags" Target="../tags/tag209.xml"/><Relationship Id="rId18" Type="http://schemas.openxmlformats.org/officeDocument/2006/relationships/tags" Target="../tags/tag214.xml"/><Relationship Id="rId39" Type="http://schemas.openxmlformats.org/officeDocument/2006/relationships/tags" Target="../tags/tag235.xml"/><Relationship Id="rId109" Type="http://schemas.openxmlformats.org/officeDocument/2006/relationships/tags" Target="../tags/tag305.xml"/><Relationship Id="rId34" Type="http://schemas.openxmlformats.org/officeDocument/2006/relationships/tags" Target="../tags/tag230.xml"/><Relationship Id="rId50" Type="http://schemas.openxmlformats.org/officeDocument/2006/relationships/tags" Target="../tags/tag246.xml"/><Relationship Id="rId55" Type="http://schemas.openxmlformats.org/officeDocument/2006/relationships/tags" Target="../tags/tag251.xml"/><Relationship Id="rId76" Type="http://schemas.openxmlformats.org/officeDocument/2006/relationships/tags" Target="../tags/tag272.xml"/><Relationship Id="rId97" Type="http://schemas.openxmlformats.org/officeDocument/2006/relationships/tags" Target="../tags/tag293.xml"/><Relationship Id="rId104" Type="http://schemas.openxmlformats.org/officeDocument/2006/relationships/tags" Target="../tags/tag300.xml"/><Relationship Id="rId7" Type="http://schemas.openxmlformats.org/officeDocument/2006/relationships/tags" Target="../tags/tag203.xml"/><Relationship Id="rId71" Type="http://schemas.openxmlformats.org/officeDocument/2006/relationships/tags" Target="../tags/tag267.xml"/><Relationship Id="rId92" Type="http://schemas.openxmlformats.org/officeDocument/2006/relationships/tags" Target="../tags/tag288.xml"/><Relationship Id="rId2" Type="http://schemas.openxmlformats.org/officeDocument/2006/relationships/tags" Target="../tags/tag198.xml"/><Relationship Id="rId29" Type="http://schemas.openxmlformats.org/officeDocument/2006/relationships/tags" Target="../tags/tag225.xml"/><Relationship Id="rId24" Type="http://schemas.openxmlformats.org/officeDocument/2006/relationships/tags" Target="../tags/tag220.xml"/><Relationship Id="rId40" Type="http://schemas.openxmlformats.org/officeDocument/2006/relationships/tags" Target="../tags/tag236.xml"/><Relationship Id="rId45" Type="http://schemas.openxmlformats.org/officeDocument/2006/relationships/tags" Target="../tags/tag241.xml"/><Relationship Id="rId66" Type="http://schemas.openxmlformats.org/officeDocument/2006/relationships/tags" Target="../tags/tag262.xml"/><Relationship Id="rId87" Type="http://schemas.openxmlformats.org/officeDocument/2006/relationships/tags" Target="../tags/tag283.xml"/><Relationship Id="rId110" Type="http://schemas.openxmlformats.org/officeDocument/2006/relationships/tags" Target="../tags/tag306.xml"/><Relationship Id="rId115" Type="http://schemas.openxmlformats.org/officeDocument/2006/relationships/tags" Target="../tags/tag311.xml"/><Relationship Id="rId61" Type="http://schemas.openxmlformats.org/officeDocument/2006/relationships/tags" Target="../tags/tag257.xml"/><Relationship Id="rId82" Type="http://schemas.openxmlformats.org/officeDocument/2006/relationships/tags" Target="../tags/tag278.xml"/><Relationship Id="rId19" Type="http://schemas.openxmlformats.org/officeDocument/2006/relationships/tags" Target="../tags/tag215.xml"/><Relationship Id="rId14" Type="http://schemas.openxmlformats.org/officeDocument/2006/relationships/tags" Target="../tags/tag210.xml"/><Relationship Id="rId30" Type="http://schemas.openxmlformats.org/officeDocument/2006/relationships/tags" Target="../tags/tag226.xml"/><Relationship Id="rId35" Type="http://schemas.openxmlformats.org/officeDocument/2006/relationships/tags" Target="../tags/tag231.xml"/><Relationship Id="rId56" Type="http://schemas.openxmlformats.org/officeDocument/2006/relationships/tags" Target="../tags/tag252.xml"/><Relationship Id="rId77" Type="http://schemas.openxmlformats.org/officeDocument/2006/relationships/tags" Target="../tags/tag273.xml"/><Relationship Id="rId100" Type="http://schemas.openxmlformats.org/officeDocument/2006/relationships/tags" Target="../tags/tag296.xml"/><Relationship Id="rId105" Type="http://schemas.openxmlformats.org/officeDocument/2006/relationships/tags" Target="../tags/tag301.xml"/><Relationship Id="rId8" Type="http://schemas.openxmlformats.org/officeDocument/2006/relationships/tags" Target="../tags/tag204.xml"/><Relationship Id="rId51" Type="http://schemas.openxmlformats.org/officeDocument/2006/relationships/tags" Target="../tags/tag247.xml"/><Relationship Id="rId72" Type="http://schemas.openxmlformats.org/officeDocument/2006/relationships/tags" Target="../tags/tag268.xml"/><Relationship Id="rId93" Type="http://schemas.openxmlformats.org/officeDocument/2006/relationships/tags" Target="../tags/tag289.xml"/><Relationship Id="rId98" Type="http://schemas.openxmlformats.org/officeDocument/2006/relationships/tags" Target="../tags/tag294.xml"/><Relationship Id="rId3" Type="http://schemas.openxmlformats.org/officeDocument/2006/relationships/tags" Target="../tags/tag199.xml"/><Relationship Id="rId25" Type="http://schemas.openxmlformats.org/officeDocument/2006/relationships/tags" Target="../tags/tag221.xml"/><Relationship Id="rId46" Type="http://schemas.openxmlformats.org/officeDocument/2006/relationships/tags" Target="../tags/tag242.xml"/><Relationship Id="rId67" Type="http://schemas.openxmlformats.org/officeDocument/2006/relationships/tags" Target="../tags/tag263.xml"/><Relationship Id="rId116" Type="http://schemas.openxmlformats.org/officeDocument/2006/relationships/tags" Target="../tags/tag312.xml"/><Relationship Id="rId20" Type="http://schemas.openxmlformats.org/officeDocument/2006/relationships/tags" Target="../tags/tag216.xml"/><Relationship Id="rId41" Type="http://schemas.openxmlformats.org/officeDocument/2006/relationships/tags" Target="../tags/tag237.xml"/><Relationship Id="rId62" Type="http://schemas.openxmlformats.org/officeDocument/2006/relationships/tags" Target="../tags/tag258.xml"/><Relationship Id="rId83" Type="http://schemas.openxmlformats.org/officeDocument/2006/relationships/tags" Target="../tags/tag279.xml"/><Relationship Id="rId88" Type="http://schemas.openxmlformats.org/officeDocument/2006/relationships/tags" Target="../tags/tag284.xml"/><Relationship Id="rId111" Type="http://schemas.openxmlformats.org/officeDocument/2006/relationships/tags" Target="../tags/tag307.xml"/><Relationship Id="rId15" Type="http://schemas.openxmlformats.org/officeDocument/2006/relationships/tags" Target="../tags/tag211.xml"/><Relationship Id="rId36" Type="http://schemas.openxmlformats.org/officeDocument/2006/relationships/tags" Target="../tags/tag232.xml"/><Relationship Id="rId57" Type="http://schemas.openxmlformats.org/officeDocument/2006/relationships/tags" Target="../tags/tag253.xml"/><Relationship Id="rId106" Type="http://schemas.openxmlformats.org/officeDocument/2006/relationships/tags" Target="../tags/tag30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13.xml"/><Relationship Id="rId6" Type="http://schemas.openxmlformats.org/officeDocument/2006/relationships/image" Target="../media/image2.png"/><Relationship Id="rId5" Type="http://schemas.openxmlformats.org/officeDocument/2006/relationships/image" Target="../media/image25.png"/><Relationship Id="rId4" Type="http://schemas.openxmlformats.org/officeDocument/2006/relationships/audio" Target="../media/audio1.wav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7" Type="http://schemas.openxmlformats.org/officeDocument/2006/relationships/image" Target="../media/image48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14.xml"/><Relationship Id="rId6" Type="http://schemas.openxmlformats.org/officeDocument/2006/relationships/image" Target="../media/image2.png"/><Relationship Id="rId5" Type="http://schemas.openxmlformats.org/officeDocument/2006/relationships/image" Target="../media/image25.png"/><Relationship Id="rId4" Type="http://schemas.openxmlformats.org/officeDocument/2006/relationships/audio" Target="../media/audio1.wav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7" Type="http://schemas.openxmlformats.org/officeDocument/2006/relationships/image" Target="../media/image50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15.xml"/><Relationship Id="rId6" Type="http://schemas.openxmlformats.org/officeDocument/2006/relationships/image" Target="../media/image49.jpeg"/><Relationship Id="rId5" Type="http://schemas.openxmlformats.org/officeDocument/2006/relationships/image" Target="../media/image2.png"/><Relationship Id="rId4" Type="http://schemas.openxmlformats.org/officeDocument/2006/relationships/image" Target="../media/image2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7" Type="http://schemas.openxmlformats.org/officeDocument/2006/relationships/image" Target="../media/image52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16.xml"/><Relationship Id="rId6" Type="http://schemas.openxmlformats.org/officeDocument/2006/relationships/image" Target="../media/image51.jpeg"/><Relationship Id="rId5" Type="http://schemas.openxmlformats.org/officeDocument/2006/relationships/image" Target="../media/image2.png"/><Relationship Id="rId4" Type="http://schemas.openxmlformats.org/officeDocument/2006/relationships/image" Target="../media/image2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17.xml"/><Relationship Id="rId6" Type="http://schemas.openxmlformats.org/officeDocument/2006/relationships/image" Target="../media/image53.jpeg"/><Relationship Id="rId5" Type="http://schemas.openxmlformats.org/officeDocument/2006/relationships/image" Target="../media/image2.png"/><Relationship Id="rId4" Type="http://schemas.openxmlformats.org/officeDocument/2006/relationships/image" Target="../media/image2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18.xml"/><Relationship Id="rId5" Type="http://schemas.openxmlformats.org/officeDocument/2006/relationships/image" Target="../media/image25.png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19.xml"/><Relationship Id="rId5" Type="http://schemas.openxmlformats.org/officeDocument/2006/relationships/image" Target="../media/image54.jpeg"/><Relationship Id="rId4" Type="http://schemas.openxmlformats.org/officeDocument/2006/relationships/image" Target="../media/image3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20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3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21.xml"/><Relationship Id="rId5" Type="http://schemas.openxmlformats.org/officeDocument/2006/relationships/image" Target="../media/image57.png"/><Relationship Id="rId4" Type="http://schemas.openxmlformats.org/officeDocument/2006/relationships/image" Target="../media/image3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22.xml"/><Relationship Id="rId6" Type="http://schemas.openxmlformats.org/officeDocument/2006/relationships/image" Target="../media/image2.png"/><Relationship Id="rId5" Type="http://schemas.openxmlformats.org/officeDocument/2006/relationships/image" Target="../media/image25.png"/><Relationship Id="rId4" Type="http://schemas.openxmlformats.org/officeDocument/2006/relationships/audio" Target="../media/audio1.wav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23.xml"/><Relationship Id="rId6" Type="http://schemas.openxmlformats.org/officeDocument/2006/relationships/image" Target="../media/image58.jpeg"/><Relationship Id="rId5" Type="http://schemas.openxmlformats.org/officeDocument/2006/relationships/image" Target="../media/image2.png"/><Relationship Id="rId4" Type="http://schemas.openxmlformats.org/officeDocument/2006/relationships/image" Target="../media/image2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24.xml"/><Relationship Id="rId6" Type="http://schemas.openxmlformats.org/officeDocument/2006/relationships/image" Target="../media/image59.jpeg"/><Relationship Id="rId5" Type="http://schemas.openxmlformats.org/officeDocument/2006/relationships/image" Target="../media/image2.png"/><Relationship Id="rId4" Type="http://schemas.openxmlformats.org/officeDocument/2006/relationships/image" Target="../media/image2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25.xml"/><Relationship Id="rId6" Type="http://schemas.openxmlformats.org/officeDocument/2006/relationships/image" Target="../media/image60.jpeg"/><Relationship Id="rId5" Type="http://schemas.openxmlformats.org/officeDocument/2006/relationships/image" Target="../media/image2.png"/><Relationship Id="rId4" Type="http://schemas.openxmlformats.org/officeDocument/2006/relationships/image" Target="../media/image2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26.xml"/><Relationship Id="rId5" Type="http://schemas.openxmlformats.org/officeDocument/2006/relationships/image" Target="../media/image25.png"/><Relationship Id="rId4" Type="http://schemas.openxmlformats.org/officeDocument/2006/relationships/image" Target="../media/image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2.png"/><Relationship Id="rId4" Type="http://schemas.openxmlformats.org/officeDocument/2006/relationships/audio" Target="../media/audio1.wav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2.png"/><Relationship Id="rId4" Type="http://schemas.openxmlformats.org/officeDocument/2006/relationships/audio" Target="../media/audio1.wav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2.png"/><Relationship Id="rId4" Type="http://schemas.openxmlformats.org/officeDocument/2006/relationships/audio" Target="../media/audio1.wav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2.png"/><Relationship Id="rId4" Type="http://schemas.openxmlformats.org/officeDocument/2006/relationships/audio" Target="../media/audio1.wav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7.xml.rels><?xml version="1.0" encoding="UTF-8" standalone="yes"?>
<Relationships xmlns="http://schemas.openxmlformats.org/package/2006/relationships"><Relationship Id="rId26" Type="http://schemas.openxmlformats.org/officeDocument/2006/relationships/tags" Target="../tags/tag352.xml"/><Relationship Id="rId117" Type="http://schemas.openxmlformats.org/officeDocument/2006/relationships/slideLayout" Target="../slideLayouts/slideLayout1.xml"/><Relationship Id="rId21" Type="http://schemas.openxmlformats.org/officeDocument/2006/relationships/tags" Target="../tags/tag347.xml"/><Relationship Id="rId42" Type="http://schemas.openxmlformats.org/officeDocument/2006/relationships/tags" Target="../tags/tag368.xml"/><Relationship Id="rId47" Type="http://schemas.openxmlformats.org/officeDocument/2006/relationships/tags" Target="../tags/tag373.xml"/><Relationship Id="rId63" Type="http://schemas.openxmlformats.org/officeDocument/2006/relationships/tags" Target="../tags/tag389.xml"/><Relationship Id="rId68" Type="http://schemas.openxmlformats.org/officeDocument/2006/relationships/tags" Target="../tags/tag394.xml"/><Relationship Id="rId84" Type="http://schemas.openxmlformats.org/officeDocument/2006/relationships/tags" Target="../tags/tag410.xml"/><Relationship Id="rId89" Type="http://schemas.openxmlformats.org/officeDocument/2006/relationships/tags" Target="../tags/tag415.xml"/><Relationship Id="rId112" Type="http://schemas.openxmlformats.org/officeDocument/2006/relationships/tags" Target="../tags/tag438.xml"/><Relationship Id="rId16" Type="http://schemas.openxmlformats.org/officeDocument/2006/relationships/tags" Target="../tags/tag342.xml"/><Relationship Id="rId107" Type="http://schemas.openxmlformats.org/officeDocument/2006/relationships/tags" Target="../tags/tag433.xml"/><Relationship Id="rId11" Type="http://schemas.openxmlformats.org/officeDocument/2006/relationships/tags" Target="../tags/tag337.xml"/><Relationship Id="rId32" Type="http://schemas.openxmlformats.org/officeDocument/2006/relationships/tags" Target="../tags/tag358.xml"/><Relationship Id="rId37" Type="http://schemas.openxmlformats.org/officeDocument/2006/relationships/tags" Target="../tags/tag363.xml"/><Relationship Id="rId53" Type="http://schemas.openxmlformats.org/officeDocument/2006/relationships/tags" Target="../tags/tag379.xml"/><Relationship Id="rId58" Type="http://schemas.openxmlformats.org/officeDocument/2006/relationships/tags" Target="../tags/tag384.xml"/><Relationship Id="rId74" Type="http://schemas.openxmlformats.org/officeDocument/2006/relationships/tags" Target="../tags/tag400.xml"/><Relationship Id="rId79" Type="http://schemas.openxmlformats.org/officeDocument/2006/relationships/tags" Target="../tags/tag405.xml"/><Relationship Id="rId102" Type="http://schemas.openxmlformats.org/officeDocument/2006/relationships/tags" Target="../tags/tag428.xml"/><Relationship Id="rId5" Type="http://schemas.openxmlformats.org/officeDocument/2006/relationships/tags" Target="../tags/tag331.xml"/><Relationship Id="rId90" Type="http://schemas.openxmlformats.org/officeDocument/2006/relationships/tags" Target="../tags/tag416.xml"/><Relationship Id="rId95" Type="http://schemas.openxmlformats.org/officeDocument/2006/relationships/tags" Target="../tags/tag421.xml"/><Relationship Id="rId22" Type="http://schemas.openxmlformats.org/officeDocument/2006/relationships/tags" Target="../tags/tag348.xml"/><Relationship Id="rId27" Type="http://schemas.openxmlformats.org/officeDocument/2006/relationships/tags" Target="../tags/tag353.xml"/><Relationship Id="rId43" Type="http://schemas.openxmlformats.org/officeDocument/2006/relationships/tags" Target="../tags/tag369.xml"/><Relationship Id="rId48" Type="http://schemas.openxmlformats.org/officeDocument/2006/relationships/tags" Target="../tags/tag374.xml"/><Relationship Id="rId64" Type="http://schemas.openxmlformats.org/officeDocument/2006/relationships/tags" Target="../tags/tag390.xml"/><Relationship Id="rId69" Type="http://schemas.openxmlformats.org/officeDocument/2006/relationships/tags" Target="../tags/tag395.xml"/><Relationship Id="rId113" Type="http://schemas.openxmlformats.org/officeDocument/2006/relationships/tags" Target="../tags/tag439.xml"/><Relationship Id="rId118" Type="http://schemas.openxmlformats.org/officeDocument/2006/relationships/image" Target="../media/image1.jpeg"/><Relationship Id="rId80" Type="http://schemas.openxmlformats.org/officeDocument/2006/relationships/tags" Target="../tags/tag406.xml"/><Relationship Id="rId85" Type="http://schemas.openxmlformats.org/officeDocument/2006/relationships/tags" Target="../tags/tag411.xml"/><Relationship Id="rId12" Type="http://schemas.openxmlformats.org/officeDocument/2006/relationships/tags" Target="../tags/tag338.xml"/><Relationship Id="rId17" Type="http://schemas.openxmlformats.org/officeDocument/2006/relationships/tags" Target="../tags/tag343.xml"/><Relationship Id="rId33" Type="http://schemas.openxmlformats.org/officeDocument/2006/relationships/tags" Target="../tags/tag359.xml"/><Relationship Id="rId38" Type="http://schemas.openxmlformats.org/officeDocument/2006/relationships/tags" Target="../tags/tag364.xml"/><Relationship Id="rId59" Type="http://schemas.openxmlformats.org/officeDocument/2006/relationships/tags" Target="../tags/tag385.xml"/><Relationship Id="rId103" Type="http://schemas.openxmlformats.org/officeDocument/2006/relationships/tags" Target="../tags/tag429.xml"/><Relationship Id="rId108" Type="http://schemas.openxmlformats.org/officeDocument/2006/relationships/tags" Target="../tags/tag434.xml"/><Relationship Id="rId54" Type="http://schemas.openxmlformats.org/officeDocument/2006/relationships/tags" Target="../tags/tag380.xml"/><Relationship Id="rId70" Type="http://schemas.openxmlformats.org/officeDocument/2006/relationships/tags" Target="../tags/tag396.xml"/><Relationship Id="rId75" Type="http://schemas.openxmlformats.org/officeDocument/2006/relationships/tags" Target="../tags/tag401.xml"/><Relationship Id="rId91" Type="http://schemas.openxmlformats.org/officeDocument/2006/relationships/tags" Target="../tags/tag417.xml"/><Relationship Id="rId96" Type="http://schemas.openxmlformats.org/officeDocument/2006/relationships/tags" Target="../tags/tag422.xml"/><Relationship Id="rId1" Type="http://schemas.openxmlformats.org/officeDocument/2006/relationships/tags" Target="../tags/tag327.xml"/><Relationship Id="rId6" Type="http://schemas.openxmlformats.org/officeDocument/2006/relationships/tags" Target="../tags/tag332.xml"/><Relationship Id="rId23" Type="http://schemas.openxmlformats.org/officeDocument/2006/relationships/tags" Target="../tags/tag349.xml"/><Relationship Id="rId28" Type="http://schemas.openxmlformats.org/officeDocument/2006/relationships/tags" Target="../tags/tag354.xml"/><Relationship Id="rId49" Type="http://schemas.openxmlformats.org/officeDocument/2006/relationships/tags" Target="../tags/tag375.xml"/><Relationship Id="rId114" Type="http://schemas.openxmlformats.org/officeDocument/2006/relationships/tags" Target="../tags/tag440.xml"/><Relationship Id="rId119" Type="http://schemas.openxmlformats.org/officeDocument/2006/relationships/image" Target="../media/image2.png"/><Relationship Id="rId10" Type="http://schemas.openxmlformats.org/officeDocument/2006/relationships/tags" Target="../tags/tag336.xml"/><Relationship Id="rId31" Type="http://schemas.openxmlformats.org/officeDocument/2006/relationships/tags" Target="../tags/tag357.xml"/><Relationship Id="rId44" Type="http://schemas.openxmlformats.org/officeDocument/2006/relationships/tags" Target="../tags/tag370.xml"/><Relationship Id="rId52" Type="http://schemas.openxmlformats.org/officeDocument/2006/relationships/tags" Target="../tags/tag378.xml"/><Relationship Id="rId60" Type="http://schemas.openxmlformats.org/officeDocument/2006/relationships/tags" Target="../tags/tag386.xml"/><Relationship Id="rId65" Type="http://schemas.openxmlformats.org/officeDocument/2006/relationships/tags" Target="../tags/tag391.xml"/><Relationship Id="rId73" Type="http://schemas.openxmlformats.org/officeDocument/2006/relationships/tags" Target="../tags/tag399.xml"/><Relationship Id="rId78" Type="http://schemas.openxmlformats.org/officeDocument/2006/relationships/tags" Target="../tags/tag404.xml"/><Relationship Id="rId81" Type="http://schemas.openxmlformats.org/officeDocument/2006/relationships/tags" Target="../tags/tag407.xml"/><Relationship Id="rId86" Type="http://schemas.openxmlformats.org/officeDocument/2006/relationships/tags" Target="../tags/tag412.xml"/><Relationship Id="rId94" Type="http://schemas.openxmlformats.org/officeDocument/2006/relationships/tags" Target="../tags/tag420.xml"/><Relationship Id="rId99" Type="http://schemas.openxmlformats.org/officeDocument/2006/relationships/tags" Target="../tags/tag425.xml"/><Relationship Id="rId101" Type="http://schemas.openxmlformats.org/officeDocument/2006/relationships/tags" Target="../tags/tag427.xml"/><Relationship Id="rId4" Type="http://schemas.openxmlformats.org/officeDocument/2006/relationships/tags" Target="../tags/tag330.xml"/><Relationship Id="rId9" Type="http://schemas.openxmlformats.org/officeDocument/2006/relationships/tags" Target="../tags/tag335.xml"/><Relationship Id="rId13" Type="http://schemas.openxmlformats.org/officeDocument/2006/relationships/tags" Target="../tags/tag339.xml"/><Relationship Id="rId18" Type="http://schemas.openxmlformats.org/officeDocument/2006/relationships/tags" Target="../tags/tag344.xml"/><Relationship Id="rId39" Type="http://schemas.openxmlformats.org/officeDocument/2006/relationships/tags" Target="../tags/tag365.xml"/><Relationship Id="rId109" Type="http://schemas.openxmlformats.org/officeDocument/2006/relationships/tags" Target="../tags/tag435.xml"/><Relationship Id="rId34" Type="http://schemas.openxmlformats.org/officeDocument/2006/relationships/tags" Target="../tags/tag360.xml"/><Relationship Id="rId50" Type="http://schemas.openxmlformats.org/officeDocument/2006/relationships/tags" Target="../tags/tag376.xml"/><Relationship Id="rId55" Type="http://schemas.openxmlformats.org/officeDocument/2006/relationships/tags" Target="../tags/tag381.xml"/><Relationship Id="rId76" Type="http://schemas.openxmlformats.org/officeDocument/2006/relationships/tags" Target="../tags/tag402.xml"/><Relationship Id="rId97" Type="http://schemas.openxmlformats.org/officeDocument/2006/relationships/tags" Target="../tags/tag423.xml"/><Relationship Id="rId104" Type="http://schemas.openxmlformats.org/officeDocument/2006/relationships/tags" Target="../tags/tag430.xml"/><Relationship Id="rId7" Type="http://schemas.openxmlformats.org/officeDocument/2006/relationships/tags" Target="../tags/tag333.xml"/><Relationship Id="rId71" Type="http://schemas.openxmlformats.org/officeDocument/2006/relationships/tags" Target="../tags/tag397.xml"/><Relationship Id="rId92" Type="http://schemas.openxmlformats.org/officeDocument/2006/relationships/tags" Target="../tags/tag418.xml"/><Relationship Id="rId2" Type="http://schemas.openxmlformats.org/officeDocument/2006/relationships/tags" Target="../tags/tag328.xml"/><Relationship Id="rId29" Type="http://schemas.openxmlformats.org/officeDocument/2006/relationships/tags" Target="../tags/tag355.xml"/><Relationship Id="rId24" Type="http://schemas.openxmlformats.org/officeDocument/2006/relationships/tags" Target="../tags/tag350.xml"/><Relationship Id="rId40" Type="http://schemas.openxmlformats.org/officeDocument/2006/relationships/tags" Target="../tags/tag366.xml"/><Relationship Id="rId45" Type="http://schemas.openxmlformats.org/officeDocument/2006/relationships/tags" Target="../tags/tag371.xml"/><Relationship Id="rId66" Type="http://schemas.openxmlformats.org/officeDocument/2006/relationships/tags" Target="../tags/tag392.xml"/><Relationship Id="rId87" Type="http://schemas.openxmlformats.org/officeDocument/2006/relationships/tags" Target="../tags/tag413.xml"/><Relationship Id="rId110" Type="http://schemas.openxmlformats.org/officeDocument/2006/relationships/tags" Target="../tags/tag436.xml"/><Relationship Id="rId115" Type="http://schemas.openxmlformats.org/officeDocument/2006/relationships/tags" Target="../tags/tag441.xml"/><Relationship Id="rId61" Type="http://schemas.openxmlformats.org/officeDocument/2006/relationships/tags" Target="../tags/tag387.xml"/><Relationship Id="rId82" Type="http://schemas.openxmlformats.org/officeDocument/2006/relationships/tags" Target="../tags/tag408.xml"/><Relationship Id="rId19" Type="http://schemas.openxmlformats.org/officeDocument/2006/relationships/tags" Target="../tags/tag345.xml"/><Relationship Id="rId14" Type="http://schemas.openxmlformats.org/officeDocument/2006/relationships/tags" Target="../tags/tag340.xml"/><Relationship Id="rId30" Type="http://schemas.openxmlformats.org/officeDocument/2006/relationships/tags" Target="../tags/tag356.xml"/><Relationship Id="rId35" Type="http://schemas.openxmlformats.org/officeDocument/2006/relationships/tags" Target="../tags/tag361.xml"/><Relationship Id="rId56" Type="http://schemas.openxmlformats.org/officeDocument/2006/relationships/tags" Target="../tags/tag382.xml"/><Relationship Id="rId77" Type="http://schemas.openxmlformats.org/officeDocument/2006/relationships/tags" Target="../tags/tag403.xml"/><Relationship Id="rId100" Type="http://schemas.openxmlformats.org/officeDocument/2006/relationships/tags" Target="../tags/tag426.xml"/><Relationship Id="rId105" Type="http://schemas.openxmlformats.org/officeDocument/2006/relationships/tags" Target="../tags/tag431.xml"/><Relationship Id="rId8" Type="http://schemas.openxmlformats.org/officeDocument/2006/relationships/tags" Target="../tags/tag334.xml"/><Relationship Id="rId51" Type="http://schemas.openxmlformats.org/officeDocument/2006/relationships/tags" Target="../tags/tag377.xml"/><Relationship Id="rId72" Type="http://schemas.openxmlformats.org/officeDocument/2006/relationships/tags" Target="../tags/tag398.xml"/><Relationship Id="rId93" Type="http://schemas.openxmlformats.org/officeDocument/2006/relationships/tags" Target="../tags/tag419.xml"/><Relationship Id="rId98" Type="http://schemas.openxmlformats.org/officeDocument/2006/relationships/tags" Target="../tags/tag424.xml"/><Relationship Id="rId3" Type="http://schemas.openxmlformats.org/officeDocument/2006/relationships/tags" Target="../tags/tag329.xml"/><Relationship Id="rId25" Type="http://schemas.openxmlformats.org/officeDocument/2006/relationships/tags" Target="../tags/tag351.xml"/><Relationship Id="rId46" Type="http://schemas.openxmlformats.org/officeDocument/2006/relationships/tags" Target="../tags/tag372.xml"/><Relationship Id="rId67" Type="http://schemas.openxmlformats.org/officeDocument/2006/relationships/tags" Target="../tags/tag393.xml"/><Relationship Id="rId116" Type="http://schemas.openxmlformats.org/officeDocument/2006/relationships/tags" Target="../tags/tag442.xml"/><Relationship Id="rId20" Type="http://schemas.openxmlformats.org/officeDocument/2006/relationships/tags" Target="../tags/tag346.xml"/><Relationship Id="rId41" Type="http://schemas.openxmlformats.org/officeDocument/2006/relationships/tags" Target="../tags/tag367.xml"/><Relationship Id="rId62" Type="http://schemas.openxmlformats.org/officeDocument/2006/relationships/tags" Target="../tags/tag388.xml"/><Relationship Id="rId83" Type="http://schemas.openxmlformats.org/officeDocument/2006/relationships/tags" Target="../tags/tag409.xml"/><Relationship Id="rId88" Type="http://schemas.openxmlformats.org/officeDocument/2006/relationships/tags" Target="../tags/tag414.xml"/><Relationship Id="rId111" Type="http://schemas.openxmlformats.org/officeDocument/2006/relationships/tags" Target="../tags/tag437.xml"/><Relationship Id="rId15" Type="http://schemas.openxmlformats.org/officeDocument/2006/relationships/tags" Target="../tags/tag341.xml"/><Relationship Id="rId36" Type="http://schemas.openxmlformats.org/officeDocument/2006/relationships/tags" Target="../tags/tag362.xml"/><Relationship Id="rId57" Type="http://schemas.openxmlformats.org/officeDocument/2006/relationships/tags" Target="../tags/tag383.xml"/><Relationship Id="rId106" Type="http://schemas.openxmlformats.org/officeDocument/2006/relationships/tags" Target="../tags/tag43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jpe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audio" Target="../media/audio5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audio" Target="../media/audio5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6.jpeg"/><Relationship Id="rId4" Type="http://schemas.openxmlformats.org/officeDocument/2006/relationships/image" Target="../media/image64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audio" Target="../media/audio5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43.xml"/><Relationship Id="rId6" Type="http://schemas.openxmlformats.org/officeDocument/2006/relationships/image" Target="../media/image2.png"/><Relationship Id="rId5" Type="http://schemas.openxmlformats.org/officeDocument/2006/relationships/image" Target="../media/image25.png"/><Relationship Id="rId4" Type="http://schemas.openxmlformats.org/officeDocument/2006/relationships/audio" Target="../media/audio1.wav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7" Type="http://schemas.openxmlformats.org/officeDocument/2006/relationships/image" Target="../media/image69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44.xml"/><Relationship Id="rId6" Type="http://schemas.openxmlformats.org/officeDocument/2006/relationships/image" Target="../media/image68.jpeg"/><Relationship Id="rId5" Type="http://schemas.openxmlformats.org/officeDocument/2006/relationships/image" Target="../media/image2.png"/><Relationship Id="rId4" Type="http://schemas.openxmlformats.org/officeDocument/2006/relationships/image" Target="../media/image25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image" Target="../media/image70.png"/><Relationship Id="rId5" Type="http://schemas.openxmlformats.org/officeDocument/2006/relationships/image" Target="../media/image7.png"/><Relationship Id="rId4" Type="http://schemas.openxmlformats.org/officeDocument/2006/relationships/image" Target="../media/image54.jpe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2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eg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4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图片 601" descr="C:\Users\38577\Desktop\11.jpg11"/>
          <p:cNvPicPr>
            <a:picLocks noChangeAspect="1"/>
          </p:cNvPicPr>
          <p:nvPr/>
        </p:nvPicPr>
        <p:blipFill rotWithShape="1">
          <a:blip r:embed="rId118"/>
          <a:srcRect/>
          <a:stretch>
            <a:fillRect/>
          </a:stretch>
        </p:blipFill>
        <p:spPr>
          <a:xfrm>
            <a:off x="-190500" y="-578802"/>
            <a:ext cx="12573635" cy="8015605"/>
          </a:xfrm>
          <a:prstGeom prst="rect">
            <a:avLst/>
          </a:prstGeom>
        </p:spPr>
      </p:pic>
      <p:sp>
        <p:nvSpPr>
          <p:cNvPr id="34" name="PA-4-Point Star 33"/>
          <p:cNvSpPr/>
          <p:nvPr>
            <p:custDataLst>
              <p:tags r:id="rId1"/>
            </p:custDataLst>
          </p:nvPr>
        </p:nvSpPr>
        <p:spPr>
          <a:xfrm rot="8294776">
            <a:off x="5002837" y="21462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PA-4-Point Star 34"/>
          <p:cNvSpPr/>
          <p:nvPr>
            <p:custDataLst>
              <p:tags r:id="rId2"/>
            </p:custDataLst>
          </p:nvPr>
        </p:nvSpPr>
        <p:spPr>
          <a:xfrm rot="8294776">
            <a:off x="5483061" y="23699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PA-4-Point Star 35"/>
          <p:cNvSpPr/>
          <p:nvPr>
            <p:custDataLst>
              <p:tags r:id="rId3"/>
            </p:custDataLst>
          </p:nvPr>
        </p:nvSpPr>
        <p:spPr>
          <a:xfrm rot="8294776">
            <a:off x="5344914" y="268566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PA-4-Point Star 36"/>
          <p:cNvSpPr/>
          <p:nvPr>
            <p:custDataLst>
              <p:tags r:id="rId4"/>
            </p:custDataLst>
          </p:nvPr>
        </p:nvSpPr>
        <p:spPr>
          <a:xfrm rot="16200000">
            <a:off x="243104" y="-6551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PA-4-Point Star 77"/>
          <p:cNvSpPr/>
          <p:nvPr>
            <p:custDataLst>
              <p:tags r:id="rId5"/>
            </p:custDataLst>
          </p:nvPr>
        </p:nvSpPr>
        <p:spPr>
          <a:xfrm rot="16200000">
            <a:off x="6457747" y="229694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PA-4-Point Star 96"/>
          <p:cNvSpPr/>
          <p:nvPr>
            <p:custDataLst>
              <p:tags r:id="rId6"/>
            </p:custDataLst>
          </p:nvPr>
        </p:nvSpPr>
        <p:spPr>
          <a:xfrm rot="8294776">
            <a:off x="5628180" y="262724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PA-4-Point Star 97"/>
          <p:cNvSpPr/>
          <p:nvPr>
            <p:custDataLst>
              <p:tags r:id="rId7"/>
            </p:custDataLst>
          </p:nvPr>
        </p:nvSpPr>
        <p:spPr>
          <a:xfrm rot="16200000">
            <a:off x="11913218" y="758020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PA-4-Point Star 108"/>
          <p:cNvSpPr/>
          <p:nvPr>
            <p:custDataLst>
              <p:tags r:id="rId8"/>
            </p:custDataLst>
          </p:nvPr>
        </p:nvSpPr>
        <p:spPr>
          <a:xfrm rot="16200000">
            <a:off x="6141590" y="24737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PA-4-Point Star 133"/>
          <p:cNvSpPr/>
          <p:nvPr>
            <p:custDataLst>
              <p:tags r:id="rId9"/>
            </p:custDataLst>
          </p:nvPr>
        </p:nvSpPr>
        <p:spPr>
          <a:xfrm rot="16200000">
            <a:off x="4653787" y="3063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PA-4-Point Star 134"/>
          <p:cNvSpPr/>
          <p:nvPr>
            <p:custDataLst>
              <p:tags r:id="rId10"/>
            </p:custDataLst>
          </p:nvPr>
        </p:nvSpPr>
        <p:spPr>
          <a:xfrm rot="8294776">
            <a:off x="5693570" y="219228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PA-4-Point Star 135"/>
          <p:cNvSpPr/>
          <p:nvPr>
            <p:custDataLst>
              <p:tags r:id="rId11"/>
            </p:custDataLst>
          </p:nvPr>
        </p:nvSpPr>
        <p:spPr>
          <a:xfrm rot="8294776">
            <a:off x="5555423" y="250804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PA-4-Point Star 136"/>
          <p:cNvSpPr/>
          <p:nvPr>
            <p:custDataLst>
              <p:tags r:id="rId12"/>
            </p:custDataLst>
          </p:nvPr>
        </p:nvSpPr>
        <p:spPr>
          <a:xfrm rot="8294776">
            <a:off x="4594974" y="26725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PA-4-Point Star 138"/>
          <p:cNvSpPr/>
          <p:nvPr>
            <p:custDataLst>
              <p:tags r:id="rId13"/>
            </p:custDataLst>
          </p:nvPr>
        </p:nvSpPr>
        <p:spPr>
          <a:xfrm rot="16200000">
            <a:off x="6686518" y="4379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PA-4-Point Star 139"/>
          <p:cNvSpPr/>
          <p:nvPr>
            <p:custDataLst>
              <p:tags r:id="rId14"/>
            </p:custDataLst>
          </p:nvPr>
        </p:nvSpPr>
        <p:spPr>
          <a:xfrm rot="7352446">
            <a:off x="9882647" y="687283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PA-4-Point Star 140"/>
          <p:cNvSpPr/>
          <p:nvPr>
            <p:custDataLst>
              <p:tags r:id="rId15"/>
            </p:custDataLst>
          </p:nvPr>
        </p:nvSpPr>
        <p:spPr>
          <a:xfrm rot="7352446">
            <a:off x="9744500" y="718859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PA-4-Point Star 141"/>
          <p:cNvSpPr/>
          <p:nvPr>
            <p:custDataLst>
              <p:tags r:id="rId16"/>
            </p:custDataLst>
          </p:nvPr>
        </p:nvSpPr>
        <p:spPr>
          <a:xfrm rot="8294776">
            <a:off x="7009842" y="177126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PA-4-Point Star 153"/>
          <p:cNvSpPr/>
          <p:nvPr>
            <p:custDataLst>
              <p:tags r:id="rId17"/>
            </p:custDataLst>
          </p:nvPr>
        </p:nvSpPr>
        <p:spPr>
          <a:xfrm rot="13694776">
            <a:off x="-716950" y="476562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PA-4-Point Star 154"/>
          <p:cNvSpPr/>
          <p:nvPr>
            <p:custDataLst>
              <p:tags r:id="rId18"/>
            </p:custDataLst>
          </p:nvPr>
        </p:nvSpPr>
        <p:spPr>
          <a:xfrm rot="13694776">
            <a:off x="275801" y="-113633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PA-4-Point Star 155"/>
          <p:cNvSpPr/>
          <p:nvPr>
            <p:custDataLst>
              <p:tags r:id="rId19"/>
            </p:custDataLst>
          </p:nvPr>
        </p:nvSpPr>
        <p:spPr>
          <a:xfrm>
            <a:off x="506143" y="-49301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6" name="PA-4-Point Star 225"/>
          <p:cNvSpPr/>
          <p:nvPr>
            <p:custDataLst>
              <p:tags r:id="rId20"/>
            </p:custDataLst>
          </p:nvPr>
        </p:nvSpPr>
        <p:spPr>
          <a:xfrm rot="13694776">
            <a:off x="-209233" y="15781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7" name="PA-4-Point Star 236"/>
          <p:cNvSpPr/>
          <p:nvPr>
            <p:custDataLst>
              <p:tags r:id="rId21"/>
            </p:custDataLst>
          </p:nvPr>
        </p:nvSpPr>
        <p:spPr>
          <a:xfrm rot="13694776">
            <a:off x="5239957" y="26512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8" name="PA-4-Point Star 237"/>
          <p:cNvSpPr/>
          <p:nvPr>
            <p:custDataLst>
              <p:tags r:id="rId22"/>
            </p:custDataLst>
          </p:nvPr>
        </p:nvSpPr>
        <p:spPr>
          <a:xfrm>
            <a:off x="960449" y="-53828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9" name="PA-4-Point Star 238"/>
          <p:cNvSpPr/>
          <p:nvPr>
            <p:custDataLst>
              <p:tags r:id="rId23"/>
            </p:custDataLst>
          </p:nvPr>
        </p:nvSpPr>
        <p:spPr>
          <a:xfrm>
            <a:off x="0" y="-3738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0" name="PA-4-Point Star 239"/>
          <p:cNvSpPr/>
          <p:nvPr>
            <p:custDataLst>
              <p:tags r:id="rId24"/>
            </p:custDataLst>
          </p:nvPr>
        </p:nvSpPr>
        <p:spPr>
          <a:xfrm>
            <a:off x="5390375" y="71836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2" name="PA-4-Point Star 241"/>
          <p:cNvSpPr/>
          <p:nvPr>
            <p:custDataLst>
              <p:tags r:id="rId25"/>
            </p:custDataLst>
          </p:nvPr>
        </p:nvSpPr>
        <p:spPr>
          <a:xfrm rot="13694776">
            <a:off x="-209232" y="14334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3" name="PA-4-Point Star 242"/>
          <p:cNvSpPr/>
          <p:nvPr>
            <p:custDataLst>
              <p:tags r:id="rId26"/>
            </p:custDataLst>
          </p:nvPr>
        </p:nvSpPr>
        <p:spPr>
          <a:xfrm>
            <a:off x="-1098007" y="548865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4" name="PA-4-Point Star 243"/>
          <p:cNvSpPr/>
          <p:nvPr>
            <p:custDataLst>
              <p:tags r:id="rId27"/>
            </p:custDataLst>
          </p:nvPr>
        </p:nvSpPr>
        <p:spPr>
          <a:xfrm>
            <a:off x="3844446" y="708495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5" name="PA-4-Point Star 244"/>
          <p:cNvSpPr/>
          <p:nvPr>
            <p:custDataLst>
              <p:tags r:id="rId28"/>
            </p:custDataLst>
          </p:nvPr>
        </p:nvSpPr>
        <p:spPr>
          <a:xfrm rot="13694776">
            <a:off x="-696034" y="157813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6" name="PA-4-Point Star 245"/>
          <p:cNvSpPr/>
          <p:nvPr>
            <p:custDataLst>
              <p:tags r:id="rId29"/>
            </p:custDataLst>
          </p:nvPr>
        </p:nvSpPr>
        <p:spPr>
          <a:xfrm>
            <a:off x="-966438" y="554128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7" name="PA-4-Point Star 246"/>
          <p:cNvSpPr/>
          <p:nvPr>
            <p:custDataLst>
              <p:tags r:id="rId30"/>
            </p:custDataLst>
          </p:nvPr>
        </p:nvSpPr>
        <p:spPr>
          <a:xfrm>
            <a:off x="-1104585" y="58570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8" name="PA-4-Point Star 247"/>
          <p:cNvSpPr/>
          <p:nvPr>
            <p:custDataLst>
              <p:tags r:id="rId31"/>
            </p:custDataLst>
          </p:nvPr>
        </p:nvSpPr>
        <p:spPr>
          <a:xfrm>
            <a:off x="3837868" y="745334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2" name="PA-4-Point Star 251"/>
          <p:cNvSpPr/>
          <p:nvPr>
            <p:custDataLst>
              <p:tags r:id="rId32"/>
            </p:custDataLst>
          </p:nvPr>
        </p:nvSpPr>
        <p:spPr>
          <a:xfrm>
            <a:off x="10170037" y="-720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7" name="PA-4-Point Star 256"/>
          <p:cNvSpPr/>
          <p:nvPr>
            <p:custDataLst>
              <p:tags r:id="rId33"/>
            </p:custDataLst>
          </p:nvPr>
        </p:nvSpPr>
        <p:spPr>
          <a:xfrm>
            <a:off x="730203" y="-70274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2" name="PA-4-Point Star 261"/>
          <p:cNvSpPr/>
          <p:nvPr>
            <p:custDataLst>
              <p:tags r:id="rId34"/>
            </p:custDataLst>
          </p:nvPr>
        </p:nvSpPr>
        <p:spPr>
          <a:xfrm>
            <a:off x="10321341" y="-28909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5" name="PA-4-Point Star 264"/>
          <p:cNvSpPr/>
          <p:nvPr>
            <p:custDataLst>
              <p:tags r:id="rId35"/>
            </p:custDataLst>
          </p:nvPr>
        </p:nvSpPr>
        <p:spPr>
          <a:xfrm>
            <a:off x="4844366" y="741387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6" name="PA-4-Point Star 265"/>
          <p:cNvSpPr/>
          <p:nvPr>
            <p:custDataLst>
              <p:tags r:id="rId36"/>
            </p:custDataLst>
          </p:nvPr>
        </p:nvSpPr>
        <p:spPr>
          <a:xfrm>
            <a:off x="-913810" y="582415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7" name="PA-4-Point Star 266"/>
          <p:cNvSpPr/>
          <p:nvPr>
            <p:custDataLst>
              <p:tags r:id="rId37"/>
            </p:custDataLst>
          </p:nvPr>
        </p:nvSpPr>
        <p:spPr>
          <a:xfrm>
            <a:off x="9420098" y="-28251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8" name="PA-4-Point Star 267"/>
          <p:cNvSpPr/>
          <p:nvPr>
            <p:custDataLst>
              <p:tags r:id="rId38"/>
            </p:custDataLst>
          </p:nvPr>
        </p:nvSpPr>
        <p:spPr>
          <a:xfrm>
            <a:off x="4423348" y="70323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9" name="PA-4-Point Star 268"/>
          <p:cNvSpPr/>
          <p:nvPr>
            <p:custDataLst>
              <p:tags r:id="rId39"/>
            </p:custDataLst>
          </p:nvPr>
        </p:nvSpPr>
        <p:spPr>
          <a:xfrm>
            <a:off x="5456160" y="707837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4" name="PA-4-Point Star 383"/>
          <p:cNvSpPr/>
          <p:nvPr>
            <p:custDataLst>
              <p:tags r:id="rId40"/>
            </p:custDataLst>
          </p:nvPr>
        </p:nvSpPr>
        <p:spPr>
          <a:xfrm rot="8294776">
            <a:off x="6733943" y="169968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8" name="PA-4-Point Star 387"/>
          <p:cNvSpPr/>
          <p:nvPr>
            <p:custDataLst>
              <p:tags r:id="rId41"/>
            </p:custDataLst>
          </p:nvPr>
        </p:nvSpPr>
        <p:spPr>
          <a:xfrm rot="8294776">
            <a:off x="4805877" y="251540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2" name="PA-4-Point Star 391"/>
          <p:cNvSpPr/>
          <p:nvPr>
            <p:custDataLst>
              <p:tags r:id="rId42"/>
            </p:custDataLst>
          </p:nvPr>
        </p:nvSpPr>
        <p:spPr>
          <a:xfrm rot="16200000">
            <a:off x="657938" y="-62144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7" name="PA-4-Point Star 396"/>
          <p:cNvSpPr/>
          <p:nvPr>
            <p:custDataLst>
              <p:tags r:id="rId43"/>
            </p:custDataLst>
          </p:nvPr>
        </p:nvSpPr>
        <p:spPr>
          <a:xfrm rot="15257670">
            <a:off x="12926393" y="53587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2" name="PA-4-Point Star 401"/>
          <p:cNvSpPr/>
          <p:nvPr>
            <p:custDataLst>
              <p:tags r:id="rId44"/>
            </p:custDataLst>
          </p:nvPr>
        </p:nvSpPr>
        <p:spPr>
          <a:xfrm rot="8294776">
            <a:off x="5865005" y="26140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3" name="PA-4-Point Star 402"/>
          <p:cNvSpPr/>
          <p:nvPr>
            <p:custDataLst>
              <p:tags r:id="rId45"/>
            </p:custDataLst>
          </p:nvPr>
        </p:nvSpPr>
        <p:spPr>
          <a:xfrm rot="16200000">
            <a:off x="7095855" y="22509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4" name="PA-4-Point Star 403"/>
          <p:cNvSpPr/>
          <p:nvPr>
            <p:custDataLst>
              <p:tags r:id="rId46"/>
            </p:custDataLst>
          </p:nvPr>
        </p:nvSpPr>
        <p:spPr>
          <a:xfrm rot="16200000">
            <a:off x="6957708" y="256666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5" name="PA-4-Point Star 404"/>
          <p:cNvSpPr/>
          <p:nvPr>
            <p:custDataLst>
              <p:tags r:id="rId47"/>
            </p:custDataLst>
          </p:nvPr>
        </p:nvSpPr>
        <p:spPr>
          <a:xfrm rot="16200000">
            <a:off x="10446429" y="-39198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6" name="PA-4-Point Star 405"/>
          <p:cNvSpPr/>
          <p:nvPr>
            <p:custDataLst>
              <p:tags r:id="rId48"/>
            </p:custDataLst>
          </p:nvPr>
        </p:nvSpPr>
        <p:spPr>
          <a:xfrm rot="16200000">
            <a:off x="6495647" y="73701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8" name="PA-4-Point Star 407"/>
          <p:cNvSpPr/>
          <p:nvPr>
            <p:custDataLst>
              <p:tags r:id="rId49"/>
            </p:custDataLst>
          </p:nvPr>
        </p:nvSpPr>
        <p:spPr>
          <a:xfrm rot="16200000">
            <a:off x="657939" y="-76617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9" name="PA-4-Point Star 408"/>
          <p:cNvSpPr/>
          <p:nvPr>
            <p:custDataLst>
              <p:tags r:id="rId50"/>
            </p:custDataLst>
          </p:nvPr>
        </p:nvSpPr>
        <p:spPr>
          <a:xfrm rot="16200000">
            <a:off x="519792" y="-45040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2" name="PA-4-Point Star 411"/>
          <p:cNvSpPr/>
          <p:nvPr>
            <p:custDataLst>
              <p:tags r:id="rId51"/>
            </p:custDataLst>
          </p:nvPr>
        </p:nvSpPr>
        <p:spPr>
          <a:xfrm rot="16200000">
            <a:off x="651361" y="-3977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3" name="PA-4-Point Star 412"/>
          <p:cNvSpPr/>
          <p:nvPr>
            <p:custDataLst>
              <p:tags r:id="rId52"/>
            </p:custDataLst>
          </p:nvPr>
        </p:nvSpPr>
        <p:spPr>
          <a:xfrm rot="16200000">
            <a:off x="9854371" y="-28673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5" name="PA-4-Point Star 414"/>
          <p:cNvSpPr/>
          <p:nvPr>
            <p:custDataLst>
              <p:tags r:id="rId53"/>
            </p:custDataLst>
          </p:nvPr>
        </p:nvSpPr>
        <p:spPr>
          <a:xfrm rot="16200000">
            <a:off x="12071102" y="731048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6" name="PA-4-Point Star 415"/>
          <p:cNvSpPr/>
          <p:nvPr>
            <p:custDataLst>
              <p:tags r:id="rId54"/>
            </p:custDataLst>
          </p:nvPr>
        </p:nvSpPr>
        <p:spPr>
          <a:xfrm rot="15257670">
            <a:off x="12919816" y="55823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7" name="PA-4-Point Star 416"/>
          <p:cNvSpPr/>
          <p:nvPr>
            <p:custDataLst>
              <p:tags r:id="rId55"/>
            </p:custDataLst>
          </p:nvPr>
        </p:nvSpPr>
        <p:spPr>
          <a:xfrm rot="15257670">
            <a:off x="12781669" y="589814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8" name="PA-4-Point Star 417"/>
          <p:cNvSpPr/>
          <p:nvPr>
            <p:custDataLst>
              <p:tags r:id="rId56"/>
            </p:custDataLst>
          </p:nvPr>
        </p:nvSpPr>
        <p:spPr>
          <a:xfrm rot="16200000">
            <a:off x="6416706" y="711362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3" name="PA-4-Point Star 422"/>
          <p:cNvSpPr/>
          <p:nvPr>
            <p:custDataLst>
              <p:tags r:id="rId57"/>
            </p:custDataLst>
          </p:nvPr>
        </p:nvSpPr>
        <p:spPr>
          <a:xfrm rot="16200000">
            <a:off x="6727462" y="240220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6" name="PA-4-Point Star 425"/>
          <p:cNvSpPr/>
          <p:nvPr>
            <p:custDataLst>
              <p:tags r:id="rId58"/>
            </p:custDataLst>
          </p:nvPr>
        </p:nvSpPr>
        <p:spPr>
          <a:xfrm rot="16200000">
            <a:off x="8113939" y="69952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7" name="PA-4-Point Star 426"/>
          <p:cNvSpPr/>
          <p:nvPr>
            <p:custDataLst>
              <p:tags r:id="rId59"/>
            </p:custDataLst>
          </p:nvPr>
        </p:nvSpPr>
        <p:spPr>
          <a:xfrm rot="16200000">
            <a:off x="2295770" y="708495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8" name="PA-4-Point Star 427"/>
          <p:cNvSpPr/>
          <p:nvPr>
            <p:custDataLst>
              <p:tags r:id="rId60"/>
            </p:custDataLst>
          </p:nvPr>
        </p:nvSpPr>
        <p:spPr>
          <a:xfrm rot="16200000">
            <a:off x="6977443" y="302057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9" name="PA-4-Point Star 428"/>
          <p:cNvSpPr/>
          <p:nvPr>
            <p:custDataLst>
              <p:tags r:id="rId61"/>
            </p:custDataLst>
          </p:nvPr>
        </p:nvSpPr>
        <p:spPr>
          <a:xfrm rot="16200000">
            <a:off x="7048234" y="712020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0" name="PA-4-Point Star 429"/>
          <p:cNvSpPr/>
          <p:nvPr>
            <p:custDataLst>
              <p:tags r:id="rId62"/>
            </p:custDataLst>
          </p:nvPr>
        </p:nvSpPr>
        <p:spPr>
          <a:xfrm rot="16200000">
            <a:off x="6910087" y="743596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1" name="PA-4-Point Star 430"/>
          <p:cNvSpPr/>
          <p:nvPr>
            <p:custDataLst>
              <p:tags r:id="rId63"/>
            </p:custDataLst>
          </p:nvPr>
        </p:nvSpPr>
        <p:spPr>
          <a:xfrm rot="16200000">
            <a:off x="5949638" y="76004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2" name="PA-4-Point Star 431"/>
          <p:cNvSpPr/>
          <p:nvPr>
            <p:custDataLst>
              <p:tags r:id="rId64"/>
            </p:custDataLst>
          </p:nvPr>
        </p:nvSpPr>
        <p:spPr>
          <a:xfrm rot="16200000">
            <a:off x="10045146" y="-31962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3" name="PA-4-Point Star 432"/>
          <p:cNvSpPr/>
          <p:nvPr>
            <p:custDataLst>
              <p:tags r:id="rId65"/>
            </p:custDataLst>
          </p:nvPr>
        </p:nvSpPr>
        <p:spPr>
          <a:xfrm rot="16200000">
            <a:off x="6076200" y="302715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4" name="PA-4-Point Star 433"/>
          <p:cNvSpPr/>
          <p:nvPr>
            <p:custDataLst>
              <p:tags r:id="rId66"/>
            </p:custDataLst>
          </p:nvPr>
        </p:nvSpPr>
        <p:spPr>
          <a:xfrm rot="16200000">
            <a:off x="5528620" y="721888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5" name="PA-4-Point Star 434"/>
          <p:cNvSpPr/>
          <p:nvPr>
            <p:custDataLst>
              <p:tags r:id="rId67"/>
            </p:custDataLst>
          </p:nvPr>
        </p:nvSpPr>
        <p:spPr>
          <a:xfrm rot="16200000">
            <a:off x="6561432" y="72649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6" name="PA-4-Point Star 435"/>
          <p:cNvSpPr/>
          <p:nvPr>
            <p:custDataLst>
              <p:tags r:id="rId68"/>
            </p:custDataLst>
          </p:nvPr>
        </p:nvSpPr>
        <p:spPr>
          <a:xfrm rot="16200000">
            <a:off x="7041656" y="748859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7" name="PA-4-Point Star 436"/>
          <p:cNvSpPr/>
          <p:nvPr>
            <p:custDataLst>
              <p:tags r:id="rId69"/>
            </p:custDataLst>
          </p:nvPr>
        </p:nvSpPr>
        <p:spPr>
          <a:xfrm rot="16200000">
            <a:off x="1703712" y="719021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8" name="PA-4-Point Star 437"/>
          <p:cNvSpPr/>
          <p:nvPr>
            <p:custDataLst>
              <p:tags r:id="rId70"/>
            </p:custDataLst>
          </p:nvPr>
        </p:nvSpPr>
        <p:spPr>
          <a:xfrm rot="7352446">
            <a:off x="9751474" y="728147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9" name="PA-4-Point Star 438"/>
          <p:cNvSpPr/>
          <p:nvPr>
            <p:custDataLst>
              <p:tags r:id="rId71"/>
            </p:custDataLst>
          </p:nvPr>
        </p:nvSpPr>
        <p:spPr>
          <a:xfrm rot="16200000">
            <a:off x="12475404" y="357659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0" name="PA-4-Point Star 439"/>
          <p:cNvSpPr/>
          <p:nvPr>
            <p:custDataLst>
              <p:tags r:id="rId72"/>
            </p:custDataLst>
          </p:nvPr>
        </p:nvSpPr>
        <p:spPr>
          <a:xfrm rot="15257670">
            <a:off x="12722463" y="555606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1" name="PA-4-Point Star 440"/>
          <p:cNvSpPr/>
          <p:nvPr>
            <p:custDataLst>
              <p:tags r:id="rId73"/>
            </p:custDataLst>
          </p:nvPr>
        </p:nvSpPr>
        <p:spPr>
          <a:xfrm rot="16200000">
            <a:off x="8225770" y="73701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7" name="PA-4-Point Star 456"/>
          <p:cNvSpPr/>
          <p:nvPr>
            <p:custDataLst>
              <p:tags r:id="rId74"/>
            </p:custDataLst>
          </p:nvPr>
        </p:nvSpPr>
        <p:spPr>
          <a:xfrm rot="15257670">
            <a:off x="9567374" y="771427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3" name="PA-4-Point Star 462"/>
          <p:cNvSpPr/>
          <p:nvPr>
            <p:custDataLst>
              <p:tags r:id="rId75"/>
            </p:custDataLst>
          </p:nvPr>
        </p:nvSpPr>
        <p:spPr>
          <a:xfrm>
            <a:off x="3837967" y="6117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5" name="PA-4-Point Star 464"/>
          <p:cNvSpPr/>
          <p:nvPr>
            <p:custDataLst>
              <p:tags r:id="rId76"/>
            </p:custDataLst>
          </p:nvPr>
        </p:nvSpPr>
        <p:spPr>
          <a:xfrm rot="13694776">
            <a:off x="4739603" y="253858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6" name="PA-4-Point Star 465"/>
          <p:cNvSpPr/>
          <p:nvPr>
            <p:custDataLst>
              <p:tags r:id="rId77"/>
            </p:custDataLst>
          </p:nvPr>
        </p:nvSpPr>
        <p:spPr>
          <a:xfrm>
            <a:off x="-874734" y="53234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8" name="PA-4-Point Star 467"/>
          <p:cNvSpPr/>
          <p:nvPr>
            <p:custDataLst>
              <p:tags r:id="rId78"/>
            </p:custDataLst>
          </p:nvPr>
        </p:nvSpPr>
        <p:spPr>
          <a:xfrm>
            <a:off x="2292038" y="-375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9" name="PA-4-Point Star 468"/>
          <p:cNvSpPr/>
          <p:nvPr>
            <p:custDataLst>
              <p:tags r:id="rId79"/>
            </p:custDataLst>
          </p:nvPr>
        </p:nvSpPr>
        <p:spPr>
          <a:xfrm rot="13694776">
            <a:off x="-571439" y="100502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0" name="PA-4-Point Star 469"/>
          <p:cNvSpPr/>
          <p:nvPr>
            <p:custDataLst>
              <p:tags r:id="rId80"/>
            </p:custDataLst>
          </p:nvPr>
        </p:nvSpPr>
        <p:spPr>
          <a:xfrm rot="13694776">
            <a:off x="-709586" y="132078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2" name="PA-4-Point Star 471"/>
          <p:cNvSpPr/>
          <p:nvPr>
            <p:custDataLst>
              <p:tags r:id="rId81"/>
            </p:custDataLst>
          </p:nvPr>
        </p:nvSpPr>
        <p:spPr>
          <a:xfrm rot="13694776">
            <a:off x="-1058241" y="11497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3" name="PA-4-Point Star 472"/>
          <p:cNvSpPr/>
          <p:nvPr>
            <p:custDataLst>
              <p:tags r:id="rId82"/>
            </p:custDataLst>
          </p:nvPr>
        </p:nvSpPr>
        <p:spPr>
          <a:xfrm rot="13694776">
            <a:off x="-578017" y="137341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4" name="PA-4-Point Star 473"/>
          <p:cNvSpPr/>
          <p:nvPr>
            <p:custDataLst>
              <p:tags r:id="rId83"/>
            </p:custDataLst>
          </p:nvPr>
        </p:nvSpPr>
        <p:spPr>
          <a:xfrm>
            <a:off x="-347675" y="201672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1" name="PA-4-Point Star 480"/>
          <p:cNvSpPr/>
          <p:nvPr>
            <p:custDataLst>
              <p:tags r:id="rId84"/>
            </p:custDataLst>
          </p:nvPr>
        </p:nvSpPr>
        <p:spPr>
          <a:xfrm>
            <a:off x="4002426" y="-49141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2" name="PA-4-Point Star 481"/>
          <p:cNvSpPr/>
          <p:nvPr>
            <p:custDataLst>
              <p:tags r:id="rId85"/>
            </p:custDataLst>
          </p:nvPr>
        </p:nvSpPr>
        <p:spPr>
          <a:xfrm>
            <a:off x="3041977" y="-32695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3" name="PA-4-Point Star 482"/>
          <p:cNvSpPr/>
          <p:nvPr>
            <p:custDataLst>
              <p:tags r:id="rId86"/>
            </p:custDataLst>
          </p:nvPr>
        </p:nvSpPr>
        <p:spPr>
          <a:xfrm rot="13694776">
            <a:off x="4509357" y="23741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2" name="PA-4-Point Star 501"/>
          <p:cNvSpPr/>
          <p:nvPr>
            <p:custDataLst>
              <p:tags r:id="rId87"/>
            </p:custDataLst>
          </p:nvPr>
        </p:nvSpPr>
        <p:spPr>
          <a:xfrm rot="13694776">
            <a:off x="-999821" y="466694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3" name="PA-4-Point Star 502"/>
          <p:cNvSpPr/>
          <p:nvPr>
            <p:custDataLst>
              <p:tags r:id="rId88"/>
            </p:custDataLst>
          </p:nvPr>
        </p:nvSpPr>
        <p:spPr>
          <a:xfrm rot="13694776">
            <a:off x="4502780" y="259778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4" name="PA-4-Point Star 503"/>
          <p:cNvSpPr/>
          <p:nvPr>
            <p:custDataLst>
              <p:tags r:id="rId89"/>
            </p:custDataLst>
          </p:nvPr>
        </p:nvSpPr>
        <p:spPr>
          <a:xfrm>
            <a:off x="223272" y="-59169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5" name="PA-4-Point Star 504"/>
          <p:cNvSpPr/>
          <p:nvPr>
            <p:custDataLst>
              <p:tags r:id="rId90"/>
            </p:custDataLst>
          </p:nvPr>
        </p:nvSpPr>
        <p:spPr>
          <a:xfrm>
            <a:off x="-1249704" y="569838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9" name="PA-4-Point Star 528"/>
          <p:cNvSpPr/>
          <p:nvPr>
            <p:custDataLst>
              <p:tags r:id="rId91"/>
            </p:custDataLst>
          </p:nvPr>
        </p:nvSpPr>
        <p:spPr>
          <a:xfrm rot="13694776">
            <a:off x="4476465" y="243990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1" name="PA-4-Point Star 530"/>
          <p:cNvSpPr/>
          <p:nvPr>
            <p:custDataLst>
              <p:tags r:id="rId92"/>
            </p:custDataLst>
          </p:nvPr>
        </p:nvSpPr>
        <p:spPr>
          <a:xfrm>
            <a:off x="3153811" y="-41905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2" name="PA-4-Point Star 531"/>
          <p:cNvSpPr/>
          <p:nvPr>
            <p:custDataLst>
              <p:tags r:id="rId93"/>
            </p:custDataLst>
          </p:nvPr>
        </p:nvSpPr>
        <p:spPr>
          <a:xfrm>
            <a:off x="3634035" y="-19538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3" name="PA-4-Point Star 532"/>
          <p:cNvSpPr/>
          <p:nvPr>
            <p:custDataLst>
              <p:tags r:id="rId94"/>
            </p:custDataLst>
          </p:nvPr>
        </p:nvSpPr>
        <p:spPr>
          <a:xfrm rot="13694776">
            <a:off x="-966930" y="435118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4" name="PA-4-Point Star 533"/>
          <p:cNvSpPr/>
          <p:nvPr>
            <p:custDataLst>
              <p:tags r:id="rId95"/>
            </p:custDataLst>
          </p:nvPr>
        </p:nvSpPr>
        <p:spPr>
          <a:xfrm rot="13694776">
            <a:off x="-808262" y="110370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5" name="PA-4-Point Star 534"/>
          <p:cNvSpPr/>
          <p:nvPr>
            <p:custDataLst>
              <p:tags r:id="rId96"/>
            </p:custDataLst>
          </p:nvPr>
        </p:nvSpPr>
        <p:spPr>
          <a:xfrm>
            <a:off x="-651069" y="56062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9" name="PA-4-Point Star 538"/>
          <p:cNvSpPr/>
          <p:nvPr>
            <p:custDataLst>
              <p:tags r:id="rId97"/>
            </p:custDataLst>
          </p:nvPr>
        </p:nvSpPr>
        <p:spPr>
          <a:xfrm>
            <a:off x="328526" y="-6969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2" name="PA-4-Point Star 541"/>
          <p:cNvSpPr/>
          <p:nvPr>
            <p:custDataLst>
              <p:tags r:id="rId98"/>
            </p:custDataLst>
          </p:nvPr>
        </p:nvSpPr>
        <p:spPr>
          <a:xfrm>
            <a:off x="2285459" y="5459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3" name="PA-4-Point Star 542"/>
          <p:cNvSpPr/>
          <p:nvPr>
            <p:custDataLst>
              <p:tags r:id="rId99"/>
            </p:custDataLst>
          </p:nvPr>
        </p:nvSpPr>
        <p:spPr>
          <a:xfrm rot="13694776">
            <a:off x="-1196389" y="118922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5" name="PA-4-Point Star 544"/>
          <p:cNvSpPr/>
          <p:nvPr>
            <p:custDataLst>
              <p:tags r:id="rId100"/>
            </p:custDataLst>
          </p:nvPr>
        </p:nvSpPr>
        <p:spPr>
          <a:xfrm>
            <a:off x="3120917" y="-2874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0" name="PA-4-Point Star 559"/>
          <p:cNvSpPr/>
          <p:nvPr>
            <p:custDataLst>
              <p:tags r:id="rId101"/>
            </p:custDataLst>
          </p:nvPr>
        </p:nvSpPr>
        <p:spPr>
          <a:xfrm>
            <a:off x="3361858" y="-66142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1" name="PA-4-Point Star 560"/>
          <p:cNvSpPr/>
          <p:nvPr>
            <p:custDataLst>
              <p:tags r:id="rId102"/>
            </p:custDataLst>
          </p:nvPr>
        </p:nvSpPr>
        <p:spPr>
          <a:xfrm>
            <a:off x="2479263" y="-66142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2" name="PA-4-Point Star 561"/>
          <p:cNvSpPr/>
          <p:nvPr>
            <p:custDataLst>
              <p:tags r:id="rId103"/>
            </p:custDataLst>
          </p:nvPr>
        </p:nvSpPr>
        <p:spPr>
          <a:xfrm>
            <a:off x="-694732" y="185261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8" name="PA-4-Point Star 567"/>
          <p:cNvSpPr/>
          <p:nvPr>
            <p:custDataLst>
              <p:tags r:id="rId104"/>
            </p:custDataLst>
          </p:nvPr>
        </p:nvSpPr>
        <p:spPr>
          <a:xfrm>
            <a:off x="-993911" y="177903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0" name="PA-4-Point Star 569"/>
          <p:cNvSpPr/>
          <p:nvPr>
            <p:custDataLst>
              <p:tags r:id="rId105"/>
            </p:custDataLst>
          </p:nvPr>
        </p:nvSpPr>
        <p:spPr>
          <a:xfrm>
            <a:off x="-811031" y="2152744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1" name="PA-4-Point Star 570"/>
          <p:cNvSpPr/>
          <p:nvPr>
            <p:custDataLst>
              <p:tags r:id="rId106"/>
            </p:custDataLst>
          </p:nvPr>
        </p:nvSpPr>
        <p:spPr>
          <a:xfrm>
            <a:off x="-842836" y="2780897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2" name="PA-4-Point Star 571"/>
          <p:cNvSpPr/>
          <p:nvPr>
            <p:custDataLst>
              <p:tags r:id="rId107"/>
            </p:custDataLst>
          </p:nvPr>
        </p:nvSpPr>
        <p:spPr>
          <a:xfrm>
            <a:off x="-1411295" y="7320855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3" name="PA-4-Point Star 572"/>
          <p:cNvSpPr/>
          <p:nvPr>
            <p:custDataLst>
              <p:tags r:id="rId108"/>
            </p:custDataLst>
          </p:nvPr>
        </p:nvSpPr>
        <p:spPr>
          <a:xfrm>
            <a:off x="4225824" y="740226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7" name="PA-4-Point Star 586"/>
          <p:cNvSpPr/>
          <p:nvPr>
            <p:custDataLst>
              <p:tags r:id="rId109"/>
            </p:custDataLst>
          </p:nvPr>
        </p:nvSpPr>
        <p:spPr>
          <a:xfrm rot="8294776">
            <a:off x="-859688" y="4374360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0" name="PA-4-Point Star 589"/>
          <p:cNvSpPr/>
          <p:nvPr>
            <p:custDataLst>
              <p:tags r:id="rId110"/>
            </p:custDataLst>
          </p:nvPr>
        </p:nvSpPr>
        <p:spPr>
          <a:xfrm rot="8294776">
            <a:off x="12236491" y="82012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1" name="PA-4-Point Star 590"/>
          <p:cNvSpPr/>
          <p:nvPr>
            <p:custDataLst>
              <p:tags r:id="rId111"/>
            </p:custDataLst>
          </p:nvPr>
        </p:nvSpPr>
        <p:spPr>
          <a:xfrm rot="16200000">
            <a:off x="12604980" y="1720167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2" name="PA-4-Point Star 591"/>
          <p:cNvSpPr/>
          <p:nvPr>
            <p:custDataLst>
              <p:tags r:id="rId112"/>
            </p:custDataLst>
          </p:nvPr>
        </p:nvSpPr>
        <p:spPr>
          <a:xfrm rot="16200000">
            <a:off x="3004408" y="704445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6" name="PA-4-Point Star 595"/>
          <p:cNvSpPr/>
          <p:nvPr>
            <p:custDataLst>
              <p:tags r:id="rId113"/>
            </p:custDataLst>
          </p:nvPr>
        </p:nvSpPr>
        <p:spPr>
          <a:xfrm rot="8294776">
            <a:off x="12236490" y="2495122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7" name="PA-4-Point Star 596"/>
          <p:cNvSpPr/>
          <p:nvPr>
            <p:custDataLst>
              <p:tags r:id="rId114"/>
            </p:custDataLst>
          </p:nvPr>
        </p:nvSpPr>
        <p:spPr>
          <a:xfrm rot="16200000">
            <a:off x="7117397" y="-64362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8" name="PA-4-Point Star 597"/>
          <p:cNvSpPr/>
          <p:nvPr>
            <p:custDataLst>
              <p:tags r:id="rId115"/>
            </p:custDataLst>
          </p:nvPr>
        </p:nvSpPr>
        <p:spPr>
          <a:xfrm rot="16200000">
            <a:off x="5058009" y="-715188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9" name="PA-4-Point Star 598"/>
          <p:cNvSpPr/>
          <p:nvPr>
            <p:custDataLst>
              <p:tags r:id="rId116"/>
            </p:custDataLst>
          </p:nvPr>
        </p:nvSpPr>
        <p:spPr>
          <a:xfrm rot="16200000">
            <a:off x="3602920" y="-659529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7"/>
          <p:cNvSpPr txBox="1"/>
          <p:nvPr/>
        </p:nvSpPr>
        <p:spPr>
          <a:xfrm>
            <a:off x="-48577" y="213995"/>
            <a:ext cx="508571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《HSK</a:t>
            </a:r>
            <a:r>
              <a:rPr lang="zh-CN" altLang="en-US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标准教程</a:t>
            </a: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5--</a:t>
            </a:r>
            <a:r>
              <a:rPr lang="zh-CN" altLang="en-US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第五课</a:t>
            </a: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》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38243" y="702214"/>
            <a:ext cx="374777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Han Sans CN Regular" panose="020B0500000000000000" pitchFamily="34" charset="-122"/>
                <a:ea typeface="Source Han Sans CN Regular" panose="020B0500000000000000" pitchFamily="34" charset="-122"/>
                <a:sym typeface="+mn-ea"/>
              </a:rPr>
              <a:t>HSK Standard  Course 5  Lesson 5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1156193" y="2564765"/>
            <a:ext cx="9659087" cy="2916646"/>
            <a:chOff x="1893" y="4058"/>
            <a:chExt cx="15211" cy="4593"/>
          </a:xfrm>
        </p:grpSpPr>
        <p:grpSp>
          <p:nvGrpSpPr>
            <p:cNvPr id="14" name="组合 13"/>
            <p:cNvGrpSpPr/>
            <p:nvPr/>
          </p:nvGrpSpPr>
          <p:grpSpPr>
            <a:xfrm>
              <a:off x="1893" y="4058"/>
              <a:ext cx="15211" cy="4593"/>
              <a:chOff x="-96" y="3669"/>
              <a:chExt cx="18916" cy="5713"/>
            </a:xfrm>
          </p:grpSpPr>
          <p:sp>
            <p:nvSpPr>
              <p:cNvPr id="10" name="圆角矩形 9"/>
              <p:cNvSpPr/>
              <p:nvPr/>
            </p:nvSpPr>
            <p:spPr>
              <a:xfrm>
                <a:off x="-96" y="3669"/>
                <a:ext cx="18744" cy="5713"/>
              </a:xfrm>
              <a:prstGeom prst="roundRect">
                <a:avLst/>
              </a:prstGeom>
              <a:solidFill>
                <a:schemeClr val="bg1">
                  <a:alpha val="6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8" name="组合 7"/>
              <p:cNvGrpSpPr/>
              <p:nvPr/>
            </p:nvGrpSpPr>
            <p:grpSpPr>
              <a:xfrm>
                <a:off x="-96" y="4499"/>
                <a:ext cx="18916" cy="2928"/>
                <a:chOff x="3051" y="4499"/>
                <a:chExt cx="18916" cy="2928"/>
              </a:xfrm>
            </p:grpSpPr>
            <p:grpSp>
              <p:nvGrpSpPr>
                <p:cNvPr id="3" name="组合 2"/>
                <p:cNvGrpSpPr/>
                <p:nvPr/>
              </p:nvGrpSpPr>
              <p:grpSpPr>
                <a:xfrm>
                  <a:off x="6731" y="6525"/>
                  <a:ext cx="12856" cy="902"/>
                  <a:chOff x="8865" y="6525"/>
                  <a:chExt cx="12856" cy="902"/>
                </a:xfrm>
              </p:grpSpPr>
              <p:sp>
                <p:nvSpPr>
                  <p:cNvPr id="15" name="矩形 14"/>
                  <p:cNvSpPr/>
                  <p:nvPr/>
                </p:nvSpPr>
                <p:spPr>
                  <a:xfrm>
                    <a:off x="8865" y="6525"/>
                    <a:ext cx="3417" cy="90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l"/>
                    <a:r>
                      <a:rPr lang="en-US" altLang="zh-CN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STXihei" panose="02010600040101010101" pitchFamily="2" charset="-122"/>
                        <a:ea typeface="STXihei" panose="02010600040101010101" pitchFamily="2" charset="-122"/>
                      </a:rPr>
                      <a:t>Lesson 5</a:t>
                    </a:r>
                  </a:p>
                </p:txBody>
              </p:sp>
              <p:sp>
                <p:nvSpPr>
                  <p:cNvPr id="18" name="矩形 17"/>
                  <p:cNvSpPr/>
                  <p:nvPr/>
                </p:nvSpPr>
                <p:spPr>
                  <a:xfrm>
                    <a:off x="12925" y="6525"/>
                    <a:ext cx="8796" cy="90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STXihei" panose="02010600040101010101" pitchFamily="2" charset="-122"/>
                        <a:ea typeface="STXihei" panose="02010600040101010101" pitchFamily="2" charset="-122"/>
                        <a:sym typeface="+mn-ea"/>
                      </a:rPr>
                      <a:t>Spring Water in Ji</a:t>
                    </a:r>
                    <a:r>
                      <a:rPr lang="zh-CN" altLang="en-US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STXihei" panose="02010600040101010101" pitchFamily="2" charset="-122"/>
                        <a:ea typeface="STXihei" panose="02010600040101010101" pitchFamily="2" charset="-122"/>
                        <a:sym typeface="+mn-ea"/>
                      </a:rPr>
                      <a:t>’</a:t>
                    </a:r>
                    <a:r>
                      <a:rPr lang="en-US" altLang="zh-CN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STXihei" panose="02010600040101010101" pitchFamily="2" charset="-122"/>
                        <a:ea typeface="STXihei" panose="02010600040101010101" pitchFamily="2" charset="-122"/>
                        <a:sym typeface="+mn-ea"/>
                      </a:rPr>
                      <a:t>nan</a:t>
                    </a:r>
                    <a:endParaRPr lang="en-US" sz="2400" dirty="0">
                      <a:solidFill>
                        <a:schemeClr val="bg1">
                          <a:lumMod val="50000"/>
                        </a:schemeClr>
                      </a:solidFill>
                      <a:latin typeface="STXihei" panose="02010600040101010101" pitchFamily="2" charset="-122"/>
                      <a:ea typeface="STXihei" panose="02010600040101010101" pitchFamily="2" charset="-122"/>
                    </a:endParaRPr>
                  </a:p>
                </p:txBody>
              </p:sp>
            </p:grpSp>
            <p:sp>
              <p:nvSpPr>
                <p:cNvPr id="6" name="文本框 7"/>
                <p:cNvSpPr txBox="1"/>
                <p:nvPr/>
              </p:nvSpPr>
              <p:spPr>
                <a:xfrm>
                  <a:off x="3051" y="4499"/>
                  <a:ext cx="18916" cy="24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fontAlgn="auto">
                    <a:lnSpc>
                      <a:spcPts val="902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lang="zh-CN" altLang="en-US" sz="6600" b="1" noProof="0" dirty="0">
                      <a:ln>
                        <a:noFill/>
                      </a:ln>
                      <a:effectLst/>
                      <a:uLnTx/>
                      <a:uFillTx/>
                      <a:latin typeface="STKaiti" panose="02010600040101010101" charset="-122"/>
                      <a:ea typeface="STKaiti" panose="02010600040101010101" charset="-122"/>
                      <a:cs typeface="STKaiti" panose="02010600040101010101" charset="-122"/>
                      <a:sym typeface="+mn-ea"/>
                    </a:rPr>
                    <a:t>第</a:t>
                  </a:r>
                  <a:r>
                    <a:rPr lang="en-US" altLang="zh-CN" sz="6600" b="1" noProof="0" dirty="0">
                      <a:ln>
                        <a:noFill/>
                      </a:ln>
                      <a:effectLst/>
                      <a:uLnTx/>
                      <a:uFillTx/>
                      <a:latin typeface="STKaiti" panose="02010600040101010101" charset="-122"/>
                      <a:ea typeface="STKaiti" panose="02010600040101010101" charset="-122"/>
                      <a:cs typeface="STKaiti" panose="02010600040101010101" charset="-122"/>
                      <a:sym typeface="+mn-ea"/>
                    </a:rPr>
                    <a:t>5</a:t>
                  </a:r>
                  <a:r>
                    <a:rPr lang="zh-CN" altLang="en-US" sz="6600" b="1" noProof="0" dirty="0">
                      <a:ln>
                        <a:noFill/>
                      </a:ln>
                      <a:effectLst/>
                      <a:uLnTx/>
                      <a:uFillTx/>
                      <a:latin typeface="STKaiti" panose="02010600040101010101" charset="-122"/>
                      <a:ea typeface="STKaiti" panose="02010600040101010101" charset="-122"/>
                      <a:cs typeface="STKaiti" panose="02010600040101010101" charset="-122"/>
                      <a:sym typeface="+mn-ea"/>
                    </a:rPr>
                    <a:t>课  济南的泉水</a:t>
                  </a:r>
                  <a:endParaRPr kumimoji="0" lang="zh-CN" altLang="en-US" sz="66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STKaiti" panose="02010600040101010101" charset="-122"/>
                    <a:ea typeface="STKaiti" panose="02010600040101010101" charset="-122"/>
                    <a:cs typeface="STKaiti" panose="02010600040101010101" charset="-122"/>
                  </a:endParaRPr>
                </a:p>
              </p:txBody>
            </p:sp>
          </p:grpSp>
        </p:grpSp>
        <p:sp>
          <p:nvSpPr>
            <p:cNvPr id="7" name="矩形 6"/>
            <p:cNvSpPr/>
            <p:nvPr/>
          </p:nvSpPr>
          <p:spPr>
            <a:xfrm>
              <a:off x="2071" y="7368"/>
              <a:ext cx="14751" cy="11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4000" b="1" noProof="0" dirty="0">
                  <a:ln>
                    <a:noFill/>
                  </a:ln>
                  <a:solidFill>
                    <a:srgbClr val="9F313C"/>
                  </a:solidFill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cs typeface="STKaiti" panose="02010600040101010101" charset="-122"/>
                  <a:sym typeface="+mn-ea"/>
                </a:rPr>
                <a:t>Part 1</a:t>
              </a:r>
              <a:endParaRPr lang="en-US" sz="4000" dirty="0">
                <a:solidFill>
                  <a:schemeClr val="bg1">
                    <a:lumMod val="50000"/>
                  </a:schemeClr>
                </a:solidFill>
                <a:latin typeface="STXihei" panose="02010600040101010101" pitchFamily="2" charset="-122"/>
                <a:ea typeface="STXihei" panose="02010600040101010101" pitchFamily="2" charset="-122"/>
              </a:endParaRPr>
            </a:p>
          </p:txBody>
        </p:sp>
      </p:grpSp>
      <p:pic>
        <p:nvPicPr>
          <p:cNvPr id="4" name="图片 3" descr="1"/>
          <p:cNvPicPr>
            <a:picLocks noChangeAspect="1"/>
          </p:cNvPicPr>
          <p:nvPr/>
        </p:nvPicPr>
        <p:blipFill>
          <a:blip r:embed="rId119"/>
          <a:stretch>
            <a:fillRect/>
          </a:stretch>
        </p:blipFill>
        <p:spPr>
          <a:xfrm>
            <a:off x="10681970" y="5398770"/>
            <a:ext cx="1459230" cy="14592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9700"/>
    </mc:Choice>
    <mc:Fallback xmlns="">
      <p:transition spd="slow" advTm="5097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repeatCount="indefinite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5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528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5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53" presetClass="entr" presetSubtype="528" repeatCount="indefinite" fill="hold" grpId="0" nodeType="withEffect">
                                  <p:stCondLst>
                                    <p:cond delay="507"/>
                                  </p:stCondLst>
                                  <p:childTnLst>
                                    <p:set>
                                      <p:cBhvr>
                                        <p:cTn id="20" dur="6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6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53" presetClass="entr" presetSubtype="528" repeatCount="indefinite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5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8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53" presetClass="entr" presetSubtype="528" repeatCount="indefinite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6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6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528" repeatCount="indefinite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6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68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53" presetClass="entr" presetSubtype="528" repeatCount="indefinite" fill="hold" grpId="0" nodeType="withEffect">
                                  <p:stCondLst>
                                    <p:cond delay="244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153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53" presetClass="entr" presetSubtype="528" repeatCount="indefinite" fill="hold" grpId="0" nodeType="withEffect">
                                  <p:stCondLst>
                                    <p:cond delay="1334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6175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53" presetClass="entr" presetSubtype="528" repeatCount="indefinite" fill="hold" grpId="0" nodeType="withEffect">
                                  <p:stCondLst>
                                    <p:cond delay="1892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142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53" presetClass="entr" presetSubtype="528" repeatCount="indefinite" fill="hold" grpId="0" nodeType="withEffect">
                                  <p:stCondLst>
                                    <p:cond delay="907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232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53" presetClass="entr" presetSubtype="528" repeatCount="indefinite" fill="hold" grpId="0" nodeType="withEffect">
                                  <p:stCondLst>
                                    <p:cond delay="317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737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53" presetClass="entr" presetSubtype="528" repeatCount="indefinite" fill="hold" grpId="0" nodeType="withEffect">
                                  <p:stCondLst>
                                    <p:cond delay="1699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6663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53" presetClass="entr" presetSubtype="528" repeatCount="indefinite" fill="hold" grpId="0" nodeType="withEffect">
                                  <p:stCondLst>
                                    <p:cond delay="1993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24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53" presetClass="entr" presetSubtype="528" repeatCount="indefinite" fill="hold" grpId="0" nodeType="withEffect">
                                  <p:stCondLst>
                                    <p:cond delay="1408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7466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53" presetClass="entr" presetSubtype="528" repeatCount="indefinite" fill="hold" grpId="0" nodeType="withEffect">
                                  <p:stCondLst>
                                    <p:cond delay="1034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6672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53" presetClass="entr" presetSubtype="528" repeatCount="indefinite" fill="hold" grpId="0" nodeType="withEffect">
                                  <p:stCondLst>
                                    <p:cond delay="57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637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53" presetClass="entr" presetSubtype="528" repeatCount="indefinite" fill="hold" grpId="0" nodeType="withEffect">
                                  <p:stCondLst>
                                    <p:cond delay="1978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644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53" presetClass="entr" presetSubtype="528" repeatCount="indefinite" fill="hold" grpId="0" nodeType="withEffect">
                                  <p:stCondLst>
                                    <p:cond delay="136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6172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53" presetClass="entr" presetSubtype="528" repeatCount="indefinite" fill="hold" grpId="0" nodeType="withEffect">
                                  <p:stCondLst>
                                    <p:cond delay="177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618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53" presetClass="entr" presetSubtype="528" repeatCount="indefinite" fill="hold" grpId="0" nodeType="withEffect">
                                  <p:stCondLst>
                                    <p:cond delay="1791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546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53" presetClass="entr" presetSubtype="528" repeatCount="indefinite" fill="hold" grpId="0" nodeType="withEffect">
                                  <p:stCondLst>
                                    <p:cond delay="731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6797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53" presetClass="entr" presetSubtype="528" repeatCount="indefinite" fill="hold" grpId="0" nodeType="withEffect">
                                  <p:stCondLst>
                                    <p:cond delay="1855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7034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53" presetClass="entr" presetSubtype="528" repeatCount="indefinite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6907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53" presetClass="entr" presetSubtype="528" repeatCount="indefinite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506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1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53" presetClass="entr" presetSubtype="528" repeatCount="indefinite" fill="hold" grpId="0" nodeType="withEffect">
                                  <p:stCondLst>
                                    <p:cond delay="1481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366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53" presetClass="entr" presetSubtype="528" repeatCount="indefinite" fill="hold" grpId="0" nodeType="withEffect">
                                  <p:stCondLst>
                                    <p:cond delay="1091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5755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53" presetClass="entr" presetSubtype="528" repeatCount="indefinite" fill="hold" grpId="0" nodeType="withEffect">
                                  <p:stCondLst>
                                    <p:cond delay="334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746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53" presetClass="entr" presetSubtype="528" repeatCount="indefinite" fill="hold" grpId="0" nodeType="withEffect">
                                  <p:stCondLst>
                                    <p:cond delay="1852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6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8" dur="5254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53" presetClass="entr" presetSubtype="528" repeatCount="indefinite" fill="hold" grpId="0" nodeType="withEffect">
                                  <p:stCondLst>
                                    <p:cond delay="657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3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5" dur="6642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8" presetID="53" presetClass="entr" presetSubtype="528" repeatCount="indefinite" fill="hold" grpId="0" nodeType="withEffect">
                                  <p:stCondLst>
                                    <p:cond delay="1083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2" dur="5889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53" presetClass="entr" presetSubtype="528" repeatCount="indefinite" fill="hold" grpId="0" nodeType="withEffect">
                                  <p:stCondLst>
                                    <p:cond delay="854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7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9" dur="5408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0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2" presetID="53" presetClass="entr" presetSubtype="528" repeatCount="indefinite" fill="hold" grpId="0" nodeType="withEffect">
                                  <p:stCondLst>
                                    <p:cond delay="793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4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6" dur="5173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7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53" presetClass="entr" presetSubtype="528" repeatCount="indefinite" fill="hold" grpId="0" nodeType="withEffect">
                                  <p:stCondLst>
                                    <p:cond delay="367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1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3" dur="6982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53" presetClass="entr" presetSubtype="528" repeatCount="indefinite" fill="hold" grpId="0" nodeType="withEffect">
                                  <p:stCondLst>
                                    <p:cond delay="232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8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0" dur="6854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1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3" presetID="53" presetClass="entr" presetSubtype="528" repeatCount="indefinite" fill="hold" grpId="0" nodeType="withEffect">
                                  <p:stCondLst>
                                    <p:cond delay="1449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5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7" dur="704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8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0" presetID="53" presetClass="entr" presetSubtype="528" repeatCount="indefinite" fill="hold" grpId="0" nodeType="withEffect">
                                  <p:stCondLst>
                                    <p:cond delay="1214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2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4" dur="6173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5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7" presetID="53" presetClass="entr" presetSubtype="528" repeatCount="indefinite" fill="hold" grpId="0" nodeType="withEffect">
                                  <p:stCondLst>
                                    <p:cond delay="1303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9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1" dur="6273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2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4" presetID="53" presetClass="entr" presetSubtype="528" repeatCount="indefinite" fill="hold" grpId="0" nodeType="withEffect">
                                  <p:stCondLst>
                                    <p:cond delay="1802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6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7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8" dur="6866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9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0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1" presetID="53" presetClass="entr" presetSubtype="528" repeatCount="indefinite" fill="hold" grpId="0" nodeType="withEffect">
                                  <p:stCondLst>
                                    <p:cond delay="1083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3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4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5" dur="5969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6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7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8" presetID="53" presetClass="entr" presetSubtype="528" repeatCount="indefinite" fill="hold" grpId="0" nodeType="withEffect">
                                  <p:stCondLst>
                                    <p:cond delay="127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0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1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2" dur="7002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3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4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5" presetID="53" presetClass="entr" presetSubtype="528" repeatCount="indefinite" fill="hold" grpId="0" nodeType="withEffect">
                                  <p:stCondLst>
                                    <p:cond delay="1739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7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8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9" dur="737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0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1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2" presetID="53" presetClass="entr" presetSubtype="528" repeatCount="indefinite" fill="hold" grpId="0" nodeType="withEffect">
                                  <p:stCondLst>
                                    <p:cond delay="1018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4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5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6" dur="5261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7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8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9" presetID="53" presetClass="entr" presetSubtype="528" repeatCount="indefinite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1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2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3" dur="6177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4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5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6" presetID="53" presetClass="entr" presetSubtype="528" repeatCount="indefinite" fill="hold" grpId="0" nodeType="withEffect">
                                  <p:stCondLst>
                                    <p:cond delay="149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8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9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0" dur="5255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1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2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3" presetID="53" presetClass="entr" presetSubtype="528" repeatCount="indefinite" fill="hold" grpId="0" nodeType="withEffect">
                                  <p:stCondLst>
                                    <p:cond delay="633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5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6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7" dur="5534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8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9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0" presetID="53" presetClass="entr" presetSubtype="528" repeatCount="indefinite" fill="hold" grpId="0" nodeType="withEffect">
                                  <p:stCondLst>
                                    <p:cond delay="377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2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3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4" dur="6932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5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6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7" presetID="53" presetClass="entr" presetSubtype="528" repeatCount="indefinite" fill="hold" grpId="0" nodeType="withEffect">
                                  <p:stCondLst>
                                    <p:cond delay="1461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9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0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1" dur="7218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2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3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4" presetID="53" presetClass="entr" presetSubtype="528" repeatCount="indefinite" fill="hold" grpId="0" nodeType="withEffect">
                                  <p:stCondLst>
                                    <p:cond delay="1078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6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7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8" dur="6826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9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0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1" presetID="53" presetClass="entr" presetSubtype="528" repeatCount="indefinite" fill="hold" grpId="0" nodeType="withEffect">
                                  <p:stCondLst>
                                    <p:cond delay="1447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3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4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5" dur="5322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6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7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8" presetID="53" presetClass="entr" presetSubtype="528" repeatCount="indefinite" fill="hold" grpId="0" nodeType="withEffect">
                                  <p:stCondLst>
                                    <p:cond delay="1654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0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1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2" dur="6922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3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4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5" presetID="53" presetClass="entr" presetSubtype="528" repeatCount="indefinite" fill="hold" grpId="0" nodeType="withEffect">
                                  <p:stCondLst>
                                    <p:cond delay="487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7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8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9" dur="7039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0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1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2" presetID="53" presetClass="entr" presetSubtype="528" repeatCount="indefinite" fill="hold" grpId="0" nodeType="withEffect">
                                  <p:stCondLst>
                                    <p:cond delay="1043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4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5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6" dur="6539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7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8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9" presetID="53" presetClass="entr" presetSubtype="528" repeatCount="indefinite" fill="hold" grpId="0" nodeType="withEffect">
                                  <p:stCondLst>
                                    <p:cond delay="502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1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2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3" dur="5392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4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5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6" presetID="53" presetClass="entr" presetSubtype="528" repeatCount="indefinite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8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9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0" dur="5326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1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2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3" presetID="53" presetClass="entr" presetSubtype="528" repeatCount="indefinite" fill="hold" grpId="0" nodeType="withEffect">
                                  <p:stCondLst>
                                    <p:cond delay="1436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5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6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7" dur="5561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8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9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0" presetID="53" presetClass="entr" presetSubtype="528" repeatCount="indefinite" fill="hold" grpId="0" nodeType="withEffect">
                                  <p:stCondLst>
                                    <p:cond delay="1228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2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3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4" dur="6911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5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6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7" presetID="53" presetClass="entr" presetSubtype="528" repeatCount="indefinite" fill="hold" grpId="0" nodeType="withEffect">
                                  <p:stCondLst>
                                    <p:cond delay="904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9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0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1" dur="5869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2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3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4" presetID="53" presetClass="entr" presetSubtype="528" repeatCount="indefinite" fill="hold" grpId="0" nodeType="withEffect">
                                  <p:stCondLst>
                                    <p:cond delay="603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6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7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8" dur="6813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9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0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1" presetID="53" presetClass="entr" presetSubtype="528" repeatCount="indefinite" fill="hold" grpId="0" nodeType="withEffect">
                                  <p:stCondLst>
                                    <p:cond delay="857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3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4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5" dur="5399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6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7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8" presetID="53" presetClass="entr" presetSubtype="528" repeatCount="indefinite" fill="hold" grpId="0" nodeType="withEffect">
                                  <p:stCondLst>
                                    <p:cond delay="1332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0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1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2" dur="698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3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4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5" presetID="53" presetClass="entr" presetSubtype="528" repeatCount="indefinite" fill="hold" grpId="0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7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8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9" dur="596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0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1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2" presetID="53" presetClass="entr" presetSubtype="528" repeatCount="indefinite" fill="hold" grpId="0" nodeType="withEffect">
                                  <p:stCondLst>
                                    <p:cond delay="464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4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5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6" dur="6406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7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8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9" presetID="53" presetClass="entr" presetSubtype="528" repeatCount="indefinite" fill="hold" grpId="0" nodeType="withEffect">
                                  <p:stCondLst>
                                    <p:cond delay="1093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1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2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3" dur="6713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4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5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6" presetID="53" presetClass="entr" presetSubtype="528" repeatCount="indefinite" fill="hold" grpId="0" nodeType="withEffect">
                                  <p:stCondLst>
                                    <p:cond delay="1754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8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9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0" dur="6271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1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2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3" presetID="53" presetClass="entr" presetSubtype="528" repeatCount="indefinite" fill="hold" grpId="0" nodeType="withEffect">
                                  <p:stCondLst>
                                    <p:cond delay="331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5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6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7" dur="6081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8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9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0" presetID="53" presetClass="entr" presetSubtype="528" repeatCount="indefinite" fill="hold" grpId="0" nodeType="withEffect">
                                  <p:stCondLst>
                                    <p:cond delay="52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2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3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4" dur="6712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5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6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7" presetID="53" presetClass="entr" presetSubtype="528" repeatCount="indefinite" fill="hold" grpId="0" nodeType="withEffect">
                                  <p:stCondLst>
                                    <p:cond delay="35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9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0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1" dur="5135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2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3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4" presetID="53" presetClass="entr" presetSubtype="528" repeatCount="indefinite" fill="hold" grpId="0" nodeType="withEffect">
                                  <p:stCondLst>
                                    <p:cond delay="181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6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7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8" dur="5463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9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0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1" presetID="53" presetClass="entr" presetSubtype="528" repeatCount="indefinite" fill="hold" grpId="0" nodeType="withEffect">
                                  <p:stCondLst>
                                    <p:cond delay="207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3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4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5" dur="5327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6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7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8" presetID="53" presetClass="entr" presetSubtype="528" repeatCount="indefinite" fill="hold" grpId="0" nodeType="withEffect">
                                  <p:stCondLst>
                                    <p:cond delay="852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0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1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2" dur="5099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3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4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5" presetID="53" presetClass="entr" presetSubtype="528" repeatCount="indefinite" fill="hold" grpId="0" nodeType="withEffect">
                                  <p:stCondLst>
                                    <p:cond delay="1482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7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8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9" dur="7073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0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1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2" presetID="53" presetClass="entr" presetSubtype="528" repeatCount="indefinite" fill="hold" grpId="0" nodeType="withEffect">
                                  <p:stCondLst>
                                    <p:cond delay="176"/>
                                  </p:stCondLst>
                                  <p:childTnLs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4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5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6" dur="7201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7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8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9" presetID="53" presetClass="entr" presetSubtype="528" repeatCount="indefinite" fill="hold" grpId="0" nodeType="withEffect">
                                  <p:stCondLst>
                                    <p:cond delay="157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1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2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3" dur="7468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4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5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6" presetID="53" presetClass="entr" presetSubtype="528" repeatCount="indefinite" fill="hold" grpId="0" nodeType="withEffect">
                                  <p:stCondLst>
                                    <p:cond delay="234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8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9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0" dur="7485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1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2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3" presetID="53" presetClass="entr" presetSubtype="528" repeatCount="indefinite" fill="hold" grpId="0" nodeType="withEffect">
                                  <p:stCondLst>
                                    <p:cond delay="1802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5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6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7" dur="6432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8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9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0" presetID="53" presetClass="entr" presetSubtype="528" repeatCount="indefinite" fill="hold" grpId="0" nodeType="withEffect">
                                  <p:stCondLst>
                                    <p:cond delay="736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2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3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4" dur="5423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5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6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7" presetID="53" presetClass="entr" presetSubtype="528" repeatCount="indefinite" fill="hold" grpId="0" nodeType="withEffect">
                                  <p:stCondLst>
                                    <p:cond delay="482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9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0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1" dur="5102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2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3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4" presetID="53" presetClass="entr" presetSubtype="528" repeatCount="indefinite" fill="hold" grpId="0" nodeType="withEffect">
                                  <p:stCondLst>
                                    <p:cond delay="399"/>
                                  </p:stCondLst>
                                  <p:childTnLs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6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7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8" dur="5819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9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0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1" presetID="53" presetClass="entr" presetSubtype="528" repeatCount="indefinite" fill="hold" grpId="0" nodeType="withEffect">
                                  <p:stCondLst>
                                    <p:cond delay="1338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3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4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5" dur="6554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6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7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8" presetID="53" presetClass="entr" presetSubtype="528" repeatCount="indefinite" fill="hold" grpId="0" nodeType="withEffect">
                                  <p:stCondLst>
                                    <p:cond delay="245"/>
                                  </p:stCondLst>
                                  <p:childTnLst>
                                    <p:set>
                                      <p:cBhvr>
                                        <p:cTn id="5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0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1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2" dur="5853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3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4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5" presetID="53" presetClass="entr" presetSubtype="528" repeatCount="indefinite" fill="hold" grpId="0" nodeType="withEffect">
                                  <p:stCondLst>
                                    <p:cond delay="1555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7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8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9" dur="5653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0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1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2" presetID="53" presetClass="entr" presetSubtype="528" repeatCount="indefinite" fill="hold" grpId="0" nodeType="withEffect">
                                  <p:stCondLst>
                                    <p:cond delay="1065"/>
                                  </p:stCondLst>
                                  <p:childTnLs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4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5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6" dur="7301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7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8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9" presetID="53" presetClass="entr" presetSubtype="528" repeatCount="indefinite" fill="hold" grpId="0" nodeType="withEffect">
                                  <p:stCondLst>
                                    <p:cond delay="1298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1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2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3" dur="7173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4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5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6" presetID="53" presetClass="entr" presetSubtype="528" repeatCount="indefinite" fill="hold" grpId="0" nodeType="withEffect">
                                  <p:stCondLst>
                                    <p:cond delay="1367"/>
                                  </p:stCondLst>
                                  <p:childTnLst>
                                    <p:set>
                                      <p:cBhvr>
                                        <p:cTn id="5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8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9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0" dur="6011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1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2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3" presetID="53" presetClass="entr" presetSubtype="528" repeatCount="indefinite" fill="hold" grpId="0" nodeType="withEffect">
                                  <p:stCondLst>
                                    <p:cond delay="1243"/>
                                  </p:stCondLst>
                                  <p:childTnLs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5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6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7" dur="5785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8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9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0" presetID="53" presetClass="entr" presetSubtype="528" repeatCount="indefinite" fill="hold" grpId="0" nodeType="withEffect">
                                  <p:stCondLst>
                                    <p:cond delay="273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2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3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4" dur="6234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5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6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7" presetID="53" presetClass="entr" presetSubtype="528" repeatCount="indefinite" fill="hold" grpId="0" nodeType="withEffect">
                                  <p:stCondLst>
                                    <p:cond delay="1910"/>
                                  </p:stCondLst>
                                  <p:childTnLst>
                                    <p:set>
                                      <p:cBhvr>
                                        <p:cTn id="6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9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0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1" dur="7063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2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3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4" presetID="53" presetClass="entr" presetSubtype="528" repeatCount="indefinite" fill="hold" grpId="0" nodeType="withEffect">
                                  <p:stCondLst>
                                    <p:cond delay="633"/>
                                  </p:stCondLst>
                                  <p:childTnLs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6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7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8" dur="5494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9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0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1" presetID="53" presetClass="entr" presetSubtype="528" repeatCount="indefinite" fill="hold" grpId="0" nodeType="withEffect">
                                  <p:stCondLst>
                                    <p:cond delay="1769"/>
                                  </p:stCondLst>
                                  <p:childTnLs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3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4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5" dur="7135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6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7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8" presetID="53" presetClass="entr" presetSubtype="528" repeatCount="indefinite" fill="hold" grpId="0" nodeType="withEffect">
                                  <p:stCondLst>
                                    <p:cond delay="552"/>
                                  </p:stCondLst>
                                  <p:childTnLst>
                                    <p:set>
                                      <p:cBhvr>
                                        <p:cTn id="6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0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1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2" dur="7132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3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4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5" presetID="53" presetClass="entr" presetSubtype="528" repeatCount="indefinite" fill="hold" grpId="0" nodeType="withEffect">
                                  <p:stCondLst>
                                    <p:cond delay="1645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7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8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9" dur="5041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0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1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2" presetID="53" presetClass="entr" presetSubtype="528" repeatCount="indefinite" fill="hold" grpId="0" nodeType="withEffect">
                                  <p:stCondLst>
                                    <p:cond delay="1934"/>
                                  </p:stCondLst>
                                  <p:childTnLst>
                                    <p:set>
                                      <p:cBhvr>
                                        <p:cTn id="6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4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5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6" dur="6965"/>
                                        <p:tgtEl>
                                          <p:spTgt spid="5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7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8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9" presetID="53" presetClass="entr" presetSubtype="528" repeatCount="indefinite" fill="hold" grpId="0" nodeType="withEffect">
                                  <p:stCondLst>
                                    <p:cond delay="775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1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2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3" dur="5313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4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5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6" presetID="53" presetClass="entr" presetSubtype="528" repeatCount="indefinite" fill="hold" grpId="0" nodeType="withEffect">
                                  <p:stCondLst>
                                    <p:cond delay="178"/>
                                  </p:stCondLst>
                                  <p:childTnLst>
                                    <p:set>
                                      <p:cBhvr>
                                        <p:cTn id="6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8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9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0" dur="563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1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2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3" presetID="53" presetClass="entr" presetSubtype="528" repeatCount="indefinite" fill="hold" grpId="0" nodeType="withEffect">
                                  <p:stCondLst>
                                    <p:cond delay="1402"/>
                                  </p:stCondLst>
                                  <p:childTnLst>
                                    <p:set>
                                      <p:cBhvr>
                                        <p:cTn id="6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5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6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7" dur="5437"/>
                                        <p:tgtEl>
                                          <p:spTgt spid="5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8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9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0" presetID="53" presetClass="entr" presetSubtype="528" repeatCount="indefinite" fill="hold" grpId="0" nodeType="withEffect">
                                  <p:stCondLst>
                                    <p:cond delay="441"/>
                                  </p:stCondLst>
                                  <p:childTnLst>
                                    <p:set>
                                      <p:cBhvr>
                                        <p:cTn id="6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2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3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4" dur="566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5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6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7" presetID="53" presetClass="entr" presetSubtype="528" repeatCount="indefinite" fill="hold" grpId="0" nodeType="withEffect">
                                  <p:stCondLst>
                                    <p:cond delay="1747"/>
                                  </p:stCondLst>
                                  <p:childTnLs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9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0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1" dur="6723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2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3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4" presetID="53" presetClass="entr" presetSubtype="528" repeatCount="indefinite" fill="hold" grpId="0" nodeType="withEffect">
                                  <p:stCondLst>
                                    <p:cond delay="1402"/>
                                  </p:stCondLst>
                                  <p:childTnLst>
                                    <p:set>
                                      <p:cBhvr>
                                        <p:cTn id="6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6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7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8" dur="5888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9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0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1" presetID="53" presetClass="entr" presetSubtype="528" repeatCount="indefinite" fill="hold" grpId="0" nodeType="withEffect">
                                  <p:stCondLst>
                                    <p:cond delay="809"/>
                                  </p:stCondLst>
                                  <p:childTnLs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3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4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5" dur="5356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6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7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8" presetID="53" presetClass="entr" presetSubtype="528" repeatCount="indefinite" fill="hold" grpId="0" nodeType="withEffect">
                                  <p:stCondLst>
                                    <p:cond delay="351"/>
                                  </p:stCondLst>
                                  <p:childTnLst>
                                    <p:set>
                                      <p:cBhvr>
                                        <p:cTn id="6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0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1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2" dur="7274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3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4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5" presetID="53" presetClass="entr" presetSubtype="528" repeatCount="indefinite" fill="hold" grpId="0" nodeType="withEffect">
                                  <p:stCondLst>
                                    <p:cond delay="1594"/>
                                  </p:stCondLst>
                                  <p:childTnLst>
                                    <p:set>
                                      <p:cBhvr>
                                        <p:cTn id="7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7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8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9" dur="5069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0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1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2" presetID="53" presetClass="entr" presetSubtype="528" repeatCount="indefinite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7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4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5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6" dur="5443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7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8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9" presetID="53" presetClass="entr" presetSubtype="528" repeatCount="indefinite" fill="hold" grpId="0" nodeType="withEffect">
                                  <p:stCondLst>
                                    <p:cond delay="1243"/>
                                  </p:stCondLst>
                                  <p:childTnLst>
                                    <p:set>
                                      <p:cBhvr>
                                        <p:cTn id="7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1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2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3" dur="6959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4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5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6" presetID="53" presetClass="entr" presetSubtype="528" repeatCount="indefinite" fill="hold" grpId="0" nodeType="withEffect">
                                  <p:stCondLst>
                                    <p:cond delay="1388"/>
                                  </p:stCondLst>
                                  <p:childTnLst>
                                    <p:set>
                                      <p:cBhvr>
                                        <p:cTn id="7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8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9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0" dur="5861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1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2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3" presetID="53" presetClass="entr" presetSubtype="528" repeatCount="indefinite" fill="hold" grpId="0" nodeType="withEffect">
                                  <p:stCondLst>
                                    <p:cond delay="278"/>
                                  </p:stCondLst>
                                  <p:childTnLst>
                                    <p:set>
                                      <p:cBhvr>
                                        <p:cTn id="7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5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6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7" dur="5961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8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9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0" presetID="53" presetClass="entr" presetSubtype="528" repeatCount="indefinite" fill="hold" grpId="0" nodeType="withEffect">
                                  <p:stCondLst>
                                    <p:cond delay="954"/>
                                  </p:stCondLst>
                                  <p:childTnLst>
                                    <p:set>
                                      <p:cBhvr>
                                        <p:cTn id="7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2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3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4" dur="5261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5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6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7" presetID="53" presetClass="entr" presetSubtype="528" repeatCount="indefinite" fill="hold" grpId="0" nodeType="withEffect">
                                  <p:stCondLst>
                                    <p:cond delay="494"/>
                                  </p:stCondLst>
                                  <p:childTnLst>
                                    <p:set>
                                      <p:cBhvr>
                                        <p:cTn id="7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9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0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1" dur="6404"/>
                                        <p:tgtEl>
                                          <p:spTgt spid="5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2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3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4" presetID="53" presetClass="entr" presetSubtype="528" repeatCount="indefinite" fill="hold" grpId="0" nodeType="withEffect">
                                  <p:stCondLst>
                                    <p:cond delay="1901"/>
                                  </p:stCondLst>
                                  <p:childTnLst>
                                    <p:set>
                                      <p:cBhvr>
                                        <p:cTn id="7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6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7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8" dur="6419"/>
                                        <p:tgtEl>
                                          <p:spTgt spid="5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9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0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1" presetID="53" presetClass="entr" presetSubtype="528" repeatCount="indefinite" fill="hold" grpId="0" nodeType="withEffect">
                                  <p:stCondLst>
                                    <p:cond delay="367"/>
                                  </p:stCondLst>
                                  <p:childTnLst>
                                    <p:set>
                                      <p:cBhvr>
                                        <p:cTn id="7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3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4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5" dur="7266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6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7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8" presetID="53" presetClass="entr" presetSubtype="528" repeatCount="indefinite" fill="hold" grpId="0" nodeType="withEffect">
                                  <p:stCondLst>
                                    <p:cond delay="961"/>
                                  </p:stCondLst>
                                  <p:childTnLst>
                                    <p:set>
                                      <p:cBhvr>
                                        <p:cTn id="7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0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1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2" dur="6578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3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4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5" presetID="53" presetClass="entr" presetSubtype="528" repeatCount="indefinite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7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8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9" dur="5112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0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1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2" presetID="53" presetClass="entr" presetSubtype="528" repeatCount="indefinite" fill="hold" grpId="0" nodeType="withEffect">
                                  <p:stCondLst>
                                    <p:cond delay="1664"/>
                                  </p:stCondLst>
                                  <p:childTnLst>
                                    <p:set>
                                      <p:cBhvr>
                                        <p:cTn id="7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4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5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6" dur="5239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7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8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9" presetID="53" presetClass="entr" presetSubtype="528" repeatCount="indefinite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7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1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2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3" dur="5535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4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5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6" presetID="53" presetClass="entr" presetSubtype="528" repeatCount="indefinite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7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8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9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0" dur="5003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1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2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3" presetID="53" presetClass="entr" presetSubtype="528" repeatCount="indefinite" fill="hold" grpId="0" nodeType="withEffect">
                                  <p:stCondLst>
                                    <p:cond delay="1048"/>
                                  </p:stCondLst>
                                  <p:childTnLst>
                                    <p:set>
                                      <p:cBhvr>
                                        <p:cTn id="8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5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6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7" dur="5033"/>
                                        <p:tgtEl>
                                          <p:spTgt spid="5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8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9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0" presetID="53" presetClass="entr" presetSubtype="528" repeatCount="indefinite" fill="hold" grpId="0" nodeType="withEffect">
                                  <p:stCondLst>
                                    <p:cond delay="1359"/>
                                  </p:stCondLst>
                                  <p:childTnLst>
                                    <p:set>
                                      <p:cBhvr>
                                        <p:cTn id="8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2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3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4" dur="6787"/>
                                        <p:tgtEl>
                                          <p:spTgt spid="5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5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6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7" presetID="2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8" dur="3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9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0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1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2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3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25 0.0564815 L -0.000833333 -0.258611 " pathEditMode="relative" rAng="0" ptsTypes="">
                                      <p:cBhvr>
                                        <p:cTn id="824" dur="5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ldLvl="0" animBg="1"/>
      <p:bldP spid="35" grpId="0" bldLvl="0" animBg="1"/>
      <p:bldP spid="36" grpId="0" bldLvl="0" animBg="1"/>
      <p:bldP spid="37" grpId="0" bldLvl="0" animBg="1"/>
      <p:bldP spid="78" grpId="0" bldLvl="0" animBg="1"/>
      <p:bldP spid="97" grpId="0" bldLvl="0" animBg="1"/>
      <p:bldP spid="98" grpId="0" bldLvl="0" animBg="1"/>
      <p:bldP spid="109" grpId="0" bldLvl="0" animBg="1"/>
      <p:bldP spid="134" grpId="0" bldLvl="0" animBg="1"/>
      <p:bldP spid="135" grpId="0" bldLvl="0" animBg="1"/>
      <p:bldP spid="136" grpId="0" bldLvl="0" animBg="1"/>
      <p:bldP spid="137" grpId="0" bldLvl="0" animBg="1"/>
      <p:bldP spid="139" grpId="0" bldLvl="0" animBg="1"/>
      <p:bldP spid="140" grpId="0" bldLvl="0" animBg="1"/>
      <p:bldP spid="141" grpId="0" bldLvl="0" animBg="1"/>
      <p:bldP spid="142" grpId="0" bldLvl="0" animBg="1"/>
      <p:bldP spid="154" grpId="0" bldLvl="0" animBg="1"/>
      <p:bldP spid="155" grpId="0" bldLvl="0" animBg="1"/>
      <p:bldP spid="156" grpId="0" bldLvl="0" animBg="1"/>
      <p:bldP spid="226" grpId="0" bldLvl="0" animBg="1"/>
      <p:bldP spid="237" grpId="0" bldLvl="0" animBg="1"/>
      <p:bldP spid="238" grpId="0" bldLvl="0" animBg="1"/>
      <p:bldP spid="239" grpId="0" bldLvl="0" animBg="1"/>
      <p:bldP spid="240" grpId="0" bldLvl="0" animBg="1"/>
      <p:bldP spid="242" grpId="0" bldLvl="0" animBg="1"/>
      <p:bldP spid="243" grpId="0" bldLvl="0" animBg="1"/>
      <p:bldP spid="244" grpId="0" bldLvl="0" animBg="1"/>
      <p:bldP spid="245" grpId="0" bldLvl="0" animBg="1"/>
      <p:bldP spid="246" grpId="0" bldLvl="0" animBg="1"/>
      <p:bldP spid="247" grpId="0" bldLvl="0" animBg="1"/>
      <p:bldP spid="248" grpId="0" bldLvl="0" animBg="1"/>
      <p:bldP spid="252" grpId="0" bldLvl="0" animBg="1"/>
      <p:bldP spid="257" grpId="0" bldLvl="0" animBg="1"/>
      <p:bldP spid="262" grpId="0" bldLvl="0" animBg="1"/>
      <p:bldP spid="265" grpId="0" bldLvl="0" animBg="1"/>
      <p:bldP spid="266" grpId="0" bldLvl="0" animBg="1"/>
      <p:bldP spid="267" grpId="0" bldLvl="0" animBg="1"/>
      <p:bldP spid="268" grpId="0" bldLvl="0" animBg="1"/>
      <p:bldP spid="269" grpId="0" bldLvl="0" animBg="1"/>
      <p:bldP spid="384" grpId="0" bldLvl="0" animBg="1"/>
      <p:bldP spid="388" grpId="0" bldLvl="0" animBg="1"/>
      <p:bldP spid="392" grpId="0" bldLvl="0" animBg="1"/>
      <p:bldP spid="397" grpId="0" bldLvl="0" animBg="1"/>
      <p:bldP spid="402" grpId="0" bldLvl="0" animBg="1"/>
      <p:bldP spid="403" grpId="0" bldLvl="0" animBg="1"/>
      <p:bldP spid="404" grpId="0" bldLvl="0" animBg="1"/>
      <p:bldP spid="405" grpId="0" bldLvl="0" animBg="1"/>
      <p:bldP spid="406" grpId="0" bldLvl="0" animBg="1"/>
      <p:bldP spid="408" grpId="0" bldLvl="0" animBg="1"/>
      <p:bldP spid="409" grpId="0" bldLvl="0" animBg="1"/>
      <p:bldP spid="412" grpId="0" bldLvl="0" animBg="1"/>
      <p:bldP spid="413" grpId="0" bldLvl="0" animBg="1"/>
      <p:bldP spid="415" grpId="0" bldLvl="0" animBg="1"/>
      <p:bldP spid="416" grpId="0" bldLvl="0" animBg="1"/>
      <p:bldP spid="417" grpId="0" bldLvl="0" animBg="1"/>
      <p:bldP spid="418" grpId="0" bldLvl="0" animBg="1"/>
      <p:bldP spid="423" grpId="0" bldLvl="0" animBg="1"/>
      <p:bldP spid="426" grpId="0" bldLvl="0" animBg="1"/>
      <p:bldP spid="427" grpId="0" bldLvl="0" animBg="1"/>
      <p:bldP spid="428" grpId="0" bldLvl="0" animBg="1"/>
      <p:bldP spid="429" grpId="0" bldLvl="0" animBg="1"/>
      <p:bldP spid="430" grpId="0" bldLvl="0" animBg="1"/>
      <p:bldP spid="431" grpId="0" bldLvl="0" animBg="1"/>
      <p:bldP spid="432" grpId="0" bldLvl="0" animBg="1"/>
      <p:bldP spid="433" grpId="0" bldLvl="0" animBg="1"/>
      <p:bldP spid="434" grpId="0" bldLvl="0" animBg="1"/>
      <p:bldP spid="435" grpId="0" bldLvl="0" animBg="1"/>
      <p:bldP spid="436" grpId="0" bldLvl="0" animBg="1"/>
      <p:bldP spid="437" grpId="0" bldLvl="0" animBg="1"/>
      <p:bldP spid="438" grpId="0" bldLvl="0" animBg="1"/>
      <p:bldP spid="439" grpId="0" bldLvl="0" animBg="1"/>
      <p:bldP spid="440" grpId="0" bldLvl="0" animBg="1"/>
      <p:bldP spid="441" grpId="0" bldLvl="0" animBg="1"/>
      <p:bldP spid="457" grpId="0" bldLvl="0" animBg="1"/>
      <p:bldP spid="463" grpId="0" bldLvl="0" animBg="1"/>
      <p:bldP spid="465" grpId="0" bldLvl="0" animBg="1"/>
      <p:bldP spid="466" grpId="0" bldLvl="0" animBg="1"/>
      <p:bldP spid="468" grpId="0" bldLvl="0" animBg="1"/>
      <p:bldP spid="469" grpId="0" bldLvl="0" animBg="1"/>
      <p:bldP spid="470" grpId="0" bldLvl="0" animBg="1"/>
      <p:bldP spid="472" grpId="0" bldLvl="0" animBg="1"/>
      <p:bldP spid="473" grpId="0" bldLvl="0" animBg="1"/>
      <p:bldP spid="474" grpId="0" bldLvl="0" animBg="1"/>
      <p:bldP spid="481" grpId="0" bldLvl="0" animBg="1"/>
      <p:bldP spid="482" grpId="0" bldLvl="0" animBg="1"/>
      <p:bldP spid="483" grpId="0" bldLvl="0" animBg="1"/>
      <p:bldP spid="502" grpId="0" bldLvl="0" animBg="1"/>
      <p:bldP spid="503" grpId="0" bldLvl="0" animBg="1"/>
      <p:bldP spid="504" grpId="0" bldLvl="0" animBg="1"/>
      <p:bldP spid="505" grpId="0" bldLvl="0" animBg="1"/>
      <p:bldP spid="529" grpId="0" bldLvl="0" animBg="1"/>
      <p:bldP spid="531" grpId="0" bldLvl="0" animBg="1"/>
      <p:bldP spid="532" grpId="0" bldLvl="0" animBg="1"/>
      <p:bldP spid="533" grpId="0" bldLvl="0" animBg="1"/>
      <p:bldP spid="534" grpId="0" bldLvl="0" animBg="1"/>
      <p:bldP spid="535" grpId="0" bldLvl="0" animBg="1"/>
      <p:bldP spid="539" grpId="0" bldLvl="0" animBg="1"/>
      <p:bldP spid="542" grpId="0" bldLvl="0" animBg="1"/>
      <p:bldP spid="543" grpId="0" bldLvl="0" animBg="1"/>
      <p:bldP spid="545" grpId="0" bldLvl="0" animBg="1"/>
      <p:bldP spid="560" grpId="0" bldLvl="0" animBg="1"/>
      <p:bldP spid="561" grpId="0" bldLvl="0" animBg="1"/>
      <p:bldP spid="562" grpId="0" bldLvl="0" animBg="1"/>
      <p:bldP spid="568" grpId="0" bldLvl="0" animBg="1"/>
      <p:bldP spid="570" grpId="0" bldLvl="0" animBg="1"/>
      <p:bldP spid="571" grpId="0" bldLvl="0" animBg="1"/>
      <p:bldP spid="572" grpId="0" bldLvl="0" animBg="1"/>
      <p:bldP spid="573" grpId="0" bldLvl="0" animBg="1"/>
      <p:bldP spid="587" grpId="0" bldLvl="0" animBg="1"/>
      <p:bldP spid="590" grpId="0" bldLvl="0" animBg="1"/>
      <p:bldP spid="591" grpId="0" bldLvl="0" animBg="1"/>
      <p:bldP spid="592" grpId="0" bldLvl="0" animBg="1"/>
      <p:bldP spid="596" grpId="0" bldLvl="0" animBg="1"/>
      <p:bldP spid="597" grpId="0" bldLvl="0" animBg="1"/>
      <p:bldP spid="598" grpId="0" bldLvl="0" animBg="1"/>
      <p:bldP spid="599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7"/>
          <p:cNvSpPr txBox="1"/>
          <p:nvPr/>
        </p:nvSpPr>
        <p:spPr>
          <a:xfrm>
            <a:off x="166805" y="214290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复习</a:t>
            </a:r>
          </a:p>
        </p:txBody>
      </p:sp>
      <p:sp>
        <p:nvSpPr>
          <p:cNvPr id="25" name="文本框 7"/>
          <p:cNvSpPr txBox="1"/>
          <p:nvPr/>
        </p:nvSpPr>
        <p:spPr>
          <a:xfrm>
            <a:off x="238243" y="702214"/>
            <a:ext cx="87630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Source Han Sans CN Regular" panose="020B0500000000000000" pitchFamily="34" charset="-122"/>
                <a:ea typeface="Source Han Sans CN Regular" panose="020B0500000000000000" pitchFamily="34" charset="-122"/>
              </a:rPr>
              <a:t>Review</a:t>
            </a:r>
          </a:p>
        </p:txBody>
      </p:sp>
      <p:sp>
        <p:nvSpPr>
          <p:cNvPr id="2052" name="AutoShape 4" descr="@冒险家的旅程か★&#10;png免抠素材 海报装饰元素 png透明背景素材 卡通素材  贴纸素材 标签素材 风扇 夏季风扇 强力风扇 吹风 吹凉"/>
          <p:cNvSpPr>
            <a:spLocks noChangeAspect="1" noChangeArrowheads="1"/>
          </p:cNvSpPr>
          <p:nvPr/>
        </p:nvSpPr>
        <p:spPr bwMode="auto">
          <a:xfrm>
            <a:off x="156528" y="283527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2707958" y="1856740"/>
            <a:ext cx="6776720" cy="3400425"/>
            <a:chOff x="4263" y="2250"/>
            <a:chExt cx="10672" cy="5355"/>
          </a:xfrm>
        </p:grpSpPr>
        <p:pic>
          <p:nvPicPr>
            <p:cNvPr id="1026" name="Picture 2" descr="C:\Users\Administrator\Desktop\小红书\对外汉语战略搞钱计划\教学素材\图片\电脑.pn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263" y="2250"/>
              <a:ext cx="10672" cy="5355"/>
            </a:xfrm>
            <a:prstGeom prst="rect">
              <a:avLst/>
            </a:prstGeom>
            <a:noFill/>
          </p:spPr>
        </p:pic>
        <p:sp>
          <p:nvSpPr>
            <p:cNvPr id="28" name="矩形 27"/>
            <p:cNvSpPr/>
            <p:nvPr/>
          </p:nvSpPr>
          <p:spPr>
            <a:xfrm>
              <a:off x="6063" y="2700"/>
              <a:ext cx="7088" cy="393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AF91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2425065" y="740410"/>
            <a:ext cx="7294880" cy="650240"/>
            <a:chOff x="3302" y="3426"/>
            <a:chExt cx="10274" cy="632"/>
          </a:xfrm>
        </p:grpSpPr>
        <p:sp>
          <p:nvSpPr>
            <p:cNvPr id="9" name="圆角矩形 8"/>
            <p:cNvSpPr/>
            <p:nvPr/>
          </p:nvSpPr>
          <p:spPr>
            <a:xfrm>
              <a:off x="3424" y="3426"/>
              <a:ext cx="10152" cy="632"/>
            </a:xfrm>
            <a:prstGeom prst="roundRect">
              <a:avLst/>
            </a:prstGeom>
            <a:noFill/>
            <a:ln w="19050">
              <a:solidFill>
                <a:srgbClr val="CFB26F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7"/>
            <p:cNvSpPr txBox="1"/>
            <p:nvPr/>
          </p:nvSpPr>
          <p:spPr>
            <a:xfrm>
              <a:off x="3302" y="3514"/>
              <a:ext cx="10274" cy="44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rgbClr val="CFB26F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宋体" panose="02010600030101010101" pitchFamily="2" charset="-122"/>
                  <a:sym typeface="Calibri" panose="020F0502020204030204" charset="0"/>
                </a:rPr>
                <a:t>说出第四课中有关社交称谓的词语</a:t>
              </a:r>
            </a:p>
          </p:txBody>
        </p:sp>
      </p:grpSp>
      <p:pic>
        <p:nvPicPr>
          <p:cNvPr id="30" name="图片 29" descr="老师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5965" y="3834765"/>
            <a:ext cx="1261110" cy="1217295"/>
          </a:xfrm>
          <a:prstGeom prst="rect">
            <a:avLst/>
          </a:prstGeom>
        </p:spPr>
      </p:pic>
      <p:sp>
        <p:nvSpPr>
          <p:cNvPr id="4" name="圆角矩形 3"/>
          <p:cNvSpPr/>
          <p:nvPr/>
        </p:nvSpPr>
        <p:spPr>
          <a:xfrm>
            <a:off x="60960" y="5488305"/>
            <a:ext cx="12094845" cy="852170"/>
          </a:xfrm>
          <a:prstGeom prst="roundRect">
            <a:avLst>
              <a:gd name="adj" fmla="val 47532"/>
            </a:avLst>
          </a:prstGeom>
          <a:solidFill>
            <a:srgbClr val="CE7A77"/>
          </a:solidFill>
          <a:ln>
            <a:gradFill>
              <a:gsLst>
                <a:gs pos="0">
                  <a:srgbClr val="E19B93"/>
                </a:gs>
                <a:gs pos="100000">
                  <a:srgbClr val="C86E6E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STXihei" panose="02010600040101010101" pitchFamily="2" charset="-122"/>
              <a:ea typeface="STXihei" panose="02010600040101010101" pitchFamily="2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60960" y="5490845"/>
            <a:ext cx="12094845" cy="852170"/>
          </a:xfrm>
          <a:prstGeom prst="roundRect">
            <a:avLst>
              <a:gd name="adj" fmla="val 47532"/>
            </a:avLst>
          </a:prstGeom>
          <a:solidFill>
            <a:srgbClr val="E2AE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STXihei" panose="02010600040101010101" pitchFamily="2" charset="-122"/>
              <a:ea typeface="STXihei" panose="02010600040101010101" pitchFamily="2" charset="-122"/>
            </a:endParaRPr>
          </a:p>
        </p:txBody>
      </p:sp>
      <p:grpSp>
        <p:nvGrpSpPr>
          <p:cNvPr id="96" name="组合 95"/>
          <p:cNvGrpSpPr/>
          <p:nvPr/>
        </p:nvGrpSpPr>
        <p:grpSpPr>
          <a:xfrm>
            <a:off x="60960" y="5490845"/>
            <a:ext cx="852170" cy="889000"/>
            <a:chOff x="584" y="3246"/>
            <a:chExt cx="1342" cy="1400"/>
          </a:xfrm>
        </p:grpSpPr>
        <p:sp>
          <p:nvSpPr>
            <p:cNvPr id="97" name="椭圆 96"/>
            <p:cNvSpPr/>
            <p:nvPr/>
          </p:nvSpPr>
          <p:spPr>
            <a:xfrm>
              <a:off x="584" y="3246"/>
              <a:ext cx="1342" cy="1342"/>
            </a:xfrm>
            <a:prstGeom prst="ellipse">
              <a:avLst/>
            </a:prstGeom>
            <a:solidFill>
              <a:srgbClr val="E2AEAB"/>
            </a:solidFill>
            <a:ln>
              <a:solidFill>
                <a:schemeClr val="bg1"/>
              </a:solidFill>
            </a:ln>
            <a:effectLst>
              <a:outerShdw blurRad="76200" sx="102000" sy="102000" algn="l" rotWithShape="0">
                <a:prstClr val="black">
                  <a:alpha val="8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STXihei" panose="02010600040101010101" pitchFamily="2" charset="-122"/>
                <a:ea typeface="STXihei" panose="02010600040101010101" pitchFamily="2" charset="-122"/>
              </a:endParaRPr>
            </a:p>
          </p:txBody>
        </p:sp>
        <p:pic>
          <p:nvPicPr>
            <p:cNvPr id="98" name="图片 97" descr="我卡通1压缩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4" y="3308"/>
              <a:ext cx="1338" cy="1338"/>
            </a:xfrm>
            <a:prstGeom prst="rect">
              <a:avLst/>
            </a:prstGeom>
          </p:spPr>
        </p:pic>
      </p:grpSp>
      <p:sp>
        <p:nvSpPr>
          <p:cNvPr id="6" name="文本框 7"/>
          <p:cNvSpPr txBox="1"/>
          <p:nvPr/>
        </p:nvSpPr>
        <p:spPr>
          <a:xfrm>
            <a:off x="826135" y="5682615"/>
            <a:ext cx="11097895" cy="460375"/>
          </a:xfrm>
          <a:prstGeom prst="rect">
            <a:avLst/>
          </a:prstGeom>
          <a:noFill/>
          <a:effectLst>
            <a:outerShdw blurRad="127000" dir="5400000" sx="102000" sy="102000" algn="ctr" rotWithShape="0">
              <a:srgbClr val="4E98C7">
                <a:alpha val="68000"/>
              </a:srgbClr>
            </a:outerShdw>
          </a:effectLst>
        </p:spPr>
        <p:txBody>
          <a:bodyPr wrap="squar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lang="zh-CN" sz="2400" b="1" dirty="0">
                <a:ln w="22225">
                  <a:noFill/>
                  <a:prstDash val="solid"/>
                </a:ln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国王、王子、公主、总理、总统、主席、总裁、主任、老板、领导</a:t>
            </a:r>
          </a:p>
        </p:txBody>
      </p:sp>
      <p:pic>
        <p:nvPicPr>
          <p:cNvPr id="7" name="图片 6" descr="/Users/huangkafi/Downloads/不抠图 /IMG_7092.jpgIMG_7092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3776345" y="2127885"/>
            <a:ext cx="4591050" cy="253873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0833 0 L 0.922292 9.25926e-05 " pathEditMode="relative" rAng="0" ptsTypes="">
                                      <p:cBhvr>
                                        <p:cTn id="6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100" y="10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组合 74"/>
          <p:cNvGrpSpPr/>
          <p:nvPr/>
        </p:nvGrpSpPr>
        <p:grpSpPr>
          <a:xfrm>
            <a:off x="953453" y="416935"/>
            <a:ext cx="10285095" cy="3542665"/>
            <a:chOff x="-3513638" y="334832"/>
            <a:chExt cx="10285095" cy="3542665"/>
          </a:xfrm>
        </p:grpSpPr>
        <p:sp>
          <p:nvSpPr>
            <p:cNvPr id="73" name="文本框 72"/>
            <p:cNvSpPr txBox="1"/>
            <p:nvPr/>
          </p:nvSpPr>
          <p:spPr>
            <a:xfrm>
              <a:off x="-3513638" y="1062542"/>
              <a:ext cx="9344660" cy="2814955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A80023"/>
              </a:solidFill>
            </a:ln>
          </p:spPr>
          <p:txBody>
            <a:bodyPr wrap="square" rtlCol="0">
              <a:spAutoFit/>
            </a:bodyPr>
            <a:lstStyle/>
            <a:p>
              <a:pPr marL="457200" indent="-457200" algn="l" fontAlgn="auto">
                <a:lnSpc>
                  <a:spcPct val="150000"/>
                </a:lnSpc>
                <a:buAutoNum type="arabicPeriod"/>
              </a:pPr>
              <a:r>
                <a:rPr lang="zh-CN" altLang="en-US" sz="2000" dirty="0">
                  <a:latin typeface="Source Han Sans CN Regular" panose="020B0500000000000000" pitchFamily="34" charset="-122"/>
                  <a:ea typeface="Source Han Sans CN Regular" panose="020B0500000000000000" pitchFamily="34" charset="-122"/>
                  <a:cs typeface="Source Han Sans CN Regular" panose="020B0500000000000000" pitchFamily="34" charset="-122"/>
                  <a:sym typeface="STKaiti" panose="02010600040101010101" charset="-122"/>
                </a:rPr>
                <a:t>流传至今的“百里背米”讲的就是他孝敬父母的故事。</a:t>
              </a:r>
            </a:p>
            <a:p>
              <a:pPr marL="457200" indent="-457200" algn="l" fontAlgn="auto">
                <a:lnSpc>
                  <a:spcPct val="150000"/>
                </a:lnSpc>
                <a:buAutoNum type="arabicPeriod"/>
              </a:pPr>
              <a:r>
                <a:rPr>
                  <a:sym typeface="STKaiti" panose="02010600040101010101" charset="-122"/>
                </a:rPr>
                <a:t>活了大半辈子了，别说鱼肉，只要能饱饱地吃上一顿米饭，也就满足啦！</a:t>
              </a:r>
            </a:p>
            <a:p>
              <a:pPr marL="457200" indent="-457200" algn="l" fontAlgn="auto">
                <a:lnSpc>
                  <a:spcPct val="150000"/>
                </a:lnSpc>
                <a:buAutoNum type="arabicPeriod"/>
              </a:pPr>
              <a:r>
                <a:rPr lang="zh-CN" altLang="en-US" sz="2000" dirty="0">
                  <a:latin typeface="Source Han Sans CN Regular" panose="020B0500000000000000" pitchFamily="34" charset="-122"/>
                  <a:ea typeface="Source Han Sans CN Regular" panose="020B0500000000000000" pitchFamily="34" charset="-122"/>
                  <a:cs typeface="Source Han Sans CN Regular" panose="020B0500000000000000" pitchFamily="34" charset="-122"/>
                  <a:sym typeface="STKaiti" panose="02010600040101010101" charset="-122"/>
                </a:rPr>
                <a:t>他暗下决心：一定要让父母吃上米饭，不能再委屈他们了!</a:t>
              </a:r>
            </a:p>
            <a:p>
              <a:pPr marL="457200" indent="-457200" algn="l" fontAlgn="auto">
                <a:lnSpc>
                  <a:spcPct val="150000"/>
                </a:lnSpc>
                <a:buAutoNum type="arabicPeriod"/>
              </a:pPr>
              <a:r>
                <a:rPr lang="zh-CN" altLang="en-US" sz="2000" dirty="0">
                  <a:latin typeface="Source Han Sans CN Regular" panose="020B0500000000000000" pitchFamily="34" charset="-122"/>
                  <a:ea typeface="Source Han Sans CN Regular" panose="020B0500000000000000" pitchFamily="34" charset="-122"/>
                  <a:cs typeface="Source Han Sans CN Regular" panose="020B0500000000000000" pitchFamily="34" charset="-122"/>
                  <a:sym typeface="STKaiti" panose="02010600040101010101" charset="-122"/>
                </a:rPr>
                <a:t>他顶着大雪往前走，扶着米袋的双手冻得不行。</a:t>
              </a:r>
            </a:p>
            <a:p>
              <a:pPr marL="457200" indent="-457200" algn="l" fontAlgn="auto">
                <a:lnSpc>
                  <a:spcPct val="150000"/>
                </a:lnSpc>
                <a:buAutoNum type="arabicPeriod"/>
              </a:pPr>
              <a:r>
                <a:rPr lang="zh-CN" altLang="en-US" sz="2000" dirty="0">
                  <a:latin typeface="Source Han Sans CN Regular" panose="020B0500000000000000" pitchFamily="34" charset="-122"/>
                  <a:ea typeface="Source Han Sans CN Regular" panose="020B0500000000000000" pitchFamily="34" charset="-122"/>
                  <a:cs typeface="Source Han Sans CN Regular" panose="020B0500000000000000" pitchFamily="34" charset="-122"/>
                  <a:sym typeface="STKaiti" panose="02010600040101010101" charset="-122"/>
                </a:rPr>
                <a:t>楚国国君觉得他很有本领，是个人才，留他做了官，并给他很优厚的待遇。</a:t>
              </a:r>
            </a:p>
            <a:p>
              <a:pPr marL="457200" indent="-457200" algn="l" fontAlgn="auto">
                <a:lnSpc>
                  <a:spcPct val="150000"/>
                </a:lnSpc>
                <a:buAutoNum type="arabicPeriod"/>
              </a:pPr>
              <a:r>
                <a:rPr lang="zh-CN" altLang="en-US" sz="2000" dirty="0">
                  <a:latin typeface="Source Han Sans CN Regular" panose="020B0500000000000000" pitchFamily="34" charset="-122"/>
                  <a:ea typeface="Source Han Sans CN Regular" panose="020B0500000000000000" pitchFamily="34" charset="-122"/>
                  <a:cs typeface="Source Han Sans CN Regular" panose="020B0500000000000000" pitchFamily="34" charset="-122"/>
                  <a:sym typeface="STKaiti" panose="02010600040101010101" charset="-122"/>
                </a:rPr>
                <a:t>孝顺父母是各种美德中占第一位的。</a:t>
              </a:r>
            </a:p>
          </p:txBody>
        </p:sp>
        <p:pic>
          <p:nvPicPr>
            <p:cNvPr id="74" name="图片 73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5143317" y="334832"/>
              <a:ext cx="1628140" cy="1628140"/>
            </a:xfrm>
            <a:prstGeom prst="rect">
              <a:avLst/>
            </a:prstGeom>
          </p:spPr>
        </p:pic>
      </p:grpSp>
      <p:sp>
        <p:nvSpPr>
          <p:cNvPr id="8" name="文本框 7"/>
          <p:cNvSpPr txBox="1"/>
          <p:nvPr/>
        </p:nvSpPr>
        <p:spPr>
          <a:xfrm>
            <a:off x="3565525" y="365125"/>
            <a:ext cx="47548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2400" noProof="0" dirty="0">
                <a:ln>
                  <a:noFill/>
                </a:ln>
                <a:effectLst/>
                <a:uLnTx/>
                <a:uFillTx/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ource Han Sans CN Regular" panose="020B0500000000000000" pitchFamily="34" charset="-122"/>
                <a:sym typeface="+mn-ea"/>
              </a:rPr>
              <a:t>听写句子、复习重点词、复述课文</a:t>
            </a:r>
            <a:endParaRPr lang="zh-CN" altLang="en-US" sz="240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Source Han Sans CN Regular" panose="020B0500000000000000" pitchFamily="34" charset="-122"/>
              <a:ea typeface="Source Han Sans CN Regular" panose="020B0500000000000000" pitchFamily="34" charset="-122"/>
              <a:cs typeface="Source Han Sans CN Regular" panose="020B0500000000000000" pitchFamily="34" charset="-122"/>
              <a:sym typeface="+mn-ea"/>
            </a:endParaRPr>
          </a:p>
        </p:txBody>
      </p:sp>
      <p:sp>
        <p:nvSpPr>
          <p:cNvPr id="24" name="文本框 7"/>
          <p:cNvSpPr txBox="1"/>
          <p:nvPr/>
        </p:nvSpPr>
        <p:spPr>
          <a:xfrm>
            <a:off x="166805" y="214290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复习</a:t>
            </a:r>
          </a:p>
        </p:txBody>
      </p:sp>
      <p:sp>
        <p:nvSpPr>
          <p:cNvPr id="25" name="文本框 7"/>
          <p:cNvSpPr txBox="1"/>
          <p:nvPr/>
        </p:nvSpPr>
        <p:spPr>
          <a:xfrm>
            <a:off x="238243" y="702214"/>
            <a:ext cx="87630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Source Han Sans CN Regular" panose="020B0500000000000000" pitchFamily="34" charset="-122"/>
                <a:ea typeface="Source Han Sans CN Regular" panose="020B0500000000000000" pitchFamily="34" charset="-122"/>
              </a:rPr>
              <a:t>Review</a:t>
            </a:r>
          </a:p>
        </p:txBody>
      </p:sp>
      <p:pic>
        <p:nvPicPr>
          <p:cNvPr id="4" name="图片 3" descr="/Users/huangkafi/Downloads/不抠图 /IMG_7093.jpgIMG_7093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238625" y="4173538"/>
            <a:ext cx="3408680" cy="253428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图片 49" descr="手拿遥控器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8997950" y="3854450"/>
            <a:ext cx="3194050" cy="3003550"/>
          </a:xfrm>
          <a:prstGeom prst="rect">
            <a:avLst/>
          </a:prstGeom>
        </p:spPr>
      </p:pic>
      <p:grpSp>
        <p:nvGrpSpPr>
          <p:cNvPr id="55" name="组合 54"/>
          <p:cNvGrpSpPr/>
          <p:nvPr/>
        </p:nvGrpSpPr>
        <p:grpSpPr>
          <a:xfrm>
            <a:off x="676910" y="946785"/>
            <a:ext cx="7586980" cy="5412105"/>
            <a:chOff x="1066" y="1491"/>
            <a:chExt cx="11948" cy="8523"/>
          </a:xfrm>
        </p:grpSpPr>
        <p:grpSp>
          <p:nvGrpSpPr>
            <p:cNvPr id="2" name="组合 1"/>
            <p:cNvGrpSpPr/>
            <p:nvPr/>
          </p:nvGrpSpPr>
          <p:grpSpPr>
            <a:xfrm>
              <a:off x="1066" y="1491"/>
              <a:ext cx="11948" cy="8523"/>
              <a:chOff x="1066" y="1491"/>
              <a:chExt cx="11948" cy="8523"/>
            </a:xfrm>
          </p:grpSpPr>
          <p:pic>
            <p:nvPicPr>
              <p:cNvPr id="3" name="图片 2" descr="电视机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6" y="1491"/>
                <a:ext cx="11948" cy="8523"/>
              </a:xfrm>
              <a:prstGeom prst="rect">
                <a:avLst/>
              </a:prstGeom>
            </p:spPr>
          </p:pic>
          <p:sp>
            <p:nvSpPr>
              <p:cNvPr id="9" name="矩形 8"/>
              <p:cNvSpPr/>
              <p:nvPr/>
            </p:nvSpPr>
            <p:spPr>
              <a:xfrm>
                <a:off x="5675" y="8209"/>
                <a:ext cx="2939" cy="1013"/>
              </a:xfrm>
              <a:prstGeom prst="rect">
                <a:avLst/>
              </a:prstGeom>
              <a:solidFill>
                <a:srgbClr val="FD431C"/>
              </a:solidFill>
              <a:ln>
                <a:solidFill>
                  <a:srgbClr val="FD43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pic>
          <p:nvPicPr>
            <p:cNvPr id="54" name="图片 53" descr="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83" y="8073"/>
              <a:ext cx="1661" cy="1661"/>
            </a:xfrm>
            <a:prstGeom prst="rect">
              <a:avLst/>
            </a:prstGeom>
          </p:spPr>
        </p:pic>
      </p:grpSp>
      <p:grpSp>
        <p:nvGrpSpPr>
          <p:cNvPr id="10" name="组合 9"/>
          <p:cNvGrpSpPr/>
          <p:nvPr/>
        </p:nvGrpSpPr>
        <p:grpSpPr>
          <a:xfrm>
            <a:off x="7463356" y="-481965"/>
            <a:ext cx="4728976" cy="2945130"/>
            <a:chOff x="9165" y="6028"/>
            <a:chExt cx="6632" cy="4638"/>
          </a:xfrm>
        </p:grpSpPr>
        <p:pic>
          <p:nvPicPr>
            <p:cNvPr id="11" name="图片 10" descr="0f19f38c4d898577ade8f7c1d044040e (1)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300000">
              <a:off x="9317" y="6028"/>
              <a:ext cx="6480" cy="4638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/>
          </p:nvSpPr>
          <p:spPr>
            <a:xfrm>
              <a:off x="9165" y="8272"/>
              <a:ext cx="6569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lvl="0" indent="-342900" algn="ctr"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704020202020204" pitchFamily="34" charset="0"/>
                <a:buChar char="•"/>
              </a:pPr>
              <a:r>
                <a:rPr lang="zh-CN" altLang="en-US" sz="2000" b="1">
                  <a:latin typeface="STXihei" panose="02010600040101010101" pitchFamily="2" charset="-122"/>
                  <a:ea typeface="STXihei" panose="02010600040101010101" pitchFamily="2" charset="-122"/>
                  <a:cs typeface="Source Han Sans CN Regular" panose="020B0500000000000000" pitchFamily="34" charset="-122"/>
                  <a:sym typeface="+mn-ea"/>
                </a:rPr>
                <a:t>你认为“天然的泉水”</a:t>
              </a:r>
            </a:p>
            <a:p>
              <a:pPr lvl="0" indent="0" algn="ctr"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704020202020204" pitchFamily="34" charset="0"/>
                <a:buNone/>
              </a:pPr>
              <a:r>
                <a:rPr lang="zh-CN" altLang="en-US" sz="2000" b="1">
                  <a:latin typeface="STXihei" panose="02010600040101010101" pitchFamily="2" charset="-122"/>
                  <a:ea typeface="STXihei" panose="02010600040101010101" pitchFamily="2" charset="-122"/>
                  <a:cs typeface="Source Han Sans CN Regular" panose="020B0500000000000000" pitchFamily="34" charset="-122"/>
                  <a:sym typeface="+mn-ea"/>
                </a:rPr>
                <a:t>应该是什么样的？</a:t>
              </a:r>
            </a:p>
          </p:txBody>
        </p:sp>
      </p:grpSp>
      <p:pic>
        <p:nvPicPr>
          <p:cNvPr id="7" name="图片 6" descr="/Users/huangkafi/Downloads/不抠图 /IMG_7095.jpgIMG_7095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315085" y="1945640"/>
            <a:ext cx="5625465" cy="3168015"/>
          </a:xfrm>
          <a:prstGeom prst="rect">
            <a:avLst/>
          </a:prstGeom>
        </p:spPr>
      </p:pic>
      <p:sp>
        <p:nvSpPr>
          <p:cNvPr id="4" name="文本框 7"/>
          <p:cNvSpPr txBox="1"/>
          <p:nvPr/>
        </p:nvSpPr>
        <p:spPr>
          <a:xfrm>
            <a:off x="292735" y="2139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热身</a:t>
            </a:r>
          </a:p>
        </p:txBody>
      </p:sp>
      <p:sp>
        <p:nvSpPr>
          <p:cNvPr id="5" name="文本框 7"/>
          <p:cNvSpPr txBox="1"/>
          <p:nvPr/>
        </p:nvSpPr>
        <p:spPr>
          <a:xfrm>
            <a:off x="237490" y="575310"/>
            <a:ext cx="117729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Source Han Sans CN Regular" panose="020B0500000000000000" pitchFamily="34" charset="-122"/>
                <a:ea typeface="Source Han Sans CN Regular" panose="020B0500000000000000" pitchFamily="34" charset="-122"/>
              </a:rPr>
              <a:t>Warm-up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图片 49" descr="手拿遥控器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8997950" y="3854450"/>
            <a:ext cx="3194050" cy="3003550"/>
          </a:xfrm>
          <a:prstGeom prst="rect">
            <a:avLst/>
          </a:prstGeom>
        </p:spPr>
      </p:pic>
      <p:grpSp>
        <p:nvGrpSpPr>
          <p:cNvPr id="55" name="组合 54"/>
          <p:cNvGrpSpPr/>
          <p:nvPr/>
        </p:nvGrpSpPr>
        <p:grpSpPr>
          <a:xfrm>
            <a:off x="676910" y="946785"/>
            <a:ext cx="7586980" cy="5412105"/>
            <a:chOff x="1066" y="1491"/>
            <a:chExt cx="11948" cy="8523"/>
          </a:xfrm>
        </p:grpSpPr>
        <p:grpSp>
          <p:nvGrpSpPr>
            <p:cNvPr id="2" name="组合 1"/>
            <p:cNvGrpSpPr/>
            <p:nvPr/>
          </p:nvGrpSpPr>
          <p:grpSpPr>
            <a:xfrm>
              <a:off x="1066" y="1491"/>
              <a:ext cx="11948" cy="8523"/>
              <a:chOff x="1066" y="1491"/>
              <a:chExt cx="11948" cy="8523"/>
            </a:xfrm>
          </p:grpSpPr>
          <p:pic>
            <p:nvPicPr>
              <p:cNvPr id="3" name="图片 2" descr="电视机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6" y="1491"/>
                <a:ext cx="11948" cy="8523"/>
              </a:xfrm>
              <a:prstGeom prst="rect">
                <a:avLst/>
              </a:prstGeom>
            </p:spPr>
          </p:pic>
          <p:sp>
            <p:nvSpPr>
              <p:cNvPr id="9" name="矩形 8"/>
              <p:cNvSpPr/>
              <p:nvPr/>
            </p:nvSpPr>
            <p:spPr>
              <a:xfrm>
                <a:off x="5675" y="8209"/>
                <a:ext cx="2939" cy="1013"/>
              </a:xfrm>
              <a:prstGeom prst="rect">
                <a:avLst/>
              </a:prstGeom>
              <a:solidFill>
                <a:srgbClr val="FD431C"/>
              </a:solidFill>
              <a:ln>
                <a:solidFill>
                  <a:srgbClr val="FD43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pic>
          <p:nvPicPr>
            <p:cNvPr id="54" name="图片 53" descr="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83" y="8073"/>
              <a:ext cx="1661" cy="1661"/>
            </a:xfrm>
            <a:prstGeom prst="rect">
              <a:avLst/>
            </a:prstGeom>
          </p:spPr>
        </p:pic>
      </p:grpSp>
      <p:grpSp>
        <p:nvGrpSpPr>
          <p:cNvPr id="10" name="组合 9"/>
          <p:cNvGrpSpPr/>
          <p:nvPr/>
        </p:nvGrpSpPr>
        <p:grpSpPr>
          <a:xfrm>
            <a:off x="7452660" y="-481965"/>
            <a:ext cx="4739672" cy="2945130"/>
            <a:chOff x="9150" y="6028"/>
            <a:chExt cx="6647" cy="4638"/>
          </a:xfrm>
        </p:grpSpPr>
        <p:pic>
          <p:nvPicPr>
            <p:cNvPr id="11" name="图片 10" descr="0f19f38c4d898577ade8f7c1d044040e (1)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300000">
              <a:off x="9317" y="6028"/>
              <a:ext cx="6480" cy="4638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/>
          </p:nvSpPr>
          <p:spPr>
            <a:xfrm>
              <a:off x="9150" y="7946"/>
              <a:ext cx="6569" cy="2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lvl="0" indent="-342900" algn="ctr"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704020202020204" pitchFamily="34" charset="0"/>
                <a:buChar char="•"/>
              </a:pPr>
              <a:r>
                <a:rPr lang="zh-CN" altLang="en-US" sz="2000" b="1">
                  <a:latin typeface="STXihei" panose="02010600040101010101" pitchFamily="2" charset="-122"/>
                  <a:ea typeface="STXihei" panose="02010600040101010101" pitchFamily="2" charset="-122"/>
                  <a:cs typeface="Source Han Sans CN Regular" panose="020B0500000000000000" pitchFamily="34" charset="-122"/>
                  <a:sym typeface="+mn-ea"/>
                </a:rPr>
                <a:t>我们买的瓶装水，</a:t>
              </a:r>
            </a:p>
            <a:p>
              <a:pPr lvl="0" indent="0" algn="ctr"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704020202020204" pitchFamily="34" charset="0"/>
                <a:buNone/>
              </a:pPr>
              <a:r>
                <a:rPr lang="zh-CN" altLang="en-US" sz="2000" b="1">
                  <a:latin typeface="STXihei" panose="02010600040101010101" pitchFamily="2" charset="-122"/>
                  <a:ea typeface="STXihei" panose="02010600040101010101" pitchFamily="2" charset="-122"/>
                  <a:cs typeface="Source Han Sans CN Regular" panose="020B0500000000000000" pitchFamily="34" charset="-122"/>
                  <a:sym typeface="+mn-ea"/>
                </a:rPr>
                <a:t>是不是“天然的泉水”？</a:t>
              </a:r>
            </a:p>
            <a:p>
              <a:pPr lvl="0" indent="0" algn="ctr"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704020202020204" pitchFamily="34" charset="0"/>
                <a:buNone/>
              </a:pPr>
              <a:r>
                <a:rPr lang="zh-CN" altLang="en-US" sz="2000" b="1">
                  <a:latin typeface="STXihei" panose="02010600040101010101" pitchFamily="2" charset="-122"/>
                  <a:ea typeface="STXihei" panose="02010600040101010101" pitchFamily="2" charset="-122"/>
                  <a:cs typeface="Source Han Sans CN Regular" panose="020B0500000000000000" pitchFamily="34" charset="-122"/>
                  <a:sym typeface="+mn-ea"/>
                </a:rPr>
                <a:t>为什么？</a:t>
              </a:r>
            </a:p>
          </p:txBody>
        </p:sp>
      </p:grpSp>
      <p:pic>
        <p:nvPicPr>
          <p:cNvPr id="7" name="图片 6" descr="/Users/huangkafi/Downloads/不抠图 /IMG_7096.jpgIMG_7096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334770" y="1972945"/>
            <a:ext cx="5629275" cy="3168015"/>
          </a:xfrm>
          <a:prstGeom prst="rect">
            <a:avLst/>
          </a:prstGeom>
        </p:spPr>
      </p:pic>
      <p:sp>
        <p:nvSpPr>
          <p:cNvPr id="4" name="文本框 7"/>
          <p:cNvSpPr txBox="1"/>
          <p:nvPr/>
        </p:nvSpPr>
        <p:spPr>
          <a:xfrm>
            <a:off x="292735" y="2139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热身</a:t>
            </a:r>
          </a:p>
        </p:txBody>
      </p:sp>
      <p:sp>
        <p:nvSpPr>
          <p:cNvPr id="5" name="文本框 7"/>
          <p:cNvSpPr txBox="1"/>
          <p:nvPr/>
        </p:nvSpPr>
        <p:spPr>
          <a:xfrm>
            <a:off x="237490" y="575310"/>
            <a:ext cx="117729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Source Han Sans CN Regular" panose="020B0500000000000000" pitchFamily="34" charset="-122"/>
                <a:ea typeface="Source Han Sans CN Regular" panose="020B0500000000000000" pitchFamily="34" charset="-122"/>
              </a:rPr>
              <a:t>Warm-up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/>
          <p:cNvSpPr/>
          <p:nvPr/>
        </p:nvSpPr>
        <p:spPr>
          <a:xfrm>
            <a:off x="9493250" y="3423285"/>
            <a:ext cx="2311400" cy="1878965"/>
          </a:xfrm>
          <a:prstGeom prst="round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/>
          <p:cNvSpPr/>
          <p:nvPr/>
        </p:nvSpPr>
        <p:spPr>
          <a:xfrm>
            <a:off x="387985" y="3423285"/>
            <a:ext cx="2311400" cy="1878965"/>
          </a:xfrm>
          <a:prstGeom prst="round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/>
          <p:cNvSpPr/>
          <p:nvPr/>
        </p:nvSpPr>
        <p:spPr>
          <a:xfrm>
            <a:off x="1367790" y="3061335"/>
            <a:ext cx="3208020" cy="2602865"/>
          </a:xfrm>
          <a:prstGeom prst="round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/>
          <p:cNvSpPr/>
          <p:nvPr/>
        </p:nvSpPr>
        <p:spPr>
          <a:xfrm>
            <a:off x="7616190" y="3061335"/>
            <a:ext cx="3208020" cy="2602865"/>
          </a:xfrm>
          <a:prstGeom prst="roundRect">
            <a:avLst/>
          </a:prstGeom>
          <a:blipFill rotWithShape="1">
            <a:blip r:embed="rId5"/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3"/>
          <p:cNvSpPr/>
          <p:nvPr/>
        </p:nvSpPr>
        <p:spPr>
          <a:xfrm>
            <a:off x="3119755" y="2280920"/>
            <a:ext cx="5952490" cy="4163695"/>
          </a:xfrm>
          <a:prstGeom prst="roundRect">
            <a:avLst/>
          </a:prstGeom>
          <a:blipFill rotWithShape="1">
            <a:blip r:embed="rId6"/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3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Source Han Sans CN Regular" panose="020B0500000000000000" pitchFamily="34" charset="-122"/>
                <a:ea typeface="Source Han Sans CN Regular" panose="020B0500000000000000" pitchFamily="34" charset="-122"/>
              </a:rPr>
              <a:t>New Word</a:t>
            </a:r>
          </a:p>
        </p:txBody>
      </p:sp>
      <p:grpSp>
        <p:nvGrpSpPr>
          <p:cNvPr id="25" name="mei"/>
          <p:cNvGrpSpPr/>
          <p:nvPr/>
        </p:nvGrpSpPr>
        <p:grpSpPr>
          <a:xfrm>
            <a:off x="4265459" y="702310"/>
            <a:ext cx="3777553" cy="1172210"/>
            <a:chOff x="12466" y="1589"/>
            <a:chExt cx="2942" cy="1789"/>
          </a:xfrm>
          <a:solidFill>
            <a:srgbClr val="207793"/>
          </a:solidFill>
        </p:grpSpPr>
        <p:sp>
          <p:nvSpPr>
            <p:cNvPr id="26" name="圆角矩形 25"/>
            <p:cNvSpPr/>
            <p:nvPr/>
          </p:nvSpPr>
          <p:spPr>
            <a:xfrm>
              <a:off x="12467" y="1589"/>
              <a:ext cx="2941" cy="1789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2466" y="1674"/>
              <a:ext cx="2942" cy="16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>
              <a:sp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en-US" sz="32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</a:rPr>
                <a:t>yōu jiǔ</a:t>
              </a:r>
            </a:p>
            <a:p>
              <a:pPr lvl="0" algn="ctr">
                <a:buClrTx/>
                <a:buSzTx/>
                <a:buFontTx/>
                <a:defRPr/>
              </a:pPr>
              <a:r>
                <a:rPr lang="zh-CN" sz="32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悠</a:t>
              </a:r>
              <a:r>
                <a:rPr lang="en-US" altLang="zh-CN" sz="32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 </a:t>
              </a:r>
              <a:r>
                <a:rPr lang="zh-CN" sz="32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久</a:t>
              </a: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8726805" y="1280160"/>
            <a:ext cx="17125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历史悠久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/>
          <p:cNvSpPr/>
          <p:nvPr/>
        </p:nvSpPr>
        <p:spPr>
          <a:xfrm>
            <a:off x="9491980" y="3472815"/>
            <a:ext cx="2313940" cy="1881505"/>
          </a:xfrm>
          <a:prstGeom prst="round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/>
          <p:cNvSpPr/>
          <p:nvPr/>
        </p:nvSpPr>
        <p:spPr>
          <a:xfrm>
            <a:off x="386080" y="3472815"/>
            <a:ext cx="2313940" cy="1881505"/>
          </a:xfrm>
          <a:prstGeom prst="round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/>
          <p:cNvSpPr/>
          <p:nvPr/>
        </p:nvSpPr>
        <p:spPr>
          <a:xfrm>
            <a:off x="1364615" y="3108960"/>
            <a:ext cx="3214370" cy="2607945"/>
          </a:xfrm>
          <a:prstGeom prst="round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/>
          <p:cNvSpPr/>
          <p:nvPr/>
        </p:nvSpPr>
        <p:spPr>
          <a:xfrm>
            <a:off x="7613015" y="3108960"/>
            <a:ext cx="3214370" cy="2607945"/>
          </a:xfrm>
          <a:prstGeom prst="roundRect">
            <a:avLst/>
          </a:prstGeom>
          <a:blipFill rotWithShape="1">
            <a:blip r:embed="rId5"/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3"/>
          <p:cNvSpPr/>
          <p:nvPr/>
        </p:nvSpPr>
        <p:spPr>
          <a:xfrm>
            <a:off x="3114040" y="2327910"/>
            <a:ext cx="5963920" cy="4171950"/>
          </a:xfrm>
          <a:prstGeom prst="roundRect">
            <a:avLst/>
          </a:prstGeom>
          <a:blipFill rotWithShape="1">
            <a:blip r:embed="rId6"/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3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Source Han Sans CN Regular" panose="020B0500000000000000" pitchFamily="34" charset="-122"/>
                <a:ea typeface="Source Han Sans CN Regular" panose="020B0500000000000000" pitchFamily="34" charset="-122"/>
              </a:rPr>
              <a:t>New Word</a:t>
            </a:r>
          </a:p>
        </p:txBody>
      </p:sp>
      <p:grpSp>
        <p:nvGrpSpPr>
          <p:cNvPr id="25" name="mei"/>
          <p:cNvGrpSpPr/>
          <p:nvPr/>
        </p:nvGrpSpPr>
        <p:grpSpPr>
          <a:xfrm>
            <a:off x="4265459" y="702310"/>
            <a:ext cx="3777553" cy="1172210"/>
            <a:chOff x="12466" y="1589"/>
            <a:chExt cx="2942" cy="1789"/>
          </a:xfrm>
          <a:solidFill>
            <a:srgbClr val="207793"/>
          </a:solidFill>
        </p:grpSpPr>
        <p:sp>
          <p:nvSpPr>
            <p:cNvPr id="26" name="圆角矩形 25"/>
            <p:cNvSpPr/>
            <p:nvPr/>
          </p:nvSpPr>
          <p:spPr>
            <a:xfrm>
              <a:off x="12467" y="1589"/>
              <a:ext cx="2941" cy="1789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2466" y="1674"/>
              <a:ext cx="2942" cy="16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>
              <a:sp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en-US" sz="32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STXihei" panose="02010600040101010101" pitchFamily="2" charset="-122"/>
                </a:rPr>
                <a:t>wén zì</a:t>
              </a:r>
              <a:r>
                <a:rPr lang="en-US" sz="32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 </a:t>
              </a:r>
            </a:p>
            <a:p>
              <a:pPr lvl="0" algn="ctr">
                <a:buClrTx/>
                <a:buSzTx/>
                <a:buFontTx/>
                <a:defRPr/>
              </a:pPr>
              <a:r>
                <a:rPr lang="zh-CN" sz="32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文</a:t>
              </a:r>
              <a:r>
                <a:rPr lang="en-US" altLang="zh-CN" sz="32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 </a:t>
              </a:r>
              <a:r>
                <a:rPr lang="zh-CN" sz="32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字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/>
          <p:cNvSpPr/>
          <p:nvPr/>
        </p:nvSpPr>
        <p:spPr>
          <a:xfrm>
            <a:off x="9455150" y="3411220"/>
            <a:ext cx="2386330" cy="1939925"/>
          </a:xfrm>
          <a:prstGeom prst="round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/>
          <p:cNvSpPr/>
          <p:nvPr/>
        </p:nvSpPr>
        <p:spPr>
          <a:xfrm>
            <a:off x="350520" y="3411855"/>
            <a:ext cx="2386330" cy="1939925"/>
          </a:xfrm>
          <a:prstGeom prst="round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/>
          <p:cNvSpPr/>
          <p:nvPr/>
        </p:nvSpPr>
        <p:spPr>
          <a:xfrm>
            <a:off x="1315085" y="3037205"/>
            <a:ext cx="3313430" cy="2688590"/>
          </a:xfrm>
          <a:prstGeom prst="round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/>
          <p:cNvSpPr/>
          <p:nvPr/>
        </p:nvSpPr>
        <p:spPr>
          <a:xfrm>
            <a:off x="7563485" y="3037205"/>
            <a:ext cx="3313430" cy="2688590"/>
          </a:xfrm>
          <a:prstGeom prst="roundRect">
            <a:avLst/>
          </a:prstGeom>
          <a:blipFill rotWithShape="1">
            <a:blip r:embed="rId5"/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3"/>
          <p:cNvSpPr/>
          <p:nvPr/>
        </p:nvSpPr>
        <p:spPr>
          <a:xfrm>
            <a:off x="3022600" y="2231390"/>
            <a:ext cx="6146800" cy="4300220"/>
          </a:xfrm>
          <a:prstGeom prst="roundRect">
            <a:avLst/>
          </a:prstGeom>
          <a:blipFill rotWithShape="1">
            <a:blip r:embed="rId6"/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3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Source Han Sans CN Regular" panose="020B0500000000000000" pitchFamily="34" charset="-122"/>
                <a:ea typeface="Source Han Sans CN Regular" panose="020B0500000000000000" pitchFamily="34" charset="-122"/>
              </a:rPr>
              <a:t>New Word</a:t>
            </a:r>
          </a:p>
        </p:txBody>
      </p:sp>
      <p:grpSp>
        <p:nvGrpSpPr>
          <p:cNvPr id="25" name="mei"/>
          <p:cNvGrpSpPr/>
          <p:nvPr/>
        </p:nvGrpSpPr>
        <p:grpSpPr>
          <a:xfrm>
            <a:off x="4265459" y="702310"/>
            <a:ext cx="3777553" cy="1172210"/>
            <a:chOff x="12466" y="1589"/>
            <a:chExt cx="2942" cy="1789"/>
          </a:xfrm>
          <a:solidFill>
            <a:srgbClr val="207793"/>
          </a:solidFill>
        </p:grpSpPr>
        <p:sp>
          <p:nvSpPr>
            <p:cNvPr id="26" name="圆角矩形 25"/>
            <p:cNvSpPr/>
            <p:nvPr/>
          </p:nvSpPr>
          <p:spPr>
            <a:xfrm>
              <a:off x="12467" y="1589"/>
              <a:ext cx="2941" cy="1789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2466" y="1674"/>
              <a:ext cx="2942" cy="16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>
              <a:sp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en-US" sz="32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STXihei" panose="02010600040101010101" pitchFamily="2" charset="-122"/>
                </a:rPr>
                <a:t>jì zǎi</a:t>
              </a:r>
              <a:r>
                <a:rPr lang="en-US" sz="32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 </a:t>
              </a:r>
            </a:p>
            <a:p>
              <a:pPr lvl="0" algn="ctr">
                <a:buClrTx/>
                <a:buSzTx/>
                <a:buFontTx/>
                <a:defRPr/>
              </a:pPr>
              <a:r>
                <a:rPr lang="zh-CN" sz="32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记</a:t>
              </a:r>
              <a:r>
                <a:rPr lang="en-US" altLang="zh-CN" sz="32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 </a:t>
              </a:r>
              <a:r>
                <a:rPr lang="zh-CN" sz="32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载</a:t>
              </a: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8751570" y="1015365"/>
            <a:ext cx="16979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文字记载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/>
          <p:cNvSpPr/>
          <p:nvPr/>
        </p:nvSpPr>
        <p:spPr>
          <a:xfrm>
            <a:off x="9474200" y="3320415"/>
            <a:ext cx="2348230" cy="1908810"/>
          </a:xfrm>
          <a:prstGeom prst="round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/>
          <p:cNvSpPr/>
          <p:nvPr/>
        </p:nvSpPr>
        <p:spPr>
          <a:xfrm>
            <a:off x="369570" y="3320415"/>
            <a:ext cx="2348230" cy="1908810"/>
          </a:xfrm>
          <a:prstGeom prst="round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/>
          <p:cNvSpPr/>
          <p:nvPr/>
        </p:nvSpPr>
        <p:spPr>
          <a:xfrm>
            <a:off x="1343025" y="2952750"/>
            <a:ext cx="3257550" cy="2643505"/>
          </a:xfrm>
          <a:prstGeom prst="round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/>
          <p:cNvSpPr/>
          <p:nvPr/>
        </p:nvSpPr>
        <p:spPr>
          <a:xfrm>
            <a:off x="7591425" y="2952750"/>
            <a:ext cx="3257550" cy="2643505"/>
          </a:xfrm>
          <a:prstGeom prst="roundRect">
            <a:avLst/>
          </a:prstGeom>
          <a:blipFill rotWithShape="1">
            <a:blip r:embed="rId5"/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3"/>
          <p:cNvSpPr/>
          <p:nvPr/>
        </p:nvSpPr>
        <p:spPr>
          <a:xfrm>
            <a:off x="3072765" y="2159635"/>
            <a:ext cx="6046470" cy="4229735"/>
          </a:xfrm>
          <a:prstGeom prst="roundRect">
            <a:avLst/>
          </a:prstGeom>
          <a:blipFill rotWithShape="1">
            <a:blip r:embed="rId6"/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3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Source Han Sans CN Regular" panose="020B0500000000000000" pitchFamily="34" charset="-122"/>
                <a:ea typeface="Source Han Sans CN Regular" panose="020B0500000000000000" pitchFamily="34" charset="-122"/>
              </a:rPr>
              <a:t>New Word</a:t>
            </a:r>
          </a:p>
        </p:txBody>
      </p:sp>
      <p:grpSp>
        <p:nvGrpSpPr>
          <p:cNvPr id="25" name="mei"/>
          <p:cNvGrpSpPr/>
          <p:nvPr/>
        </p:nvGrpSpPr>
        <p:grpSpPr>
          <a:xfrm>
            <a:off x="4265459" y="702310"/>
            <a:ext cx="3777553" cy="1172210"/>
            <a:chOff x="12466" y="1589"/>
            <a:chExt cx="2942" cy="1789"/>
          </a:xfrm>
          <a:solidFill>
            <a:srgbClr val="207793"/>
          </a:solidFill>
        </p:grpSpPr>
        <p:sp>
          <p:nvSpPr>
            <p:cNvPr id="26" name="圆角矩形 25"/>
            <p:cNvSpPr/>
            <p:nvPr/>
          </p:nvSpPr>
          <p:spPr>
            <a:xfrm>
              <a:off x="12467" y="1589"/>
              <a:ext cx="2941" cy="1789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2466" y="1674"/>
              <a:ext cx="2942" cy="16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>
              <a:sp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en-US" sz="32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STXihei" panose="02010600040101010101" pitchFamily="2" charset="-122"/>
                </a:rPr>
                <a:t>xíng zhuàng</a:t>
              </a:r>
              <a:r>
                <a:rPr lang="en-US" sz="32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 </a:t>
              </a:r>
            </a:p>
            <a:p>
              <a:pPr lvl="0" algn="ctr">
                <a:buClrTx/>
                <a:buSzTx/>
                <a:buFontTx/>
                <a:defRPr/>
              </a:pPr>
              <a:r>
                <a:rPr lang="zh-CN" sz="32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形</a:t>
              </a:r>
              <a:r>
                <a:rPr lang="en-US" altLang="zh-CN" sz="32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 </a:t>
              </a:r>
              <a:r>
                <a:rPr lang="zh-CN" sz="32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状</a:t>
              </a:r>
            </a:p>
          </p:txBody>
        </p:sp>
      </p:grpSp>
      <p:cxnSp>
        <p:nvCxnSpPr>
          <p:cNvPr id="9" name="直接箭头连接符 8"/>
          <p:cNvCxnSpPr/>
          <p:nvPr/>
        </p:nvCxnSpPr>
        <p:spPr>
          <a:xfrm flipH="1" flipV="1">
            <a:off x="2640965" y="1595755"/>
            <a:ext cx="1263015" cy="7842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1871980" y="957580"/>
            <a:ext cx="11753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/>
              <a:t>圆形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5123180" y="-116205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000"/>
          </a:p>
        </p:txBody>
      </p:sp>
      <p:cxnSp>
        <p:nvCxnSpPr>
          <p:cNvPr id="15" name="直接箭头连接符 14"/>
          <p:cNvCxnSpPr/>
          <p:nvPr/>
        </p:nvCxnSpPr>
        <p:spPr>
          <a:xfrm flipH="1" flipV="1">
            <a:off x="3756660" y="1265555"/>
            <a:ext cx="1162050" cy="11626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2806700" y="439420"/>
            <a:ext cx="14598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/>
              <a:t>三角形</a:t>
            </a:r>
          </a:p>
        </p:txBody>
      </p:sp>
      <p:cxnSp>
        <p:nvCxnSpPr>
          <p:cNvPr id="17" name="直接箭头连接符 16"/>
          <p:cNvCxnSpPr/>
          <p:nvPr/>
        </p:nvCxnSpPr>
        <p:spPr>
          <a:xfrm flipV="1">
            <a:off x="6443980" y="1640840"/>
            <a:ext cx="2106930" cy="7391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8526780" y="1059815"/>
            <a:ext cx="13074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正方形</a:t>
            </a:r>
          </a:p>
        </p:txBody>
      </p:sp>
      <p:cxnSp>
        <p:nvCxnSpPr>
          <p:cNvPr id="19" name="直接箭头连接符 18"/>
          <p:cNvCxnSpPr/>
          <p:nvPr/>
        </p:nvCxnSpPr>
        <p:spPr>
          <a:xfrm flipV="1">
            <a:off x="7578725" y="1856740"/>
            <a:ext cx="2167255" cy="6172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9917430" y="1541145"/>
            <a:ext cx="11753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/>
              <a:t>棱形</a:t>
            </a:r>
          </a:p>
        </p:txBody>
      </p:sp>
      <p:cxnSp>
        <p:nvCxnSpPr>
          <p:cNvPr id="21" name="直接箭头连接符 20"/>
          <p:cNvCxnSpPr/>
          <p:nvPr/>
        </p:nvCxnSpPr>
        <p:spPr>
          <a:xfrm flipV="1">
            <a:off x="8862060" y="2595245"/>
            <a:ext cx="1379855" cy="1936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10350500" y="2292350"/>
            <a:ext cx="18275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3200"/>
              <a:t>八边形</a:t>
            </a:r>
          </a:p>
        </p:txBody>
      </p:sp>
      <p:cxnSp>
        <p:nvCxnSpPr>
          <p:cNvPr id="23" name="直接箭头连接符 22"/>
          <p:cNvCxnSpPr/>
          <p:nvPr/>
        </p:nvCxnSpPr>
        <p:spPr>
          <a:xfrm flipH="1" flipV="1">
            <a:off x="2275840" y="2874010"/>
            <a:ext cx="1162050" cy="8832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963930" y="2292350"/>
            <a:ext cx="14598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/>
              <a:t>长方形</a:t>
            </a:r>
          </a:p>
        </p:txBody>
      </p:sp>
      <p:cxnSp>
        <p:nvCxnSpPr>
          <p:cNvPr id="29" name="直接箭头连接符 28"/>
          <p:cNvCxnSpPr/>
          <p:nvPr/>
        </p:nvCxnSpPr>
        <p:spPr>
          <a:xfrm flipH="1" flipV="1">
            <a:off x="2481580" y="3950970"/>
            <a:ext cx="2033905" cy="730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1021715" y="3757295"/>
            <a:ext cx="14598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/>
              <a:t>椭圆形</a:t>
            </a:r>
          </a:p>
        </p:txBody>
      </p:sp>
      <p:cxnSp>
        <p:nvCxnSpPr>
          <p:cNvPr id="31" name="直接箭头连接符 30"/>
          <p:cNvCxnSpPr/>
          <p:nvPr/>
        </p:nvCxnSpPr>
        <p:spPr>
          <a:xfrm flipH="1">
            <a:off x="2735580" y="3854450"/>
            <a:ext cx="2954020" cy="8477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1520190" y="4594860"/>
            <a:ext cx="14598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/>
              <a:t>梯形</a:t>
            </a:r>
          </a:p>
        </p:txBody>
      </p:sp>
      <p:cxnSp>
        <p:nvCxnSpPr>
          <p:cNvPr id="33" name="直接箭头连接符 32"/>
          <p:cNvCxnSpPr/>
          <p:nvPr/>
        </p:nvCxnSpPr>
        <p:spPr>
          <a:xfrm flipV="1">
            <a:off x="7893050" y="3224530"/>
            <a:ext cx="2155190" cy="2908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9994900" y="3000375"/>
            <a:ext cx="18275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3200"/>
              <a:t>六边形</a:t>
            </a:r>
          </a:p>
        </p:txBody>
      </p:sp>
      <p:cxnSp>
        <p:nvCxnSpPr>
          <p:cNvPr id="35" name="直接箭头连接符 34"/>
          <p:cNvCxnSpPr/>
          <p:nvPr/>
        </p:nvCxnSpPr>
        <p:spPr>
          <a:xfrm flipH="1">
            <a:off x="2408555" y="5089525"/>
            <a:ext cx="1126490" cy="3873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1186815" y="5266690"/>
            <a:ext cx="14598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/>
              <a:t>五边形</a:t>
            </a:r>
          </a:p>
        </p:txBody>
      </p:sp>
      <p:cxnSp>
        <p:nvCxnSpPr>
          <p:cNvPr id="37" name="直接箭头连接符 36"/>
          <p:cNvCxnSpPr/>
          <p:nvPr/>
        </p:nvCxnSpPr>
        <p:spPr>
          <a:xfrm flipH="1">
            <a:off x="2953385" y="5186045"/>
            <a:ext cx="1671320" cy="8718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1346835" y="5854065"/>
            <a:ext cx="14598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/>
              <a:t>爱心</a:t>
            </a:r>
          </a:p>
        </p:txBody>
      </p:sp>
      <p:cxnSp>
        <p:nvCxnSpPr>
          <p:cNvPr id="39" name="直接箭头连接符 38"/>
          <p:cNvCxnSpPr/>
          <p:nvPr/>
        </p:nvCxnSpPr>
        <p:spPr>
          <a:xfrm flipV="1">
            <a:off x="6440170" y="4241800"/>
            <a:ext cx="2966720" cy="5568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9476740" y="3950970"/>
            <a:ext cx="14598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/>
              <a:t>七边形</a:t>
            </a:r>
          </a:p>
        </p:txBody>
      </p:sp>
      <p:cxnSp>
        <p:nvCxnSpPr>
          <p:cNvPr id="41" name="直接箭头连接符 40"/>
          <p:cNvCxnSpPr/>
          <p:nvPr/>
        </p:nvCxnSpPr>
        <p:spPr>
          <a:xfrm>
            <a:off x="7626985" y="4932045"/>
            <a:ext cx="3027045" cy="1454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2" name="文本框 41"/>
          <p:cNvSpPr txBox="1"/>
          <p:nvPr/>
        </p:nvSpPr>
        <p:spPr>
          <a:xfrm>
            <a:off x="10241915" y="4702175"/>
            <a:ext cx="14598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/>
              <a:t>五角星</a:t>
            </a:r>
          </a:p>
        </p:txBody>
      </p:sp>
      <p:cxnSp>
        <p:nvCxnSpPr>
          <p:cNvPr id="43" name="直接箭头连接符 42"/>
          <p:cNvCxnSpPr/>
          <p:nvPr/>
        </p:nvCxnSpPr>
        <p:spPr>
          <a:xfrm flipH="1">
            <a:off x="3014345" y="6227445"/>
            <a:ext cx="1052830" cy="3416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4" name="文本框 43"/>
          <p:cNvSpPr txBox="1"/>
          <p:nvPr/>
        </p:nvSpPr>
        <p:spPr>
          <a:xfrm>
            <a:off x="763270" y="6389370"/>
            <a:ext cx="28562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/>
              <a:t>平行四边形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  <p:bldP spid="16" grpId="0"/>
      <p:bldP spid="16" grpId="1"/>
      <p:bldP spid="18" grpId="0"/>
      <p:bldP spid="18" grpId="1"/>
      <p:bldP spid="20" grpId="0"/>
      <p:bldP spid="20" grpId="1"/>
      <p:bldP spid="22" grpId="0"/>
      <p:bldP spid="22" grpId="1"/>
      <p:bldP spid="28" grpId="0"/>
      <p:bldP spid="28" grpId="1"/>
      <p:bldP spid="30" grpId="0"/>
      <p:bldP spid="30" grpId="1"/>
      <p:bldP spid="32" grpId="0"/>
      <p:bldP spid="32" grpId="1"/>
      <p:bldP spid="34" grpId="0"/>
      <p:bldP spid="34" grpId="1"/>
      <p:bldP spid="36" grpId="0"/>
      <p:bldP spid="36" grpId="1"/>
      <p:bldP spid="38" grpId="0"/>
      <p:bldP spid="38" grpId="1"/>
      <p:bldP spid="40" grpId="0"/>
      <p:bldP spid="40" grpId="1"/>
      <p:bldP spid="42" grpId="0"/>
      <p:bldP spid="42" grpId="1"/>
      <p:bldP spid="44" grpId="0"/>
      <p:bldP spid="44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/>
          <p:cNvSpPr/>
          <p:nvPr/>
        </p:nvSpPr>
        <p:spPr>
          <a:xfrm>
            <a:off x="9438640" y="3233420"/>
            <a:ext cx="2420620" cy="1967230"/>
          </a:xfrm>
          <a:prstGeom prst="round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/>
          <p:cNvSpPr/>
          <p:nvPr/>
        </p:nvSpPr>
        <p:spPr>
          <a:xfrm>
            <a:off x="333375" y="3233420"/>
            <a:ext cx="2420620" cy="1967230"/>
          </a:xfrm>
          <a:prstGeom prst="round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/>
          <p:cNvSpPr/>
          <p:nvPr/>
        </p:nvSpPr>
        <p:spPr>
          <a:xfrm>
            <a:off x="1290955" y="2853055"/>
            <a:ext cx="3361690" cy="2727325"/>
          </a:xfrm>
          <a:prstGeom prst="round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/>
          <p:cNvSpPr/>
          <p:nvPr/>
        </p:nvSpPr>
        <p:spPr>
          <a:xfrm>
            <a:off x="7539355" y="2853055"/>
            <a:ext cx="3361690" cy="2727325"/>
          </a:xfrm>
          <a:prstGeom prst="roundRect">
            <a:avLst/>
          </a:prstGeom>
          <a:blipFill rotWithShape="1">
            <a:blip r:embed="rId5"/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3"/>
          <p:cNvSpPr/>
          <p:nvPr/>
        </p:nvSpPr>
        <p:spPr>
          <a:xfrm>
            <a:off x="2977515" y="2035175"/>
            <a:ext cx="6236970" cy="4363720"/>
          </a:xfrm>
          <a:prstGeom prst="roundRect">
            <a:avLst/>
          </a:prstGeom>
          <a:blipFill rotWithShape="1">
            <a:blip r:embed="rId6"/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3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Source Han Sans CN Regular" panose="020B0500000000000000" pitchFamily="34" charset="-122"/>
                <a:ea typeface="Source Han Sans CN Regular" panose="020B0500000000000000" pitchFamily="34" charset="-122"/>
              </a:rPr>
              <a:t>New Word</a:t>
            </a:r>
          </a:p>
        </p:txBody>
      </p:sp>
      <p:grpSp>
        <p:nvGrpSpPr>
          <p:cNvPr id="25" name="mei"/>
          <p:cNvGrpSpPr/>
          <p:nvPr/>
        </p:nvGrpSpPr>
        <p:grpSpPr>
          <a:xfrm>
            <a:off x="4265459" y="702310"/>
            <a:ext cx="3777553" cy="1172210"/>
            <a:chOff x="12466" y="1589"/>
            <a:chExt cx="2942" cy="1789"/>
          </a:xfrm>
          <a:solidFill>
            <a:srgbClr val="207793"/>
          </a:solidFill>
        </p:grpSpPr>
        <p:sp>
          <p:nvSpPr>
            <p:cNvPr id="26" name="圆角矩形 25"/>
            <p:cNvSpPr/>
            <p:nvPr/>
          </p:nvSpPr>
          <p:spPr>
            <a:xfrm>
              <a:off x="12467" y="1589"/>
              <a:ext cx="2941" cy="1789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2466" y="1674"/>
              <a:ext cx="2942" cy="16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>
              <a:sp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en-US" sz="32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STXihei" panose="02010600040101010101" pitchFamily="2" charset="-122"/>
                </a:rPr>
                <a:t>miáo xiě</a:t>
              </a:r>
              <a:r>
                <a:rPr lang="en-US" sz="32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 </a:t>
              </a:r>
            </a:p>
            <a:p>
              <a:pPr lvl="0" algn="ctr">
                <a:buClrTx/>
                <a:buSzTx/>
                <a:buFontTx/>
                <a:defRPr/>
              </a:pPr>
              <a:r>
                <a:rPr lang="zh-CN" sz="32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描</a:t>
              </a:r>
              <a:r>
                <a:rPr lang="en-US" altLang="zh-CN" sz="32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 </a:t>
              </a:r>
              <a:r>
                <a:rPr lang="zh-CN" sz="32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写</a:t>
              </a: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7425055" y="1925955"/>
            <a:ext cx="41490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请你用中文描写一下这个人。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360094">
        <p159:morph option="byObject"/>
      </p:transition>
    </mc:Choice>
    <mc:Fallback xmlns="">
      <p:transition spd="med" advTm="360094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C:\Users\Administrator\Desktop\小红书\对外汉语战略搞钱计划\教学素材\图片素材\123.png12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rcRect/>
          <a:stretch>
            <a:fillRect/>
          </a:stretch>
        </p:blipFill>
        <p:spPr>
          <a:xfrm>
            <a:off x="4252278" y="-23495"/>
            <a:ext cx="7938770" cy="6815455"/>
          </a:xfrm>
          <a:prstGeom prst="rect">
            <a:avLst/>
          </a:prstGeom>
        </p:spPr>
      </p:pic>
      <p:pic>
        <p:nvPicPr>
          <p:cNvPr id="5" name="图片 4" descr="fsg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779" b="98370" l="9827" r="97374">
                        <a14:foregroundMark x1="69542" y1="28522" x2="73818" y2="38533"/>
                        <a14:foregroundMark x1="85746" y1="31898" x2="93248" y2="42375"/>
                        <a14:foregroundMark x1="71268" y1="70198" x2="80195" y2="69616"/>
                        <a14:foregroundMark x1="59190" y1="52154" x2="62341" y2="53318"/>
                        <a14:foregroundMark x1="95499" y1="73341" x2="97449" y2="73807"/>
                        <a14:foregroundMark x1="77419" y1="98370" x2="77569" y2="95343"/>
                        <a14:backgroundMark x1="79445" y1="42724" x2="80270" y2="43539"/>
                      </a14:backgroundRemoval>
                    </a14:imgEffect>
                  </a14:imgLayer>
                </a14:imgProps>
              </a:ext>
            </a:extLst>
          </a:blip>
          <a:srcRect l="56490" t="2462"/>
          <a:stretch>
            <a:fillRect/>
          </a:stretch>
        </p:blipFill>
        <p:spPr>
          <a:xfrm flipH="1">
            <a:off x="-59363" y="139579"/>
            <a:ext cx="4383355" cy="6331865"/>
          </a:xfrm>
          <a:prstGeom prst="rect">
            <a:avLst/>
          </a:prstGeom>
        </p:spPr>
      </p:pic>
      <p:pic>
        <p:nvPicPr>
          <p:cNvPr id="10" name="图片 9" descr="/Users/huangkafi/Downloads/抠图/IMG_7102-20220929122827.pngIMG_7102-2022092912282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>
          <a:xfrm>
            <a:off x="7688580" y="1724660"/>
            <a:ext cx="3466465" cy="246126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7688263" y="4542155"/>
            <a:ext cx="3483610" cy="2122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Tx/>
              <a:buSzTx/>
              <a:buFontTx/>
              <a:defRPr/>
            </a:pPr>
            <a:r>
              <a:rPr lang="en-US" sz="6600" b="1" noProof="0" dirty="0">
                <a:ln>
                  <a:noFill/>
                </a:ln>
                <a:effectLst/>
                <a:uLnTx/>
                <a:uFillTx/>
                <a:latin typeface="STXihei" panose="02010600040101010101" pitchFamily="2" charset="-122"/>
                <a:ea typeface="STXihei" panose="02010600040101010101" pitchFamily="2" charset="-122"/>
                <a:cs typeface="STXihei" panose="02010600040101010101" pitchFamily="2" charset="-122"/>
                <a:sym typeface="STXihei" panose="02010600040101010101" pitchFamily="2" charset="-122"/>
              </a:rPr>
              <a:t>zàn měi</a:t>
            </a:r>
          </a:p>
          <a:p>
            <a:pPr lvl="0" algn="ctr">
              <a:buClrTx/>
              <a:buSzTx/>
              <a:buFontTx/>
              <a:defRPr/>
            </a:pPr>
            <a:r>
              <a:rPr lang="zh-CN" sz="66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TXihei" panose="02010600040101010101" pitchFamily="2" charset="-122"/>
                <a:ea typeface="STXihei" panose="02010600040101010101" pitchFamily="2" charset="-122"/>
                <a:cs typeface="STXihei" panose="02010600040101010101" pitchFamily="2" charset="-122"/>
                <a:sym typeface="+mn-ea"/>
              </a:rPr>
              <a:t>赞</a:t>
            </a:r>
            <a:r>
              <a:rPr lang="en-US" altLang="zh-CN" sz="66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TXihei" panose="02010600040101010101" pitchFamily="2" charset="-122"/>
                <a:ea typeface="STXihei" panose="02010600040101010101" pitchFamily="2" charset="-122"/>
                <a:cs typeface="STXihei" panose="02010600040101010101" pitchFamily="2" charset="-122"/>
                <a:sym typeface="+mn-ea"/>
              </a:rPr>
              <a:t> </a:t>
            </a:r>
            <a:r>
              <a:rPr lang="zh-CN" sz="66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TXihei" panose="02010600040101010101" pitchFamily="2" charset="-122"/>
                <a:ea typeface="STXihei" panose="02010600040101010101" pitchFamily="2" charset="-122"/>
                <a:cs typeface="STXihei" panose="02010600040101010101" pitchFamily="2" charset="-122"/>
                <a:sym typeface="+mn-ea"/>
              </a:rPr>
              <a:t>美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26595" y="1724926"/>
            <a:ext cx="885052" cy="889496"/>
          </a:xfrm>
          <a:prstGeom prst="ellipse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8229" y="2015711"/>
            <a:ext cx="763151" cy="766960"/>
          </a:xfrm>
          <a:prstGeom prst="ellipse">
            <a:avLst/>
          </a:prstGeom>
        </p:spPr>
      </p:pic>
      <p:pic>
        <p:nvPicPr>
          <p:cNvPr id="3" name="图片 2" descr="C:\Users\Administrator\Desktop\我1.png我1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sp>
        <p:nvSpPr>
          <p:cNvPr id="2" name="文本框 7"/>
          <p:cNvSpPr txBox="1"/>
          <p:nvPr/>
        </p:nvSpPr>
        <p:spPr>
          <a:xfrm>
            <a:off x="130610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02048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Source Han Sans CN Regular" panose="020B0500000000000000" pitchFamily="34" charset="-122"/>
                <a:ea typeface="Source Han Sans CN Regular" panose="020B0500000000000000" pitchFamily="34" charset="-122"/>
              </a:rPr>
              <a:t>New Word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328035" y="4451350"/>
            <a:ext cx="50006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小明帮助班级同学</a:t>
            </a:r>
            <a:r>
              <a:rPr lang="en-US" altLang="zh-CN" sz="2000"/>
              <a:t>，</a:t>
            </a:r>
            <a:r>
              <a:rPr lang="zh-CN" altLang="en-US" sz="2000"/>
              <a:t>得到了老师的</a:t>
            </a:r>
            <a:r>
              <a:rPr lang="zh-CN" altLang="en-US" sz="2000">
                <a:highlight>
                  <a:srgbClr val="FFFF00"/>
                </a:highlight>
              </a:rPr>
              <a:t>赞美</a:t>
            </a:r>
            <a:r>
              <a:rPr lang="en-US" altLang="zh-CN" sz="2000"/>
              <a:t>。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328035" y="5115560"/>
            <a:ext cx="50006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作为老师</a:t>
            </a:r>
            <a:r>
              <a:rPr lang="en-US" altLang="zh-CN" sz="2000"/>
              <a:t>，</a:t>
            </a:r>
            <a:r>
              <a:rPr lang="zh-CN" altLang="en-US" sz="2000"/>
              <a:t>我们要经常</a:t>
            </a:r>
            <a:r>
              <a:rPr lang="zh-CN" altLang="en-US" sz="2000">
                <a:highlight>
                  <a:srgbClr val="FFFF00"/>
                </a:highlight>
              </a:rPr>
              <a:t>赞美</a:t>
            </a:r>
            <a:r>
              <a:rPr lang="zh-CN" altLang="en-US" sz="2000"/>
              <a:t>学生</a:t>
            </a:r>
            <a:r>
              <a:rPr lang="en-US" altLang="zh-CN" sz="2000"/>
              <a:t>。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voltag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7" grpId="0"/>
      <p:bldP spid="7" grpId="1"/>
      <p:bldP spid="11" grpId="0"/>
      <p:bldP spid="11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C:\Users\Administrator\Desktop\小红书\对外汉语战略搞钱计划\教学素材\图片素材\123.png12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rcRect/>
          <a:stretch>
            <a:fillRect/>
          </a:stretch>
        </p:blipFill>
        <p:spPr>
          <a:xfrm>
            <a:off x="4252278" y="-23495"/>
            <a:ext cx="7938135" cy="6815455"/>
          </a:xfrm>
          <a:prstGeom prst="rect">
            <a:avLst/>
          </a:prstGeom>
        </p:spPr>
      </p:pic>
      <p:pic>
        <p:nvPicPr>
          <p:cNvPr id="5" name="图片 4" descr="fsg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779" b="98370" l="9827" r="97374">
                        <a14:foregroundMark x1="69542" y1="28522" x2="73818" y2="38533"/>
                        <a14:foregroundMark x1="85746" y1="31898" x2="93248" y2="42375"/>
                        <a14:foregroundMark x1="71268" y1="70198" x2="80195" y2="69616"/>
                        <a14:foregroundMark x1="59190" y1="52154" x2="62341" y2="53318"/>
                        <a14:foregroundMark x1="95499" y1="73341" x2="97449" y2="73807"/>
                        <a14:foregroundMark x1="77419" y1="98370" x2="77569" y2="95343"/>
                        <a14:backgroundMark x1="79445" y1="42724" x2="80270" y2="43539"/>
                      </a14:backgroundRemoval>
                    </a14:imgEffect>
                  </a14:imgLayer>
                </a14:imgProps>
              </a:ext>
            </a:extLst>
          </a:blip>
          <a:srcRect l="56490" t="2462"/>
          <a:stretch>
            <a:fillRect/>
          </a:stretch>
        </p:blipFill>
        <p:spPr>
          <a:xfrm flipH="1">
            <a:off x="-59363" y="139579"/>
            <a:ext cx="4383355" cy="6331865"/>
          </a:xfrm>
          <a:prstGeom prst="rect">
            <a:avLst/>
          </a:prstGeom>
        </p:spPr>
      </p:pic>
      <p:pic>
        <p:nvPicPr>
          <p:cNvPr id="10" name="图片 9" descr="/Users/huangkafi/Downloads/抠图/IMG_7103-20220929122838.pngIMG_7103-2022092912283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>
          <a:xfrm>
            <a:off x="7680325" y="72073"/>
            <a:ext cx="4392295" cy="424815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7890828" y="4231640"/>
            <a:ext cx="3971290" cy="2122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Tx/>
              <a:buSzTx/>
              <a:buFontTx/>
              <a:defRPr/>
            </a:pPr>
            <a:r>
              <a:rPr lang="en-US" sz="6600" b="1" noProof="0" dirty="0">
                <a:ln>
                  <a:noFill/>
                </a:ln>
                <a:effectLst/>
                <a:uLnTx/>
                <a:uFillTx/>
                <a:latin typeface="STXihei" panose="02010600040101010101" pitchFamily="2" charset="-122"/>
                <a:ea typeface="STXihei" panose="02010600040101010101" pitchFamily="2" charset="-122"/>
                <a:cs typeface="STXihei" panose="02010600040101010101" pitchFamily="2" charset="-122"/>
                <a:sym typeface="STXihei" panose="02010600040101010101" pitchFamily="2" charset="-122"/>
              </a:rPr>
              <a:t>shī</a:t>
            </a:r>
          </a:p>
          <a:p>
            <a:pPr lvl="0" algn="ctr">
              <a:buClrTx/>
              <a:buSzTx/>
              <a:buFontTx/>
              <a:defRPr/>
            </a:pPr>
            <a:r>
              <a:rPr lang="zh-CN" sz="6600" b="1" noProof="0" dirty="0">
                <a:ln>
                  <a:noFill/>
                </a:ln>
                <a:effectLst/>
                <a:uLnTx/>
                <a:uFillTx/>
                <a:latin typeface="STXihei" panose="02010600040101010101" pitchFamily="2" charset="-122"/>
                <a:ea typeface="STXihei" panose="02010600040101010101" pitchFamily="2" charset="-122"/>
                <a:cs typeface="STXihei" panose="02010600040101010101" pitchFamily="2" charset="-122"/>
                <a:sym typeface="+mn-ea"/>
              </a:rPr>
              <a:t>诗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26595" y="1724926"/>
            <a:ext cx="885052" cy="889496"/>
          </a:xfrm>
          <a:prstGeom prst="ellipse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8229" y="2015711"/>
            <a:ext cx="763151" cy="766960"/>
          </a:xfrm>
          <a:prstGeom prst="ellipse">
            <a:avLst/>
          </a:prstGeom>
        </p:spPr>
      </p:pic>
      <p:pic>
        <p:nvPicPr>
          <p:cNvPr id="3" name="图片 2" descr="C:\Users\Administrator\Desktop\我1.png我1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sp>
        <p:nvSpPr>
          <p:cNvPr id="2" name="文本框 7"/>
          <p:cNvSpPr txBox="1"/>
          <p:nvPr/>
        </p:nvSpPr>
        <p:spPr>
          <a:xfrm>
            <a:off x="130610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02048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Source Han Sans CN Regular" panose="020B0500000000000000" pitchFamily="34" charset="-122"/>
                <a:ea typeface="Source Han Sans CN Regular" panose="020B0500000000000000" pitchFamily="34" charset="-122"/>
              </a:rPr>
              <a:t>New Word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994785" y="4742180"/>
            <a:ext cx="49510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highlight>
                  <a:srgbClr val="FFFF00"/>
                </a:highlight>
              </a:rPr>
              <a:t>古诗</a:t>
            </a:r>
            <a:r>
              <a:rPr lang="zh-CN" altLang="en-US" sz="2400"/>
              <a:t>是中国文化的重要组成部分</a:t>
            </a:r>
            <a:r>
              <a:rPr lang="en-US" altLang="zh-CN" sz="2400"/>
              <a:t>。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994785" y="5329555"/>
            <a:ext cx="49510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李白是唐朝的大</a:t>
            </a:r>
            <a:r>
              <a:rPr lang="zh-CN" altLang="en-US" sz="2400">
                <a:highlight>
                  <a:srgbClr val="FFFF00"/>
                </a:highlight>
              </a:rPr>
              <a:t>诗人</a:t>
            </a:r>
            <a:r>
              <a:rPr lang="en-US" altLang="zh-CN" sz="2400"/>
              <a:t>。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voltag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7" grpId="0"/>
      <p:bldP spid="7" grpId="1"/>
      <p:bldP spid="11" grpId="0"/>
      <p:bldP spid="11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719580" y="138430"/>
            <a:ext cx="2216785" cy="3194050"/>
            <a:chOff x="304" y="2028"/>
            <a:chExt cx="3491" cy="5030"/>
          </a:xfrm>
        </p:grpSpPr>
        <p:grpSp>
          <p:nvGrpSpPr>
            <p:cNvPr id="43" name="组合 42"/>
            <p:cNvGrpSpPr/>
            <p:nvPr/>
          </p:nvGrpSpPr>
          <p:grpSpPr>
            <a:xfrm>
              <a:off x="330" y="2028"/>
              <a:ext cx="3465" cy="5030"/>
              <a:chOff x="1486086" y="120403"/>
              <a:chExt cx="2200089" cy="3194297"/>
            </a:xfrm>
          </p:grpSpPr>
          <p:sp>
            <p:nvSpPr>
              <p:cNvPr id="44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STXihei" panose="02010600040101010101" pitchFamily="2" charset="-122"/>
                  <a:ea typeface="STXihei" panose="02010600040101010101" pitchFamily="2" charset="-122"/>
                </a:endParaRPr>
              </a:p>
            </p:txBody>
          </p:sp>
          <p:pic>
            <p:nvPicPr>
              <p:cNvPr id="45" name="图片 44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9" name="文本框 7"/>
            <p:cNvSpPr txBox="1"/>
            <p:nvPr/>
          </p:nvSpPr>
          <p:spPr>
            <a:xfrm>
              <a:off x="304" y="4252"/>
              <a:ext cx="3491" cy="24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5400" b="1" noProof="0" dirty="0">
                  <a:ln>
                    <a:noFill/>
                  </a:ln>
                  <a:effectLst/>
                  <a:uLnTx/>
                  <a:uFillTx/>
                  <a:latin typeface="STXihei" panose="02010600040101010101" pitchFamily="2" charset="-122"/>
                  <a:ea typeface="STXihei" panose="02010600040101010101" pitchFamily="2" charset="-122"/>
                  <a:sym typeface="+mn-ea"/>
                </a:rPr>
                <a:t>悠久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adj. long-standing, ageold</a:t>
              </a:r>
            </a:p>
          </p:txBody>
        </p:sp>
      </p:grpSp>
      <p:sp>
        <p:nvSpPr>
          <p:cNvPr id="10" name="文本框 7"/>
          <p:cNvSpPr txBox="1"/>
          <p:nvPr/>
        </p:nvSpPr>
        <p:spPr>
          <a:xfrm>
            <a:off x="1676400" y="874395"/>
            <a:ext cx="238696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/>
            <a:r>
              <a:rPr altLang="zh-CN" sz="3600" dirty="0">
                <a:solidFill>
                  <a:srgbClr val="2A2A2B"/>
                </a:solidFill>
                <a:latin typeface="STXihei" panose="02010600040101010101" pitchFamily="2" charset="-122"/>
                <a:ea typeface="STXihei" panose="02010600040101010101" pitchFamily="2" charset="-122"/>
                <a:sym typeface="STXihei" panose="02010600040101010101" pitchFamily="2" charset="-122"/>
              </a:rPr>
              <a:t>yōu</a:t>
            </a:r>
            <a:r>
              <a:rPr lang="en-US" sz="3600" dirty="0">
                <a:solidFill>
                  <a:srgbClr val="2A2A2B"/>
                </a:solidFill>
                <a:latin typeface="STXihei" panose="02010600040101010101" pitchFamily="2" charset="-122"/>
                <a:ea typeface="STXihei" panose="02010600040101010101" pitchFamily="2" charset="-122"/>
                <a:sym typeface="STXihei" panose="02010600040101010101" pitchFamily="2" charset="-122"/>
              </a:rPr>
              <a:t> </a:t>
            </a:r>
            <a:r>
              <a:rPr altLang="zh-CN" sz="3600" dirty="0">
                <a:solidFill>
                  <a:srgbClr val="2A2A2B"/>
                </a:solidFill>
                <a:latin typeface="STXihei" panose="02010600040101010101" pitchFamily="2" charset="-122"/>
                <a:ea typeface="STXihei" panose="02010600040101010101" pitchFamily="2" charset="-122"/>
                <a:sym typeface="STXihei" panose="02010600040101010101" pitchFamily="2" charset="-122"/>
              </a:rPr>
              <a:t>jiǔ</a:t>
            </a:r>
          </a:p>
        </p:txBody>
      </p:sp>
      <p:sp>
        <p:nvSpPr>
          <p:cNvPr id="5" name="文本框 7"/>
          <p:cNvSpPr txBox="1"/>
          <p:nvPr/>
        </p:nvSpPr>
        <p:spPr>
          <a:xfrm>
            <a:off x="165735" y="213995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237490" y="702310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Source Han Sans CN Regular" panose="020B0500000000000000" pitchFamily="34" charset="-122"/>
                <a:ea typeface="Source Han Sans CN Regular" panose="020B0500000000000000" pitchFamily="34" charset="-122"/>
                <a:sym typeface="+mn-ea"/>
              </a:rPr>
              <a:t>Practise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Source Han Sans CN Regular" panose="020B0500000000000000" pitchFamily="34" charset="-122"/>
              <a:ea typeface="Source Han Sans CN Regular" panose="020B0500000000000000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374380" y="165100"/>
            <a:ext cx="2200275" cy="3194050"/>
            <a:chOff x="9330" y="2028"/>
            <a:chExt cx="3465" cy="5030"/>
          </a:xfrm>
        </p:grpSpPr>
        <p:grpSp>
          <p:nvGrpSpPr>
            <p:cNvPr id="57" name="组合 56"/>
            <p:cNvGrpSpPr/>
            <p:nvPr/>
          </p:nvGrpSpPr>
          <p:grpSpPr>
            <a:xfrm>
              <a:off x="9330" y="2028"/>
              <a:ext cx="3465" cy="5030"/>
              <a:chOff x="1486086" y="120403"/>
              <a:chExt cx="2200089" cy="3194297"/>
            </a:xfrm>
          </p:grpSpPr>
          <p:sp>
            <p:nvSpPr>
              <p:cNvPr id="58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STXihei" panose="02010600040101010101" pitchFamily="2" charset="-122"/>
                  <a:ea typeface="STXihei" panose="02010600040101010101" pitchFamily="2" charset="-122"/>
                </a:endParaRPr>
              </a:p>
            </p:txBody>
          </p:sp>
          <p:pic>
            <p:nvPicPr>
              <p:cNvPr id="59" name="图片 58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60" name="文本框 7"/>
            <p:cNvSpPr txBox="1"/>
            <p:nvPr/>
          </p:nvSpPr>
          <p:spPr>
            <a:xfrm>
              <a:off x="9385" y="4252"/>
              <a:ext cx="3353" cy="24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5400" b="1" noProof="0" dirty="0">
                  <a:ln>
                    <a:noFill/>
                  </a:ln>
                  <a:effectLst/>
                  <a:uLnTx/>
                  <a:uFillTx/>
                  <a:latin typeface="STXihei" panose="02010600040101010101" pitchFamily="2" charset="-122"/>
                  <a:ea typeface="STXihei" panose="02010600040101010101" pitchFamily="2" charset="-122"/>
                  <a:sym typeface="+mn-ea"/>
                </a:rPr>
                <a:t>记载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v. to record, to put down in writing</a:t>
              </a:r>
            </a:p>
          </p:txBody>
        </p:sp>
      </p:grpSp>
      <p:sp>
        <p:nvSpPr>
          <p:cNvPr id="62" name="文本框 7"/>
          <p:cNvSpPr txBox="1"/>
          <p:nvPr/>
        </p:nvSpPr>
        <p:spPr>
          <a:xfrm>
            <a:off x="8277860" y="901065"/>
            <a:ext cx="238569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/>
            <a:r>
              <a:rPr altLang="zh-CN" sz="3600" dirty="0">
                <a:solidFill>
                  <a:srgbClr val="2A2A2B"/>
                </a:solidFill>
                <a:latin typeface="STXihei" panose="02010600040101010101" pitchFamily="2" charset="-122"/>
                <a:ea typeface="STXihei" panose="02010600040101010101" pitchFamily="2" charset="-122"/>
                <a:sym typeface="STXihei" panose="02010600040101010101" pitchFamily="2" charset="-122"/>
              </a:rPr>
              <a:t>jì</a:t>
            </a:r>
            <a:r>
              <a:rPr lang="en-US" sz="3600" dirty="0">
                <a:solidFill>
                  <a:srgbClr val="2A2A2B"/>
                </a:solidFill>
                <a:latin typeface="STXihei" panose="02010600040101010101" pitchFamily="2" charset="-122"/>
                <a:ea typeface="STXihei" panose="02010600040101010101" pitchFamily="2" charset="-122"/>
                <a:sym typeface="STXihei" panose="02010600040101010101" pitchFamily="2" charset="-122"/>
              </a:rPr>
              <a:t> </a:t>
            </a:r>
            <a:r>
              <a:rPr altLang="zh-CN" sz="3600" dirty="0">
                <a:solidFill>
                  <a:srgbClr val="2A2A2B"/>
                </a:solidFill>
                <a:latin typeface="STXihei" panose="02010600040101010101" pitchFamily="2" charset="-122"/>
                <a:ea typeface="STXihei" panose="02010600040101010101" pitchFamily="2" charset="-122"/>
                <a:sym typeface="STXihei" panose="02010600040101010101" pitchFamily="2" charset="-122"/>
              </a:rPr>
              <a:t>zǎi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5026660" y="127635"/>
            <a:ext cx="2209165" cy="3194050"/>
            <a:chOff x="9330" y="2028"/>
            <a:chExt cx="3479" cy="5030"/>
          </a:xfrm>
        </p:grpSpPr>
        <p:grpSp>
          <p:nvGrpSpPr>
            <p:cNvPr id="7" name="组合 6"/>
            <p:cNvGrpSpPr/>
            <p:nvPr/>
          </p:nvGrpSpPr>
          <p:grpSpPr>
            <a:xfrm>
              <a:off x="9330" y="2028"/>
              <a:ext cx="3465" cy="5030"/>
              <a:chOff x="1486086" y="120403"/>
              <a:chExt cx="2200089" cy="3194297"/>
            </a:xfrm>
          </p:grpSpPr>
          <p:sp>
            <p:nvSpPr>
              <p:cNvPr id="8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STXihei" panose="02010600040101010101" pitchFamily="2" charset="-122"/>
                  <a:ea typeface="STXihei" panose="02010600040101010101" pitchFamily="2" charset="-122"/>
                </a:endParaRPr>
              </a:p>
            </p:txBody>
          </p:sp>
          <p:pic>
            <p:nvPicPr>
              <p:cNvPr id="11" name="图片 10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12" name="文本框 7"/>
            <p:cNvSpPr txBox="1"/>
            <p:nvPr/>
          </p:nvSpPr>
          <p:spPr>
            <a:xfrm>
              <a:off x="9330" y="4252"/>
              <a:ext cx="3479" cy="24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sz="5400" b="1" noProof="0" dirty="0">
                  <a:ln>
                    <a:noFill/>
                  </a:ln>
                  <a:effectLst/>
                  <a:uLnTx/>
                  <a:uFillTx/>
                  <a:latin typeface="STXihei" panose="02010600040101010101" pitchFamily="2" charset="-122"/>
                  <a:ea typeface="STXihei" panose="02010600040101010101" pitchFamily="2" charset="-122"/>
                  <a:sym typeface="+mn-ea"/>
                </a:rPr>
                <a:t>文字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n. written language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zh-CN" sz="2000" b="1" noProof="0" dirty="0">
                <a:ln>
                  <a:noFill/>
                </a:ln>
                <a:effectLst/>
                <a:uLnTx/>
                <a:uFillTx/>
                <a:latin typeface="STXihei" panose="02010600040101010101" pitchFamily="2" charset="-122"/>
                <a:ea typeface="STXihei" panose="02010600040101010101" pitchFamily="2" charset="-122"/>
                <a:sym typeface="+mn-ea"/>
              </a:endParaRPr>
            </a:p>
          </p:txBody>
        </p:sp>
      </p:grpSp>
      <p:sp>
        <p:nvSpPr>
          <p:cNvPr id="13" name="文本框 7"/>
          <p:cNvSpPr txBox="1"/>
          <p:nvPr/>
        </p:nvSpPr>
        <p:spPr>
          <a:xfrm>
            <a:off x="5038725" y="863600"/>
            <a:ext cx="219519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/>
            <a:r>
              <a:rPr lang="zh-CN" altLang="zh-CN" sz="3600" dirty="0">
                <a:solidFill>
                  <a:srgbClr val="2A2A2B"/>
                </a:solidFill>
                <a:latin typeface="STXihei" panose="02010600040101010101" pitchFamily="2" charset="-122"/>
                <a:ea typeface="STXihei" panose="02010600040101010101" pitchFamily="2" charset="-122"/>
                <a:sym typeface="STXihei" panose="02010600040101010101" pitchFamily="2" charset="-122"/>
              </a:rPr>
              <a:t>wén</a:t>
            </a:r>
            <a:r>
              <a:rPr lang="en-US" altLang="zh-CN" sz="3600" dirty="0">
                <a:solidFill>
                  <a:srgbClr val="2A2A2B"/>
                </a:solidFill>
                <a:latin typeface="STXihei" panose="02010600040101010101" pitchFamily="2" charset="-122"/>
                <a:ea typeface="STXihei" panose="02010600040101010101" pitchFamily="2" charset="-122"/>
                <a:sym typeface="STXihei" panose="02010600040101010101" pitchFamily="2" charset="-122"/>
              </a:rPr>
              <a:t> </a:t>
            </a:r>
            <a:r>
              <a:rPr lang="zh-CN" altLang="zh-CN" sz="3600" dirty="0">
                <a:solidFill>
                  <a:srgbClr val="2A2A2B"/>
                </a:solidFill>
                <a:latin typeface="STXihei" panose="02010600040101010101" pitchFamily="2" charset="-122"/>
                <a:ea typeface="STXihei" panose="02010600040101010101" pitchFamily="2" charset="-122"/>
                <a:sym typeface="STXihei" panose="02010600040101010101" pitchFamily="2" charset="-122"/>
              </a:rPr>
              <a:t>zì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259080" y="3610610"/>
            <a:ext cx="2243455" cy="3194050"/>
            <a:chOff x="9262" y="2028"/>
            <a:chExt cx="3533" cy="5030"/>
          </a:xfrm>
        </p:grpSpPr>
        <p:grpSp>
          <p:nvGrpSpPr>
            <p:cNvPr id="26" name="组合 25"/>
            <p:cNvGrpSpPr/>
            <p:nvPr/>
          </p:nvGrpSpPr>
          <p:grpSpPr>
            <a:xfrm>
              <a:off x="9330" y="2028"/>
              <a:ext cx="3465" cy="5030"/>
              <a:chOff x="1486086" y="120403"/>
              <a:chExt cx="2200089" cy="3194297"/>
            </a:xfrm>
          </p:grpSpPr>
          <p:sp>
            <p:nvSpPr>
              <p:cNvPr id="27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STXihei" panose="02010600040101010101" pitchFamily="2" charset="-122"/>
                  <a:ea typeface="STXihei" panose="02010600040101010101" pitchFamily="2" charset="-122"/>
                </a:endParaRPr>
              </a:p>
            </p:txBody>
          </p:sp>
          <p:pic>
            <p:nvPicPr>
              <p:cNvPr id="28" name="图片 27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29" name="文本框 7"/>
            <p:cNvSpPr txBox="1"/>
            <p:nvPr/>
          </p:nvSpPr>
          <p:spPr>
            <a:xfrm>
              <a:off x="9262" y="4252"/>
              <a:ext cx="3532" cy="19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TXihei" panose="02010600040101010101" pitchFamily="2" charset="-122"/>
                  <a:ea typeface="STXihei" panose="02010600040101010101" pitchFamily="2" charset="-122"/>
                  <a:sym typeface="+mn-ea"/>
                </a:rPr>
                <a:t>形状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n. shape</a:t>
              </a:r>
            </a:p>
          </p:txBody>
        </p:sp>
      </p:grpSp>
      <p:sp>
        <p:nvSpPr>
          <p:cNvPr id="37" name="文本框 7"/>
          <p:cNvSpPr txBox="1"/>
          <p:nvPr/>
        </p:nvSpPr>
        <p:spPr>
          <a:xfrm>
            <a:off x="34925" y="4429125"/>
            <a:ext cx="275463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/>
            <a:r>
              <a:rPr lang="zh-CN" altLang="zh-CN" sz="2400" dirty="0">
                <a:solidFill>
                  <a:srgbClr val="2A2A2B"/>
                </a:solidFill>
                <a:latin typeface="STXihei" panose="02010600040101010101" pitchFamily="2" charset="-122"/>
                <a:ea typeface="STXihei" panose="02010600040101010101" pitchFamily="2" charset="-122"/>
                <a:sym typeface="STXihei" panose="02010600040101010101" pitchFamily="2" charset="-122"/>
              </a:rPr>
              <a:t>xíng</a:t>
            </a:r>
            <a:r>
              <a:rPr lang="en-US" altLang="zh-CN" sz="2400" dirty="0">
                <a:solidFill>
                  <a:srgbClr val="2A2A2B"/>
                </a:solidFill>
                <a:latin typeface="STXihei" panose="02010600040101010101" pitchFamily="2" charset="-122"/>
                <a:ea typeface="STXihei" panose="02010600040101010101" pitchFamily="2" charset="-122"/>
                <a:sym typeface="STXihei" panose="02010600040101010101" pitchFamily="2" charset="-122"/>
              </a:rPr>
              <a:t> </a:t>
            </a:r>
            <a:r>
              <a:rPr lang="zh-CN" altLang="zh-CN" sz="2400" dirty="0">
                <a:solidFill>
                  <a:srgbClr val="2A2A2B"/>
                </a:solidFill>
                <a:latin typeface="STXihei" panose="02010600040101010101" pitchFamily="2" charset="-122"/>
                <a:ea typeface="STXihei" panose="02010600040101010101" pitchFamily="2" charset="-122"/>
                <a:sym typeface="STXihei" panose="02010600040101010101" pitchFamily="2" charset="-122"/>
              </a:rPr>
              <a:t>zhuàng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3586480" y="3628390"/>
            <a:ext cx="2229485" cy="4088765"/>
            <a:chOff x="4717" y="1909"/>
            <a:chExt cx="3511" cy="6439"/>
          </a:xfrm>
        </p:grpSpPr>
        <p:grpSp>
          <p:nvGrpSpPr>
            <p:cNvPr id="15" name="组合 14"/>
            <p:cNvGrpSpPr/>
            <p:nvPr/>
          </p:nvGrpSpPr>
          <p:grpSpPr>
            <a:xfrm>
              <a:off x="4718" y="1909"/>
              <a:ext cx="3465" cy="5030"/>
              <a:chOff x="1486086" y="120403"/>
              <a:chExt cx="2200089" cy="3194297"/>
            </a:xfrm>
          </p:grpSpPr>
          <p:sp>
            <p:nvSpPr>
              <p:cNvPr id="18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STXihei" panose="02010600040101010101" pitchFamily="2" charset="-122"/>
                  <a:ea typeface="STXihei" panose="02010600040101010101" pitchFamily="2" charset="-122"/>
                </a:endParaRPr>
              </a:p>
            </p:txBody>
          </p:sp>
          <p:pic>
            <p:nvPicPr>
              <p:cNvPr id="19" name="图片 18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20" name="文本框 7"/>
            <p:cNvSpPr txBox="1"/>
            <p:nvPr/>
          </p:nvSpPr>
          <p:spPr>
            <a:xfrm>
              <a:off x="4717" y="4133"/>
              <a:ext cx="3511" cy="42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TXihei" panose="02010600040101010101" pitchFamily="2" charset="-122"/>
                  <a:ea typeface="STXihei" panose="02010600040101010101" pitchFamily="2" charset="-122"/>
                  <a:sym typeface="+mn-ea"/>
                </a:rPr>
                <a:t>描写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v. to describe,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to depict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en-US" sz="2000" dirty="0" err="1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TXihei" panose="02010600040101010101" pitchFamily="2" charset="-122"/>
                <a:ea typeface="STXihei" panose="02010600040101010101" pitchFamily="2" charset="-122"/>
                <a:sym typeface="+mn-ea"/>
              </a:endParaRPr>
            </a:p>
          </p:txBody>
        </p:sp>
      </p:grpSp>
      <p:sp>
        <p:nvSpPr>
          <p:cNvPr id="21" name="文本框 7"/>
          <p:cNvSpPr txBox="1"/>
          <p:nvPr/>
        </p:nvSpPr>
        <p:spPr>
          <a:xfrm>
            <a:off x="3586480" y="4364355"/>
            <a:ext cx="2229485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/>
            <a:r>
              <a:rPr altLang="zh-CN" sz="3200" dirty="0">
                <a:solidFill>
                  <a:srgbClr val="2A2A2B"/>
                </a:solidFill>
                <a:latin typeface="STXihei" panose="02010600040101010101" pitchFamily="2" charset="-122"/>
                <a:ea typeface="STXihei" panose="02010600040101010101" pitchFamily="2" charset="-122"/>
                <a:sym typeface="STXihei" panose="02010600040101010101" pitchFamily="2" charset="-122"/>
              </a:rPr>
              <a:t>miáo</a:t>
            </a:r>
            <a:r>
              <a:rPr lang="en-US" sz="3200" dirty="0">
                <a:solidFill>
                  <a:srgbClr val="2A2A2B"/>
                </a:solidFill>
                <a:latin typeface="STXihei" panose="02010600040101010101" pitchFamily="2" charset="-122"/>
                <a:ea typeface="STXihei" panose="02010600040101010101" pitchFamily="2" charset="-122"/>
                <a:sym typeface="STXihei" panose="02010600040101010101" pitchFamily="2" charset="-122"/>
              </a:rPr>
              <a:t> </a:t>
            </a:r>
            <a:r>
              <a:rPr altLang="zh-CN" sz="3200" dirty="0">
                <a:solidFill>
                  <a:srgbClr val="2A2A2B"/>
                </a:solidFill>
                <a:latin typeface="STXihei" panose="02010600040101010101" pitchFamily="2" charset="-122"/>
                <a:ea typeface="STXihei" panose="02010600040101010101" pitchFamily="2" charset="-122"/>
                <a:sym typeface="STXihei" panose="02010600040101010101" pitchFamily="2" charset="-122"/>
              </a:rPr>
              <a:t>xiě</a:t>
            </a:r>
          </a:p>
        </p:txBody>
      </p:sp>
      <p:pic>
        <p:nvPicPr>
          <p:cNvPr id="34" name="图片 33" descr="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6513830" y="3628390"/>
            <a:ext cx="2243455" cy="3194050"/>
            <a:chOff x="9262" y="2028"/>
            <a:chExt cx="3533" cy="5030"/>
          </a:xfrm>
        </p:grpSpPr>
        <p:grpSp>
          <p:nvGrpSpPr>
            <p:cNvPr id="17" name="组合 16"/>
            <p:cNvGrpSpPr/>
            <p:nvPr/>
          </p:nvGrpSpPr>
          <p:grpSpPr>
            <a:xfrm>
              <a:off x="9330" y="2028"/>
              <a:ext cx="3465" cy="5030"/>
              <a:chOff x="1486086" y="120403"/>
              <a:chExt cx="2200089" cy="3194297"/>
            </a:xfrm>
          </p:grpSpPr>
          <p:sp>
            <p:nvSpPr>
              <p:cNvPr id="22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STXihei" panose="02010600040101010101" pitchFamily="2" charset="-122"/>
                  <a:ea typeface="STXihei" panose="02010600040101010101" pitchFamily="2" charset="-122"/>
                </a:endParaRPr>
              </a:p>
            </p:txBody>
          </p:sp>
          <p:pic>
            <p:nvPicPr>
              <p:cNvPr id="23" name="图片 22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24" name="文本框 7"/>
            <p:cNvSpPr txBox="1"/>
            <p:nvPr/>
          </p:nvSpPr>
          <p:spPr>
            <a:xfrm>
              <a:off x="9262" y="4252"/>
              <a:ext cx="3532" cy="19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TXihei" panose="02010600040101010101" pitchFamily="2" charset="-122"/>
                  <a:ea typeface="STXihei" panose="02010600040101010101" pitchFamily="2" charset="-122"/>
                  <a:sym typeface="+mn-ea"/>
                </a:rPr>
                <a:t>赞美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v. to praise, to extol</a:t>
              </a:r>
            </a:p>
          </p:txBody>
        </p:sp>
      </p:grpSp>
      <p:sp>
        <p:nvSpPr>
          <p:cNvPr id="30" name="文本框 7"/>
          <p:cNvSpPr txBox="1"/>
          <p:nvPr/>
        </p:nvSpPr>
        <p:spPr>
          <a:xfrm>
            <a:off x="6289675" y="4446905"/>
            <a:ext cx="275463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/>
            <a:r>
              <a:rPr altLang="zh-CN" sz="3600" dirty="0">
                <a:solidFill>
                  <a:srgbClr val="2A2A2B"/>
                </a:solidFill>
                <a:latin typeface="STXihei" panose="02010600040101010101" pitchFamily="2" charset="-122"/>
                <a:ea typeface="STXihei" panose="02010600040101010101" pitchFamily="2" charset="-122"/>
                <a:sym typeface="STXihei" panose="02010600040101010101" pitchFamily="2" charset="-122"/>
              </a:rPr>
              <a:t>zàn</a:t>
            </a:r>
            <a:r>
              <a:rPr lang="en-US" sz="3600" dirty="0">
                <a:solidFill>
                  <a:srgbClr val="2A2A2B"/>
                </a:solidFill>
                <a:latin typeface="STXihei" panose="02010600040101010101" pitchFamily="2" charset="-122"/>
                <a:ea typeface="STXihei" panose="02010600040101010101" pitchFamily="2" charset="-122"/>
                <a:sym typeface="STXihei" panose="02010600040101010101" pitchFamily="2" charset="-122"/>
              </a:rPr>
              <a:t> </a:t>
            </a:r>
            <a:r>
              <a:rPr altLang="zh-CN" sz="3600" dirty="0">
                <a:solidFill>
                  <a:srgbClr val="2A2A2B"/>
                </a:solidFill>
                <a:latin typeface="STXihei" panose="02010600040101010101" pitchFamily="2" charset="-122"/>
                <a:ea typeface="STXihei" panose="02010600040101010101" pitchFamily="2" charset="-122"/>
                <a:sym typeface="STXihei" panose="02010600040101010101" pitchFamily="2" charset="-122"/>
              </a:rPr>
              <a:t>měi</a:t>
            </a:r>
          </a:p>
        </p:txBody>
      </p:sp>
      <p:grpSp>
        <p:nvGrpSpPr>
          <p:cNvPr id="31" name="组合 30"/>
          <p:cNvGrpSpPr/>
          <p:nvPr/>
        </p:nvGrpSpPr>
        <p:grpSpPr>
          <a:xfrm>
            <a:off x="9841230" y="3646170"/>
            <a:ext cx="2229485" cy="3194050"/>
            <a:chOff x="4717" y="1909"/>
            <a:chExt cx="3511" cy="5030"/>
          </a:xfrm>
        </p:grpSpPr>
        <p:grpSp>
          <p:nvGrpSpPr>
            <p:cNvPr id="32" name="组合 31"/>
            <p:cNvGrpSpPr/>
            <p:nvPr/>
          </p:nvGrpSpPr>
          <p:grpSpPr>
            <a:xfrm>
              <a:off x="4718" y="1909"/>
              <a:ext cx="3465" cy="5030"/>
              <a:chOff x="1486086" y="120403"/>
              <a:chExt cx="2200089" cy="3194297"/>
            </a:xfrm>
          </p:grpSpPr>
          <p:sp>
            <p:nvSpPr>
              <p:cNvPr id="33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STXihei" panose="02010600040101010101" pitchFamily="2" charset="-122"/>
                  <a:ea typeface="STXihei" panose="02010600040101010101" pitchFamily="2" charset="-122"/>
                </a:endParaRPr>
              </a:p>
            </p:txBody>
          </p:sp>
          <p:pic>
            <p:nvPicPr>
              <p:cNvPr id="35" name="图片 34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36" name="文本框 7"/>
            <p:cNvSpPr txBox="1"/>
            <p:nvPr/>
          </p:nvSpPr>
          <p:spPr>
            <a:xfrm>
              <a:off x="4717" y="4133"/>
              <a:ext cx="3511" cy="19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TXihei" panose="02010600040101010101" pitchFamily="2" charset="-122"/>
                  <a:ea typeface="STXihei" panose="02010600040101010101" pitchFamily="2" charset="-122"/>
                  <a:sym typeface="+mn-ea"/>
                </a:rPr>
                <a:t>诗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n. poem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TXihei" panose="02010600040101010101" pitchFamily="2" charset="-122"/>
                <a:ea typeface="STXihei" panose="02010600040101010101" pitchFamily="2" charset="-122"/>
                <a:sym typeface="+mn-ea"/>
              </a:endParaRPr>
            </a:p>
          </p:txBody>
        </p:sp>
      </p:grpSp>
      <p:sp>
        <p:nvSpPr>
          <p:cNvPr id="38" name="文本框 7"/>
          <p:cNvSpPr txBox="1"/>
          <p:nvPr/>
        </p:nvSpPr>
        <p:spPr>
          <a:xfrm>
            <a:off x="9841230" y="4382135"/>
            <a:ext cx="222948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/>
            <a:r>
              <a:rPr altLang="zh-CN" sz="3600" dirty="0">
                <a:solidFill>
                  <a:srgbClr val="2A2A2B"/>
                </a:solidFill>
                <a:latin typeface="STXihei" panose="02010600040101010101" pitchFamily="2" charset="-122"/>
                <a:ea typeface="STXihei" panose="02010600040101010101" pitchFamily="2" charset="-122"/>
                <a:sym typeface="STXihei" panose="02010600040101010101" pitchFamily="2" charset="-122"/>
              </a:rPr>
              <a:t>shī</a:t>
            </a:r>
          </a:p>
        </p:txBody>
      </p:sp>
    </p:spTree>
    <p:custDataLst>
      <p:tags r:id="rId1"/>
    </p:custDataLst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70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" fill="hold">
                      <p:stCondLst>
                        <p:cond delay="0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76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" fill="hold">
                      <p:stCondLst>
                        <p:cond delay="0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7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</p:childTnLst>
        </p:cTn>
      </p:par>
    </p:tnLst>
    <p:bldLst>
      <p:bldP spid="10" grpId="0"/>
      <p:bldP spid="62" grpId="0"/>
      <p:bldP spid="13" grpId="0"/>
      <p:bldP spid="37" grpId="0"/>
      <p:bldP spid="21" grpId="0"/>
      <p:bldP spid="30" grpId="0"/>
      <p:bldP spid="3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C:\Users\38577\Desktop\恩爱0.jpg恩爱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13335" y="0"/>
            <a:ext cx="12205335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图片 2" descr="恩爱0马赛克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13335" y="0"/>
            <a:ext cx="3277235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文本框 12"/>
          <p:cNvSpPr txBox="1"/>
          <p:nvPr/>
        </p:nvSpPr>
        <p:spPr>
          <a:xfrm>
            <a:off x="-13648" y="1555845"/>
            <a:ext cx="3248166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bg1"/>
                </a:solidFill>
                <a:latin typeface="STKaiti" panose="02010600040101010101" charset="-122"/>
                <a:ea typeface="STKaiti" panose="02010600040101010101" charset="-122"/>
                <a:cs typeface="STKaiti" panose="02010600040101010101" charset="-122"/>
              </a:rPr>
              <a:t>请用前面学过的</a:t>
            </a:r>
            <a:r>
              <a:rPr lang="en-US" altLang="zh-CN" sz="4000" b="1" dirty="0">
                <a:solidFill>
                  <a:schemeClr val="bg1"/>
                </a:solidFill>
                <a:latin typeface="STKaiti" panose="02010600040101010101" charset="-122"/>
                <a:ea typeface="STKaiti" panose="02010600040101010101" charset="-122"/>
                <a:cs typeface="STKaiti" panose="02010600040101010101" charset="-122"/>
              </a:rPr>
              <a:t>7</a:t>
            </a:r>
            <a:r>
              <a:rPr lang="zh-CN" altLang="en-US" sz="4000" b="1" dirty="0">
                <a:solidFill>
                  <a:schemeClr val="bg1"/>
                </a:solidFill>
                <a:latin typeface="STKaiti" panose="02010600040101010101" charset="-122"/>
                <a:ea typeface="STKaiti" panose="02010600040101010101" charset="-122"/>
                <a:cs typeface="STKaiti" panose="02010600040101010101" charset="-122"/>
              </a:rPr>
              <a:t>个词编一个故事</a:t>
            </a:r>
          </a:p>
          <a:p>
            <a:pPr algn="ctr"/>
            <a:r>
              <a:rPr lang="zh-CN" altLang="en-US" sz="4000" b="1" dirty="0">
                <a:solidFill>
                  <a:schemeClr val="bg1"/>
                </a:solidFill>
                <a:latin typeface="STKaiti" panose="02010600040101010101" charset="-122"/>
                <a:ea typeface="STKaiti" panose="02010600040101010101" charset="-122"/>
                <a:cs typeface="STKaiti" panose="02010600040101010101" charset="-122"/>
              </a:rPr>
              <a:t>（开头已给出）</a:t>
            </a:r>
          </a:p>
        </p:txBody>
      </p:sp>
      <p:pic>
        <p:nvPicPr>
          <p:cNvPr id="34" name="图片 33" descr="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C:\Users\38577\Desktop\恩爱0.jpg恩爱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图片 1" descr="恩爱0马赛克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68590" y="0"/>
            <a:ext cx="3294000" cy="68573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4" name="图片 33" descr="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-13335" y="1555750"/>
            <a:ext cx="778256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>
              <a:lnSpc>
                <a:spcPct val="100000"/>
              </a:lnSpc>
              <a:buClrTx/>
              <a:buSzTx/>
              <a:buNone/>
            </a:pPr>
            <a:r>
              <a:rPr lang="en-US" sz="4000" b="1" dirty="0">
                <a:solidFill>
                  <a:schemeClr val="bg1"/>
                </a:solidFill>
                <a:latin typeface="STKaiti" panose="02010600040101010101" charset="-122"/>
                <a:ea typeface="STKaiti" panose="02010600040101010101" charset="-122"/>
                <a:cs typeface="STKaiti" panose="02010600040101010101" charset="-122"/>
                <a:sym typeface="STXihei" panose="02010600040101010101" pitchFamily="2" charset="-122"/>
              </a:rPr>
              <a:t>        </a:t>
            </a:r>
            <a:r>
              <a:rPr sz="4000" b="1" dirty="0">
                <a:solidFill>
                  <a:schemeClr val="bg1"/>
                </a:solidFill>
                <a:latin typeface="STKaiti" panose="02010600040101010101" charset="-122"/>
                <a:ea typeface="STKaiti" panose="02010600040101010101" charset="-122"/>
                <a:cs typeface="STKaiti" panose="02010600040101010101" charset="-122"/>
                <a:sym typeface="STXihei" panose="02010600040101010101" pitchFamily="2" charset="-122"/>
              </a:rPr>
              <a:t>别小看这个东西，它可是有着悠久历史的！......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7791450" y="1207770"/>
            <a:ext cx="3248025" cy="4763770"/>
            <a:chOff x="12270" y="1902"/>
            <a:chExt cx="5115" cy="7502"/>
          </a:xfrm>
        </p:grpSpPr>
        <p:sp>
          <p:nvSpPr>
            <p:cNvPr id="4" name="圆角矩形 3"/>
            <p:cNvSpPr/>
            <p:nvPr/>
          </p:nvSpPr>
          <p:spPr>
            <a:xfrm>
              <a:off x="13602" y="1902"/>
              <a:ext cx="2587" cy="7502"/>
            </a:xfrm>
            <a:prstGeom prst="roundRect">
              <a:avLst/>
            </a:prstGeom>
            <a:solidFill>
              <a:schemeClr val="bg1">
                <a:alpha val="5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2270" y="2224"/>
              <a:ext cx="5115" cy="69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tx1"/>
                  </a:solidFill>
                  <a:latin typeface="STKaiti" panose="02010600040101010101" charset="-122"/>
                  <a:ea typeface="STKaiti" panose="02010600040101010101" charset="-122"/>
                  <a:cs typeface="STKaiti" panose="02010600040101010101" charset="-122"/>
                  <a:sym typeface="+mn-ea"/>
                </a:rPr>
                <a:t>悠久</a:t>
              </a:r>
            </a:p>
            <a:p>
              <a:pPr algn="ctr"/>
              <a:r>
                <a:rPr lang="zh-CN" altLang="en-US" sz="4000" b="1" dirty="0">
                  <a:solidFill>
                    <a:schemeClr val="tx1"/>
                  </a:solidFill>
                  <a:latin typeface="STKaiti" panose="02010600040101010101" charset="-122"/>
                  <a:ea typeface="STKaiti" panose="02010600040101010101" charset="-122"/>
                  <a:cs typeface="STKaiti" panose="02010600040101010101" charset="-122"/>
                  <a:sym typeface="+mn-ea"/>
                </a:rPr>
                <a:t>文学</a:t>
              </a:r>
            </a:p>
            <a:p>
              <a:pPr algn="ctr"/>
              <a:r>
                <a:rPr lang="zh-CN" altLang="en-US" sz="4000" b="1" dirty="0">
                  <a:solidFill>
                    <a:schemeClr val="tx1"/>
                  </a:solidFill>
                  <a:latin typeface="STKaiti" panose="02010600040101010101" charset="-122"/>
                  <a:ea typeface="STKaiti" panose="02010600040101010101" charset="-122"/>
                  <a:cs typeface="STKaiti" panose="02010600040101010101" charset="-122"/>
                  <a:sym typeface="+mn-ea"/>
                </a:rPr>
                <a:t>记载</a:t>
              </a:r>
            </a:p>
            <a:p>
              <a:pPr algn="ctr"/>
              <a:r>
                <a:rPr lang="zh-CN" altLang="en-US" sz="4000" b="1" dirty="0">
                  <a:solidFill>
                    <a:schemeClr val="tx1"/>
                  </a:solidFill>
                  <a:latin typeface="STKaiti" panose="02010600040101010101" charset="-122"/>
                  <a:ea typeface="STKaiti" panose="02010600040101010101" charset="-122"/>
                  <a:cs typeface="STKaiti" panose="02010600040101010101" charset="-122"/>
                  <a:sym typeface="+mn-ea"/>
                </a:rPr>
                <a:t>形状</a:t>
              </a:r>
            </a:p>
            <a:p>
              <a:pPr algn="ctr"/>
              <a:r>
                <a:rPr lang="zh-CN" altLang="en-US" sz="4000" b="1" dirty="0">
                  <a:solidFill>
                    <a:schemeClr val="tx1"/>
                  </a:solidFill>
                  <a:latin typeface="STKaiti" panose="02010600040101010101" charset="-122"/>
                  <a:ea typeface="STKaiti" panose="02010600040101010101" charset="-122"/>
                  <a:cs typeface="STKaiti" panose="02010600040101010101" charset="-122"/>
                  <a:sym typeface="+mn-ea"/>
                </a:rPr>
                <a:t>描写</a:t>
              </a:r>
            </a:p>
            <a:p>
              <a:pPr algn="ctr"/>
              <a:r>
                <a:rPr lang="zh-CN" altLang="en-US" sz="4000" b="1" dirty="0">
                  <a:solidFill>
                    <a:schemeClr val="tx1"/>
                  </a:solidFill>
                  <a:latin typeface="STKaiti" panose="02010600040101010101" charset="-122"/>
                  <a:ea typeface="STKaiti" panose="02010600040101010101" charset="-122"/>
                  <a:cs typeface="STKaiti" panose="02010600040101010101" charset="-122"/>
                  <a:sym typeface="+mn-ea"/>
                </a:rPr>
                <a:t>赞美</a:t>
              </a:r>
            </a:p>
            <a:p>
              <a:pPr algn="ctr"/>
              <a:r>
                <a:rPr lang="zh-CN" altLang="en-US" sz="4000" b="1" dirty="0">
                  <a:solidFill>
                    <a:schemeClr val="tx1"/>
                  </a:solidFill>
                  <a:latin typeface="STKaiti" panose="02010600040101010101" charset="-122"/>
                  <a:ea typeface="STKaiti" panose="02010600040101010101" charset="-122"/>
                  <a:cs typeface="STKaiti" panose="02010600040101010101" charset="-122"/>
                  <a:sym typeface="+mn-ea"/>
                </a:rPr>
                <a:t>诗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END"/>
          <p:cNvGrpSpPr/>
          <p:nvPr/>
        </p:nvGrpSpPr>
        <p:grpSpPr>
          <a:xfrm>
            <a:off x="6093143" y="77025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25" name="圆角矩形 2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9628" y="4441"/>
              <a:ext cx="7429" cy="2470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6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END</a:t>
              </a:r>
              <a:endParaRPr lang="en-US" sz="9600" b="1" kern="100" dirty="0">
                <a:solidFill>
                  <a:schemeClr val="bg1"/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TXihei" panose="02010600040101010101" pitchFamily="2" charset="-122"/>
                <a:sym typeface="+mn-ea"/>
              </a:endParaRPr>
            </a:p>
          </p:txBody>
        </p:sp>
      </p:grpSp>
      <p:grpSp>
        <p:nvGrpSpPr>
          <p:cNvPr id="70" name="南方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71" name="圆角矩形 70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9628" y="3387"/>
              <a:ext cx="7429" cy="460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buClrTx/>
                <a:buSzTx/>
                <a:buFontTx/>
              </a:pPr>
              <a:r>
                <a:rPr lang="en-US" altLang="zh-CN" sz="66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nán fānɡ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南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 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方</a:t>
              </a:r>
              <a:endParaRPr lang="en-US" altLang="zh-CN" sz="2400" b="1" kern="100" dirty="0">
                <a:solidFill>
                  <a:schemeClr val="bg1"/>
                </a:solidFill>
                <a:latin typeface="STXihei" panose="02010600040101010101" pitchFamily="2" charset="-122"/>
                <a:ea typeface="STXihei" panose="02010600040101010101" pitchFamily="2" charset="-122"/>
                <a:cs typeface="STXihei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n. south, southern part</a:t>
              </a:r>
            </a:p>
          </p:txBody>
        </p:sp>
      </p:grpSp>
      <p:grpSp>
        <p:nvGrpSpPr>
          <p:cNvPr id="64" name="复习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1"/>
          </a:solidFill>
        </p:grpSpPr>
        <p:sp>
          <p:nvSpPr>
            <p:cNvPr id="65" name="圆角矩形 6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STXihei" panose="02010600040101010101" pitchFamily="2" charset="-122"/>
                </a:rPr>
                <a:t>fù xí</a:t>
              </a:r>
              <a:r>
                <a:rPr lang="en-US" sz="6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Arial" panose="020B0704020202020204"/>
                </a:rPr>
                <a:t> </a:t>
              </a:r>
              <a:endParaRPr lang="en-US" sz="6000" b="1" kern="100" dirty="0">
                <a:solidFill>
                  <a:schemeClr val="bg1"/>
                </a:solidFill>
                <a:latin typeface="STXihei" panose="02010600040101010101" pitchFamily="2" charset="-122"/>
                <a:ea typeface="STXihei" panose="02010600040101010101" pitchFamily="2" charset="-122"/>
                <a:cs typeface="STXihei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复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 </a:t>
              </a:r>
              <a:r>
                <a:rPr 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习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Source Han Sans CN Regular" panose="020B0500000000000000" pitchFamily="34" charset="-122"/>
                  <a:ea typeface="Source Han Sans CN Regular" panose="020B0500000000000000" pitchFamily="34" charset="-122"/>
                  <a:cs typeface="STXihei" panose="02010600040101010101" pitchFamily="2" charset="-122"/>
                  <a:sym typeface="+mn-ea"/>
                </a:rPr>
                <a:t>v.  to review</a:t>
              </a:r>
            </a:p>
          </p:txBody>
        </p:sp>
      </p:grpSp>
      <p:grpSp>
        <p:nvGrpSpPr>
          <p:cNvPr id="58" name="否则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3"/>
          </a:solidFill>
        </p:grpSpPr>
        <p:sp>
          <p:nvSpPr>
            <p:cNvPr id="59" name="圆角矩形 58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3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STXihei" panose="02010600040101010101" pitchFamily="2" charset="-122"/>
                </a:rPr>
                <a:t>fǒuzé </a:t>
              </a:r>
              <a:r>
                <a:rPr sz="6000" dirty="0">
                  <a:latin typeface="Arial" panose="020B0704020202020204"/>
                  <a:ea typeface="Arial" panose="020B0704020202020204"/>
                  <a:cs typeface="Arial" panose="020B0704020202020204"/>
                  <a:sym typeface="Arial" panose="020B0704020202020204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否则</a:t>
              </a:r>
            </a:p>
            <a:p>
              <a:pPr algn="ctr"/>
              <a:r>
                <a:rPr lang="en-US" sz="2400" b="1" kern="100" dirty="0">
                  <a:solidFill>
                    <a:schemeClr val="bg1"/>
                  </a:solidFill>
                  <a:latin typeface="Source Han Sans CN Regular" panose="020B0500000000000000" pitchFamily="34" charset="-122"/>
                  <a:ea typeface="Source Han Sans CN Regular" panose="020B0500000000000000" pitchFamily="34" charset="-122"/>
                  <a:cs typeface="STXihei" panose="02010600040101010101" pitchFamily="2" charset="-122"/>
                  <a:sym typeface="+mn-ea"/>
                </a:rPr>
                <a:t>conj. or, otherwise</a:t>
              </a:r>
            </a:p>
          </p:txBody>
        </p:sp>
      </p:grpSp>
      <p:grpSp>
        <p:nvGrpSpPr>
          <p:cNvPr id="34" name="优美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5"/>
          </a:solidFill>
        </p:grpSpPr>
        <p:sp>
          <p:nvSpPr>
            <p:cNvPr id="35" name="圆角矩形 3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9628" y="3695"/>
              <a:ext cx="7429" cy="3973"/>
            </a:xfrm>
            <a:prstGeom prst="rect">
              <a:avLst/>
            </a:prstGeom>
            <a:grpFill/>
            <a:ln>
              <a:solidFill>
                <a:schemeClr val="accent5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400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STXihei" panose="02010600040101010101" pitchFamily="2" charset="-122"/>
                </a:rPr>
                <a:t>yōu měi</a:t>
              </a:r>
              <a:r>
                <a:rPr sz="5400" dirty="0">
                  <a:latin typeface="Arial" panose="020B0704020202020204"/>
                  <a:ea typeface="Arial" panose="020B0704020202020204"/>
                  <a:cs typeface="Arial" panose="020B0704020202020204"/>
                  <a:sym typeface="Arial" panose="020B0704020202020204"/>
                </a:rPr>
                <a:t> </a:t>
              </a:r>
              <a:endParaRPr lang="en-US" sz="5400" b="1" kern="100" dirty="0">
                <a:solidFill>
                  <a:schemeClr val="bg1"/>
                </a:solidFill>
                <a:latin typeface="STXihei" panose="02010600040101010101" pitchFamily="2" charset="-122"/>
                <a:ea typeface="STXihei" panose="02010600040101010101" pitchFamily="2" charset="-122"/>
                <a:cs typeface="STXihei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优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 </a:t>
              </a:r>
              <a:r>
                <a:rPr 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美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Times New Roman" panose="02020603050405020304" pitchFamily="18" charset="0"/>
                </a:rPr>
                <a:t>adj. graceful, beautiful</a:t>
              </a:r>
            </a:p>
          </p:txBody>
        </p:sp>
      </p:grpSp>
      <p:grpSp>
        <p:nvGrpSpPr>
          <p:cNvPr id="16" name="善良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18" name="圆角矩形 17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ln>
              <a:solidFill>
                <a:schemeClr val="accent3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9628" y="3587"/>
              <a:ext cx="7429" cy="3973"/>
            </a:xfrm>
            <a:prstGeom prst="rect">
              <a:avLst/>
            </a:prstGeom>
            <a:ln>
              <a:solidFill>
                <a:schemeClr val="accent3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5400" dirty="0" err="1">
                  <a:latin typeface="STXihei" panose="02010600040101010101" pitchFamily="2" charset="-122"/>
                  <a:ea typeface="STXihei" panose="02010600040101010101" pitchFamily="2" charset="-122"/>
                  <a:sym typeface="STXihei" panose="02010600040101010101" pitchFamily="2" charset="-122"/>
                </a:rPr>
                <a:t>shàn liáng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善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 </a:t>
              </a:r>
              <a:r>
                <a:rPr 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良</a:t>
              </a:r>
            </a:p>
            <a:p>
              <a:pPr algn="ctr"/>
              <a:r>
                <a:rPr sz="2400">
                  <a:sym typeface="Times New Roman" panose="02020603050405020304" pitchFamily="18" charset="0"/>
                </a:rPr>
                <a:t>adj. kind-hearted</a:t>
              </a:r>
            </a:p>
          </p:txBody>
        </p:sp>
      </p:grpSp>
      <p:grpSp>
        <p:nvGrpSpPr>
          <p:cNvPr id="29" name="游戏-有问题不显示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30" name="圆角矩形 29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9628" y="3587"/>
              <a:ext cx="7429" cy="460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STXihei" panose="02010600040101010101" pitchFamily="2" charset="-122"/>
                </a:rPr>
                <a:t>yóu xì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Arial" panose="020B0704020202020204"/>
                </a:rPr>
                <a:t> </a:t>
              </a:r>
              <a:endParaRPr lang="en-US" altLang="zh-CN" sz="8000" b="1" kern="100" dirty="0">
                <a:solidFill>
                  <a:schemeClr val="bg1"/>
                </a:solidFill>
                <a:latin typeface="STXihei" panose="02010600040101010101" pitchFamily="2" charset="-122"/>
                <a:ea typeface="STXihei" panose="02010600040101010101" pitchFamily="2" charset="-122"/>
                <a:cs typeface="STXihei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游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 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戏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n. game</a:t>
              </a:r>
            </a:p>
          </p:txBody>
        </p:sp>
      </p:grpSp>
      <p:grpSp>
        <p:nvGrpSpPr>
          <p:cNvPr id="2" name="传说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3" name="圆角矩形 2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9628" y="3685"/>
              <a:ext cx="7429" cy="397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400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STXihei" panose="02010600040101010101" pitchFamily="2" charset="-122"/>
                </a:rPr>
                <a:t>chuán shuō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传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 </a:t>
              </a:r>
              <a:r>
                <a:rPr 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说</a:t>
              </a:r>
              <a:endParaRPr lang="zh-CN" altLang="en-US" sz="8000" b="1" kern="100" dirty="0">
                <a:solidFill>
                  <a:schemeClr val="bg1"/>
                </a:solidFill>
                <a:latin typeface="STXihei" panose="02010600040101010101" pitchFamily="2" charset="-122"/>
                <a:ea typeface="STXihei" panose="02010600040101010101" pitchFamily="2" charset="-122"/>
                <a:cs typeface="STXihei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Source Han Sans CN Regular" panose="020B0500000000000000" pitchFamily="34" charset="-122"/>
                  <a:ea typeface="Source Han Sans CN Regular" panose="020B0500000000000000" pitchFamily="34" charset="-122"/>
                  <a:cs typeface="STXihei" panose="02010600040101010101" pitchFamily="2" charset="-122"/>
                  <a:sym typeface="Times New Roman" panose="02020603050405020304" pitchFamily="18" charset="0"/>
                </a:rPr>
                <a:t>n. legend</a:t>
              </a:r>
            </a:p>
          </p:txBody>
        </p:sp>
      </p:grpSp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Source Han Sans CN Regular" panose="020B0500000000000000" pitchFamily="34" charset="-122"/>
                <a:ea typeface="Source Han Sans CN Regular" panose="020B0500000000000000" pitchFamily="34" charset="-122"/>
              </a:rPr>
              <a:t>New Word</a:t>
            </a:r>
          </a:p>
        </p:txBody>
      </p:sp>
      <p:grpSp>
        <p:nvGrpSpPr>
          <p:cNvPr id="23" name="产生"/>
          <p:cNvGrpSpPr/>
          <p:nvPr/>
        </p:nvGrpSpPr>
        <p:grpSpPr>
          <a:xfrm>
            <a:off x="1338263" y="735965"/>
            <a:ext cx="4717415" cy="5817235"/>
            <a:chOff x="2106" y="1159"/>
            <a:chExt cx="7429" cy="9161"/>
          </a:xfrm>
        </p:grpSpPr>
        <p:sp>
          <p:nvSpPr>
            <p:cNvPr id="5" name="圆角矩形 4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solidFill>
              <a:srgbClr val="558ED5"/>
            </a:solidFill>
            <a:ln>
              <a:solidFill>
                <a:srgbClr val="558E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106" y="3587"/>
              <a:ext cx="7429" cy="39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5400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</a:rPr>
                <a:t>chǎn shēng</a:t>
              </a:r>
              <a:endParaRPr lang="en-US" altLang="zh-CN" sz="6600" kern="100" dirty="0">
                <a:solidFill>
                  <a:schemeClr val="bg1"/>
                </a:solidFill>
                <a:latin typeface="STXihei" panose="02010600040101010101" pitchFamily="2" charset="-122"/>
                <a:ea typeface="STXihei" panose="02010600040101010101" pitchFamily="2" charset="-122"/>
                <a:cs typeface="STXihei" panose="02010600040101010101" pitchFamily="2" charset="-122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STXihei" panose="02010600040101010101" pitchFamily="2" charset="-122"/>
                </a:rPr>
                <a:t>产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STXihei" panose="02010600040101010101" pitchFamily="2" charset="-122"/>
                </a:rPr>
                <a:t> </a:t>
              </a:r>
              <a:r>
                <a:rPr 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STXihei" panose="02010600040101010101" pitchFamily="2" charset="-122"/>
                </a:rPr>
                <a:t>生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Times New Roman" panose="02020603050405020304" pitchFamily="18" charset="0"/>
                </a:rPr>
                <a:t>v. to emerge, to arise</a:t>
              </a:r>
            </a:p>
          </p:txBody>
        </p:sp>
      </p:grpSp>
      <p:grpSp>
        <p:nvGrpSpPr>
          <p:cNvPr id="6" name="从而"/>
          <p:cNvGrpSpPr/>
          <p:nvPr/>
        </p:nvGrpSpPr>
        <p:grpSpPr>
          <a:xfrm>
            <a:off x="1338263" y="735965"/>
            <a:ext cx="4717415" cy="5817235"/>
            <a:chOff x="2106" y="1159"/>
            <a:chExt cx="7429" cy="9161"/>
          </a:xfrm>
          <a:solidFill>
            <a:srgbClr val="558ED5"/>
          </a:solidFill>
        </p:grpSpPr>
        <p:sp>
          <p:nvSpPr>
            <p:cNvPr id="9" name="圆角矩形 8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558E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2106" y="3587"/>
              <a:ext cx="7429" cy="4263"/>
            </a:xfrm>
            <a:prstGeom prst="rect">
              <a:avLst/>
            </a:prstGeom>
            <a:grpFill/>
            <a:ln>
              <a:solidFill>
                <a:srgbClr val="558ED5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600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STXihei" panose="02010600040101010101" pitchFamily="2" charset="-122"/>
                </a:rPr>
                <a:t>cóng’ér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从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 </a:t>
              </a:r>
              <a:r>
                <a:rPr 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而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Times New Roman" panose="02020603050405020304" pitchFamily="18" charset="0"/>
                </a:rPr>
                <a:t>conj. thus, consequently</a:t>
              </a:r>
            </a:p>
          </p:txBody>
        </p:sp>
      </p:grpSp>
      <p:grpSp>
        <p:nvGrpSpPr>
          <p:cNvPr id="21" name="感激"/>
          <p:cNvGrpSpPr/>
          <p:nvPr/>
        </p:nvGrpSpPr>
        <p:grpSpPr>
          <a:xfrm>
            <a:off x="1338263" y="735965"/>
            <a:ext cx="4717415" cy="5817235"/>
            <a:chOff x="2106" y="1159"/>
            <a:chExt cx="7429" cy="9161"/>
          </a:xfrm>
          <a:solidFill>
            <a:srgbClr val="558ED5"/>
          </a:solidFill>
        </p:grpSpPr>
        <p:sp>
          <p:nvSpPr>
            <p:cNvPr id="32" name="圆角矩形 31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ln>
              <a:solidFill>
                <a:srgbClr val="58B6E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2106" y="3587"/>
              <a:ext cx="7429" cy="4263"/>
            </a:xfrm>
            <a:prstGeom prst="rect">
              <a:avLst/>
            </a:prstGeom>
            <a:ln>
              <a:solidFill>
                <a:srgbClr val="58B6E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STXihei" panose="02010600040101010101" pitchFamily="2" charset="-122"/>
                </a:rPr>
                <a:t>gǎn</a:t>
              </a:r>
              <a:r>
                <a:rPr lang="en-US" sz="6600"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STXihei" panose="02010600040101010101" pitchFamily="2" charset="-122"/>
                </a:rPr>
                <a:t> </a:t>
              </a:r>
              <a:r>
                <a:rPr sz="6600"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STXihei" panose="02010600040101010101" pitchFamily="2" charset="-122"/>
                </a:rPr>
                <a:t>jī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感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 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激</a:t>
              </a:r>
            </a:p>
            <a:p>
              <a:pPr algn="ctr"/>
              <a:r>
                <a:rPr sz="2400">
                  <a:sym typeface="Times New Roman" panose="02020603050405020304" pitchFamily="18" charset="0"/>
                </a:rPr>
                <a:t>v. to feel grateful</a:t>
              </a:r>
            </a:p>
          </p:txBody>
        </p:sp>
      </p:grpSp>
      <p:grpSp>
        <p:nvGrpSpPr>
          <p:cNvPr id="37" name="充满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38" name="圆角矩形 3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2106" y="3155"/>
              <a:ext cx="7429" cy="4603"/>
            </a:xfrm>
            <a:prstGeom prst="rect">
              <a:avLst/>
            </a:prstGeom>
            <a:grpFill/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5400">
                  <a:latin typeface="STXihei" panose="02010600040101010101" pitchFamily="2" charset="-122"/>
                  <a:ea typeface="STXihei" panose="02010600040101010101" pitchFamily="2" charset="-122"/>
                  <a:sym typeface="STXihei" panose="02010600040101010101" pitchFamily="2" charset="-122"/>
                </a:rPr>
                <a:t>chōng</a:t>
              </a:r>
              <a:r>
                <a:rPr lang="en-US" sz="5400">
                  <a:latin typeface="STXihei" panose="02010600040101010101" pitchFamily="2" charset="-122"/>
                  <a:ea typeface="STXihei" panose="02010600040101010101" pitchFamily="2" charset="-122"/>
                  <a:sym typeface="STXihei" panose="02010600040101010101" pitchFamily="2" charset="-122"/>
                </a:rPr>
                <a:t> </a:t>
              </a:r>
              <a:r>
                <a:rPr sz="5400">
                  <a:latin typeface="STXihei" panose="02010600040101010101" pitchFamily="2" charset="-122"/>
                  <a:ea typeface="STXihei" panose="02010600040101010101" pitchFamily="2" charset="-122"/>
                  <a:sym typeface="STXihei" panose="02010600040101010101" pitchFamily="2" charset="-122"/>
                </a:rPr>
                <a:t>mǎn</a:t>
              </a:r>
              <a:r>
                <a:rPr lang="en-US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充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 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满</a:t>
              </a:r>
            </a:p>
            <a:p>
              <a:pPr algn="ctr"/>
              <a:r>
                <a:rPr sz="2400">
                  <a:sym typeface="Times New Roman" panose="02020603050405020304" pitchFamily="18" charset="0"/>
                </a:rPr>
                <a:t>v. to be full of</a:t>
              </a:r>
            </a:p>
          </p:txBody>
        </p:sp>
      </p:grpSp>
      <p:grpSp>
        <p:nvGrpSpPr>
          <p:cNvPr id="61" name="带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chemeClr val="accent5"/>
          </a:solidFill>
        </p:grpSpPr>
        <p:sp>
          <p:nvSpPr>
            <p:cNvPr id="62" name="圆角矩形 61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000">
                  <a:sym typeface="+mn-ea"/>
                </a:rPr>
                <a:t>cāi</a:t>
              </a:r>
              <a:r>
                <a:rPr lang="en-US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猜</a:t>
              </a: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to guess</a:t>
              </a:r>
            </a:p>
          </p:txBody>
        </p:sp>
      </p:grpSp>
      <p:grpSp>
        <p:nvGrpSpPr>
          <p:cNvPr id="67" name="面包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68" name="圆角矩形 6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>
                  <a:sym typeface="+mn-ea"/>
                </a:rPr>
                <a:t>zhǐhǎo</a:t>
              </a:r>
              <a:r>
                <a:rPr lang="en-US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只好</a:t>
              </a:r>
            </a:p>
            <a:p>
              <a:pPr algn="ctr"/>
              <a:r>
                <a:rPr sz="2400">
                  <a:sym typeface="+mn-ea"/>
                </a:rPr>
                <a:t>adv. cannot but, to be forced to</a:t>
              </a:r>
            </a:p>
          </p:txBody>
        </p:sp>
      </p:grpSp>
      <p:grpSp>
        <p:nvGrpSpPr>
          <p:cNvPr id="27" name="北方" hidden="1"/>
          <p:cNvGrpSpPr/>
          <p:nvPr/>
        </p:nvGrpSpPr>
        <p:grpSpPr>
          <a:xfrm>
            <a:off x="1337628" y="711061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28" name="圆角矩形 2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 dirty="0" err="1">
                  <a:latin typeface="GB Pinyinok-D" panose="02010601030101010101" pitchFamily="2" charset="-122"/>
                  <a:ea typeface="GB Pinyinok-D" panose="02010601030101010101" pitchFamily="2" charset="-122"/>
                  <a:sym typeface="+mn-ea"/>
                </a:rPr>
                <a:t>láidejí</a:t>
              </a:r>
              <a:r>
                <a:rPr lang="en-US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来得及</a:t>
              </a: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there’s still time (to do sth.)</a:t>
              </a:r>
            </a:p>
          </p:txBody>
        </p:sp>
      </p:grpSp>
      <p:grpSp>
        <p:nvGrpSpPr>
          <p:cNvPr id="76" name="组合 75"/>
          <p:cNvGrpSpPr/>
          <p:nvPr/>
        </p:nvGrpSpPr>
        <p:grpSpPr>
          <a:xfrm>
            <a:off x="1337945" y="702310"/>
            <a:ext cx="4716780" cy="5816600"/>
            <a:chOff x="2107" y="1159"/>
            <a:chExt cx="7428" cy="9160"/>
          </a:xfrm>
        </p:grpSpPr>
        <p:sp>
          <p:nvSpPr>
            <p:cNvPr id="74" name="圆角矩形 73"/>
            <p:cNvSpPr/>
            <p:nvPr/>
          </p:nvSpPr>
          <p:spPr>
            <a:xfrm>
              <a:off x="2107" y="1159"/>
              <a:ext cx="7428" cy="9161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9" name="图片 18" descr="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72" y="3070"/>
              <a:ext cx="4898" cy="4898"/>
            </a:xfrm>
            <a:prstGeom prst="rect">
              <a:avLst/>
            </a:prstGeom>
          </p:spPr>
        </p:pic>
      </p:grpSp>
      <p:grpSp>
        <p:nvGrpSpPr>
          <p:cNvPr id="15" name="组合 14"/>
          <p:cNvGrpSpPr/>
          <p:nvPr/>
        </p:nvGrpSpPr>
        <p:grpSpPr>
          <a:xfrm>
            <a:off x="5628323" y="1699260"/>
            <a:ext cx="935990" cy="4041140"/>
            <a:chOff x="8862" y="2676"/>
            <a:chExt cx="1474" cy="6364"/>
          </a:xfrm>
        </p:grpSpPr>
        <p:sp>
          <p:nvSpPr>
            <p:cNvPr id="10" name="空心弧 9"/>
            <p:cNvSpPr/>
            <p:nvPr/>
          </p:nvSpPr>
          <p:spPr>
            <a:xfrm>
              <a:off x="8862" y="2676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空心弧 11"/>
            <p:cNvSpPr/>
            <p:nvPr/>
          </p:nvSpPr>
          <p:spPr>
            <a:xfrm>
              <a:off x="8862" y="4571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空心弧 12"/>
            <p:cNvSpPr/>
            <p:nvPr/>
          </p:nvSpPr>
          <p:spPr>
            <a:xfrm>
              <a:off x="8862" y="6466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空心弧 13"/>
            <p:cNvSpPr/>
            <p:nvPr/>
          </p:nvSpPr>
          <p:spPr>
            <a:xfrm>
              <a:off x="8862" y="8248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7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7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7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9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2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0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7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500"/>
                            </p:stCondLst>
                            <p:childTnLst>
                              <p:par>
                                <p:cTn id="12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000"/>
                            </p:stCondLst>
                            <p:childTnLst>
                              <p:par>
                                <p:cTn id="130" presetID="17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>
            <a:off x="1676400" y="138430"/>
            <a:ext cx="2386330" cy="3194050"/>
            <a:chOff x="2640" y="218"/>
            <a:chExt cx="3758" cy="5030"/>
          </a:xfrm>
        </p:grpSpPr>
        <p:grpSp>
          <p:nvGrpSpPr>
            <p:cNvPr id="2" name="组合 1"/>
            <p:cNvGrpSpPr/>
            <p:nvPr/>
          </p:nvGrpSpPr>
          <p:grpSpPr>
            <a:xfrm>
              <a:off x="2708" y="218"/>
              <a:ext cx="3491" cy="5030"/>
              <a:chOff x="304" y="2028"/>
              <a:chExt cx="3491" cy="5030"/>
            </a:xfrm>
          </p:grpSpPr>
          <p:grpSp>
            <p:nvGrpSpPr>
              <p:cNvPr id="43" name="组合 42"/>
              <p:cNvGrpSpPr/>
              <p:nvPr/>
            </p:nvGrpSpPr>
            <p:grpSpPr>
              <a:xfrm>
                <a:off x="330" y="2028"/>
                <a:ext cx="3465" cy="5030"/>
                <a:chOff x="1486086" y="120403"/>
                <a:chExt cx="2200089" cy="3194297"/>
              </a:xfrm>
            </p:grpSpPr>
            <p:sp>
              <p:nvSpPr>
                <p:cNvPr id="44" name="矩形: 圆角 76"/>
                <p:cNvSpPr/>
                <p:nvPr/>
              </p:nvSpPr>
              <p:spPr>
                <a:xfrm>
                  <a:off x="1486086" y="120403"/>
                  <a:ext cx="2200089" cy="3194297"/>
                </a:xfrm>
                <a:prstGeom prst="roundRect">
                  <a:avLst/>
                </a:prstGeom>
                <a:solidFill>
                  <a:srgbClr val="E2AEAB"/>
                </a:solidFill>
                <a:ln>
                  <a:noFill/>
                </a:ln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STXihei" panose="02010600040101010101" pitchFamily="2" charset="-122"/>
                    <a:ea typeface="STXihei" panose="02010600040101010101" pitchFamily="2" charset="-122"/>
                  </a:endParaRPr>
                </a:p>
              </p:txBody>
            </p:sp>
            <p:pic>
              <p:nvPicPr>
                <p:cNvPr id="45" name="图片 44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14281" y="196147"/>
                  <a:ext cx="2124195" cy="3004708"/>
                </a:xfrm>
                <a:prstGeom prst="rect">
                  <a:avLst/>
                </a:prstGeom>
              </p:spPr>
            </p:pic>
          </p:grpSp>
          <p:sp>
            <p:nvSpPr>
              <p:cNvPr id="9" name="文本框 7"/>
              <p:cNvSpPr txBox="1"/>
              <p:nvPr/>
            </p:nvSpPr>
            <p:spPr>
              <a:xfrm>
                <a:off x="304" y="4252"/>
                <a:ext cx="3491" cy="19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5400" b="1" noProof="0" dirty="0">
                    <a:ln>
                      <a:noFill/>
                    </a:ln>
                    <a:effectLst/>
                    <a:uLnTx/>
                    <a:uFillTx/>
                    <a:latin typeface="STXihei" panose="02010600040101010101" pitchFamily="2" charset="-122"/>
                    <a:ea typeface="STXihei" panose="02010600040101010101" pitchFamily="2" charset="-122"/>
                    <a:sym typeface="+mn-ea"/>
                  </a:rPr>
                  <a:t>充满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sz="2000" dirty="0" err="1">
                    <a:solidFill>
                      <a:schemeClr val="bg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 pitchFamily="18" charset="0"/>
                  </a:rPr>
                  <a:t>v. to be full of</a:t>
                </a:r>
              </a:p>
            </p:txBody>
          </p:sp>
        </p:grpSp>
        <p:sp>
          <p:nvSpPr>
            <p:cNvPr id="10" name="文本框 7"/>
            <p:cNvSpPr txBox="1"/>
            <p:nvPr/>
          </p:nvSpPr>
          <p:spPr>
            <a:xfrm>
              <a:off x="2640" y="1377"/>
              <a:ext cx="3759" cy="8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/>
              <a:r>
                <a:rPr sz="2800" dirty="0">
                  <a:solidFill>
                    <a:srgbClr val="2A2A2B"/>
                  </a:solidFill>
                  <a:latin typeface="STXihei" panose="02010600040101010101" pitchFamily="2" charset="-122"/>
                  <a:ea typeface="STXihei" panose="02010600040101010101" pitchFamily="2" charset="-122"/>
                  <a:sym typeface="STXihei" panose="02010600040101010101" pitchFamily="2" charset="-122"/>
                </a:rPr>
                <a:t>chōng</a:t>
              </a:r>
              <a:r>
                <a:rPr lang="en-US" sz="2800" dirty="0">
                  <a:solidFill>
                    <a:srgbClr val="2A2A2B"/>
                  </a:solidFill>
                  <a:latin typeface="STXihei" panose="02010600040101010101" pitchFamily="2" charset="-122"/>
                  <a:ea typeface="STXihei" panose="02010600040101010101" pitchFamily="2" charset="-122"/>
                  <a:sym typeface="STXihei" panose="02010600040101010101" pitchFamily="2" charset="-122"/>
                </a:rPr>
                <a:t> </a:t>
              </a:r>
              <a:r>
                <a:rPr sz="2800" dirty="0">
                  <a:solidFill>
                    <a:srgbClr val="2A2A2B"/>
                  </a:solidFill>
                  <a:latin typeface="STXihei" panose="02010600040101010101" pitchFamily="2" charset="-122"/>
                  <a:ea typeface="STXihei" panose="02010600040101010101" pitchFamily="2" charset="-122"/>
                  <a:sym typeface="STXihei" panose="02010600040101010101" pitchFamily="2" charset="-122"/>
                </a:rPr>
                <a:t>mǎn</a:t>
              </a:r>
            </a:p>
          </p:txBody>
        </p:sp>
      </p:grpSp>
      <p:sp>
        <p:nvSpPr>
          <p:cNvPr id="5" name="文本框 7"/>
          <p:cNvSpPr txBox="1"/>
          <p:nvPr/>
        </p:nvSpPr>
        <p:spPr>
          <a:xfrm>
            <a:off x="165735" y="213995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237490" y="702310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Source Han Sans CN Regular" panose="020B0500000000000000" pitchFamily="34" charset="-122"/>
                <a:ea typeface="Source Han Sans CN Regular" panose="020B0500000000000000" pitchFamily="34" charset="-122"/>
                <a:sym typeface="+mn-ea"/>
              </a:rPr>
              <a:t>Practise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Source Han Sans CN Regular" panose="020B0500000000000000" pitchFamily="34" charset="-122"/>
              <a:ea typeface="Source Han Sans CN Regular" panose="020B0500000000000000" pitchFamily="34" charset="-122"/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8277860" y="165100"/>
            <a:ext cx="2385060" cy="3194050"/>
            <a:chOff x="13036" y="260"/>
            <a:chExt cx="3756" cy="5030"/>
          </a:xfrm>
        </p:grpSpPr>
        <p:grpSp>
          <p:nvGrpSpPr>
            <p:cNvPr id="4" name="组合 3"/>
            <p:cNvGrpSpPr/>
            <p:nvPr/>
          </p:nvGrpSpPr>
          <p:grpSpPr>
            <a:xfrm>
              <a:off x="13188" y="260"/>
              <a:ext cx="3465" cy="5030"/>
              <a:chOff x="9330" y="2028"/>
              <a:chExt cx="3465" cy="5030"/>
            </a:xfrm>
          </p:grpSpPr>
          <p:grpSp>
            <p:nvGrpSpPr>
              <p:cNvPr id="57" name="组合 56"/>
              <p:cNvGrpSpPr/>
              <p:nvPr/>
            </p:nvGrpSpPr>
            <p:grpSpPr>
              <a:xfrm>
                <a:off x="9330" y="2028"/>
                <a:ext cx="3465" cy="5030"/>
                <a:chOff x="1486086" y="120403"/>
                <a:chExt cx="2200089" cy="3194297"/>
              </a:xfrm>
            </p:grpSpPr>
            <p:sp>
              <p:nvSpPr>
                <p:cNvPr id="58" name="矩形: 圆角 76"/>
                <p:cNvSpPr/>
                <p:nvPr/>
              </p:nvSpPr>
              <p:spPr>
                <a:xfrm>
                  <a:off x="1486086" y="120403"/>
                  <a:ext cx="2200089" cy="3194297"/>
                </a:xfrm>
                <a:prstGeom prst="roundRect">
                  <a:avLst/>
                </a:prstGeom>
                <a:solidFill>
                  <a:srgbClr val="E2AEAB"/>
                </a:solidFill>
                <a:ln>
                  <a:noFill/>
                </a:ln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STXihei" panose="02010600040101010101" pitchFamily="2" charset="-122"/>
                    <a:ea typeface="STXihei" panose="02010600040101010101" pitchFamily="2" charset="-122"/>
                  </a:endParaRPr>
                </a:p>
              </p:txBody>
            </p:sp>
            <p:pic>
              <p:nvPicPr>
                <p:cNvPr id="59" name="图片 58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14281" y="196147"/>
                  <a:ext cx="2124195" cy="3004708"/>
                </a:xfrm>
                <a:prstGeom prst="rect">
                  <a:avLst/>
                </a:prstGeom>
              </p:spPr>
            </p:pic>
          </p:grpSp>
          <p:sp>
            <p:nvSpPr>
              <p:cNvPr id="60" name="文本框 7"/>
              <p:cNvSpPr txBox="1"/>
              <p:nvPr/>
            </p:nvSpPr>
            <p:spPr>
              <a:xfrm>
                <a:off x="9385" y="4252"/>
                <a:ext cx="3353" cy="24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5400" b="1" noProof="0" dirty="0">
                    <a:ln>
                      <a:noFill/>
                    </a:ln>
                    <a:effectLst/>
                    <a:uLnTx/>
                    <a:uFillTx/>
                    <a:latin typeface="STXihei" panose="02010600040101010101" pitchFamily="2" charset="-122"/>
                    <a:ea typeface="STXihei" panose="02010600040101010101" pitchFamily="2" charset="-122"/>
                    <a:sym typeface="+mn-ea"/>
                  </a:rPr>
                  <a:t>从而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sz="2000" dirty="0" err="1">
                    <a:solidFill>
                      <a:schemeClr val="bg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 pitchFamily="18" charset="0"/>
                  </a:rPr>
                  <a:t>conj. thus, consequently</a:t>
                </a:r>
              </a:p>
            </p:txBody>
          </p:sp>
        </p:grpSp>
        <p:sp>
          <p:nvSpPr>
            <p:cNvPr id="62" name="文本框 7"/>
            <p:cNvSpPr txBox="1"/>
            <p:nvPr/>
          </p:nvSpPr>
          <p:spPr>
            <a:xfrm>
              <a:off x="13036" y="1419"/>
              <a:ext cx="3757" cy="9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/>
              <a:r>
                <a:rPr sz="3200" dirty="0">
                  <a:solidFill>
                    <a:srgbClr val="2A2A2B"/>
                  </a:solidFill>
                  <a:latin typeface="STXihei" panose="02010600040101010101" pitchFamily="2" charset="-122"/>
                  <a:ea typeface="STXihei" panose="02010600040101010101" pitchFamily="2" charset="-122"/>
                  <a:sym typeface="STXihei" panose="02010600040101010101" pitchFamily="2" charset="-122"/>
                </a:rPr>
                <a:t>cóng’ér</a:t>
              </a: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5026660" y="127635"/>
            <a:ext cx="2208530" cy="3194050"/>
            <a:chOff x="7916" y="201"/>
            <a:chExt cx="3478" cy="5030"/>
          </a:xfrm>
        </p:grpSpPr>
        <p:grpSp>
          <p:nvGrpSpPr>
            <p:cNvPr id="6" name="组合 5"/>
            <p:cNvGrpSpPr/>
            <p:nvPr/>
          </p:nvGrpSpPr>
          <p:grpSpPr>
            <a:xfrm>
              <a:off x="7916" y="201"/>
              <a:ext cx="3479" cy="5030"/>
              <a:chOff x="9330" y="2028"/>
              <a:chExt cx="3479" cy="5030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9330" y="2028"/>
                <a:ext cx="3465" cy="5030"/>
                <a:chOff x="1486086" y="120403"/>
                <a:chExt cx="2200089" cy="3194297"/>
              </a:xfrm>
            </p:grpSpPr>
            <p:sp>
              <p:nvSpPr>
                <p:cNvPr id="8" name="矩形: 圆角 76"/>
                <p:cNvSpPr/>
                <p:nvPr/>
              </p:nvSpPr>
              <p:spPr>
                <a:xfrm>
                  <a:off x="1486086" y="120403"/>
                  <a:ext cx="2200089" cy="3194297"/>
                </a:xfrm>
                <a:prstGeom prst="roundRect">
                  <a:avLst/>
                </a:prstGeom>
                <a:solidFill>
                  <a:srgbClr val="E2AEAB"/>
                </a:solidFill>
                <a:ln>
                  <a:noFill/>
                </a:ln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STXihei" panose="02010600040101010101" pitchFamily="2" charset="-122"/>
                    <a:ea typeface="STXihei" panose="02010600040101010101" pitchFamily="2" charset="-122"/>
                  </a:endParaRPr>
                </a:p>
              </p:txBody>
            </p:sp>
            <p:pic>
              <p:nvPicPr>
                <p:cNvPr id="11" name="图片 10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14281" y="196147"/>
                  <a:ext cx="2124195" cy="3004708"/>
                </a:xfrm>
                <a:prstGeom prst="rect">
                  <a:avLst/>
                </a:prstGeom>
              </p:spPr>
            </p:pic>
          </p:grpSp>
          <p:sp>
            <p:nvSpPr>
              <p:cNvPr id="12" name="文本框 7"/>
              <p:cNvSpPr txBox="1"/>
              <p:nvPr/>
            </p:nvSpPr>
            <p:spPr>
              <a:xfrm>
                <a:off x="9330" y="4252"/>
                <a:ext cx="3479" cy="24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sz="5400" b="1" noProof="0" dirty="0">
                    <a:ln>
                      <a:noFill/>
                    </a:ln>
                    <a:effectLst/>
                    <a:uLnTx/>
                    <a:uFillTx/>
                    <a:latin typeface="STXihei" panose="02010600040101010101" pitchFamily="2" charset="-122"/>
                    <a:ea typeface="STXihei" panose="02010600040101010101" pitchFamily="2" charset="-122"/>
                    <a:sym typeface="+mn-ea"/>
                  </a:rPr>
                  <a:t>感激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sz="2000" dirty="0" err="1">
                    <a:solidFill>
                      <a:schemeClr val="bg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 pitchFamily="18" charset="0"/>
                  </a:rPr>
                  <a:t>v. to feel grateful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zh-CN" sz="2000" b="1" noProof="0" dirty="0">
                  <a:ln>
                    <a:noFill/>
                  </a:ln>
                  <a:effectLst/>
                  <a:uLnTx/>
                  <a:uFillTx/>
                  <a:latin typeface="STXihei" panose="02010600040101010101" pitchFamily="2" charset="-122"/>
                  <a:ea typeface="STXihei" panose="02010600040101010101" pitchFamily="2" charset="-122"/>
                  <a:sym typeface="+mn-ea"/>
                </a:endParaRPr>
              </a:p>
            </p:txBody>
          </p:sp>
        </p:grpSp>
        <p:sp>
          <p:nvSpPr>
            <p:cNvPr id="13" name="文本框 7"/>
            <p:cNvSpPr txBox="1"/>
            <p:nvPr/>
          </p:nvSpPr>
          <p:spPr>
            <a:xfrm>
              <a:off x="7935" y="1360"/>
              <a:ext cx="3457" cy="10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/>
              <a:r>
                <a:rPr altLang="zh-CN" sz="3600" dirty="0">
                  <a:solidFill>
                    <a:srgbClr val="2A2A2B"/>
                  </a:solidFill>
                  <a:latin typeface="STXihei" panose="02010600040101010101" pitchFamily="2" charset="-122"/>
                  <a:ea typeface="STXihei" panose="02010600040101010101" pitchFamily="2" charset="-122"/>
                  <a:sym typeface="STXihei" panose="02010600040101010101" pitchFamily="2" charset="-122"/>
                </a:rPr>
                <a:t>gǎn</a:t>
              </a:r>
              <a:r>
                <a:rPr lang="en-US" sz="3600" dirty="0">
                  <a:solidFill>
                    <a:srgbClr val="2A2A2B"/>
                  </a:solidFill>
                  <a:latin typeface="STXihei" panose="02010600040101010101" pitchFamily="2" charset="-122"/>
                  <a:ea typeface="STXihei" panose="02010600040101010101" pitchFamily="2" charset="-122"/>
                  <a:sym typeface="STXihei" panose="02010600040101010101" pitchFamily="2" charset="-122"/>
                </a:rPr>
                <a:t> </a:t>
              </a:r>
              <a:r>
                <a:rPr altLang="zh-CN" sz="3600" dirty="0">
                  <a:solidFill>
                    <a:srgbClr val="2A2A2B"/>
                  </a:solidFill>
                  <a:latin typeface="STXihei" panose="02010600040101010101" pitchFamily="2" charset="-122"/>
                  <a:ea typeface="STXihei" panose="02010600040101010101" pitchFamily="2" charset="-122"/>
                  <a:sym typeface="STXihei" panose="02010600040101010101" pitchFamily="2" charset="-122"/>
                </a:rPr>
                <a:t>jī</a:t>
              </a:r>
            </a:p>
          </p:txBody>
        </p:sp>
      </p:grpSp>
      <p:pic>
        <p:nvPicPr>
          <p:cNvPr id="34" name="图片 33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grpSp>
        <p:nvGrpSpPr>
          <p:cNvPr id="51" name="组合 50"/>
          <p:cNvGrpSpPr/>
          <p:nvPr/>
        </p:nvGrpSpPr>
        <p:grpSpPr>
          <a:xfrm>
            <a:off x="765175" y="462915"/>
            <a:ext cx="4635500" cy="5932170"/>
            <a:chOff x="1205" y="729"/>
            <a:chExt cx="7300" cy="9342"/>
          </a:xfrm>
        </p:grpSpPr>
        <p:pic>
          <p:nvPicPr>
            <p:cNvPr id="49" name="图片 48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1459" y="729"/>
              <a:ext cx="6121" cy="9342"/>
            </a:xfrm>
            <a:prstGeom prst="rect">
              <a:avLst/>
            </a:prstGeom>
          </p:spPr>
        </p:pic>
        <p:sp>
          <p:nvSpPr>
            <p:cNvPr id="50" name="圆角矩形 49"/>
            <p:cNvSpPr/>
            <p:nvPr/>
          </p:nvSpPr>
          <p:spPr>
            <a:xfrm>
              <a:off x="1205" y="8186"/>
              <a:ext cx="7300" cy="1689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800"/>
                <a:t>这个街道挂满了灯笼</a:t>
              </a:r>
              <a:r>
                <a:rPr lang="en-US" altLang="zh-CN" sz="2800"/>
                <a:t>，</a:t>
              </a:r>
              <a:r>
                <a:rPr lang="zh-CN" altLang="en-US" sz="2800"/>
                <a:t>充满了喜庆的氛围</a:t>
              </a:r>
              <a:r>
                <a:rPr lang="en-US" altLang="zh-CN" sz="2800"/>
                <a:t>。</a:t>
              </a: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765175" y="462915"/>
            <a:ext cx="4366260" cy="5514340"/>
            <a:chOff x="1205" y="729"/>
            <a:chExt cx="6876" cy="8684"/>
          </a:xfrm>
        </p:grpSpPr>
        <p:pic>
          <p:nvPicPr>
            <p:cNvPr id="52" name="图片 51"/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1205" y="729"/>
              <a:ext cx="6778" cy="8684"/>
            </a:xfrm>
            <a:prstGeom prst="rect">
              <a:avLst/>
            </a:prstGeom>
          </p:spPr>
        </p:pic>
        <p:sp>
          <p:nvSpPr>
            <p:cNvPr id="53" name="圆角矩形 52"/>
            <p:cNvSpPr/>
            <p:nvPr/>
          </p:nvSpPr>
          <p:spPr>
            <a:xfrm>
              <a:off x="1327" y="7285"/>
              <a:ext cx="6755" cy="1922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/>
                <a:t>小老鼠的脑袋里充满了问题</a:t>
              </a:r>
              <a:r>
                <a:rPr lang="en-US" altLang="zh-CN" sz="2400"/>
                <a:t>。</a:t>
              </a:r>
            </a:p>
          </p:txBody>
        </p:sp>
      </p:grpSp>
      <p:sp>
        <p:nvSpPr>
          <p:cNvPr id="55" name="圆角矩形 54"/>
          <p:cNvSpPr/>
          <p:nvPr/>
        </p:nvSpPr>
        <p:spPr>
          <a:xfrm>
            <a:off x="5262245" y="2745105"/>
            <a:ext cx="5741035" cy="85788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/>
              <a:t>我对妈妈充满了感激</a:t>
            </a:r>
            <a:r>
              <a:rPr lang="en-US" altLang="zh-CN" sz="2800"/>
              <a:t>。</a:t>
            </a:r>
          </a:p>
          <a:p>
            <a:pPr algn="ctr"/>
            <a:r>
              <a:rPr lang="zh-CN" altLang="en-US" sz="2800"/>
              <a:t>庄子非常感激父母对他的保护</a:t>
            </a:r>
            <a:r>
              <a:rPr lang="en-US" altLang="zh-CN" sz="2800"/>
              <a:t>。</a:t>
            </a:r>
          </a:p>
        </p:txBody>
      </p:sp>
      <p:sp>
        <p:nvSpPr>
          <p:cNvPr id="56" name="圆角矩形 55"/>
          <p:cNvSpPr/>
          <p:nvPr/>
        </p:nvSpPr>
        <p:spPr>
          <a:xfrm>
            <a:off x="3329305" y="121920"/>
            <a:ext cx="8557895" cy="153797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/>
              <a:t>他经过不断努力，</a:t>
            </a:r>
            <a:r>
              <a:rPr lang="zh-CN" altLang="en-US" sz="2400">
                <a:solidFill>
                  <a:schemeClr val="accent6"/>
                </a:solidFill>
              </a:rPr>
              <a:t>从而</a:t>
            </a:r>
            <a:r>
              <a:rPr lang="zh-CN" altLang="en-US" sz="2400"/>
              <a:t>实现自己的梦想。</a:t>
            </a:r>
          </a:p>
          <a:p>
            <a:pPr algn="ctr"/>
            <a:endParaRPr lang="zh-CN" altLang="en-US" sz="2400"/>
          </a:p>
          <a:p>
            <a:pPr algn="ctr"/>
            <a:r>
              <a:rPr lang="zh-CN" altLang="en-US" sz="2400"/>
              <a:t>科学家们经过多次实验，</a:t>
            </a:r>
            <a:r>
              <a:rPr lang="zh-CN" altLang="en-US" sz="2400">
                <a:solidFill>
                  <a:schemeClr val="accent6"/>
                </a:solidFill>
              </a:rPr>
              <a:t>从而</a:t>
            </a:r>
            <a:r>
              <a:rPr lang="zh-CN" altLang="en-US" sz="2400"/>
              <a:t>得出了这个重要的结论。</a:t>
            </a:r>
          </a:p>
        </p:txBody>
      </p:sp>
      <p:sp>
        <p:nvSpPr>
          <p:cNvPr id="64" name="文本框 63"/>
          <p:cNvSpPr txBox="1"/>
          <p:nvPr/>
        </p:nvSpPr>
        <p:spPr>
          <a:xfrm>
            <a:off x="5417185" y="715645"/>
            <a:ext cx="13030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highlight>
                  <a:srgbClr val="FFFF00"/>
                </a:highlight>
              </a:rPr>
              <a:t>原因</a:t>
            </a:r>
          </a:p>
        </p:txBody>
      </p:sp>
      <p:grpSp>
        <p:nvGrpSpPr>
          <p:cNvPr id="69" name="组合 68"/>
          <p:cNvGrpSpPr/>
          <p:nvPr/>
        </p:nvGrpSpPr>
        <p:grpSpPr>
          <a:xfrm>
            <a:off x="4057650" y="699135"/>
            <a:ext cx="2919730" cy="791845"/>
            <a:chOff x="6390" y="1101"/>
            <a:chExt cx="4598" cy="1247"/>
          </a:xfrm>
        </p:grpSpPr>
        <p:cxnSp>
          <p:nvCxnSpPr>
            <p:cNvPr id="63" name="直接连接符 62"/>
            <p:cNvCxnSpPr/>
            <p:nvPr/>
          </p:nvCxnSpPr>
          <p:spPr>
            <a:xfrm>
              <a:off x="7809" y="1101"/>
              <a:ext cx="3014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/>
          </p:nvCxnSpPr>
          <p:spPr>
            <a:xfrm>
              <a:off x="6390" y="2348"/>
              <a:ext cx="4599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70" name="组合 69"/>
          <p:cNvGrpSpPr/>
          <p:nvPr/>
        </p:nvGrpSpPr>
        <p:grpSpPr>
          <a:xfrm>
            <a:off x="8199120" y="715645"/>
            <a:ext cx="2804160" cy="743585"/>
            <a:chOff x="12912" y="1127"/>
            <a:chExt cx="4416" cy="1171"/>
          </a:xfrm>
        </p:grpSpPr>
        <p:cxnSp>
          <p:nvCxnSpPr>
            <p:cNvPr id="66" name="直接连接符 65"/>
            <p:cNvCxnSpPr/>
            <p:nvPr/>
          </p:nvCxnSpPr>
          <p:spPr>
            <a:xfrm>
              <a:off x="12912" y="1127"/>
              <a:ext cx="319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/>
            <p:nvPr/>
          </p:nvCxnSpPr>
          <p:spPr>
            <a:xfrm>
              <a:off x="13112" y="2298"/>
              <a:ext cx="4216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68" name="文本框 67"/>
          <p:cNvSpPr txBox="1"/>
          <p:nvPr/>
        </p:nvSpPr>
        <p:spPr>
          <a:xfrm>
            <a:off x="8757285" y="702310"/>
            <a:ext cx="13030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highlight>
                  <a:srgbClr val="FFFF00"/>
                </a:highlight>
              </a:rPr>
              <a:t>结果</a:t>
            </a:r>
          </a:p>
        </p:txBody>
      </p:sp>
    </p:spTree>
    <p:custDataLst>
      <p:tags r:id="rId1"/>
    </p:custDataLst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xit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5" grpId="1" animBg="1"/>
      <p:bldP spid="55" grpId="2" animBg="1"/>
      <p:bldP spid="56" grpId="0" bldLvl="0" animBg="1"/>
      <p:bldP spid="56" grpId="1" animBg="1"/>
      <p:bldP spid="64" grpId="0"/>
      <p:bldP spid="64" grpId="1"/>
      <p:bldP spid="68" grpId="0"/>
      <p:bldP spid="68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213995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237490" y="702310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Source Han Sans CN Regular" panose="020B0500000000000000" pitchFamily="34" charset="-122"/>
                <a:ea typeface="Source Han Sans CN Regular" panose="020B0500000000000000" pitchFamily="34" charset="-122"/>
                <a:sym typeface="+mn-ea"/>
              </a:rPr>
              <a:t>Practise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Source Han Sans CN Regular" panose="020B0500000000000000" pitchFamily="34" charset="-122"/>
              <a:ea typeface="Source Han Sans CN Regular" panose="020B0500000000000000" pitchFamily="34" charset="-122"/>
            </a:endParaRPr>
          </a:p>
        </p:txBody>
      </p:sp>
      <p:grpSp>
        <p:nvGrpSpPr>
          <p:cNvPr id="42" name="组合 41"/>
          <p:cNvGrpSpPr/>
          <p:nvPr/>
        </p:nvGrpSpPr>
        <p:grpSpPr>
          <a:xfrm>
            <a:off x="34925" y="3610610"/>
            <a:ext cx="2754630" cy="3194050"/>
            <a:chOff x="55" y="5686"/>
            <a:chExt cx="4338" cy="5030"/>
          </a:xfrm>
        </p:grpSpPr>
        <p:grpSp>
          <p:nvGrpSpPr>
            <p:cNvPr id="25" name="组合 24"/>
            <p:cNvGrpSpPr/>
            <p:nvPr/>
          </p:nvGrpSpPr>
          <p:grpSpPr>
            <a:xfrm>
              <a:off x="408" y="5686"/>
              <a:ext cx="3533" cy="5030"/>
              <a:chOff x="9262" y="2028"/>
              <a:chExt cx="3533" cy="5030"/>
            </a:xfrm>
          </p:grpSpPr>
          <p:grpSp>
            <p:nvGrpSpPr>
              <p:cNvPr id="26" name="组合 25"/>
              <p:cNvGrpSpPr/>
              <p:nvPr/>
            </p:nvGrpSpPr>
            <p:grpSpPr>
              <a:xfrm>
                <a:off x="9330" y="2028"/>
                <a:ext cx="3465" cy="5030"/>
                <a:chOff x="1486086" y="120403"/>
                <a:chExt cx="2200089" cy="3194297"/>
              </a:xfrm>
            </p:grpSpPr>
            <p:sp>
              <p:nvSpPr>
                <p:cNvPr id="27" name="矩形: 圆角 76"/>
                <p:cNvSpPr/>
                <p:nvPr/>
              </p:nvSpPr>
              <p:spPr>
                <a:xfrm>
                  <a:off x="1486086" y="120403"/>
                  <a:ext cx="2200089" cy="3194297"/>
                </a:xfrm>
                <a:prstGeom prst="roundRect">
                  <a:avLst/>
                </a:prstGeom>
                <a:solidFill>
                  <a:srgbClr val="E2AEAB"/>
                </a:solidFill>
                <a:ln>
                  <a:noFill/>
                </a:ln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STXihei" panose="02010600040101010101" pitchFamily="2" charset="-122"/>
                    <a:ea typeface="STXihei" panose="02010600040101010101" pitchFamily="2" charset="-122"/>
                  </a:endParaRPr>
                </a:p>
              </p:txBody>
            </p:sp>
            <p:pic>
              <p:nvPicPr>
                <p:cNvPr id="28" name="图片 27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14281" y="196147"/>
                  <a:ext cx="2124195" cy="3004708"/>
                </a:xfrm>
                <a:prstGeom prst="rect">
                  <a:avLst/>
                </a:prstGeom>
              </p:spPr>
            </p:pic>
          </p:grpSp>
          <p:sp>
            <p:nvSpPr>
              <p:cNvPr id="29" name="文本框 7"/>
              <p:cNvSpPr txBox="1"/>
              <p:nvPr/>
            </p:nvSpPr>
            <p:spPr>
              <a:xfrm>
                <a:off x="9262" y="4252"/>
                <a:ext cx="3532" cy="24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STXihei" panose="02010600040101010101" pitchFamily="2" charset="-122"/>
                    <a:ea typeface="STXihei" panose="02010600040101010101" pitchFamily="2" charset="-122"/>
                    <a:sym typeface="+mn-ea"/>
                  </a:rPr>
                  <a:t>产生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sz="2000" dirty="0" err="1">
                    <a:solidFill>
                      <a:schemeClr val="bg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 pitchFamily="18" charset="0"/>
                  </a:rPr>
                  <a:t>v. to emerge, 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sz="2000" dirty="0" err="1">
                    <a:solidFill>
                      <a:schemeClr val="bg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 pitchFamily="18" charset="0"/>
                  </a:rPr>
                  <a:t>to arise</a:t>
                </a:r>
              </a:p>
            </p:txBody>
          </p:sp>
        </p:grpSp>
        <p:sp>
          <p:nvSpPr>
            <p:cNvPr id="37" name="文本框 7"/>
            <p:cNvSpPr txBox="1"/>
            <p:nvPr/>
          </p:nvSpPr>
          <p:spPr>
            <a:xfrm>
              <a:off x="55" y="6975"/>
              <a:ext cx="4338" cy="8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/>
              <a:r>
                <a:rPr altLang="zh-CN" sz="2800" dirty="0">
                  <a:solidFill>
                    <a:srgbClr val="2A2A2B"/>
                  </a:solidFill>
                  <a:latin typeface="STXihei" panose="02010600040101010101" pitchFamily="2" charset="-122"/>
                  <a:ea typeface="STXihei" panose="02010600040101010101" pitchFamily="2" charset="-122"/>
                  <a:sym typeface="STXihei" panose="02010600040101010101" pitchFamily="2" charset="-122"/>
                </a:rPr>
                <a:t>chǎn</a:t>
              </a:r>
              <a:r>
                <a:rPr lang="en-US" sz="2800" dirty="0">
                  <a:solidFill>
                    <a:srgbClr val="2A2A2B"/>
                  </a:solidFill>
                  <a:latin typeface="STXihei" panose="02010600040101010101" pitchFamily="2" charset="-122"/>
                  <a:ea typeface="STXihei" panose="02010600040101010101" pitchFamily="2" charset="-122"/>
                  <a:sym typeface="STXihei" panose="02010600040101010101" pitchFamily="2" charset="-122"/>
                </a:rPr>
                <a:t> </a:t>
              </a:r>
              <a:r>
                <a:rPr altLang="zh-CN" sz="2800" dirty="0">
                  <a:solidFill>
                    <a:srgbClr val="2A2A2B"/>
                  </a:solidFill>
                  <a:latin typeface="STXihei" panose="02010600040101010101" pitchFamily="2" charset="-122"/>
                  <a:ea typeface="STXihei" panose="02010600040101010101" pitchFamily="2" charset="-122"/>
                  <a:sym typeface="STXihei" panose="02010600040101010101" pitchFamily="2" charset="-122"/>
                </a:rPr>
                <a:t>shēng</a:t>
              </a: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3586480" y="3628390"/>
            <a:ext cx="2228850" cy="3194050"/>
            <a:chOff x="5648" y="5714"/>
            <a:chExt cx="3510" cy="5030"/>
          </a:xfrm>
        </p:grpSpPr>
        <p:grpSp>
          <p:nvGrpSpPr>
            <p:cNvPr id="14" name="组合 13"/>
            <p:cNvGrpSpPr/>
            <p:nvPr/>
          </p:nvGrpSpPr>
          <p:grpSpPr>
            <a:xfrm>
              <a:off x="5648" y="5714"/>
              <a:ext cx="3511" cy="5030"/>
              <a:chOff x="4717" y="1909"/>
              <a:chExt cx="3511" cy="5030"/>
            </a:xfrm>
          </p:grpSpPr>
          <p:grpSp>
            <p:nvGrpSpPr>
              <p:cNvPr id="15" name="组合 14"/>
              <p:cNvGrpSpPr/>
              <p:nvPr/>
            </p:nvGrpSpPr>
            <p:grpSpPr>
              <a:xfrm>
                <a:off x="4718" y="1909"/>
                <a:ext cx="3465" cy="5030"/>
                <a:chOff x="1486086" y="120403"/>
                <a:chExt cx="2200089" cy="3194297"/>
              </a:xfrm>
            </p:grpSpPr>
            <p:sp>
              <p:nvSpPr>
                <p:cNvPr id="18" name="矩形: 圆角 76"/>
                <p:cNvSpPr/>
                <p:nvPr/>
              </p:nvSpPr>
              <p:spPr>
                <a:xfrm>
                  <a:off x="1486086" y="120403"/>
                  <a:ext cx="2200089" cy="3194297"/>
                </a:xfrm>
                <a:prstGeom prst="roundRect">
                  <a:avLst/>
                </a:prstGeom>
                <a:solidFill>
                  <a:srgbClr val="E2AEAB"/>
                </a:solidFill>
                <a:ln>
                  <a:noFill/>
                </a:ln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STXihei" panose="02010600040101010101" pitchFamily="2" charset="-122"/>
                    <a:ea typeface="STXihei" panose="02010600040101010101" pitchFamily="2" charset="-122"/>
                  </a:endParaRPr>
                </a:p>
              </p:txBody>
            </p:sp>
            <p:pic>
              <p:nvPicPr>
                <p:cNvPr id="19" name="图片 18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14281" y="196147"/>
                  <a:ext cx="2124195" cy="3004708"/>
                </a:xfrm>
                <a:prstGeom prst="rect">
                  <a:avLst/>
                </a:prstGeom>
              </p:spPr>
            </p:pic>
          </p:grpSp>
          <p:sp>
            <p:nvSpPr>
              <p:cNvPr id="20" name="文本框 7"/>
              <p:cNvSpPr txBox="1"/>
              <p:nvPr/>
            </p:nvSpPr>
            <p:spPr>
              <a:xfrm>
                <a:off x="4717" y="4133"/>
                <a:ext cx="3511" cy="19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STXihei" panose="02010600040101010101" pitchFamily="2" charset="-122"/>
                    <a:ea typeface="STXihei" panose="02010600040101010101" pitchFamily="2" charset="-122"/>
                    <a:sym typeface="+mn-ea"/>
                  </a:rPr>
                  <a:t>传说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sz="2000" dirty="0" err="1">
                    <a:solidFill>
                      <a:schemeClr val="bg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 pitchFamily="18" charset="0"/>
                  </a:rPr>
                  <a:t>n. legend</a:t>
                </a:r>
              </a:p>
            </p:txBody>
          </p:sp>
        </p:grpSp>
        <p:sp>
          <p:nvSpPr>
            <p:cNvPr id="21" name="文本框 7"/>
            <p:cNvSpPr txBox="1"/>
            <p:nvPr/>
          </p:nvSpPr>
          <p:spPr>
            <a:xfrm>
              <a:off x="5648" y="6873"/>
              <a:ext cx="3511" cy="8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/>
              <a:r>
                <a:rPr sz="2800" dirty="0">
                  <a:solidFill>
                    <a:srgbClr val="2A2A2B"/>
                  </a:solidFill>
                  <a:latin typeface="STXihei" panose="02010600040101010101" pitchFamily="2" charset="-122"/>
                  <a:ea typeface="STXihei" panose="02010600040101010101" pitchFamily="2" charset="-122"/>
                  <a:sym typeface="STXihei" panose="02010600040101010101" pitchFamily="2" charset="-122"/>
                </a:rPr>
                <a:t>chuán</a:t>
              </a:r>
              <a:r>
                <a:rPr lang="en-US" sz="2800" dirty="0">
                  <a:solidFill>
                    <a:srgbClr val="2A2A2B"/>
                  </a:solidFill>
                  <a:latin typeface="STXihei" panose="02010600040101010101" pitchFamily="2" charset="-122"/>
                  <a:ea typeface="STXihei" panose="02010600040101010101" pitchFamily="2" charset="-122"/>
                  <a:sym typeface="STXihei" panose="02010600040101010101" pitchFamily="2" charset="-122"/>
                </a:rPr>
                <a:t> </a:t>
              </a:r>
              <a:r>
                <a:rPr sz="2800" dirty="0">
                  <a:solidFill>
                    <a:srgbClr val="2A2A2B"/>
                  </a:solidFill>
                  <a:latin typeface="STXihei" panose="02010600040101010101" pitchFamily="2" charset="-122"/>
                  <a:ea typeface="STXihei" panose="02010600040101010101" pitchFamily="2" charset="-122"/>
                  <a:sym typeface="STXihei" panose="02010600040101010101" pitchFamily="2" charset="-122"/>
                </a:rPr>
                <a:t>shuō</a:t>
              </a:r>
            </a:p>
          </p:txBody>
        </p:sp>
      </p:grpSp>
      <p:pic>
        <p:nvPicPr>
          <p:cNvPr id="34" name="图片 33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grpSp>
        <p:nvGrpSpPr>
          <p:cNvPr id="47" name="组合 46"/>
          <p:cNvGrpSpPr/>
          <p:nvPr/>
        </p:nvGrpSpPr>
        <p:grpSpPr>
          <a:xfrm>
            <a:off x="6289675" y="3628390"/>
            <a:ext cx="2754630" cy="3194050"/>
            <a:chOff x="9905" y="5714"/>
            <a:chExt cx="4338" cy="5030"/>
          </a:xfrm>
        </p:grpSpPr>
        <p:grpSp>
          <p:nvGrpSpPr>
            <p:cNvPr id="3" name="组合 2"/>
            <p:cNvGrpSpPr/>
            <p:nvPr/>
          </p:nvGrpSpPr>
          <p:grpSpPr>
            <a:xfrm>
              <a:off x="10258" y="5714"/>
              <a:ext cx="3533" cy="5030"/>
              <a:chOff x="9262" y="2028"/>
              <a:chExt cx="3533" cy="5030"/>
            </a:xfrm>
          </p:grpSpPr>
          <p:grpSp>
            <p:nvGrpSpPr>
              <p:cNvPr id="17" name="组合 16"/>
              <p:cNvGrpSpPr/>
              <p:nvPr/>
            </p:nvGrpSpPr>
            <p:grpSpPr>
              <a:xfrm>
                <a:off x="9330" y="2028"/>
                <a:ext cx="3465" cy="5030"/>
                <a:chOff x="1486086" y="120403"/>
                <a:chExt cx="2200089" cy="3194297"/>
              </a:xfrm>
            </p:grpSpPr>
            <p:sp>
              <p:nvSpPr>
                <p:cNvPr id="22" name="矩形: 圆角 76"/>
                <p:cNvSpPr/>
                <p:nvPr/>
              </p:nvSpPr>
              <p:spPr>
                <a:xfrm>
                  <a:off x="1486086" y="120403"/>
                  <a:ext cx="2200089" cy="3194297"/>
                </a:xfrm>
                <a:prstGeom prst="roundRect">
                  <a:avLst/>
                </a:prstGeom>
                <a:solidFill>
                  <a:srgbClr val="E2AEAB"/>
                </a:solidFill>
                <a:ln>
                  <a:noFill/>
                </a:ln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STXihei" panose="02010600040101010101" pitchFamily="2" charset="-122"/>
                    <a:ea typeface="STXihei" panose="02010600040101010101" pitchFamily="2" charset="-122"/>
                  </a:endParaRPr>
                </a:p>
              </p:txBody>
            </p:sp>
            <p:pic>
              <p:nvPicPr>
                <p:cNvPr id="23" name="图片 22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14281" y="196147"/>
                  <a:ext cx="2124195" cy="3004708"/>
                </a:xfrm>
                <a:prstGeom prst="rect">
                  <a:avLst/>
                </a:prstGeom>
              </p:spPr>
            </p:pic>
          </p:grpSp>
          <p:sp>
            <p:nvSpPr>
              <p:cNvPr id="24" name="文本框 7"/>
              <p:cNvSpPr txBox="1"/>
              <p:nvPr/>
            </p:nvSpPr>
            <p:spPr>
              <a:xfrm>
                <a:off x="9262" y="4252"/>
                <a:ext cx="3532" cy="19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STXihei" panose="02010600040101010101" pitchFamily="2" charset="-122"/>
                    <a:ea typeface="STXihei" panose="02010600040101010101" pitchFamily="2" charset="-122"/>
                    <a:sym typeface="+mn-ea"/>
                  </a:rPr>
                  <a:t>善良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sz="2000" dirty="0" err="1">
                    <a:solidFill>
                      <a:schemeClr val="bg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 pitchFamily="18" charset="0"/>
                  </a:rPr>
                  <a:t>adj. kind-hearted</a:t>
                </a:r>
              </a:p>
            </p:txBody>
          </p:sp>
        </p:grpSp>
        <p:sp>
          <p:nvSpPr>
            <p:cNvPr id="30" name="文本框 7"/>
            <p:cNvSpPr txBox="1"/>
            <p:nvPr/>
          </p:nvSpPr>
          <p:spPr>
            <a:xfrm>
              <a:off x="9905" y="7003"/>
              <a:ext cx="4338" cy="9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/>
              <a:r>
                <a:rPr sz="3200" dirty="0">
                  <a:solidFill>
                    <a:srgbClr val="2A2A2B"/>
                  </a:solidFill>
                  <a:latin typeface="STXihei" panose="02010600040101010101" pitchFamily="2" charset="-122"/>
                  <a:ea typeface="STXihei" panose="02010600040101010101" pitchFamily="2" charset="-122"/>
                  <a:sym typeface="STXihei" panose="02010600040101010101" pitchFamily="2" charset="-122"/>
                </a:rPr>
                <a:t>shàn</a:t>
              </a:r>
              <a:r>
                <a:rPr lang="en-US" sz="3200" dirty="0">
                  <a:solidFill>
                    <a:srgbClr val="2A2A2B"/>
                  </a:solidFill>
                  <a:latin typeface="STXihei" panose="02010600040101010101" pitchFamily="2" charset="-122"/>
                  <a:ea typeface="STXihei" panose="02010600040101010101" pitchFamily="2" charset="-122"/>
                  <a:sym typeface="STXihei" panose="02010600040101010101" pitchFamily="2" charset="-122"/>
                </a:rPr>
                <a:t> </a:t>
              </a:r>
              <a:r>
                <a:rPr sz="3200" dirty="0">
                  <a:solidFill>
                    <a:srgbClr val="2A2A2B"/>
                  </a:solidFill>
                  <a:latin typeface="STXihei" panose="02010600040101010101" pitchFamily="2" charset="-122"/>
                  <a:ea typeface="STXihei" panose="02010600040101010101" pitchFamily="2" charset="-122"/>
                  <a:sym typeface="STXihei" panose="02010600040101010101" pitchFamily="2" charset="-122"/>
                </a:rPr>
                <a:t>liáng</a:t>
              </a: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9841230" y="3646170"/>
            <a:ext cx="2228850" cy="3194050"/>
            <a:chOff x="15498" y="5742"/>
            <a:chExt cx="3510" cy="5030"/>
          </a:xfrm>
        </p:grpSpPr>
        <p:grpSp>
          <p:nvGrpSpPr>
            <p:cNvPr id="31" name="组合 30"/>
            <p:cNvGrpSpPr/>
            <p:nvPr/>
          </p:nvGrpSpPr>
          <p:grpSpPr>
            <a:xfrm>
              <a:off x="15498" y="5742"/>
              <a:ext cx="3511" cy="5030"/>
              <a:chOff x="4717" y="1909"/>
              <a:chExt cx="3511" cy="5030"/>
            </a:xfrm>
          </p:grpSpPr>
          <p:grpSp>
            <p:nvGrpSpPr>
              <p:cNvPr id="32" name="组合 31"/>
              <p:cNvGrpSpPr/>
              <p:nvPr/>
            </p:nvGrpSpPr>
            <p:grpSpPr>
              <a:xfrm>
                <a:off x="4718" y="1909"/>
                <a:ext cx="3465" cy="5030"/>
                <a:chOff x="1486086" y="120403"/>
                <a:chExt cx="2200089" cy="3194297"/>
              </a:xfrm>
            </p:grpSpPr>
            <p:sp>
              <p:nvSpPr>
                <p:cNvPr id="33" name="矩形: 圆角 76"/>
                <p:cNvSpPr/>
                <p:nvPr/>
              </p:nvSpPr>
              <p:spPr>
                <a:xfrm>
                  <a:off x="1486086" y="120403"/>
                  <a:ext cx="2200089" cy="3194297"/>
                </a:xfrm>
                <a:prstGeom prst="roundRect">
                  <a:avLst/>
                </a:prstGeom>
                <a:solidFill>
                  <a:srgbClr val="E2AEAB"/>
                </a:solidFill>
                <a:ln>
                  <a:noFill/>
                </a:ln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STXihei" panose="02010600040101010101" pitchFamily="2" charset="-122"/>
                    <a:ea typeface="STXihei" panose="02010600040101010101" pitchFamily="2" charset="-122"/>
                  </a:endParaRPr>
                </a:p>
              </p:txBody>
            </p:sp>
            <p:pic>
              <p:nvPicPr>
                <p:cNvPr id="35" name="图片 34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14281" y="196147"/>
                  <a:ext cx="2124195" cy="3004708"/>
                </a:xfrm>
                <a:prstGeom prst="rect">
                  <a:avLst/>
                </a:prstGeom>
              </p:spPr>
            </p:pic>
          </p:grpSp>
          <p:sp>
            <p:nvSpPr>
              <p:cNvPr id="36" name="文本框 7"/>
              <p:cNvSpPr txBox="1"/>
              <p:nvPr/>
            </p:nvSpPr>
            <p:spPr>
              <a:xfrm>
                <a:off x="4717" y="4133"/>
                <a:ext cx="3511" cy="24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STXihei" panose="02010600040101010101" pitchFamily="2" charset="-122"/>
                    <a:ea typeface="STXihei" panose="02010600040101010101" pitchFamily="2" charset="-122"/>
                    <a:sym typeface="+mn-ea"/>
                  </a:rPr>
                  <a:t>优美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sz="2000" dirty="0" err="1">
                    <a:solidFill>
                      <a:schemeClr val="bg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 pitchFamily="18" charset="0"/>
                  </a:rPr>
                  <a:t>adj. graceful, beautiful</a:t>
                </a:r>
              </a:p>
            </p:txBody>
          </p:sp>
        </p:grpSp>
        <p:sp>
          <p:nvSpPr>
            <p:cNvPr id="38" name="文本框 7"/>
            <p:cNvSpPr txBox="1"/>
            <p:nvPr/>
          </p:nvSpPr>
          <p:spPr>
            <a:xfrm>
              <a:off x="15498" y="6901"/>
              <a:ext cx="3511" cy="10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/>
              <a:r>
                <a:rPr altLang="zh-CN" sz="3600" dirty="0">
                  <a:solidFill>
                    <a:srgbClr val="2A2A2B"/>
                  </a:solidFill>
                  <a:latin typeface="STXihei" panose="02010600040101010101" pitchFamily="2" charset="-122"/>
                  <a:ea typeface="STXihei" panose="02010600040101010101" pitchFamily="2" charset="-122"/>
                  <a:sym typeface="STXihei" panose="02010600040101010101" pitchFamily="2" charset="-122"/>
                </a:rPr>
                <a:t>yōu</a:t>
              </a:r>
              <a:r>
                <a:rPr lang="en-US" sz="3600" dirty="0">
                  <a:solidFill>
                    <a:srgbClr val="2A2A2B"/>
                  </a:solidFill>
                  <a:latin typeface="STXihei" panose="02010600040101010101" pitchFamily="2" charset="-122"/>
                  <a:ea typeface="STXihei" panose="02010600040101010101" pitchFamily="2" charset="-122"/>
                  <a:sym typeface="STXihei" panose="02010600040101010101" pitchFamily="2" charset="-122"/>
                </a:rPr>
                <a:t> </a:t>
              </a:r>
              <a:r>
                <a:rPr altLang="zh-CN" sz="3600" dirty="0">
                  <a:solidFill>
                    <a:srgbClr val="2A2A2B"/>
                  </a:solidFill>
                  <a:latin typeface="STXihei" panose="02010600040101010101" pitchFamily="2" charset="-122"/>
                  <a:ea typeface="STXihei" panose="02010600040101010101" pitchFamily="2" charset="-122"/>
                  <a:sym typeface="STXihei" panose="02010600040101010101" pitchFamily="2" charset="-122"/>
                </a:rPr>
                <a:t>měi</a:t>
              </a:r>
            </a:p>
          </p:txBody>
        </p:sp>
      </p:grpSp>
      <p:sp>
        <p:nvSpPr>
          <p:cNvPr id="72" name="圆角矩形 71"/>
          <p:cNvSpPr/>
          <p:nvPr/>
        </p:nvSpPr>
        <p:spPr>
          <a:xfrm>
            <a:off x="165735" y="1210310"/>
            <a:ext cx="4059555" cy="109791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济南的老百姓自古以来就非常喜欢泉水</a:t>
            </a:r>
            <a:r>
              <a:rPr lang="en-US" altLang="zh-CN"/>
              <a:t>，</a:t>
            </a:r>
            <a:r>
              <a:rPr lang="zh-CN" altLang="en-US"/>
              <a:t>从而</a:t>
            </a:r>
            <a:r>
              <a:rPr lang="zh-CN" altLang="en-US">
                <a:solidFill>
                  <a:schemeClr val="accent6"/>
                </a:solidFill>
              </a:rPr>
              <a:t>产生</a:t>
            </a:r>
            <a:r>
              <a:rPr lang="zh-CN" altLang="en-US"/>
              <a:t>了许多关于泉水的故事</a:t>
            </a:r>
            <a:r>
              <a:rPr lang="en-US" altLang="zh-CN"/>
              <a:t>。</a:t>
            </a:r>
          </a:p>
        </p:txBody>
      </p:sp>
      <p:sp>
        <p:nvSpPr>
          <p:cNvPr id="74" name="圆角矩形 73"/>
          <p:cNvSpPr/>
          <p:nvPr/>
        </p:nvSpPr>
        <p:spPr>
          <a:xfrm>
            <a:off x="165735" y="2457450"/>
            <a:ext cx="4059555" cy="109791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他对这个故事</a:t>
            </a:r>
            <a:r>
              <a:rPr lang="zh-CN" altLang="en-US">
                <a:solidFill>
                  <a:schemeClr val="accent6"/>
                </a:solidFill>
              </a:rPr>
              <a:t>产生</a:t>
            </a:r>
            <a:r>
              <a:rPr lang="zh-CN" altLang="en-US"/>
              <a:t>了兴趣</a:t>
            </a:r>
            <a:r>
              <a:rPr lang="en-US" altLang="zh-CN"/>
              <a:t>。</a:t>
            </a:r>
          </a:p>
        </p:txBody>
      </p:sp>
      <p:grpSp>
        <p:nvGrpSpPr>
          <p:cNvPr id="77" name="组合 76"/>
          <p:cNvGrpSpPr/>
          <p:nvPr/>
        </p:nvGrpSpPr>
        <p:grpSpPr>
          <a:xfrm>
            <a:off x="4202430" y="0"/>
            <a:ext cx="4025900" cy="3806190"/>
            <a:chOff x="6618" y="0"/>
            <a:chExt cx="6340" cy="5994"/>
          </a:xfrm>
        </p:grpSpPr>
        <p:pic>
          <p:nvPicPr>
            <p:cNvPr id="75" name="图片 74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7034" y="0"/>
              <a:ext cx="4339" cy="4304"/>
            </a:xfrm>
            <a:prstGeom prst="rect">
              <a:avLst/>
            </a:prstGeom>
          </p:spPr>
        </p:pic>
        <p:sp>
          <p:nvSpPr>
            <p:cNvPr id="76" name="圆角矩形 75"/>
            <p:cNvSpPr/>
            <p:nvPr/>
          </p:nvSpPr>
          <p:spPr>
            <a:xfrm>
              <a:off x="6618" y="4283"/>
              <a:ext cx="6340" cy="1711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>
                  <a:solidFill>
                    <a:schemeClr val="accent6"/>
                  </a:solidFill>
                </a:rPr>
                <a:t>传说</a:t>
              </a:r>
              <a:r>
                <a:rPr lang="zh-CN" altLang="en-US"/>
                <a:t>人类都是女娲用泥做出来的</a:t>
              </a:r>
              <a:r>
                <a:rPr lang="en-US" altLang="zh-CN"/>
                <a:t>。</a:t>
              </a:r>
            </a:p>
            <a:p>
              <a:pPr algn="ctr"/>
              <a:r>
                <a:rPr lang="zh-CN" altLang="en-US"/>
                <a:t>中国有许多神话</a:t>
              </a:r>
              <a:r>
                <a:rPr lang="zh-CN" altLang="en-US">
                  <a:solidFill>
                    <a:schemeClr val="accent6"/>
                  </a:solidFill>
                </a:rPr>
                <a:t>传说</a:t>
              </a:r>
              <a:r>
                <a:rPr lang="en-US" altLang="zh-CN"/>
                <a:t>。</a:t>
              </a: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8228330" y="0"/>
            <a:ext cx="3713480" cy="3554730"/>
            <a:chOff x="12958" y="0"/>
            <a:chExt cx="5848" cy="5598"/>
          </a:xfrm>
        </p:grpSpPr>
        <p:pic>
          <p:nvPicPr>
            <p:cNvPr id="78" name="图片 77"/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12958" y="0"/>
              <a:ext cx="4915" cy="4931"/>
            </a:xfrm>
            <a:prstGeom prst="rect">
              <a:avLst/>
            </a:prstGeom>
          </p:spPr>
        </p:pic>
        <p:sp>
          <p:nvSpPr>
            <p:cNvPr id="79" name="圆角矩形 78"/>
            <p:cNvSpPr/>
            <p:nvPr/>
          </p:nvSpPr>
          <p:spPr>
            <a:xfrm>
              <a:off x="13746" y="4284"/>
              <a:ext cx="5061" cy="1314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/>
                <a:t>这个地方景色优美</a:t>
              </a:r>
              <a:r>
                <a:rPr lang="en-US" altLang="zh-CN" sz="2400"/>
                <a:t>。</a:t>
              </a:r>
            </a:p>
          </p:txBody>
        </p:sp>
      </p:grpSp>
    </p:spTree>
    <p:custDataLst>
      <p:tags r:id="rId1"/>
    </p:custDataLst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  <p:bldP spid="72" grpId="1" animBg="1"/>
      <p:bldP spid="74" grpId="0" animBg="1"/>
      <p:bldP spid="74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237490" y="173355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237490" y="695325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Source Han Sans CN Regular" panose="020B0500000000000000" pitchFamily="34" charset="-122"/>
                <a:ea typeface="Source Han Sans CN Regular" panose="020B0500000000000000" pitchFamily="34" charset="-122"/>
                <a:sym typeface="+mn-ea"/>
              </a:rPr>
              <a:t>Language Point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Source Han Sans CN Regular" panose="020B0500000000000000" pitchFamily="34" charset="-122"/>
              <a:ea typeface="Source Han Sans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288780" y="1243965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776248" y="-717762"/>
            <a:ext cx="1801707" cy="2511213"/>
          </a:xfrm>
          <a:prstGeom prst="rect">
            <a:avLst/>
          </a:prstGeom>
        </p:spPr>
      </p:pic>
      <p:sp>
        <p:nvSpPr>
          <p:cNvPr id="33" name="圆角矩形 32"/>
          <p:cNvSpPr/>
          <p:nvPr/>
        </p:nvSpPr>
        <p:spPr>
          <a:xfrm>
            <a:off x="9796780" y="3764280"/>
            <a:ext cx="1793240" cy="87693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8" name="组合 67"/>
          <p:cNvGrpSpPr/>
          <p:nvPr/>
        </p:nvGrpSpPr>
        <p:grpSpPr>
          <a:xfrm>
            <a:off x="328295" y="1859280"/>
            <a:ext cx="8654401" cy="767715"/>
            <a:chOff x="518" y="3426"/>
            <a:chExt cx="13450" cy="1305"/>
          </a:xfrm>
        </p:grpSpPr>
        <p:sp>
          <p:nvSpPr>
            <p:cNvPr id="62" name="圆角矩形 61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7"/>
            <p:cNvSpPr txBox="1"/>
            <p:nvPr/>
          </p:nvSpPr>
          <p:spPr>
            <a:xfrm>
              <a:off x="522" y="3640"/>
              <a:ext cx="13446" cy="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704020202020204" pitchFamily="34" charset="0"/>
                <a:buNone/>
                <a:defRPr/>
              </a:pPr>
              <a:r>
                <a:rPr lang="zh-CN" altLang="en-US" sz="2800" b="1" noProof="0" dirty="0">
                  <a:ln>
                    <a:noFill/>
                  </a:ln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sym typeface="+mn-ea"/>
                </a:rPr>
                <a:t>济南是一座风景</a:t>
              </a:r>
              <a:r>
                <a:rPr lang="zh-CN" altLang="en-US" sz="28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sym typeface="+mn-ea"/>
                </a:rPr>
                <a:t>美丽</a:t>
              </a:r>
              <a:r>
                <a:rPr lang="zh-CN" altLang="en-US" sz="2800" b="1" noProof="0" dirty="0">
                  <a:ln>
                    <a:noFill/>
                  </a:ln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sym typeface="+mn-ea"/>
                </a:rPr>
                <a:t>/</a:t>
              </a:r>
              <a:r>
                <a:rPr lang="zh-CN" altLang="en-US" sz="2800" b="1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sym typeface="+mn-ea"/>
                </a:rPr>
                <a:t>优美</a:t>
              </a:r>
              <a:r>
                <a:rPr lang="zh-CN" altLang="en-US" sz="2800" b="1" noProof="0" dirty="0">
                  <a:ln>
                    <a:noFill/>
                  </a:ln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sym typeface="+mn-ea"/>
                </a:rPr>
                <a:t>的城市。</a:t>
              </a:r>
            </a:p>
          </p:txBody>
        </p:sp>
      </p:grpSp>
      <p:grpSp>
        <p:nvGrpSpPr>
          <p:cNvPr id="76" name="组合 75"/>
          <p:cNvGrpSpPr/>
          <p:nvPr/>
        </p:nvGrpSpPr>
        <p:grpSpPr>
          <a:xfrm>
            <a:off x="328295" y="3017029"/>
            <a:ext cx="8651875" cy="725271"/>
            <a:chOff x="517" y="3642"/>
            <a:chExt cx="13625" cy="1862"/>
          </a:xfrm>
        </p:grpSpPr>
        <p:sp>
          <p:nvSpPr>
            <p:cNvPr id="77" name="圆角矩形 76"/>
            <p:cNvSpPr/>
            <p:nvPr/>
          </p:nvSpPr>
          <p:spPr>
            <a:xfrm>
              <a:off x="517" y="3642"/>
              <a:ext cx="13625" cy="1862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文本框 7"/>
            <p:cNvSpPr txBox="1"/>
            <p:nvPr/>
          </p:nvSpPr>
          <p:spPr>
            <a:xfrm>
              <a:off x="519" y="3857"/>
              <a:ext cx="13446" cy="13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 fontAlgn="base">
                <a:buClrTx/>
                <a:buSzTx/>
                <a:buFont typeface="Arial" panose="020B0704020202020204" pitchFamily="34" charset="0"/>
                <a:defRPr/>
              </a:pPr>
              <a:r>
                <a:rPr sz="2800" b="1" noProof="0" dirty="0">
                  <a:ln>
                    <a:noFill/>
                  </a:ln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sym typeface="+mn-ea"/>
                </a:rPr>
                <a:t>她有一双</a:t>
              </a:r>
              <a:r>
                <a:rPr sz="28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sym typeface="+mn-ea"/>
                </a:rPr>
                <a:t>美丽</a:t>
              </a:r>
              <a:r>
                <a:rPr sz="2800" b="1" noProof="0" dirty="0">
                  <a:ln>
                    <a:noFill/>
                  </a:ln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sym typeface="+mn-ea"/>
                </a:rPr>
                <a:t>的大眼睛。</a:t>
              </a: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331470" y="4190365"/>
            <a:ext cx="8745809" cy="725170"/>
            <a:chOff x="517" y="2974"/>
            <a:chExt cx="13597" cy="1142"/>
          </a:xfrm>
        </p:grpSpPr>
        <p:sp>
          <p:nvSpPr>
            <p:cNvPr id="81" name="圆角矩形 80"/>
            <p:cNvSpPr/>
            <p:nvPr/>
          </p:nvSpPr>
          <p:spPr>
            <a:xfrm>
              <a:off x="517" y="2974"/>
              <a:ext cx="13447" cy="1142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文本框 7"/>
            <p:cNvSpPr txBox="1"/>
            <p:nvPr/>
          </p:nvSpPr>
          <p:spPr>
            <a:xfrm>
              <a:off x="668" y="3198"/>
              <a:ext cx="13446" cy="8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l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 noProof="0" dirty="0">
                  <a:ln>
                    <a:noFill/>
                  </a:ln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sym typeface="+mn-ea"/>
                </a:rPr>
                <a:t>演员们的动作十分</a:t>
              </a:r>
              <a:r>
                <a:rPr lang="zh-CN" altLang="en-US" sz="2800" b="1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sym typeface="+mn-ea"/>
                </a:rPr>
                <a:t>优美</a:t>
              </a:r>
              <a:r>
                <a:rPr lang="zh-CN" altLang="en-US" sz="2800" b="1" noProof="0" dirty="0">
                  <a:ln>
                    <a:noFill/>
                  </a:ln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sym typeface="+mn-ea"/>
                </a:rPr>
                <a:t>。</a:t>
              </a: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9243382" y="3836770"/>
            <a:ext cx="2837185" cy="1908509"/>
            <a:chOff x="2558" y="1286"/>
            <a:chExt cx="5660" cy="3807"/>
          </a:xfrm>
        </p:grpSpPr>
        <p:sp>
          <p:nvSpPr>
            <p:cNvPr id="3" name="圆角矩形 2"/>
            <p:cNvSpPr/>
            <p:nvPr/>
          </p:nvSpPr>
          <p:spPr>
            <a:xfrm>
              <a:off x="3646" y="3344"/>
              <a:ext cx="3577" cy="174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2558" y="1286"/>
              <a:ext cx="5660" cy="15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rgbClr val="FF0000"/>
                  </a:solidFill>
                  <a:latin typeface="STKaiti" panose="02010600040101010101" charset="-122"/>
                  <a:ea typeface="STKaiti" panose="02010600040101010101" charset="-122"/>
                  <a:cs typeface="STXihei" panose="02010600040101010101" pitchFamily="2" charset="-122"/>
                  <a:sym typeface="+mn-ea"/>
                </a:rPr>
                <a:t>美丽</a:t>
              </a: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9256062" y="4922520"/>
            <a:ext cx="283718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ctr"/>
            <a:r>
              <a:rPr lang="zh-CN" altLang="en-US" sz="4400" b="1" kern="100" dirty="0">
                <a:solidFill>
                  <a:schemeClr val="accent1"/>
                </a:solidFill>
                <a:latin typeface="STKaiti" panose="02010600040101010101" charset="-122"/>
                <a:ea typeface="STKaiti" panose="02010600040101010101" charset="-122"/>
                <a:cs typeface="STXihei" panose="02010600040101010101" pitchFamily="2" charset="-122"/>
                <a:sym typeface="+mn-ea"/>
              </a:rPr>
              <a:t>优美</a:t>
            </a:r>
          </a:p>
        </p:txBody>
      </p:sp>
      <p:pic>
        <p:nvPicPr>
          <p:cNvPr id="8" name="图片 7" descr="/Users/huangkafi/Downloads/抠图/IMG_7106-20220929122909.pngIMG_7106-20220929122909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7439025" y="3016885"/>
            <a:ext cx="2337435" cy="2007235"/>
          </a:xfrm>
          <a:prstGeom prst="rect">
            <a:avLst/>
          </a:prstGeom>
        </p:spPr>
      </p:pic>
      <p:pic>
        <p:nvPicPr>
          <p:cNvPr id="11" name="图片 10" descr="/Users/huangkafi/Downloads/抠图/IMG_7105-20220929122900.pngIMG_7105-20220929122900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358265" y="2547620"/>
            <a:ext cx="996950" cy="1602105"/>
          </a:xfrm>
          <a:prstGeom prst="rect">
            <a:avLst/>
          </a:prstGeom>
        </p:spPr>
      </p:pic>
      <p:sp>
        <p:nvSpPr>
          <p:cNvPr id="7" name="圆角矩形 6"/>
          <p:cNvSpPr/>
          <p:nvPr/>
        </p:nvSpPr>
        <p:spPr>
          <a:xfrm>
            <a:off x="1698625" y="382555"/>
            <a:ext cx="6673215" cy="144370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dirty="0"/>
              <a:t>都是形容词</a:t>
            </a:r>
            <a:r>
              <a:rPr lang="en-US" altLang="zh-CN" sz="3200" dirty="0"/>
              <a:t>，</a:t>
            </a:r>
            <a:r>
              <a:rPr lang="zh-CN" altLang="en-US" sz="3200" dirty="0"/>
              <a:t>形容风景</a:t>
            </a:r>
            <a:r>
              <a:rPr lang="en-US" altLang="zh-CN" sz="3200" dirty="0"/>
              <a:t>、</a:t>
            </a:r>
            <a:r>
              <a:rPr lang="zh-CN" altLang="en-US" sz="3200" dirty="0"/>
              <a:t>环境等</a:t>
            </a:r>
            <a:r>
              <a:rPr lang="en-US" altLang="zh-CN" sz="3200" dirty="0"/>
              <a:t>。</a:t>
            </a:r>
            <a:r>
              <a:rPr lang="vi-VN" altLang="zh-CN" sz="3200" dirty="0"/>
              <a:t>Đều là tính từ, tả phong cảnh, môi  trường</a:t>
            </a:r>
            <a:endParaRPr lang="en-US" altLang="zh-CN" sz="3200" dirty="0"/>
          </a:p>
        </p:txBody>
      </p:sp>
      <p:sp>
        <p:nvSpPr>
          <p:cNvPr id="12" name="圆角矩形 11"/>
          <p:cNvSpPr/>
          <p:nvPr/>
        </p:nvSpPr>
        <p:spPr>
          <a:xfrm>
            <a:off x="633595" y="5166360"/>
            <a:ext cx="8372475" cy="144843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美丽</a:t>
            </a:r>
            <a:r>
              <a:rPr lang="en-US" altLang="zh-CN" sz="2000" dirty="0"/>
              <a:t>：</a:t>
            </a:r>
            <a:r>
              <a:rPr lang="zh-CN" altLang="en-US" sz="2000" dirty="0"/>
              <a:t>多用于形容</a:t>
            </a:r>
            <a:r>
              <a:rPr lang="zh-CN" altLang="en-US" sz="2000" dirty="0">
                <a:solidFill>
                  <a:schemeClr val="accent6"/>
                </a:solidFill>
                <a:highlight>
                  <a:srgbClr val="FFFF00"/>
                </a:highlight>
              </a:rPr>
              <a:t>长相</a:t>
            </a:r>
            <a:r>
              <a:rPr lang="en-US" altLang="zh-CN" sz="2000" dirty="0">
                <a:solidFill>
                  <a:schemeClr val="accent6"/>
                </a:solidFill>
                <a:highlight>
                  <a:srgbClr val="FFFF00"/>
                </a:highlight>
              </a:rPr>
              <a:t>、</a:t>
            </a:r>
            <a:r>
              <a:rPr lang="zh-CN" altLang="en-US" sz="2000" dirty="0">
                <a:solidFill>
                  <a:schemeClr val="accent6"/>
                </a:solidFill>
                <a:highlight>
                  <a:srgbClr val="FFFF00"/>
                </a:highlight>
              </a:rPr>
              <a:t>样子</a:t>
            </a:r>
            <a:r>
              <a:rPr lang="en-US" altLang="zh-CN" sz="2000" dirty="0">
                <a:solidFill>
                  <a:schemeClr val="accent6"/>
                </a:solidFill>
                <a:highlight>
                  <a:srgbClr val="FFFF00"/>
                </a:highlight>
              </a:rPr>
              <a:t>、</a:t>
            </a:r>
            <a:r>
              <a:rPr lang="zh-CN" altLang="en-US" sz="2000" dirty="0">
                <a:solidFill>
                  <a:schemeClr val="accent6"/>
                </a:solidFill>
                <a:highlight>
                  <a:srgbClr val="FFFF00"/>
                </a:highlight>
              </a:rPr>
              <a:t>打扮</a:t>
            </a:r>
            <a:r>
              <a:rPr lang="en-US" altLang="zh-CN" sz="2000" dirty="0">
                <a:solidFill>
                  <a:schemeClr val="accent6"/>
                </a:solidFill>
                <a:highlight>
                  <a:srgbClr val="FFFF00"/>
                </a:highlight>
              </a:rPr>
              <a:t>。</a:t>
            </a:r>
            <a:r>
              <a:rPr lang="vi-VN" altLang="zh-CN" sz="2000" dirty="0">
                <a:solidFill>
                  <a:schemeClr val="accent6"/>
                </a:solidFill>
                <a:highlight>
                  <a:srgbClr val="FFFF00"/>
                </a:highlight>
              </a:rPr>
              <a:t> Chủ yếu để tả tướng mạo, vóc dáng, ăn diện(trang điểm...)</a:t>
            </a:r>
            <a:endParaRPr lang="en-US" altLang="zh-CN" sz="2000" dirty="0">
              <a:solidFill>
                <a:schemeClr val="accent6"/>
              </a:solidFill>
              <a:highlight>
                <a:srgbClr val="FFFF00"/>
              </a:highlight>
            </a:endParaRPr>
          </a:p>
          <a:p>
            <a:pPr algn="ctr"/>
            <a:r>
              <a:rPr lang="en-US" altLang="zh-CN" sz="2000" dirty="0">
                <a:solidFill>
                  <a:schemeClr val="bg1"/>
                </a:solidFill>
              </a:rPr>
              <a:t>      </a:t>
            </a:r>
            <a:r>
              <a:rPr lang="zh-CN" altLang="en-US" sz="2000" dirty="0">
                <a:solidFill>
                  <a:schemeClr val="bg1"/>
                </a:solidFill>
              </a:rPr>
              <a:t>优美</a:t>
            </a:r>
            <a:r>
              <a:rPr lang="en-US" altLang="zh-CN" sz="2000" dirty="0">
                <a:solidFill>
                  <a:schemeClr val="bg1"/>
                </a:solidFill>
              </a:rPr>
              <a:t>：</a:t>
            </a:r>
            <a:r>
              <a:rPr lang="zh-CN" altLang="en-US" sz="2000" dirty="0">
                <a:solidFill>
                  <a:schemeClr val="bg1"/>
                </a:solidFill>
              </a:rPr>
              <a:t>多形容</a:t>
            </a:r>
            <a:r>
              <a:rPr lang="zh-CN" altLang="en-US" sz="2000" dirty="0">
                <a:solidFill>
                  <a:schemeClr val="accent6">
                    <a:lumMod val="75000"/>
                  </a:schemeClr>
                </a:solidFill>
                <a:highlight>
                  <a:srgbClr val="FFFF00"/>
                </a:highlight>
              </a:rPr>
              <a:t>动作</a:t>
            </a:r>
            <a:r>
              <a:rPr lang="en-US" altLang="zh-CN" sz="2000" dirty="0">
                <a:solidFill>
                  <a:schemeClr val="accent6">
                    <a:lumMod val="75000"/>
                  </a:schemeClr>
                </a:solidFill>
                <a:highlight>
                  <a:srgbClr val="FFFF00"/>
                </a:highlight>
              </a:rPr>
              <a:t>、</a:t>
            </a:r>
            <a:r>
              <a:rPr lang="zh-CN" altLang="en-US" sz="2000" dirty="0">
                <a:solidFill>
                  <a:schemeClr val="accent6">
                    <a:lumMod val="75000"/>
                  </a:schemeClr>
                </a:solidFill>
                <a:highlight>
                  <a:srgbClr val="FFFF00"/>
                </a:highlight>
              </a:rPr>
              <a:t>形象给人美好的感受</a:t>
            </a:r>
            <a:r>
              <a:rPr lang="en-US" altLang="zh-CN" sz="3200" dirty="0">
                <a:solidFill>
                  <a:schemeClr val="bg1"/>
                </a:solidFill>
              </a:rPr>
              <a:t>。</a:t>
            </a:r>
            <a:r>
              <a:rPr lang="vi-VN" altLang="zh-CN" sz="2000" dirty="0">
                <a:solidFill>
                  <a:schemeClr val="bg1"/>
                </a:solidFill>
              </a:rPr>
              <a:t>Chủ yếu nói về động tác, làm cho người ta cảm nhận đc sự tốt đẹp, đẹp đẽ </a:t>
            </a:r>
            <a:endParaRPr lang="en-US" altLang="zh-CN" sz="2000" dirty="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  <p:bldP spid="33" grpId="0" bldLvl="0" animBg="1"/>
      <p:bldP spid="6" grpId="0"/>
      <p:bldP spid="7" grpId="0" animBg="1"/>
      <p:bldP spid="7" grpId="1" animBg="1"/>
      <p:bldP spid="12" grpId="0" animBg="1"/>
      <p:bldP spid="12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237490" y="173355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237490" y="695325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Source Han Sans CN Regular" panose="020B0500000000000000" pitchFamily="34" charset="-122"/>
                <a:ea typeface="Source Han Sans CN Regular" panose="020B0500000000000000" pitchFamily="34" charset="-122"/>
                <a:sym typeface="+mn-ea"/>
              </a:rPr>
              <a:t>Language Point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Source Han Sans CN Regular" panose="020B0500000000000000" pitchFamily="34" charset="-122"/>
              <a:ea typeface="Source Han Sans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288780" y="1243965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776248" y="-717762"/>
            <a:ext cx="1801707" cy="2511213"/>
          </a:xfrm>
          <a:prstGeom prst="rect">
            <a:avLst/>
          </a:prstGeom>
        </p:spPr>
      </p:pic>
      <p:sp>
        <p:nvSpPr>
          <p:cNvPr id="33" name="圆角矩形 32"/>
          <p:cNvSpPr/>
          <p:nvPr/>
        </p:nvSpPr>
        <p:spPr>
          <a:xfrm>
            <a:off x="9796780" y="3764280"/>
            <a:ext cx="1793240" cy="87693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8" name="组合 67"/>
          <p:cNvGrpSpPr/>
          <p:nvPr/>
        </p:nvGrpSpPr>
        <p:grpSpPr>
          <a:xfrm>
            <a:off x="328295" y="1859280"/>
            <a:ext cx="8654401" cy="767715"/>
            <a:chOff x="518" y="3426"/>
            <a:chExt cx="13450" cy="1305"/>
          </a:xfrm>
        </p:grpSpPr>
        <p:sp>
          <p:nvSpPr>
            <p:cNvPr id="62" name="圆角矩形 61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7"/>
            <p:cNvSpPr txBox="1"/>
            <p:nvPr/>
          </p:nvSpPr>
          <p:spPr>
            <a:xfrm>
              <a:off x="522" y="3640"/>
              <a:ext cx="13446" cy="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704020202020204" pitchFamily="34" charset="0"/>
                <a:buNone/>
                <a:defRPr/>
              </a:pPr>
              <a:r>
                <a:rPr lang="zh-CN" altLang="en-US" sz="2800" b="1" noProof="0" dirty="0">
                  <a:ln>
                    <a:noFill/>
                  </a:ln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sym typeface="+mn-ea"/>
                </a:rPr>
                <a:t>雨后天空中出现了一道</a:t>
              </a:r>
              <a:r>
                <a:rPr lang="zh-CN" altLang="en-US" sz="28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sym typeface="+mn-ea"/>
                </a:rPr>
                <a:t>美丽</a:t>
              </a:r>
              <a:r>
                <a:rPr lang="zh-CN" altLang="en-US" sz="2800" b="1" noProof="0" dirty="0">
                  <a:ln>
                    <a:noFill/>
                  </a:ln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sym typeface="+mn-ea"/>
                </a:rPr>
                <a:t>的彩虹。</a:t>
              </a:r>
            </a:p>
          </p:txBody>
        </p:sp>
      </p:grpSp>
      <p:grpSp>
        <p:nvGrpSpPr>
          <p:cNvPr id="76" name="组合 75"/>
          <p:cNvGrpSpPr/>
          <p:nvPr/>
        </p:nvGrpSpPr>
        <p:grpSpPr>
          <a:xfrm>
            <a:off x="328295" y="3017029"/>
            <a:ext cx="8651875" cy="725271"/>
            <a:chOff x="517" y="3642"/>
            <a:chExt cx="13625" cy="1862"/>
          </a:xfrm>
        </p:grpSpPr>
        <p:sp>
          <p:nvSpPr>
            <p:cNvPr id="77" name="圆角矩形 76"/>
            <p:cNvSpPr/>
            <p:nvPr/>
          </p:nvSpPr>
          <p:spPr>
            <a:xfrm>
              <a:off x="517" y="3642"/>
              <a:ext cx="13625" cy="1862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文本框 7"/>
            <p:cNvSpPr txBox="1"/>
            <p:nvPr/>
          </p:nvSpPr>
          <p:spPr>
            <a:xfrm>
              <a:off x="519" y="3857"/>
              <a:ext cx="13446" cy="13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 fontAlgn="base">
                <a:buClrTx/>
                <a:buSzTx/>
                <a:buFont typeface="Arial" panose="020B0704020202020204" pitchFamily="34" charset="0"/>
                <a:defRPr/>
              </a:pPr>
              <a:r>
                <a:rPr sz="2800" b="1" noProof="0" dirty="0">
                  <a:ln>
                    <a:noFill/>
                  </a:ln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sym typeface="+mn-ea"/>
                </a:rPr>
                <a:t>一进院子就听到了丽丽那</a:t>
              </a:r>
              <a:r>
                <a:rPr sz="2800" b="1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sym typeface="+mn-ea"/>
                </a:rPr>
                <a:t>优美</a:t>
              </a:r>
              <a:r>
                <a:rPr sz="2800" b="1" noProof="0" dirty="0">
                  <a:ln>
                    <a:noFill/>
                  </a:ln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sym typeface="+mn-ea"/>
                </a:rPr>
                <a:t>的歌声。</a:t>
              </a: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331470" y="4190365"/>
            <a:ext cx="8745809" cy="725170"/>
            <a:chOff x="517" y="2974"/>
            <a:chExt cx="13597" cy="1142"/>
          </a:xfrm>
        </p:grpSpPr>
        <p:sp>
          <p:nvSpPr>
            <p:cNvPr id="81" name="圆角矩形 80"/>
            <p:cNvSpPr/>
            <p:nvPr/>
          </p:nvSpPr>
          <p:spPr>
            <a:xfrm>
              <a:off x="517" y="2974"/>
              <a:ext cx="13447" cy="1142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文本框 7"/>
            <p:cNvSpPr txBox="1"/>
            <p:nvPr/>
          </p:nvSpPr>
          <p:spPr>
            <a:xfrm>
              <a:off x="668" y="3160"/>
              <a:ext cx="13446" cy="8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 noProof="0" dirty="0">
                  <a:ln>
                    <a:noFill/>
                  </a:ln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sym typeface="+mn-ea"/>
                </a:rPr>
                <a:t>她有一颗</a:t>
              </a:r>
              <a:r>
                <a:rPr lang="zh-CN" altLang="en-US" sz="28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sym typeface="+mn-ea"/>
                </a:rPr>
                <a:t>美丽</a:t>
              </a:r>
              <a:r>
                <a:rPr lang="zh-CN" altLang="en-US" sz="2800" b="1" noProof="0" dirty="0">
                  <a:ln>
                    <a:noFill/>
                  </a:ln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sym typeface="+mn-ea"/>
                </a:rPr>
                <a:t>善良的心。</a:t>
              </a: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9243382" y="3836770"/>
            <a:ext cx="2837185" cy="1908509"/>
            <a:chOff x="2558" y="1286"/>
            <a:chExt cx="5660" cy="3807"/>
          </a:xfrm>
        </p:grpSpPr>
        <p:sp>
          <p:nvSpPr>
            <p:cNvPr id="3" name="圆角矩形 2"/>
            <p:cNvSpPr/>
            <p:nvPr/>
          </p:nvSpPr>
          <p:spPr>
            <a:xfrm>
              <a:off x="3646" y="3344"/>
              <a:ext cx="3577" cy="174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2558" y="1286"/>
              <a:ext cx="5660" cy="15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rgbClr val="FF0000"/>
                  </a:solidFill>
                  <a:latin typeface="STKaiti" panose="02010600040101010101" charset="-122"/>
                  <a:ea typeface="STKaiti" panose="02010600040101010101" charset="-122"/>
                  <a:cs typeface="STXihei" panose="02010600040101010101" pitchFamily="2" charset="-122"/>
                  <a:sym typeface="+mn-ea"/>
                </a:rPr>
                <a:t>美丽</a:t>
              </a: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9256062" y="4922520"/>
            <a:ext cx="283718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ctr"/>
            <a:r>
              <a:rPr lang="zh-CN" altLang="en-US" sz="4400" b="1" kern="100" dirty="0">
                <a:solidFill>
                  <a:schemeClr val="accent1"/>
                </a:solidFill>
                <a:latin typeface="STKaiti" panose="02010600040101010101" charset="-122"/>
                <a:ea typeface="STKaiti" panose="02010600040101010101" charset="-122"/>
                <a:cs typeface="STXihei" panose="02010600040101010101" pitchFamily="2" charset="-122"/>
                <a:sym typeface="+mn-ea"/>
              </a:rPr>
              <a:t>优美</a:t>
            </a:r>
          </a:p>
        </p:txBody>
      </p:sp>
      <p:pic>
        <p:nvPicPr>
          <p:cNvPr id="8" name="图片 7" descr="/Users/huangkafi/Downloads/抠图/IMG_7108-20220929130235.pngIMG_7108-20220929130235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81380" y="3023235"/>
            <a:ext cx="721360" cy="725170"/>
          </a:xfrm>
          <a:prstGeom prst="rect">
            <a:avLst/>
          </a:prstGeom>
        </p:spPr>
      </p:pic>
      <p:pic>
        <p:nvPicPr>
          <p:cNvPr id="10" name="图片 9" descr="/Users/huangkafi/Downloads/抠图/IMG_7109-20220929130245.pngIMG_7109-20220929130245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7453630" y="3822700"/>
            <a:ext cx="1802130" cy="1496695"/>
          </a:xfrm>
          <a:prstGeom prst="rect">
            <a:avLst/>
          </a:prstGeom>
        </p:spPr>
      </p:pic>
      <p:pic>
        <p:nvPicPr>
          <p:cNvPr id="11" name="图片 10" descr="/Users/huangkafi/Downloads/抠图/IMG_7107-20220929130222.pngIMG_7107-20220929130222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 rot="2220000">
            <a:off x="4799965" y="852170"/>
            <a:ext cx="1612265" cy="119824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97510" y="5267325"/>
            <a:ext cx="764921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美丽</a:t>
            </a:r>
            <a:r>
              <a:rPr lang="en-US" altLang="zh-CN" sz="2000" dirty="0"/>
              <a:t>：</a:t>
            </a:r>
            <a:r>
              <a:rPr lang="zh-CN" altLang="en-US" sz="2000" dirty="0"/>
              <a:t>形容</a:t>
            </a:r>
            <a:r>
              <a:rPr lang="zh-CN" altLang="en-US" sz="2000" dirty="0">
                <a:solidFill>
                  <a:schemeClr val="accent6">
                    <a:lumMod val="75000"/>
                  </a:schemeClr>
                </a:solidFill>
              </a:rPr>
              <a:t>视觉感受</a:t>
            </a:r>
            <a:r>
              <a:rPr lang="en-US" altLang="zh-CN" sz="2000" dirty="0"/>
              <a:t>。   </a:t>
            </a:r>
            <a:r>
              <a:rPr lang="zh-CN" altLang="en-US" sz="2000" dirty="0"/>
              <a:t>表示</a:t>
            </a:r>
            <a:r>
              <a:rPr lang="zh-CN" altLang="en-US" sz="2000" dirty="0">
                <a:solidFill>
                  <a:schemeClr val="accent6">
                    <a:lumMod val="75000"/>
                  </a:schemeClr>
                </a:solidFill>
              </a:rPr>
              <a:t>美好</a:t>
            </a:r>
            <a:r>
              <a:rPr lang="en-US" altLang="zh-CN" sz="2000" dirty="0">
                <a:solidFill>
                  <a:schemeClr val="accent6">
                    <a:lumMod val="75000"/>
                  </a:schemeClr>
                </a:solidFill>
              </a:rPr>
              <a:t>、</a:t>
            </a:r>
            <a:r>
              <a:rPr lang="zh-CN" altLang="en-US" sz="2000" dirty="0">
                <a:solidFill>
                  <a:schemeClr val="accent6">
                    <a:lumMod val="75000"/>
                  </a:schemeClr>
                </a:solidFill>
              </a:rPr>
              <a:t>高尚</a:t>
            </a:r>
            <a:r>
              <a:rPr lang="vi-VN" altLang="zh-CN" sz="2000" dirty="0">
                <a:solidFill>
                  <a:schemeClr val="accent6">
                    <a:lumMod val="75000"/>
                  </a:schemeClr>
                </a:solidFill>
              </a:rPr>
              <a:t> tả cảm nhận bằng thị giác, biểu thị đẹp đẽ, cao sang.</a:t>
            </a:r>
            <a:endParaRPr lang="en-US" altLang="zh-CN" sz="2000" dirty="0"/>
          </a:p>
          <a:p>
            <a:r>
              <a:rPr lang="zh-CN" altLang="en-US" sz="2000" dirty="0"/>
              <a:t>优美</a:t>
            </a:r>
            <a:r>
              <a:rPr lang="en-US" altLang="zh-CN" sz="2000" dirty="0"/>
              <a:t>：</a:t>
            </a:r>
            <a:r>
              <a:rPr lang="zh-CN" altLang="en-US" sz="2000" dirty="0"/>
              <a:t>也可以形容</a:t>
            </a:r>
            <a:r>
              <a:rPr lang="zh-CN" altLang="en-US" sz="2000" dirty="0">
                <a:solidFill>
                  <a:schemeClr val="accent6">
                    <a:lumMod val="75000"/>
                  </a:schemeClr>
                </a:solidFill>
              </a:rPr>
              <a:t>其他各种感受</a:t>
            </a:r>
            <a:r>
              <a:rPr lang="en-US" altLang="zh-CN" sz="2000" dirty="0"/>
              <a:t>。</a:t>
            </a:r>
            <a:r>
              <a:rPr lang="vi-VN" altLang="zh-CN" sz="2000" dirty="0"/>
              <a:t>Có thể tả về các cảm nhận khác </a:t>
            </a:r>
            <a:endParaRPr lang="en-US" altLang="zh-CN" sz="2000" dirty="0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  <p:bldP spid="33" grpId="0" bldLvl="0" animBg="1"/>
      <p:bldP spid="6" grpId="0"/>
      <p:bldP spid="7" grpId="0"/>
      <p:bldP spid="7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图片 33" descr="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graphicFrame>
        <p:nvGraphicFramePr>
          <p:cNvPr id="7" name="表格 6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255905" y="1639570"/>
          <a:ext cx="11708130" cy="4460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5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13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92175">
                <a:tc>
                  <a:txBody>
                    <a:bodyPr/>
                    <a:lstStyle/>
                    <a:p>
                      <a:pPr algn="ctr"/>
                      <a:endParaRPr lang="zh-CN" altLang="en-US" sz="2000" baseline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 baseline="0" dirty="0"/>
                        <a:t>美丽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 baseline="0" dirty="0"/>
                        <a:t>优美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2175">
                <a:tc>
                  <a:txBody>
                    <a:bodyPr/>
                    <a:lstStyle/>
                    <a:p>
                      <a:pPr algn="l"/>
                      <a:r>
                        <a:rPr sz="2400" kern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TXihei" panose="02010600040101010101" pitchFamily="2" charset="-122"/>
                          <a:ea typeface="STXihei" panose="02010600040101010101" pitchFamily="2" charset="-122"/>
                          <a:cs typeface="STXihei" panose="02010600040101010101" pitchFamily="2" charset="-122"/>
                          <a:sym typeface="STXihei" panose="02010600040101010101" pitchFamily="2" charset="-122"/>
                        </a:rPr>
                        <a:t>这篇文章的语言生动</a:t>
                      </a:r>
                      <a:r>
                        <a:rPr lang="en-US" sz="2400" kern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TXihei" panose="02010600040101010101" pitchFamily="2" charset="-122"/>
                          <a:ea typeface="STXihei" panose="02010600040101010101" pitchFamily="2" charset="-122"/>
                          <a:cs typeface="STXihei" panose="02010600040101010101" pitchFamily="2" charset="-122"/>
                          <a:sym typeface="STXihei" panose="02010600040101010101" pitchFamily="2" charset="-122"/>
                        </a:rPr>
                        <a:t>_________</a:t>
                      </a:r>
                      <a:r>
                        <a:rPr lang="zh-CN" altLang="en-US" sz="2400" kern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TXihei" panose="02010600040101010101" pitchFamily="2" charset="-122"/>
                          <a:ea typeface="STXihei" panose="02010600040101010101" pitchFamily="2" charset="-122"/>
                          <a:cs typeface="STXihei" panose="02010600040101010101" pitchFamily="2" charset="-122"/>
                          <a:sym typeface="STXihei" panose="02010600040101010101" pitchFamily="2" charset="-122"/>
                        </a:rPr>
                        <a:t>。</a:t>
                      </a:r>
                    </a:p>
                  </a:txBody>
                  <a:tcPr marL="123146" marR="123146" marT="61573" marB="61573" anchor="ctr"/>
                </a:tc>
                <a:tc>
                  <a:txBody>
                    <a:bodyPr/>
                    <a:lstStyle/>
                    <a:p>
                      <a:pPr eaLnBrk="1"/>
                      <a:endParaRPr lang="zh-CN" altLang="en-US" sz="2400" dirty="0"/>
                    </a:p>
                  </a:txBody>
                  <a:tcPr marL="123146" marR="123146" marT="61573" marB="61573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marL="123146" marR="123146" marT="61573" marB="61573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2175">
                <a:tc>
                  <a:txBody>
                    <a:bodyPr/>
                    <a:lstStyle/>
                    <a:p>
                      <a:pPr algn="l"/>
                      <a:r>
                        <a:rPr sz="2400" kern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TXihei" panose="02010600040101010101" pitchFamily="2" charset="-122"/>
                          <a:ea typeface="STXihei" panose="02010600040101010101" pitchFamily="2" charset="-122"/>
                          <a:cs typeface="STXihei" panose="02010600040101010101" pitchFamily="2" charset="-122"/>
                          <a:sym typeface="STXihei" panose="02010600040101010101" pitchFamily="2" charset="-122"/>
                        </a:rPr>
                        <a:t>心也像窗户一样，如果不打开，就看不到外面的</a:t>
                      </a:r>
                      <a:r>
                        <a:rPr lang="en-US" sz="2400" kern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TXihei" panose="02010600040101010101" pitchFamily="2" charset="-122"/>
                          <a:ea typeface="STXihei" panose="02010600040101010101" pitchFamily="2" charset="-122"/>
                          <a:cs typeface="STXihei" panose="02010600040101010101" pitchFamily="2" charset="-122"/>
                          <a:sym typeface="STXihei" panose="02010600040101010101" pitchFamily="2" charset="-122"/>
                        </a:rPr>
                        <a:t>_________</a:t>
                      </a:r>
                      <a:r>
                        <a:rPr sz="2400" kern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TXihei" panose="02010600040101010101" pitchFamily="2" charset="-122"/>
                          <a:ea typeface="STXihei" panose="02010600040101010101" pitchFamily="2" charset="-122"/>
                          <a:cs typeface="STXihei" panose="02010600040101010101" pitchFamily="2" charset="-122"/>
                          <a:sym typeface="STXihei" panose="02010600040101010101" pitchFamily="2" charset="-122"/>
                        </a:rPr>
                        <a:t>和热闹。</a:t>
                      </a:r>
                    </a:p>
                  </a:txBody>
                  <a:tcPr marL="123146" marR="123146" marT="61573" marB="61573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marL="123146" marR="123146" marT="61573" marB="61573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marL="123146" marR="123146" marT="61573" marB="61573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2175">
                <a:tc>
                  <a:txBody>
                    <a:bodyPr/>
                    <a:lstStyle/>
                    <a:p>
                      <a:pPr algn="l"/>
                      <a:r>
                        <a:rPr sz="2400" kern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TXihei" panose="02010600040101010101" pitchFamily="2" charset="-122"/>
                          <a:ea typeface="STXihei" panose="02010600040101010101" pitchFamily="2" charset="-122"/>
                          <a:cs typeface="STXihei" panose="02010600040101010101" pitchFamily="2" charset="-122"/>
                          <a:sym typeface="STXihei" panose="02010600040101010101" pitchFamily="2" charset="-122"/>
                        </a:rPr>
                        <a:t>这里流传着许多</a:t>
                      </a:r>
                      <a:r>
                        <a:rPr lang="en-US" sz="2400" kern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TXihei" panose="02010600040101010101" pitchFamily="2" charset="-122"/>
                          <a:ea typeface="STXihei" panose="02010600040101010101" pitchFamily="2" charset="-122"/>
                          <a:cs typeface="STXihei" panose="02010600040101010101" pitchFamily="2" charset="-122"/>
                          <a:sym typeface="STXihei" panose="02010600040101010101" pitchFamily="2" charset="-122"/>
                        </a:rPr>
                        <a:t>_________</a:t>
                      </a:r>
                      <a:r>
                        <a:rPr sz="2400" kern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TXihei" panose="02010600040101010101" pitchFamily="2" charset="-122"/>
                          <a:ea typeface="STXihei" panose="02010600040101010101" pitchFamily="2" charset="-122"/>
                          <a:cs typeface="STXihei" panose="02010600040101010101" pitchFamily="2" charset="-122"/>
                          <a:sym typeface="STXihei" panose="02010600040101010101" pitchFamily="2" charset="-122"/>
                        </a:rPr>
                        <a:t>的传说。</a:t>
                      </a:r>
                    </a:p>
                  </a:txBody>
                  <a:tcPr marL="123146" marR="123146" marT="61573" marB="61573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marL="123146" marR="123146" marT="61573" marB="61573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marL="123146" marR="123146" marT="61573" marB="61573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21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000">
                          <a:latin typeface="STXihei" panose="02010600040101010101" pitchFamily="2" charset="-122"/>
                          <a:ea typeface="STXihei" panose="02010600040101010101" pitchFamily="2" charset="-122"/>
                          <a:cs typeface="STXihei" panose="02010600040101010101" pitchFamily="2" charset="-122"/>
                          <a:sym typeface="STXihei" panose="02010600040101010101" pitchFamily="2" charset="-122"/>
                        </a:defRPr>
                      </a:pPr>
                      <a:r>
                        <a:rPr sz="2400" kern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sym typeface="STXihei" panose="02010600040101010101" pitchFamily="2" charset="-122"/>
                        </a:rPr>
                        <a:t>当地</a:t>
                      </a:r>
                      <a:r>
                        <a:rPr lang="en-US" sz="2400" kern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sym typeface="STXihei" panose="02010600040101010101" pitchFamily="2" charset="-122"/>
                        </a:rPr>
                        <a:t>_________</a:t>
                      </a:r>
                      <a:r>
                        <a:rPr sz="2400" kern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sym typeface="STXihei" panose="02010600040101010101" pitchFamily="2" charset="-122"/>
                        </a:rPr>
                        <a:t>的自然风景吸引了很多中外游客。</a:t>
                      </a:r>
                    </a:p>
                  </a:txBody>
                  <a:tcPr marL="123146" marR="123146" marT="61573" marB="61573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marL="123146" marR="123146" marT="61573" marB="61573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marL="123146" marR="123146" marT="61573" marB="61573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文本框 7"/>
          <p:cNvSpPr txBox="1"/>
          <p:nvPr/>
        </p:nvSpPr>
        <p:spPr>
          <a:xfrm>
            <a:off x="165735" y="213995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</a:p>
        </p:txBody>
      </p:sp>
      <p:sp>
        <p:nvSpPr>
          <p:cNvPr id="3" name="文本框 7"/>
          <p:cNvSpPr txBox="1"/>
          <p:nvPr/>
        </p:nvSpPr>
        <p:spPr>
          <a:xfrm>
            <a:off x="237490" y="702310"/>
            <a:ext cx="104902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l"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Source Han Sans CN Regular" panose="020B0500000000000000" pitchFamily="34" charset="-122"/>
                <a:ea typeface="Source Han Sans CN Regular" panose="020B0500000000000000" pitchFamily="34" charset="-122"/>
              </a:rPr>
              <a:t>Practise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2755900" y="716280"/>
            <a:ext cx="7035165" cy="522605"/>
          </a:xfrm>
          <a:prstGeom prst="roundRect">
            <a:avLst/>
          </a:prstGeom>
          <a:noFill/>
          <a:ln w="19050">
            <a:solidFill>
              <a:srgbClr val="B8975A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56920" y="824865"/>
            <a:ext cx="11207115" cy="414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algn="ctr" defTabSz="914400" rtl="0" fontAlgn="auto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dirty="0">
                <a:solidFill>
                  <a:srgbClr val="B8975A"/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ource Han Sans CN Regular" panose="020B0500000000000000" pitchFamily="34" charset="-122"/>
                <a:sym typeface="+mn-ea"/>
              </a:rPr>
              <a:t>选词填空</a:t>
            </a:r>
            <a:r>
              <a:rPr lang="en-US" altLang="zh-CN" sz="2800" dirty="0">
                <a:solidFill>
                  <a:srgbClr val="B8975A"/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ource Han Sans CN Regular" panose="020B0500000000000000" pitchFamily="34" charset="-122"/>
                <a:sym typeface="+mn-ea"/>
              </a:rPr>
              <a:t>        </a:t>
            </a:r>
            <a:r>
              <a:rPr lang="zh-CN" altLang="en-US" sz="2800" dirty="0">
                <a:solidFill>
                  <a:srgbClr val="B8975A"/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ource Han Sans CN Regular" panose="020B0500000000000000" pitchFamily="34" charset="-122"/>
                <a:sym typeface="+mn-ea"/>
              </a:rPr>
              <a:t>✓</a:t>
            </a:r>
            <a:r>
              <a:rPr lang="en-US" altLang="zh-CN" sz="2800" dirty="0">
                <a:solidFill>
                  <a:srgbClr val="B8975A"/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ource Han Sans CN Regular" panose="020B0500000000000000" pitchFamily="34" charset="-122"/>
                <a:sym typeface="+mn-ea"/>
              </a:rPr>
              <a:t>      </a:t>
            </a:r>
            <a:r>
              <a:rPr lang="zh-CN" altLang="en-US" sz="2800" dirty="0">
                <a:solidFill>
                  <a:srgbClr val="B8975A"/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ource Han Sans CN Regular" panose="020B0500000000000000" pitchFamily="34" charset="-122"/>
                <a:sym typeface="+mn-ea"/>
              </a:rPr>
              <a:t>✕</a:t>
            </a:r>
            <a:r>
              <a:rPr lang="en-US" altLang="zh-CN" sz="2800" dirty="0">
                <a:solidFill>
                  <a:srgbClr val="B8975A"/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ource Han Sans CN Regular" panose="020B0500000000000000" pitchFamily="34" charset="-122"/>
                <a:sym typeface="+mn-ea"/>
              </a:rPr>
              <a:t>  </a:t>
            </a:r>
            <a:endParaRPr lang="zh-CN" altLang="en-US" sz="2800" dirty="0">
              <a:solidFill>
                <a:srgbClr val="B8975A"/>
              </a:solidFill>
              <a:latin typeface="Source Han Sans CN Regular" panose="020B0500000000000000" pitchFamily="34" charset="-122"/>
              <a:ea typeface="Source Han Sans CN Regular" panose="020B0500000000000000" pitchFamily="34" charset="-122"/>
              <a:cs typeface="Source Han Sans CN Regular" panose="020B0500000000000000" pitchFamily="34" charset="-122"/>
              <a:sym typeface="+mn-ea"/>
            </a:endParaRPr>
          </a:p>
        </p:txBody>
      </p:sp>
      <p:grpSp>
        <p:nvGrpSpPr>
          <p:cNvPr id="70" name="小钩"/>
          <p:cNvGrpSpPr/>
          <p:nvPr/>
        </p:nvGrpSpPr>
        <p:grpSpPr>
          <a:xfrm>
            <a:off x="10772775" y="2690495"/>
            <a:ext cx="579755" cy="560070"/>
            <a:chOff x="677837" y="1446312"/>
            <a:chExt cx="633828" cy="612000"/>
          </a:xfrm>
        </p:grpSpPr>
        <p:sp>
          <p:nvSpPr>
            <p:cNvPr id="65" name="椭圆 64"/>
            <p:cNvSpPr/>
            <p:nvPr/>
          </p:nvSpPr>
          <p:spPr>
            <a:xfrm>
              <a:off x="699665" y="1446312"/>
              <a:ext cx="612000" cy="61200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b="1">
                <a:solidFill>
                  <a:schemeClr val="bg1"/>
                </a:solidFill>
                <a:latin typeface="STKaiti" panose="02010600040101010101" charset="-122"/>
                <a:ea typeface="STKaiti" panose="02010600040101010101" charset="-122"/>
              </a:endParaRPr>
            </a:p>
          </p:txBody>
        </p:sp>
        <p:pic>
          <p:nvPicPr>
            <p:cNvPr id="67" name="图片 66"/>
            <p:cNvPicPr>
              <a:picLocks noChangeAspect="1"/>
            </p:cNvPicPr>
            <p:nvPr/>
          </p:nvPicPr>
          <p:blipFill rotWithShape="1">
            <a:blip r:embed="rId7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382" t="18621" r="14688" b="11881"/>
            <a:stretch>
              <a:fillRect/>
            </a:stretch>
          </p:blipFill>
          <p:spPr>
            <a:xfrm>
              <a:off x="677837" y="1480289"/>
              <a:ext cx="580878" cy="56124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" name="小钩"/>
          <p:cNvGrpSpPr/>
          <p:nvPr/>
        </p:nvGrpSpPr>
        <p:grpSpPr>
          <a:xfrm>
            <a:off x="8822055" y="3589655"/>
            <a:ext cx="579755" cy="560070"/>
            <a:chOff x="677837" y="1446312"/>
            <a:chExt cx="633828" cy="612000"/>
          </a:xfrm>
        </p:grpSpPr>
        <p:sp>
          <p:nvSpPr>
            <p:cNvPr id="5" name="椭圆 4"/>
            <p:cNvSpPr/>
            <p:nvPr/>
          </p:nvSpPr>
          <p:spPr>
            <a:xfrm>
              <a:off x="699665" y="1446312"/>
              <a:ext cx="612000" cy="61200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b="1">
                <a:solidFill>
                  <a:schemeClr val="bg1"/>
                </a:solidFill>
                <a:latin typeface="STKaiti" panose="02010600040101010101" charset="-122"/>
                <a:ea typeface="STKaiti" panose="02010600040101010101" charset="-122"/>
              </a:endParaRPr>
            </a:p>
          </p:txBody>
        </p:sp>
        <p:pic>
          <p:nvPicPr>
            <p:cNvPr id="8" name="图片 7"/>
            <p:cNvPicPr>
              <a:picLocks noChangeAspect="1"/>
            </p:cNvPicPr>
            <p:nvPr/>
          </p:nvPicPr>
          <p:blipFill rotWithShape="1">
            <a:blip r:embed="rId7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382" t="18621" r="14688" b="11881"/>
            <a:stretch>
              <a:fillRect/>
            </a:stretch>
          </p:blipFill>
          <p:spPr>
            <a:xfrm>
              <a:off x="677837" y="1480289"/>
              <a:ext cx="580878" cy="56124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" name="小钩"/>
          <p:cNvGrpSpPr/>
          <p:nvPr/>
        </p:nvGrpSpPr>
        <p:grpSpPr>
          <a:xfrm>
            <a:off x="8841740" y="4529455"/>
            <a:ext cx="579755" cy="560070"/>
            <a:chOff x="677837" y="1446312"/>
            <a:chExt cx="633828" cy="612000"/>
          </a:xfrm>
        </p:grpSpPr>
        <p:sp>
          <p:nvSpPr>
            <p:cNvPr id="12" name="椭圆 11"/>
            <p:cNvSpPr/>
            <p:nvPr/>
          </p:nvSpPr>
          <p:spPr>
            <a:xfrm>
              <a:off x="699665" y="1446312"/>
              <a:ext cx="612000" cy="61200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b="1">
                <a:solidFill>
                  <a:schemeClr val="bg1"/>
                </a:solidFill>
                <a:latin typeface="STKaiti" panose="02010600040101010101" charset="-122"/>
                <a:ea typeface="STKaiti" panose="02010600040101010101" charset="-122"/>
              </a:endParaRPr>
            </a:p>
          </p:txBody>
        </p:sp>
        <p:pic>
          <p:nvPicPr>
            <p:cNvPr id="13" name="图片 12"/>
            <p:cNvPicPr>
              <a:picLocks noChangeAspect="1"/>
            </p:cNvPicPr>
            <p:nvPr/>
          </p:nvPicPr>
          <p:blipFill rotWithShape="1">
            <a:blip r:embed="rId7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382" t="18621" r="14688" b="11881"/>
            <a:stretch>
              <a:fillRect/>
            </a:stretch>
          </p:blipFill>
          <p:spPr>
            <a:xfrm>
              <a:off x="677837" y="1480289"/>
              <a:ext cx="580878" cy="56124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" name="小钩"/>
          <p:cNvGrpSpPr/>
          <p:nvPr/>
        </p:nvGrpSpPr>
        <p:grpSpPr>
          <a:xfrm>
            <a:off x="8861425" y="5387975"/>
            <a:ext cx="579755" cy="560070"/>
            <a:chOff x="677837" y="1446312"/>
            <a:chExt cx="633828" cy="612000"/>
          </a:xfrm>
        </p:grpSpPr>
        <p:sp>
          <p:nvSpPr>
            <p:cNvPr id="24" name="椭圆 23"/>
            <p:cNvSpPr/>
            <p:nvPr/>
          </p:nvSpPr>
          <p:spPr>
            <a:xfrm>
              <a:off x="699665" y="1446312"/>
              <a:ext cx="612000" cy="61200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b="1">
                <a:solidFill>
                  <a:schemeClr val="bg1"/>
                </a:solidFill>
                <a:latin typeface="STKaiti" panose="02010600040101010101" charset="-122"/>
                <a:ea typeface="STKaiti" panose="02010600040101010101" charset="-122"/>
              </a:endParaRPr>
            </a:p>
          </p:txBody>
        </p:sp>
        <p:pic>
          <p:nvPicPr>
            <p:cNvPr id="25" name="图片 24"/>
            <p:cNvPicPr>
              <a:picLocks noChangeAspect="1"/>
            </p:cNvPicPr>
            <p:nvPr/>
          </p:nvPicPr>
          <p:blipFill rotWithShape="1">
            <a:blip r:embed="rId7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382" t="18621" r="14688" b="11881"/>
            <a:stretch>
              <a:fillRect/>
            </a:stretch>
          </p:blipFill>
          <p:spPr>
            <a:xfrm>
              <a:off x="677837" y="1480289"/>
              <a:ext cx="580878" cy="56124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" name="小钩"/>
          <p:cNvGrpSpPr/>
          <p:nvPr/>
        </p:nvGrpSpPr>
        <p:grpSpPr>
          <a:xfrm>
            <a:off x="10724515" y="5381625"/>
            <a:ext cx="579755" cy="560070"/>
            <a:chOff x="677837" y="1446312"/>
            <a:chExt cx="633828" cy="612000"/>
          </a:xfrm>
        </p:grpSpPr>
        <p:sp>
          <p:nvSpPr>
            <p:cNvPr id="27" name="椭圆 26"/>
            <p:cNvSpPr/>
            <p:nvPr/>
          </p:nvSpPr>
          <p:spPr>
            <a:xfrm>
              <a:off x="699665" y="1446312"/>
              <a:ext cx="612000" cy="61200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b="1">
                <a:solidFill>
                  <a:schemeClr val="bg1"/>
                </a:solidFill>
                <a:latin typeface="STKaiti" panose="02010600040101010101" charset="-122"/>
                <a:ea typeface="STKaiti" panose="02010600040101010101" charset="-122"/>
              </a:endParaRPr>
            </a:p>
          </p:txBody>
        </p:sp>
        <p:pic>
          <p:nvPicPr>
            <p:cNvPr id="28" name="图片 27"/>
            <p:cNvPicPr>
              <a:picLocks noChangeAspect="1"/>
            </p:cNvPicPr>
            <p:nvPr/>
          </p:nvPicPr>
          <p:blipFill rotWithShape="1">
            <a:blip r:embed="rId7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382" t="18621" r="14688" b="11881"/>
            <a:stretch>
              <a:fillRect/>
            </a:stretch>
          </p:blipFill>
          <p:spPr>
            <a:xfrm>
              <a:off x="677837" y="1480289"/>
              <a:ext cx="580878" cy="56124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" name="文本框 10"/>
          <p:cNvSpPr txBox="1"/>
          <p:nvPr/>
        </p:nvSpPr>
        <p:spPr>
          <a:xfrm>
            <a:off x="5523865" y="448183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>
                <a:sym typeface="+mn-ea"/>
              </a:rPr>
              <a:t>表示</a:t>
            </a:r>
            <a:r>
              <a:rPr lang="zh-CN" altLang="en-US"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美好</a:t>
            </a:r>
            <a:r>
              <a:rPr lang="en-US" altLang="zh-CN"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、</a:t>
            </a:r>
            <a:r>
              <a:rPr lang="zh-CN" altLang="en-US"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高尚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4115435" y="273113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3200">
                <a:solidFill>
                  <a:schemeClr val="accent6">
                    <a:lumMod val="75000"/>
                  </a:schemeClr>
                </a:solidFill>
                <a:highlight>
                  <a:srgbClr val="FFFF00"/>
                </a:highlight>
                <a:sym typeface="+mn-ea"/>
              </a:rPr>
              <a:t>语言给人美好的感受</a:t>
            </a:r>
            <a:r>
              <a:rPr lang="en-US" altLang="zh-CN" sz="3200">
                <a:solidFill>
                  <a:schemeClr val="bg1"/>
                </a:solidFill>
                <a:sym typeface="+mn-ea"/>
              </a:rPr>
              <a:t>。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6096000" y="378777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>
                <a:solidFill>
                  <a:schemeClr val="accent6">
                    <a:lumMod val="75000"/>
                  </a:schemeClr>
                </a:solidFill>
                <a:sym typeface="+mn-ea"/>
              </a:rPr>
              <a:t>视觉感受</a:t>
            </a:r>
          </a:p>
        </p:txBody>
      </p:sp>
    </p:spTree>
    <p:custDataLst>
      <p:tags r:id="rId1"/>
    </p:custDataLst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  <p:bldP spid="14" grpId="0"/>
      <p:bldP spid="14" grpId="1"/>
      <p:bldP spid="15" grpId="0"/>
      <p:bldP spid="15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237490" y="173355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237490" y="695325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Source Han Sans CN Regular" panose="020B0500000000000000" pitchFamily="34" charset="-122"/>
                <a:ea typeface="Source Han Sans CN Regular" panose="020B0500000000000000" pitchFamily="34" charset="-122"/>
                <a:sym typeface="+mn-ea"/>
              </a:rPr>
              <a:t>Language Point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Source Han Sans CN Regular" panose="020B0500000000000000" pitchFamily="34" charset="-122"/>
              <a:ea typeface="Source Han Sans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288780" y="1243965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776248" y="-717762"/>
            <a:ext cx="1801707" cy="2511213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9219785" y="3764280"/>
            <a:ext cx="2837185" cy="876801"/>
            <a:chOff x="7649" y="3144"/>
            <a:chExt cx="5660" cy="1749"/>
          </a:xfrm>
        </p:grpSpPr>
        <p:sp>
          <p:nvSpPr>
            <p:cNvPr id="33" name="圆角矩形 32"/>
            <p:cNvSpPr/>
            <p:nvPr/>
          </p:nvSpPr>
          <p:spPr>
            <a:xfrm>
              <a:off x="8776" y="3144"/>
              <a:ext cx="3577" cy="174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649" y="3253"/>
              <a:ext cx="5660" cy="15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endParaRPr lang="zh-CN" altLang="en-US" sz="4400" b="1" kern="100" dirty="0">
                <a:solidFill>
                  <a:srgbClr val="FF0000"/>
                </a:solidFill>
                <a:latin typeface="STKaiti" panose="02010600040101010101" charset="-122"/>
                <a:ea typeface="STKaiti" panose="02010600040101010101" charset="-122"/>
                <a:cs typeface="STXihei" panose="02010600040101010101" pitchFamily="2" charset="-122"/>
                <a:sym typeface="+mn-ea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329565" y="1885315"/>
            <a:ext cx="8827770" cy="1034196"/>
            <a:chOff x="518" y="3426"/>
            <a:chExt cx="13902" cy="1305"/>
          </a:xfrm>
        </p:grpSpPr>
        <p:sp>
          <p:nvSpPr>
            <p:cNvPr id="62" name="圆角矩形 61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7"/>
            <p:cNvSpPr txBox="1"/>
            <p:nvPr/>
          </p:nvSpPr>
          <p:spPr>
            <a:xfrm>
              <a:off x="610" y="3502"/>
              <a:ext cx="13810" cy="120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704020202020204" pitchFamily="34" charset="0"/>
                <a:buNone/>
                <a:defRPr/>
              </a:pPr>
              <a:r>
                <a:rPr lang="zh-CN" altLang="en-US" sz="2800" b="1" noProof="0" dirty="0">
                  <a:ln>
                    <a:noFill/>
                  </a:ln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sym typeface="+mn-ea"/>
                </a:rPr>
                <a:t>比赛前做好思想准备可以减少运动员的压力，</a:t>
              </a:r>
              <a:r>
                <a:rPr lang="zh-CN" altLang="en-US" sz="28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sym typeface="+mn-ea"/>
                </a:rPr>
                <a:t>从而</a:t>
              </a:r>
              <a:r>
                <a:rPr lang="zh-CN" altLang="en-US" sz="2800" b="1" noProof="0" dirty="0">
                  <a:ln>
                    <a:noFill/>
                  </a:ln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sym typeface="+mn-ea"/>
                </a:rPr>
                <a:t>取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704020202020204" pitchFamily="34" charset="0"/>
                <a:buNone/>
                <a:defRPr/>
              </a:pPr>
              <a:r>
                <a:rPr lang="zh-CN" altLang="en-US" sz="2800" b="1" noProof="0" dirty="0">
                  <a:ln>
                    <a:noFill/>
                  </a:ln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sym typeface="+mn-ea"/>
                </a:rPr>
                <a:t>得比赛的成功。</a:t>
              </a:r>
            </a:p>
          </p:txBody>
        </p:sp>
      </p:grpSp>
      <p:grpSp>
        <p:nvGrpSpPr>
          <p:cNvPr id="76" name="组合 75"/>
          <p:cNvGrpSpPr/>
          <p:nvPr/>
        </p:nvGrpSpPr>
        <p:grpSpPr>
          <a:xfrm>
            <a:off x="329565" y="3140710"/>
            <a:ext cx="8829675" cy="953268"/>
            <a:chOff x="517" y="3640"/>
            <a:chExt cx="13905" cy="2660"/>
          </a:xfrm>
        </p:grpSpPr>
        <p:sp>
          <p:nvSpPr>
            <p:cNvPr id="77" name="圆角矩形 76"/>
            <p:cNvSpPr/>
            <p:nvPr/>
          </p:nvSpPr>
          <p:spPr>
            <a:xfrm>
              <a:off x="517" y="3642"/>
              <a:ext cx="13447" cy="244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文本框 7"/>
            <p:cNvSpPr txBox="1"/>
            <p:nvPr/>
          </p:nvSpPr>
          <p:spPr>
            <a:xfrm>
              <a:off x="519" y="3640"/>
              <a:ext cx="13903" cy="2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just" fontAlgn="base">
                <a:buClrTx/>
                <a:buSzTx/>
                <a:buFont typeface="Arial" panose="020B0704020202020204" pitchFamily="34" charset="0"/>
                <a:defRPr/>
              </a:pPr>
              <a:r>
                <a:rPr lang="zh-CN" altLang="en-US" sz="2800" b="1" noProof="0" dirty="0">
                  <a:ln>
                    <a:noFill/>
                  </a:ln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sym typeface="+mn-ea"/>
                </a:rPr>
                <a:t>在学习过程中及时复习，可以尽早发现和解决问题，</a:t>
              </a:r>
            </a:p>
            <a:p>
              <a:pPr lvl="0" algn="just" fontAlgn="base">
                <a:buClrTx/>
                <a:buSzTx/>
                <a:buFont typeface="Arial" panose="020B0704020202020204" pitchFamily="34" charset="0"/>
                <a:defRPr/>
              </a:pPr>
              <a:r>
                <a:rPr lang="zh-CN" altLang="en-US" sz="2800" b="1" noProof="0" dirty="0">
                  <a:ln>
                    <a:noFill/>
                  </a:ln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sym typeface="+mn-ea"/>
                </a:rPr>
                <a:t>加深理解，</a:t>
              </a:r>
              <a:r>
                <a:rPr lang="zh-CN" altLang="en-US" sz="28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sym typeface="+mn-ea"/>
                </a:rPr>
                <a:t>从而</a:t>
              </a:r>
              <a:r>
                <a:rPr lang="zh-CN" altLang="en-US" sz="2800" b="1" noProof="0" dirty="0">
                  <a:ln>
                    <a:noFill/>
                  </a:ln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sym typeface="+mn-ea"/>
                </a:rPr>
                <a:t>取得更好的成绩。</a:t>
              </a: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330835" y="4314825"/>
            <a:ext cx="8538845" cy="1283870"/>
            <a:chOff x="520" y="3239"/>
            <a:chExt cx="13447" cy="1419"/>
          </a:xfrm>
        </p:grpSpPr>
        <p:sp>
          <p:nvSpPr>
            <p:cNvPr id="81" name="圆角矩形 80"/>
            <p:cNvSpPr/>
            <p:nvPr/>
          </p:nvSpPr>
          <p:spPr>
            <a:xfrm>
              <a:off x="520" y="3239"/>
              <a:ext cx="13447" cy="1419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文本框 7"/>
            <p:cNvSpPr txBox="1"/>
            <p:nvPr/>
          </p:nvSpPr>
          <p:spPr>
            <a:xfrm>
              <a:off x="521" y="3557"/>
              <a:ext cx="13446" cy="10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l" fontAlgn="base">
                <a:spcBef>
                  <a:spcPct val="0"/>
                </a:spcBef>
                <a:spcAft>
                  <a:spcPct val="0"/>
                </a:spcAft>
              </a:pPr>
              <a:r>
                <a:rPr sz="2800" b="1" noProof="0" dirty="0">
                  <a:ln>
                    <a:noFill/>
                  </a:ln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sym typeface="+mn-ea"/>
                </a:rPr>
                <a:t>而济南人住在泉边，喝着这甜美的泉水，自然对它充满感激之情，</a:t>
              </a:r>
              <a:r>
                <a:rPr sz="28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sym typeface="+mn-ea"/>
                </a:rPr>
                <a:t>从而</a:t>
              </a:r>
              <a:r>
                <a:rPr sz="2800" b="1" noProof="0" dirty="0">
                  <a:ln>
                    <a:noFill/>
                  </a:ln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sym typeface="+mn-ea"/>
                </a:rPr>
                <a:t>也产生了许多关于泉水的美丽传说。</a:t>
              </a:r>
            </a:p>
          </p:txBody>
        </p:sp>
      </p:grpSp>
      <p:pic>
        <p:nvPicPr>
          <p:cNvPr id="2" name="图片 1" descr="/Users/huangkafi/Downloads/抠图/IMG_7110-20220929130253.pngIMG_7110-20220929130253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743960" y="493395"/>
            <a:ext cx="2057400" cy="1555750"/>
          </a:xfrm>
          <a:prstGeom prst="rect">
            <a:avLst/>
          </a:prstGeom>
        </p:spPr>
      </p:pic>
      <p:pic>
        <p:nvPicPr>
          <p:cNvPr id="4" name="图片 3" descr="IMG_623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18760" y="3162935"/>
            <a:ext cx="1851660" cy="153733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9156700" y="3260725"/>
            <a:ext cx="296926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ctr"/>
            <a:r>
              <a:rPr lang="zh-CN" altLang="en-US" sz="4400" b="1" kern="100" dirty="0">
                <a:solidFill>
                  <a:srgbClr val="FF0000"/>
                </a:solidFill>
                <a:latin typeface="STKaiti" panose="02010600040101010101" charset="-122"/>
                <a:ea typeface="STKaiti" panose="02010600040101010101" charset="-122"/>
                <a:cs typeface="STXihei" panose="02010600040101010101" pitchFamily="2" charset="-122"/>
                <a:sym typeface="+mn-ea"/>
              </a:rPr>
              <a:t>从而</a:t>
            </a:r>
            <a:endParaRPr lang="zh-CN" altLang="zh-CN" sz="2000" dirty="0">
              <a:solidFill>
                <a:schemeClr val="bg1">
                  <a:lumMod val="65000"/>
                </a:schemeClr>
              </a:solidFill>
              <a:latin typeface="STKaiti" panose="02010600040101010101" charset="-122"/>
              <a:ea typeface="STKaiti" panose="02010600040101010101" charset="-122"/>
              <a:cs typeface="STKaiti" panose="02010600040101010101" charset="-122"/>
              <a:sym typeface="STXihei" panose="02010600040101010101" pitchFamily="2" charset="-122"/>
            </a:endParaRPr>
          </a:p>
          <a:p>
            <a:pPr algn="ctr" fontAlgn="ctr"/>
            <a:r>
              <a:rPr sz="2000" b="1" dirty="0">
                <a:solidFill>
                  <a:schemeClr val="accent6">
                    <a:lumMod val="75000"/>
                  </a:schemeClr>
                </a:solidFill>
                <a:highlight>
                  <a:srgbClr val="FFFF00"/>
                </a:highlight>
                <a:latin typeface="STKaiti" panose="02010600040101010101" charset="-122"/>
                <a:ea typeface="STKaiti" panose="02010600040101010101" charset="-122"/>
                <a:cs typeface="STKaiti" panose="02010600040101010101" charset="-122"/>
                <a:sym typeface="STXihei" panose="02010600040101010101" pitchFamily="2" charset="-122"/>
              </a:rPr>
              <a:t>连词</a:t>
            </a:r>
            <a:r>
              <a:rPr sz="2000" b="1" dirty="0">
                <a:solidFill>
                  <a:schemeClr val="bg1">
                    <a:lumMod val="65000"/>
                  </a:schemeClr>
                </a:solidFill>
                <a:latin typeface="STKaiti" panose="02010600040101010101" charset="-122"/>
                <a:ea typeface="STKaiti" panose="02010600040101010101" charset="-122"/>
                <a:cs typeface="STKaiti" panose="02010600040101010101" charset="-122"/>
                <a:sym typeface="STXihei" panose="02010600040101010101" pitchFamily="2" charset="-122"/>
              </a:rPr>
              <a:t>——</a:t>
            </a:r>
            <a:r>
              <a:rPr sz="2000" b="1" dirty="0" err="1">
                <a:solidFill>
                  <a:schemeClr val="bg1">
                    <a:lumMod val="65000"/>
                  </a:schemeClr>
                </a:solidFill>
                <a:latin typeface="STKaiti" panose="02010600040101010101" charset="-122"/>
                <a:ea typeface="STKaiti" panose="02010600040101010101" charset="-122"/>
                <a:cs typeface="STKaiti" panose="02010600040101010101" charset="-122"/>
                <a:sym typeface="STXihei" panose="02010600040101010101" pitchFamily="2" charset="-122"/>
              </a:rPr>
              <a:t>两分句之间，</a:t>
            </a:r>
            <a:r>
              <a:rPr sz="2000" b="1" dirty="0" err="1">
                <a:solidFill>
                  <a:schemeClr val="accent6">
                    <a:lumMod val="75000"/>
                  </a:schemeClr>
                </a:solidFill>
                <a:highlight>
                  <a:srgbClr val="FFFF00"/>
                </a:highlight>
                <a:latin typeface="STKaiti" panose="02010600040101010101" charset="-122"/>
                <a:ea typeface="STKaiti" panose="02010600040101010101" charset="-122"/>
                <a:cs typeface="STKaiti" panose="02010600040101010101" charset="-122"/>
                <a:sym typeface="STXihei" panose="02010600040101010101" pitchFamily="2" charset="-122"/>
              </a:rPr>
              <a:t>前句表原因、方法等</a:t>
            </a:r>
            <a:r>
              <a:rPr sz="2000" b="1" dirty="0" err="1">
                <a:solidFill>
                  <a:schemeClr val="bg1">
                    <a:lumMod val="65000"/>
                  </a:schemeClr>
                </a:solidFill>
                <a:latin typeface="STKaiti" panose="02010600040101010101" charset="-122"/>
                <a:ea typeface="STKaiti" panose="02010600040101010101" charset="-122"/>
                <a:cs typeface="STKaiti" panose="02010600040101010101" charset="-122"/>
                <a:sym typeface="STXihei" panose="02010600040101010101" pitchFamily="2" charset="-122"/>
              </a:rPr>
              <a:t>，</a:t>
            </a:r>
            <a:r>
              <a:rPr sz="2000" b="1" dirty="0" err="1">
                <a:solidFill>
                  <a:schemeClr val="accent6">
                    <a:lumMod val="75000"/>
                  </a:schemeClr>
                </a:solidFill>
                <a:highlight>
                  <a:srgbClr val="FFFF00"/>
                </a:highlight>
                <a:latin typeface="STKaiti" panose="02010600040101010101" charset="-122"/>
                <a:ea typeface="STKaiti" panose="02010600040101010101" charset="-122"/>
                <a:cs typeface="STKaiti" panose="02010600040101010101" charset="-122"/>
                <a:sym typeface="STXihei" panose="02010600040101010101" pitchFamily="2" charset="-122"/>
              </a:rPr>
              <a:t>后句表结果、目的等</a:t>
            </a:r>
            <a:endParaRPr lang="vi-VN" sz="2000" b="1" dirty="0">
              <a:solidFill>
                <a:schemeClr val="accent6">
                  <a:lumMod val="75000"/>
                </a:schemeClr>
              </a:solidFill>
              <a:highlight>
                <a:srgbClr val="FFFF00"/>
              </a:highlight>
              <a:latin typeface="STKaiti" panose="02010600040101010101" charset="-122"/>
              <a:ea typeface="STKaiti" panose="02010600040101010101" charset="-122"/>
              <a:cs typeface="STKaiti" panose="02010600040101010101" charset="-122"/>
              <a:sym typeface="STXihei" panose="02010600040101010101" pitchFamily="2" charset="-122"/>
            </a:endParaRPr>
          </a:p>
          <a:p>
            <a:pPr algn="ctr" fontAlgn="ctr"/>
            <a:r>
              <a:rPr lang="vi-VN" sz="2000" b="1" dirty="0">
                <a:solidFill>
                  <a:schemeClr val="accent6">
                    <a:lumMod val="75000"/>
                  </a:schemeClr>
                </a:solidFill>
                <a:highlight>
                  <a:srgbClr val="FFFF00"/>
                </a:highlight>
                <a:latin typeface="STKaiti" panose="02010600040101010101" charset="-122"/>
                <a:ea typeface="STKaiti" panose="02010600040101010101" charset="-122"/>
                <a:cs typeface="STKaiti" panose="02010600040101010101" charset="-122"/>
                <a:sym typeface="STXihei" panose="02010600040101010101" pitchFamily="2" charset="-122"/>
              </a:rPr>
              <a:t>Liên từ: từ đó, vì vậy, dẫn tới...</a:t>
            </a:r>
            <a:endParaRPr sz="2000" b="1" dirty="0">
              <a:solidFill>
                <a:schemeClr val="accent6">
                  <a:lumMod val="75000"/>
                </a:schemeClr>
              </a:solidFill>
              <a:highlight>
                <a:srgbClr val="FFFF00"/>
              </a:highlight>
              <a:latin typeface="STKaiti" panose="02010600040101010101" charset="-122"/>
              <a:ea typeface="STKaiti" panose="02010600040101010101" charset="-122"/>
              <a:cs typeface="STKaiti" panose="02010600040101010101" charset="-122"/>
              <a:sym typeface="STXihei" panose="02010600040101010101" pitchFamily="2" charset="-122"/>
            </a:endParaRPr>
          </a:p>
          <a:p>
            <a:pPr algn="ctr" fontAlgn="ctr"/>
            <a:endParaRPr lang="zh-CN" altLang="zh-CN" sz="2000" b="1" dirty="0">
              <a:solidFill>
                <a:schemeClr val="accent6">
                  <a:lumMod val="75000"/>
                </a:schemeClr>
              </a:solidFill>
              <a:highlight>
                <a:srgbClr val="FFFF00"/>
              </a:highlight>
              <a:latin typeface="STKaiti" panose="02010600040101010101" charset="-122"/>
              <a:ea typeface="STKaiti" panose="02010600040101010101" charset="-122"/>
              <a:cs typeface="STKaiti" panose="02010600040101010101" charset="-122"/>
              <a:sym typeface="STXihei" panose="0201060004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173355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237490" y="695325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Source Han Sans CN Regular" panose="020B0500000000000000" pitchFamily="34" charset="-122"/>
                <a:ea typeface="Source Han Sans CN Regular" panose="020B0500000000000000" pitchFamily="34" charset="-122"/>
                <a:sym typeface="+mn-ea"/>
              </a:rPr>
              <a:t>Language Point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Source Han Sans CN Regular" panose="020B0500000000000000" pitchFamily="34" charset="-122"/>
              <a:ea typeface="Source Han Sans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288780" y="1243965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776248" y="-717762"/>
            <a:ext cx="1801707" cy="2511213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9280525" y="3385185"/>
            <a:ext cx="2837180" cy="2683359"/>
            <a:chOff x="7787" y="3144"/>
            <a:chExt cx="5660" cy="2985"/>
          </a:xfrm>
        </p:grpSpPr>
        <p:sp>
          <p:nvSpPr>
            <p:cNvPr id="33" name="圆角矩形 32"/>
            <p:cNvSpPr/>
            <p:nvPr/>
          </p:nvSpPr>
          <p:spPr>
            <a:xfrm>
              <a:off x="8776" y="3144"/>
              <a:ext cx="3577" cy="174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787" y="3219"/>
              <a:ext cx="5660" cy="29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rgbClr val="FF0000"/>
                  </a:solidFill>
                  <a:latin typeface="STKaiti" panose="02010600040101010101" charset="-122"/>
                  <a:ea typeface="STKaiti" panose="02010600040101010101" charset="-122"/>
                  <a:cs typeface="STXihei" panose="02010600040101010101" pitchFamily="2" charset="-122"/>
                  <a:sym typeface="+mn-ea"/>
                </a:rPr>
                <a:t>起来</a:t>
              </a:r>
              <a:endParaRPr lang="zh-CN" altLang="en-US" sz="2000" b="1" kern="100" dirty="0">
                <a:solidFill>
                  <a:schemeClr val="bg1">
                    <a:lumMod val="65000"/>
                  </a:schemeClr>
                </a:solidFill>
                <a:latin typeface="STKaiti" panose="02010600040101010101" charset="-122"/>
                <a:ea typeface="STKaiti" panose="02010600040101010101" charset="-122"/>
                <a:cs typeface="STXihei" panose="02010600040101010101" pitchFamily="2" charset="-122"/>
                <a:sym typeface="+mn-ea"/>
              </a:endParaRPr>
            </a:p>
            <a:p>
              <a:pPr algn="ctr" fontAlgn="ctr"/>
              <a:r>
                <a:rPr sz="2000" b="1" kern="100" dirty="0" err="1">
                  <a:solidFill>
                    <a:schemeClr val="bg1">
                      <a:lumMod val="65000"/>
                    </a:schemeClr>
                  </a:solidFill>
                  <a:latin typeface="STKaiti" panose="02010600040101010101" charset="-122"/>
                  <a:ea typeface="STKaiti" panose="02010600040101010101" charset="-122"/>
                  <a:cs typeface="STXihei" panose="02010600040101010101" pitchFamily="2" charset="-122"/>
                  <a:sym typeface="+mn-ea"/>
                </a:rPr>
                <a:t>动词+起来，表示</a:t>
              </a:r>
              <a:r>
                <a:rPr sz="2000" b="1" kern="100" dirty="0" err="1">
                  <a:solidFill>
                    <a:schemeClr val="accent6">
                      <a:lumMod val="75000"/>
                    </a:schemeClr>
                  </a:solidFill>
                  <a:highlight>
                    <a:srgbClr val="FFFF00"/>
                  </a:highlight>
                  <a:latin typeface="STKaiti" panose="02010600040101010101" charset="-122"/>
                  <a:ea typeface="STKaiti" panose="02010600040101010101" charset="-122"/>
                  <a:cs typeface="STXihei" panose="02010600040101010101" pitchFamily="2" charset="-122"/>
                  <a:sym typeface="+mn-ea"/>
                </a:rPr>
                <a:t>由分散到集中</a:t>
              </a:r>
              <a:endParaRPr lang="vi-VN" sz="2000" b="1" kern="100" dirty="0">
                <a:solidFill>
                  <a:schemeClr val="accent6">
                    <a:lumMod val="75000"/>
                  </a:schemeClr>
                </a:solidFill>
                <a:highlight>
                  <a:srgbClr val="FFFF00"/>
                </a:highlight>
                <a:latin typeface="STKaiti" panose="02010600040101010101" charset="-122"/>
                <a:ea typeface="STKaiti" panose="02010600040101010101" charset="-122"/>
                <a:cs typeface="STXihei" panose="02010600040101010101" pitchFamily="2" charset="-122"/>
                <a:sym typeface="+mn-ea"/>
              </a:endParaRPr>
            </a:p>
            <a:p>
              <a:pPr algn="ctr" fontAlgn="ctr"/>
              <a:r>
                <a:rPr lang="vi-VN" sz="2000" b="1" kern="100" dirty="0">
                  <a:solidFill>
                    <a:schemeClr val="accent6">
                      <a:lumMod val="75000"/>
                    </a:schemeClr>
                  </a:solidFill>
                  <a:highlight>
                    <a:srgbClr val="FFFF00"/>
                  </a:highlight>
                  <a:latin typeface="STKaiti" panose="02010600040101010101" charset="-122"/>
                  <a:ea typeface="STKaiti" panose="02010600040101010101" charset="-122"/>
                  <a:cs typeface="STXihei" panose="02010600040101010101" pitchFamily="2" charset="-122"/>
                  <a:sym typeface="+mn-ea"/>
                </a:rPr>
                <a:t>Động từ + qi lai: từ phân san đến tập trung</a:t>
              </a:r>
            </a:p>
            <a:p>
              <a:pPr algn="ctr" fontAlgn="ctr"/>
              <a:r>
                <a:rPr lang="vi-VN" sz="2000" b="1" kern="100" dirty="0">
                  <a:solidFill>
                    <a:schemeClr val="accent6">
                      <a:lumMod val="75000"/>
                    </a:schemeClr>
                  </a:solidFill>
                  <a:highlight>
                    <a:srgbClr val="FFFF00"/>
                  </a:highlight>
                  <a:latin typeface="STKaiti" panose="02010600040101010101" charset="-122"/>
                  <a:ea typeface="STKaiti" panose="02010600040101010101" charset="-122"/>
                  <a:cs typeface="STXihei" panose="02010600040101010101" pitchFamily="2" charset="-122"/>
                  <a:sym typeface="+mn-ea"/>
                </a:rPr>
                <a:t>Thu lại, gom lại, tiếp tục,...</a:t>
              </a:r>
              <a:endParaRPr sz="2000" b="1" kern="100" dirty="0">
                <a:solidFill>
                  <a:schemeClr val="accent6">
                    <a:lumMod val="75000"/>
                  </a:schemeClr>
                </a:solidFill>
                <a:highlight>
                  <a:srgbClr val="FFFF00"/>
                </a:highlight>
                <a:latin typeface="STKaiti" panose="02010600040101010101" charset="-122"/>
                <a:ea typeface="STKaiti" panose="02010600040101010101" charset="-122"/>
                <a:cs typeface="STXihei" panose="02010600040101010101" pitchFamily="2" charset="-122"/>
                <a:sym typeface="+mn-ea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328930" y="2245995"/>
            <a:ext cx="8555990" cy="1202055"/>
            <a:chOff x="518" y="3414"/>
            <a:chExt cx="13474" cy="1893"/>
          </a:xfrm>
        </p:grpSpPr>
        <p:sp>
          <p:nvSpPr>
            <p:cNvPr id="62" name="圆角矩形 61"/>
            <p:cNvSpPr/>
            <p:nvPr/>
          </p:nvSpPr>
          <p:spPr>
            <a:xfrm>
              <a:off x="518" y="3414"/>
              <a:ext cx="13447" cy="1893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7"/>
            <p:cNvSpPr txBox="1"/>
            <p:nvPr/>
          </p:nvSpPr>
          <p:spPr>
            <a:xfrm>
              <a:off x="546" y="3513"/>
              <a:ext cx="13446" cy="16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eaLnBrk="1" fontAlgn="base">
                <a:buClrTx/>
                <a:buSzTx/>
                <a:buFontTx/>
              </a:pP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sym typeface="STXihei" panose="02010600040101010101" pitchFamily="2" charset="-122"/>
                </a:rPr>
                <a:t>地下水流到这里，碰到火成岩挡住了路，</a:t>
              </a:r>
            </a:p>
            <a:p>
              <a:pPr algn="l" eaLnBrk="1" fontAlgn="base">
                <a:buClrTx/>
                <a:buSzTx/>
                <a:buFontTx/>
              </a:pP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sym typeface="STXihei" panose="02010600040101010101" pitchFamily="2" charset="-122"/>
                </a:rPr>
                <a:t>      就继续</a:t>
              </a:r>
              <a:r>
                <a:rPr lang="zh-CN" altLang="en-US" sz="32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sym typeface="STXihei" panose="02010600040101010101" pitchFamily="2" charset="-122"/>
                </a:rPr>
                <a:t>起来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sym typeface="STXihei" panose="02010600040101010101" pitchFamily="2" charset="-122"/>
                </a:rPr>
                <a:t>，越积越多。</a:t>
              </a: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328930" y="4256405"/>
            <a:ext cx="8538845" cy="1202690"/>
            <a:chOff x="518" y="3426"/>
            <a:chExt cx="13447" cy="2475"/>
          </a:xfrm>
        </p:grpSpPr>
        <p:sp>
          <p:nvSpPr>
            <p:cNvPr id="81" name="圆角矩形 80"/>
            <p:cNvSpPr/>
            <p:nvPr/>
          </p:nvSpPr>
          <p:spPr>
            <a:xfrm>
              <a:off x="518" y="3426"/>
              <a:ext cx="13447" cy="247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文本框 7"/>
            <p:cNvSpPr txBox="1"/>
            <p:nvPr/>
          </p:nvSpPr>
          <p:spPr>
            <a:xfrm>
              <a:off x="518" y="3592"/>
              <a:ext cx="13446" cy="22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 fontAlgn="base">
                <a:buClrTx/>
                <a:buSzTx/>
                <a:buFontTx/>
              </a:pP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sym typeface="STXihei" panose="02010600040101010101" pitchFamily="2" charset="-122"/>
                </a:rPr>
                <a:t>渔夫想，这一网收</a:t>
              </a:r>
              <a:r>
                <a:rPr lang="zh-CN" altLang="en-US" sz="32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sym typeface="STXihei" panose="02010600040101010101" pitchFamily="2" charset="-122"/>
                </a:rPr>
                <a:t>起来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sym typeface="STXihei" panose="02010600040101010101" pitchFamily="2" charset="-122"/>
                </a:rPr>
                <a:t>，</a:t>
              </a:r>
            </a:p>
            <a:p>
              <a:pPr algn="ctr" eaLnBrk="1" fontAlgn="base">
                <a:buClrTx/>
                <a:buSzTx/>
                <a:buFontTx/>
              </a:pP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sym typeface="STXihei" panose="02010600040101010101" pitchFamily="2" charset="-122"/>
                </a:rPr>
                <a:t>鱼一定可以装满整条船。</a:t>
              </a:r>
            </a:p>
          </p:txBody>
        </p:sp>
      </p:grpSp>
      <p:pic>
        <p:nvPicPr>
          <p:cNvPr id="2" name="图片 1" descr="/Users/huangkafi/Downloads/抠图/IMG_7111-20220929130301.pngIMG_7111-20220929130301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844983" y="1793240"/>
            <a:ext cx="2443480" cy="2642235"/>
          </a:xfrm>
          <a:prstGeom prst="rect">
            <a:avLst/>
          </a:prstGeom>
        </p:spPr>
      </p:pic>
      <p:pic>
        <p:nvPicPr>
          <p:cNvPr id="3" name="图片 2" descr="/Users/huangkafi/Downloads/抠图/IMG_7112-20220929130312.pngIMG_7112-20220929130312"/>
          <p:cNvPicPr>
            <a:picLocks noChangeAspect="1"/>
          </p:cNvPicPr>
          <p:nvPr/>
        </p:nvPicPr>
        <p:blipFill>
          <a:blip r:embed="rId6">
            <a:alphaModFix amt="58000"/>
          </a:blip>
          <a:srcRect/>
          <a:stretch>
            <a:fillRect/>
          </a:stretch>
        </p:blipFill>
        <p:spPr>
          <a:xfrm>
            <a:off x="-113030" y="3447733"/>
            <a:ext cx="2502535" cy="216408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173355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237490" y="695325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Source Han Sans CN Regular" panose="020B0500000000000000" pitchFamily="34" charset="-122"/>
                <a:ea typeface="Source Han Sans CN Regular" panose="020B0500000000000000" pitchFamily="34" charset="-122"/>
                <a:sym typeface="+mn-ea"/>
              </a:rPr>
              <a:t>Language Point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Source Han Sans CN Regular" panose="020B0500000000000000" pitchFamily="34" charset="-122"/>
              <a:ea typeface="Source Han Sans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288780" y="1243965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776248" y="-717762"/>
            <a:ext cx="1801707" cy="2511213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9288780" y="3193415"/>
            <a:ext cx="2837180" cy="2375919"/>
            <a:chOff x="7787" y="3144"/>
            <a:chExt cx="5660" cy="2643"/>
          </a:xfrm>
        </p:grpSpPr>
        <p:sp>
          <p:nvSpPr>
            <p:cNvPr id="33" name="圆角矩形 32"/>
            <p:cNvSpPr/>
            <p:nvPr/>
          </p:nvSpPr>
          <p:spPr>
            <a:xfrm>
              <a:off x="8776" y="3144"/>
              <a:ext cx="3577" cy="174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787" y="3219"/>
              <a:ext cx="5660" cy="25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rgbClr val="FF0000"/>
                  </a:solidFill>
                  <a:latin typeface="STKaiti" panose="02010600040101010101" charset="-122"/>
                  <a:ea typeface="STKaiti" panose="02010600040101010101" charset="-122"/>
                  <a:cs typeface="STXihei" panose="02010600040101010101" pitchFamily="2" charset="-122"/>
                  <a:sym typeface="+mn-ea"/>
                </a:rPr>
                <a:t>起来</a:t>
              </a:r>
            </a:p>
            <a:p>
              <a:pPr algn="ctr" fontAlgn="ctr"/>
              <a:r>
                <a:rPr sz="2000" b="1" kern="100" dirty="0" err="1">
                  <a:solidFill>
                    <a:schemeClr val="bg1">
                      <a:lumMod val="65000"/>
                    </a:schemeClr>
                  </a:solidFill>
                  <a:latin typeface="STKaiti" panose="02010600040101010101" charset="-122"/>
                  <a:ea typeface="STKaiti" panose="02010600040101010101" charset="-122"/>
                  <a:cs typeface="STXihei" panose="02010600040101010101" pitchFamily="2" charset="-122"/>
                  <a:sym typeface="+mn-ea"/>
                </a:rPr>
                <a:t>动词+起来，表示</a:t>
              </a:r>
              <a:r>
                <a:rPr sz="2000" b="1" kern="100" dirty="0" err="1">
                  <a:solidFill>
                    <a:schemeClr val="accent6">
                      <a:lumMod val="75000"/>
                    </a:schemeClr>
                  </a:solidFill>
                  <a:highlight>
                    <a:srgbClr val="FFFF00"/>
                  </a:highlight>
                  <a:latin typeface="STKaiti" panose="02010600040101010101" charset="-122"/>
                  <a:ea typeface="STKaiti" panose="02010600040101010101" charset="-122"/>
                  <a:cs typeface="STXihei" panose="02010600040101010101" pitchFamily="2" charset="-122"/>
                  <a:sym typeface="+mn-ea"/>
                </a:rPr>
                <a:t>由显露到隐蔽</a:t>
              </a:r>
              <a:endParaRPr lang="vi-VN" sz="2000" b="1" kern="100" dirty="0">
                <a:solidFill>
                  <a:schemeClr val="accent6">
                    <a:lumMod val="75000"/>
                  </a:schemeClr>
                </a:solidFill>
                <a:highlight>
                  <a:srgbClr val="FFFF00"/>
                </a:highlight>
                <a:latin typeface="STKaiti" panose="02010600040101010101" charset="-122"/>
                <a:ea typeface="STKaiti" panose="02010600040101010101" charset="-122"/>
                <a:cs typeface="STXihei" panose="02010600040101010101" pitchFamily="2" charset="-122"/>
                <a:sym typeface="+mn-ea"/>
              </a:endParaRPr>
            </a:p>
            <a:p>
              <a:pPr algn="ctr" fontAlgn="ctr"/>
              <a:r>
                <a:rPr lang="vi-VN" sz="2000" b="1" kern="100" dirty="0">
                  <a:solidFill>
                    <a:schemeClr val="accent6">
                      <a:lumMod val="75000"/>
                    </a:schemeClr>
                  </a:solidFill>
                  <a:highlight>
                    <a:srgbClr val="FFFF00"/>
                  </a:highlight>
                  <a:latin typeface="STKaiti" panose="02010600040101010101" charset="-122"/>
                  <a:ea typeface="STKaiti" panose="02010600040101010101" charset="-122"/>
                  <a:cs typeface="STXihei" panose="02010600040101010101" pitchFamily="2" charset="-122"/>
                  <a:sym typeface="+mn-ea"/>
                </a:rPr>
                <a:t>Động từ+ qi lai</a:t>
              </a:r>
            </a:p>
            <a:p>
              <a:pPr algn="ctr" fontAlgn="ctr"/>
              <a:r>
                <a:rPr lang="vi-VN" sz="2000" b="1" kern="100" dirty="0">
                  <a:solidFill>
                    <a:schemeClr val="accent6">
                      <a:lumMod val="75000"/>
                    </a:schemeClr>
                  </a:solidFill>
                  <a:highlight>
                    <a:srgbClr val="FFFF00"/>
                  </a:highlight>
                  <a:latin typeface="STKaiti" panose="02010600040101010101" charset="-122"/>
                  <a:ea typeface="STKaiti" panose="02010600040101010101" charset="-122"/>
                  <a:cs typeface="STXihei" panose="02010600040101010101" pitchFamily="2" charset="-122"/>
                  <a:sym typeface="+mn-ea"/>
                </a:rPr>
                <a:t>Từ rõ ràng đến mập mờ</a:t>
              </a:r>
            </a:p>
            <a:p>
              <a:pPr algn="ctr" fontAlgn="ctr"/>
              <a:r>
                <a:rPr lang="vi-VN" sz="2000" b="1" kern="100" dirty="0">
                  <a:solidFill>
                    <a:schemeClr val="accent6">
                      <a:lumMod val="75000"/>
                    </a:schemeClr>
                  </a:solidFill>
                  <a:highlight>
                    <a:srgbClr val="FFFF00"/>
                  </a:highlight>
                  <a:latin typeface="STKaiti" panose="02010600040101010101" charset="-122"/>
                  <a:ea typeface="STKaiti" panose="02010600040101010101" charset="-122"/>
                  <a:cs typeface="STXihei" panose="02010600040101010101" pitchFamily="2" charset="-122"/>
                  <a:sym typeface="+mn-ea"/>
                </a:rPr>
                <a:t>Nấp đi, giấu đi,...</a:t>
              </a:r>
              <a:endParaRPr sz="2000" b="1" kern="100" dirty="0">
                <a:solidFill>
                  <a:schemeClr val="accent6">
                    <a:lumMod val="75000"/>
                  </a:schemeClr>
                </a:solidFill>
                <a:highlight>
                  <a:srgbClr val="FFFF00"/>
                </a:highlight>
                <a:latin typeface="STKaiti" panose="02010600040101010101" charset="-122"/>
                <a:ea typeface="STKaiti" panose="02010600040101010101" charset="-122"/>
                <a:cs typeface="STXihei" panose="02010600040101010101" pitchFamily="2" charset="-122"/>
                <a:sym typeface="+mn-ea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237490" y="2253615"/>
            <a:ext cx="8630285" cy="1075690"/>
            <a:chOff x="374" y="3426"/>
            <a:chExt cx="13591" cy="1694"/>
          </a:xfrm>
        </p:grpSpPr>
        <p:sp>
          <p:nvSpPr>
            <p:cNvPr id="62" name="圆角矩形 61"/>
            <p:cNvSpPr/>
            <p:nvPr/>
          </p:nvSpPr>
          <p:spPr>
            <a:xfrm>
              <a:off x="518" y="3426"/>
              <a:ext cx="13447" cy="1694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7"/>
            <p:cNvSpPr txBox="1"/>
            <p:nvPr/>
          </p:nvSpPr>
          <p:spPr>
            <a:xfrm>
              <a:off x="374" y="3814"/>
              <a:ext cx="13446" cy="9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 fontAlgn="base">
                <a:buClrTx/>
                <a:buSzTx/>
                <a:buFontTx/>
              </a:pP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sym typeface="STXihei" panose="02010600040101010101" pitchFamily="2" charset="-122"/>
                </a:rPr>
                <a:t>刘丽知道自己做得不对，躲</a:t>
              </a:r>
              <a:r>
                <a:rPr lang="zh-CN" altLang="en-US" sz="32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sym typeface="STXihei" panose="02010600040101010101" pitchFamily="2" charset="-122"/>
                </a:rPr>
                <a:t>起来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sym typeface="STXihei" panose="02010600040101010101" pitchFamily="2" charset="-122"/>
                </a:rPr>
                <a:t>不敢见我。</a:t>
              </a: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328930" y="4024630"/>
            <a:ext cx="9447530" cy="1076325"/>
            <a:chOff x="518" y="3061"/>
            <a:chExt cx="14878" cy="1695"/>
          </a:xfrm>
        </p:grpSpPr>
        <p:sp>
          <p:nvSpPr>
            <p:cNvPr id="81" name="圆角矩形 80"/>
            <p:cNvSpPr/>
            <p:nvPr/>
          </p:nvSpPr>
          <p:spPr>
            <a:xfrm>
              <a:off x="518" y="3061"/>
              <a:ext cx="13447" cy="169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文本框 7"/>
            <p:cNvSpPr txBox="1"/>
            <p:nvPr/>
          </p:nvSpPr>
          <p:spPr>
            <a:xfrm>
              <a:off x="518" y="3061"/>
              <a:ext cx="14878" cy="16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eaLnBrk="1" fontAlgn="base">
                <a:buClrTx/>
                <a:buSzTx/>
                <a:buFontTx/>
              </a:pP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sym typeface="STXihei" panose="02010600040101010101" pitchFamily="2" charset="-122"/>
                </a:rPr>
                <a:t>为了不被坏人抢走，</a:t>
              </a:r>
            </a:p>
            <a:p>
              <a:pPr algn="l" eaLnBrk="1" fontAlgn="base">
                <a:buClrTx/>
                <a:buSzTx/>
                <a:buFontTx/>
              </a:pP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sym typeface="STXihei" panose="02010600040101010101" pitchFamily="2" charset="-122"/>
                </a:rPr>
                <a:t>他把壶埋入地下藏了</a:t>
              </a:r>
              <a:r>
                <a:rPr lang="zh-CN" altLang="en-US" sz="32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sym typeface="STXihei" panose="02010600040101010101" pitchFamily="2" charset="-122"/>
                </a:rPr>
                <a:t>起来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sym typeface="STXihei" panose="02010600040101010101" pitchFamily="2" charset="-122"/>
                </a:rPr>
                <a:t>，……</a:t>
              </a:r>
            </a:p>
          </p:txBody>
        </p:sp>
      </p:grpSp>
      <p:pic>
        <p:nvPicPr>
          <p:cNvPr id="2" name="图片 1" descr="/Users/huangkafi/Downloads/抠图/IMG_7114-20220929130350.pngIMG_7114-20220929130350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775700" y="1927225"/>
            <a:ext cx="800100" cy="1452880"/>
          </a:xfrm>
          <a:prstGeom prst="rect">
            <a:avLst/>
          </a:prstGeom>
        </p:spPr>
      </p:pic>
      <p:pic>
        <p:nvPicPr>
          <p:cNvPr id="4" name="图片 3" descr="/Users/huangkafi/Downloads/抠图/IMG_7113-20220929130331.pngIMG_7113-20220929130331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5755640" y="3300095"/>
            <a:ext cx="2087245" cy="199644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C:\Users\38577\Desktop\黑板.jpg黑板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5205" y="1005840"/>
            <a:ext cx="9963150" cy="57048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96060" y="2007235"/>
            <a:ext cx="90176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用下列词语造句。</a:t>
            </a:r>
            <a:endParaRPr lang="en-US" altLang="zh-CN" sz="24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STXihei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92530" y="1205230"/>
            <a:ext cx="954151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4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作业</a:t>
            </a:r>
            <a:endParaRPr lang="zh-CN" sz="44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</a:endParaRPr>
          </a:p>
        </p:txBody>
      </p:sp>
      <p:pic>
        <p:nvPicPr>
          <p:cNvPr id="10" name="图片 9" descr="老师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-43180" y="4780915"/>
            <a:ext cx="2011045" cy="207708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804990" y="2883599"/>
            <a:ext cx="384048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1</a:t>
            </a:r>
            <a:r>
              <a:rPr lang="en-US" altLang="zh-CN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. 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充满：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__________</a:t>
            </a:r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11" name="文本框 7"/>
          <p:cNvSpPr txBox="1"/>
          <p:nvPr/>
        </p:nvSpPr>
        <p:spPr>
          <a:xfrm>
            <a:off x="165852" y="214290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作业</a:t>
            </a:r>
          </a:p>
        </p:txBody>
      </p:sp>
      <p:sp>
        <p:nvSpPr>
          <p:cNvPr id="12" name="文本框 7"/>
          <p:cNvSpPr txBox="1"/>
          <p:nvPr/>
        </p:nvSpPr>
        <p:spPr>
          <a:xfrm>
            <a:off x="237290" y="702214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lvl="0" indent="0" algn="l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Source Han Sans CN Regular" panose="020B0500000000000000" pitchFamily="34" charset="-122"/>
                <a:ea typeface="Source Han Sans CN Regular" panose="020B0500000000000000" pitchFamily="34" charset="-122"/>
                <a:sym typeface="+mn-ea"/>
              </a:rPr>
              <a:t>Homework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Source Han Sans CN Regular" panose="020B0500000000000000" pitchFamily="34" charset="-122"/>
              <a:ea typeface="Source Han Sans CN Regular" panose="020B0500000000000000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804990" y="3826212"/>
            <a:ext cx="3942080" cy="681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>
              <a:lnSpc>
                <a:spcPct val="120000"/>
              </a:lnSpc>
            </a:pPr>
            <a:r>
              <a:rPr lang="en-US" altLang="zh-CN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3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.</a:t>
            </a:r>
            <a:r>
              <a:rPr lang="en-US" altLang="zh-CN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 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产生：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__________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 </a:t>
            </a:r>
            <a:endParaRPr lang="zh-CN" altLang="en-US" sz="32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88535" y="3863863"/>
            <a:ext cx="3942080" cy="681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>
              <a:lnSpc>
                <a:spcPct val="120000"/>
              </a:lnSpc>
            </a:pPr>
            <a:r>
              <a:rPr lang="en-US" altLang="zh-CN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4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.</a:t>
            </a:r>
            <a:r>
              <a:rPr lang="en-US" altLang="zh-CN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 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传说：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__________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 </a:t>
            </a:r>
            <a:endParaRPr lang="zh-CN" altLang="en-US" sz="32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802947" y="4817237"/>
            <a:ext cx="3942080" cy="681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>
              <a:lnSpc>
                <a:spcPct val="120000"/>
              </a:lnSpc>
            </a:pPr>
            <a:r>
              <a:rPr lang="en-US" altLang="zh-CN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5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.</a:t>
            </a:r>
            <a:r>
              <a:rPr lang="en-US" altLang="zh-CN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 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善良：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__________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 </a:t>
            </a:r>
            <a:endParaRPr lang="zh-CN" altLang="en-US" sz="32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086492" y="4800676"/>
            <a:ext cx="3942080" cy="681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>
              <a:lnSpc>
                <a:spcPct val="120000"/>
              </a:lnSpc>
            </a:pPr>
            <a:r>
              <a:rPr lang="en-US" altLang="zh-CN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6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.</a:t>
            </a:r>
            <a:r>
              <a:rPr lang="en-US" altLang="zh-CN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 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优美：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__________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 </a:t>
            </a:r>
            <a:endParaRPr lang="zh-CN" altLang="en-US" sz="32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103465" y="2923330"/>
            <a:ext cx="3942080" cy="681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>
              <a:lnSpc>
                <a:spcPct val="120000"/>
              </a:lnSpc>
            </a:pPr>
            <a:r>
              <a:rPr lang="en-US" altLang="zh-CN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2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.</a:t>
            </a:r>
            <a:r>
              <a:rPr lang="en-US" altLang="zh-CN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 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感激：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__________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 </a:t>
            </a:r>
            <a:endParaRPr lang="zh-CN" altLang="en-US" sz="32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C:\Users\38577\Desktop\黑板.jpg黑板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5205" y="1005840"/>
            <a:ext cx="9963150" cy="57048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96060" y="2007235"/>
            <a:ext cx="90176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用“从而”完成下列句子或对话。</a:t>
            </a:r>
            <a:endParaRPr lang="en-US" altLang="zh-CN" sz="24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STXihei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92530" y="1205230"/>
            <a:ext cx="954151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4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作业</a:t>
            </a:r>
            <a:endParaRPr lang="zh-CN" sz="44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</a:endParaRPr>
          </a:p>
        </p:txBody>
      </p:sp>
      <p:pic>
        <p:nvPicPr>
          <p:cNvPr id="10" name="图片 9" descr="老师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-43180" y="4780915"/>
            <a:ext cx="2011045" cy="207708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289471" y="2517775"/>
            <a:ext cx="12037060" cy="107632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1.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</a:rPr>
              <a:t>玩游戏可以锻炼人的脑、眼和手，</a:t>
            </a:r>
          </a:p>
          <a:p>
            <a:pPr algn="l"/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</a:rPr>
              <a:t>   </a:t>
            </a:r>
            <a:r>
              <a:rPr lang="en-US" altLang="zh-CN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_________________________</a:t>
            </a:r>
            <a:r>
              <a:rPr lang="en-US" altLang="zh-CN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__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。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</a:rPr>
              <a:t>                                                   。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313180" y="3745865"/>
            <a:ext cx="10368915" cy="1272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eaLnBrk="1">
              <a:lnSpc>
                <a:spcPct val="120000"/>
              </a:lnSpc>
            </a:pPr>
            <a:r>
              <a:rPr lang="en-US" altLang="zh-CN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2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.公司通过引进新技术，加强管理，提高了产品质量，</a:t>
            </a:r>
          </a:p>
          <a:p>
            <a:pPr algn="l" eaLnBrk="1">
              <a:lnSpc>
                <a:spcPct val="120000"/>
              </a:lnSpc>
            </a:pP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    </a:t>
            </a:r>
            <a:r>
              <a:rPr lang="en-US" altLang="zh-CN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_________________________</a:t>
            </a:r>
            <a:r>
              <a:rPr lang="en-US" altLang="zh-CN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__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。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   </a:t>
            </a:r>
            <a:endParaRPr lang="zh-CN" altLang="en-US" sz="32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STXihei" panose="02010600040101010101" pitchFamily="2" charset="-122"/>
            </a:endParaRPr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11" name="文本框 7"/>
          <p:cNvSpPr txBox="1"/>
          <p:nvPr/>
        </p:nvSpPr>
        <p:spPr>
          <a:xfrm>
            <a:off x="165852" y="214290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作业</a:t>
            </a:r>
          </a:p>
        </p:txBody>
      </p:sp>
      <p:sp>
        <p:nvSpPr>
          <p:cNvPr id="12" name="文本框 7"/>
          <p:cNvSpPr txBox="1"/>
          <p:nvPr/>
        </p:nvSpPr>
        <p:spPr>
          <a:xfrm>
            <a:off x="237290" y="702214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lvl="0" indent="0" algn="l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Source Han Sans CN Regular" panose="020B0500000000000000" pitchFamily="34" charset="-122"/>
                <a:ea typeface="Source Han Sans CN Regular" panose="020B0500000000000000" pitchFamily="34" charset="-122"/>
                <a:sym typeface="+mn-ea"/>
              </a:rPr>
              <a:t>Homework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Source Han Sans CN Regular" panose="020B0500000000000000" pitchFamily="34" charset="-122"/>
              <a:ea typeface="Source Han Sans CN Regular" panose="020B0500000000000000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399326" y="5084445"/>
            <a:ext cx="13816965" cy="127254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>
              <a:lnSpc>
                <a:spcPct val="120000"/>
              </a:lnSpc>
            </a:pPr>
            <a:r>
              <a:rPr lang="en-US" altLang="zh-CN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3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.</a:t>
            </a:r>
            <a:r>
              <a:rPr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A：时间这么紧，你们是怎么完成任务的？</a:t>
            </a:r>
          </a:p>
          <a:p>
            <a:pPr algn="l" eaLnBrk="1">
              <a:lnSpc>
                <a:spcPct val="120000"/>
              </a:lnSpc>
            </a:pPr>
            <a:r>
              <a:rPr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   B：</a:t>
            </a:r>
            <a:r>
              <a:rPr lang="en-US" altLang="zh-CN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_________________________</a:t>
            </a:r>
            <a:r>
              <a:rPr lang="en-US" altLang="zh-CN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__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。</a:t>
            </a:r>
            <a:r>
              <a:rPr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                                                              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C:\Users\38577\Desktop\黑板.jpg黑板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5205" y="1005840"/>
            <a:ext cx="9963150" cy="57048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96060" y="2007235"/>
            <a:ext cx="90176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用“如何”完成下列句子或对话。</a:t>
            </a:r>
            <a:endParaRPr lang="en-US" altLang="zh-CN" sz="24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STXihei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92530" y="1205230"/>
            <a:ext cx="954151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4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作业</a:t>
            </a:r>
            <a:endParaRPr lang="zh-CN" sz="44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</a:endParaRPr>
          </a:p>
        </p:txBody>
      </p:sp>
      <p:pic>
        <p:nvPicPr>
          <p:cNvPr id="10" name="图片 9" descr="老师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-43180" y="4780915"/>
            <a:ext cx="2011045" cy="207708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745615" y="2619375"/>
            <a:ext cx="862584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1.刘方喜欢把旅游时买的门票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______________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。</a:t>
            </a:r>
            <a:endParaRPr lang="zh-CN" altLang="en-US" sz="32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745615" y="3295015"/>
            <a:ext cx="8727440" cy="681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>
              <a:lnSpc>
                <a:spcPct val="120000"/>
              </a:lnSpc>
            </a:pPr>
            <a:r>
              <a:rPr lang="en-US" altLang="zh-CN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2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. 你刚工作，别太着急，经验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______________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。</a:t>
            </a:r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11" name="文本框 7"/>
          <p:cNvSpPr txBox="1"/>
          <p:nvPr/>
        </p:nvSpPr>
        <p:spPr>
          <a:xfrm>
            <a:off x="165852" y="214290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作业</a:t>
            </a:r>
          </a:p>
        </p:txBody>
      </p:sp>
      <p:sp>
        <p:nvSpPr>
          <p:cNvPr id="12" name="文本框 7"/>
          <p:cNvSpPr txBox="1"/>
          <p:nvPr/>
        </p:nvSpPr>
        <p:spPr>
          <a:xfrm>
            <a:off x="237290" y="702214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lvl="0" indent="0" algn="l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Source Han Sans CN Regular" panose="020B0500000000000000" pitchFamily="34" charset="-122"/>
                <a:ea typeface="Source Han Sans CN Regular" panose="020B0500000000000000" pitchFamily="34" charset="-122"/>
                <a:sym typeface="+mn-ea"/>
              </a:rPr>
              <a:t>Homework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Source Han Sans CN Regular" panose="020B0500000000000000" pitchFamily="34" charset="-122"/>
              <a:ea typeface="Source Han Sans CN Regular" panose="020B0500000000000000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745615" y="3966210"/>
            <a:ext cx="6699885" cy="18630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>
              <a:lnSpc>
                <a:spcPct val="120000"/>
              </a:lnSpc>
            </a:pPr>
            <a:r>
              <a:rPr lang="en-US" altLang="zh-CN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3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.</a:t>
            </a:r>
            <a:r>
              <a:rPr lang="en-US" altLang="zh-CN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A：儿子，是你把爸爸的烟放在这</a:t>
            </a:r>
          </a:p>
          <a:p>
            <a:pPr algn="l" eaLnBrk="1">
              <a:lnSpc>
                <a:spcPct val="120000"/>
              </a:lnSpc>
            </a:pPr>
            <a:r>
              <a:rPr lang="en-US" altLang="zh-CN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          鞋盒子里的吗？</a:t>
            </a:r>
          </a:p>
          <a:p>
            <a:pPr algn="l" eaLnBrk="1">
              <a:lnSpc>
                <a:spcPct val="120000"/>
              </a:lnSpc>
            </a:pPr>
            <a:r>
              <a:rPr lang="en-US" altLang="zh-CN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   B：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_____________</a:t>
            </a:r>
            <a:r>
              <a:rPr lang="en-US" altLang="zh-CN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___________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。</a:t>
            </a:r>
            <a:endParaRPr lang="en-US" altLang="zh-CN" sz="32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STXihei" panose="02010600040101010101" pitchFamily="2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图片 601" descr="C:\Users\38577\Desktop\11.jpg11"/>
          <p:cNvPicPr>
            <a:picLocks noChangeAspect="1"/>
          </p:cNvPicPr>
          <p:nvPr/>
        </p:nvPicPr>
        <p:blipFill rotWithShape="1">
          <a:blip r:embed="rId118"/>
          <a:srcRect/>
          <a:stretch>
            <a:fillRect/>
          </a:stretch>
        </p:blipFill>
        <p:spPr>
          <a:xfrm>
            <a:off x="-190500" y="-578802"/>
            <a:ext cx="12573635" cy="8015605"/>
          </a:xfrm>
          <a:prstGeom prst="rect">
            <a:avLst/>
          </a:prstGeom>
        </p:spPr>
      </p:pic>
      <p:sp>
        <p:nvSpPr>
          <p:cNvPr id="34" name="PA-4-Point Star 33"/>
          <p:cNvSpPr/>
          <p:nvPr>
            <p:custDataLst>
              <p:tags r:id="rId1"/>
            </p:custDataLst>
          </p:nvPr>
        </p:nvSpPr>
        <p:spPr>
          <a:xfrm rot="8294776">
            <a:off x="5002837" y="21462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PA-4-Point Star 34"/>
          <p:cNvSpPr/>
          <p:nvPr>
            <p:custDataLst>
              <p:tags r:id="rId2"/>
            </p:custDataLst>
          </p:nvPr>
        </p:nvSpPr>
        <p:spPr>
          <a:xfrm rot="8294776">
            <a:off x="5483061" y="23699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PA-4-Point Star 35"/>
          <p:cNvSpPr/>
          <p:nvPr>
            <p:custDataLst>
              <p:tags r:id="rId3"/>
            </p:custDataLst>
          </p:nvPr>
        </p:nvSpPr>
        <p:spPr>
          <a:xfrm rot="8294776">
            <a:off x="5344914" y="268566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PA-4-Point Star 36"/>
          <p:cNvSpPr/>
          <p:nvPr>
            <p:custDataLst>
              <p:tags r:id="rId4"/>
            </p:custDataLst>
          </p:nvPr>
        </p:nvSpPr>
        <p:spPr>
          <a:xfrm rot="16200000">
            <a:off x="243104" y="-6551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PA-4-Point Star 77"/>
          <p:cNvSpPr/>
          <p:nvPr>
            <p:custDataLst>
              <p:tags r:id="rId5"/>
            </p:custDataLst>
          </p:nvPr>
        </p:nvSpPr>
        <p:spPr>
          <a:xfrm rot="16200000">
            <a:off x="6457747" y="229694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PA-4-Point Star 96"/>
          <p:cNvSpPr/>
          <p:nvPr>
            <p:custDataLst>
              <p:tags r:id="rId6"/>
            </p:custDataLst>
          </p:nvPr>
        </p:nvSpPr>
        <p:spPr>
          <a:xfrm rot="8294776">
            <a:off x="5628180" y="262724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PA-4-Point Star 97"/>
          <p:cNvSpPr/>
          <p:nvPr>
            <p:custDataLst>
              <p:tags r:id="rId7"/>
            </p:custDataLst>
          </p:nvPr>
        </p:nvSpPr>
        <p:spPr>
          <a:xfrm rot="16200000">
            <a:off x="11913218" y="758020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PA-4-Point Star 108"/>
          <p:cNvSpPr/>
          <p:nvPr>
            <p:custDataLst>
              <p:tags r:id="rId8"/>
            </p:custDataLst>
          </p:nvPr>
        </p:nvSpPr>
        <p:spPr>
          <a:xfrm rot="16200000">
            <a:off x="6141590" y="24737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PA-4-Point Star 133"/>
          <p:cNvSpPr/>
          <p:nvPr>
            <p:custDataLst>
              <p:tags r:id="rId9"/>
            </p:custDataLst>
          </p:nvPr>
        </p:nvSpPr>
        <p:spPr>
          <a:xfrm rot="16200000">
            <a:off x="4653787" y="3063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PA-4-Point Star 134"/>
          <p:cNvSpPr/>
          <p:nvPr>
            <p:custDataLst>
              <p:tags r:id="rId10"/>
            </p:custDataLst>
          </p:nvPr>
        </p:nvSpPr>
        <p:spPr>
          <a:xfrm rot="8294776">
            <a:off x="5693570" y="219228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PA-4-Point Star 135"/>
          <p:cNvSpPr/>
          <p:nvPr>
            <p:custDataLst>
              <p:tags r:id="rId11"/>
            </p:custDataLst>
          </p:nvPr>
        </p:nvSpPr>
        <p:spPr>
          <a:xfrm rot="8294776">
            <a:off x="5555423" y="250804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PA-4-Point Star 136"/>
          <p:cNvSpPr/>
          <p:nvPr>
            <p:custDataLst>
              <p:tags r:id="rId12"/>
            </p:custDataLst>
          </p:nvPr>
        </p:nvSpPr>
        <p:spPr>
          <a:xfrm rot="8294776">
            <a:off x="4594974" y="26725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PA-4-Point Star 138"/>
          <p:cNvSpPr/>
          <p:nvPr>
            <p:custDataLst>
              <p:tags r:id="rId13"/>
            </p:custDataLst>
          </p:nvPr>
        </p:nvSpPr>
        <p:spPr>
          <a:xfrm rot="16200000">
            <a:off x="6686518" y="4379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PA-4-Point Star 139"/>
          <p:cNvSpPr/>
          <p:nvPr>
            <p:custDataLst>
              <p:tags r:id="rId14"/>
            </p:custDataLst>
          </p:nvPr>
        </p:nvSpPr>
        <p:spPr>
          <a:xfrm rot="7352446">
            <a:off x="9882647" y="687283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PA-4-Point Star 140"/>
          <p:cNvSpPr/>
          <p:nvPr>
            <p:custDataLst>
              <p:tags r:id="rId15"/>
            </p:custDataLst>
          </p:nvPr>
        </p:nvSpPr>
        <p:spPr>
          <a:xfrm rot="7352446">
            <a:off x="9744500" y="718859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PA-4-Point Star 141"/>
          <p:cNvSpPr/>
          <p:nvPr>
            <p:custDataLst>
              <p:tags r:id="rId16"/>
            </p:custDataLst>
          </p:nvPr>
        </p:nvSpPr>
        <p:spPr>
          <a:xfrm rot="8294776">
            <a:off x="7009842" y="177126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PA-4-Point Star 153"/>
          <p:cNvSpPr/>
          <p:nvPr>
            <p:custDataLst>
              <p:tags r:id="rId17"/>
            </p:custDataLst>
          </p:nvPr>
        </p:nvSpPr>
        <p:spPr>
          <a:xfrm rot="13694776">
            <a:off x="-716950" y="476562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PA-4-Point Star 154"/>
          <p:cNvSpPr/>
          <p:nvPr>
            <p:custDataLst>
              <p:tags r:id="rId18"/>
            </p:custDataLst>
          </p:nvPr>
        </p:nvSpPr>
        <p:spPr>
          <a:xfrm rot="13694776">
            <a:off x="275801" y="-113633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PA-4-Point Star 155"/>
          <p:cNvSpPr/>
          <p:nvPr>
            <p:custDataLst>
              <p:tags r:id="rId19"/>
            </p:custDataLst>
          </p:nvPr>
        </p:nvSpPr>
        <p:spPr>
          <a:xfrm>
            <a:off x="506143" y="-49301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6" name="PA-4-Point Star 225"/>
          <p:cNvSpPr/>
          <p:nvPr>
            <p:custDataLst>
              <p:tags r:id="rId20"/>
            </p:custDataLst>
          </p:nvPr>
        </p:nvSpPr>
        <p:spPr>
          <a:xfrm rot="13694776">
            <a:off x="-209233" y="15781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7" name="PA-4-Point Star 236"/>
          <p:cNvSpPr/>
          <p:nvPr>
            <p:custDataLst>
              <p:tags r:id="rId21"/>
            </p:custDataLst>
          </p:nvPr>
        </p:nvSpPr>
        <p:spPr>
          <a:xfrm rot="13694776">
            <a:off x="5239957" y="26512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8" name="PA-4-Point Star 237"/>
          <p:cNvSpPr/>
          <p:nvPr>
            <p:custDataLst>
              <p:tags r:id="rId22"/>
            </p:custDataLst>
          </p:nvPr>
        </p:nvSpPr>
        <p:spPr>
          <a:xfrm>
            <a:off x="960449" y="-53828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9" name="PA-4-Point Star 238"/>
          <p:cNvSpPr/>
          <p:nvPr>
            <p:custDataLst>
              <p:tags r:id="rId23"/>
            </p:custDataLst>
          </p:nvPr>
        </p:nvSpPr>
        <p:spPr>
          <a:xfrm>
            <a:off x="0" y="-3738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0" name="PA-4-Point Star 239"/>
          <p:cNvSpPr/>
          <p:nvPr>
            <p:custDataLst>
              <p:tags r:id="rId24"/>
            </p:custDataLst>
          </p:nvPr>
        </p:nvSpPr>
        <p:spPr>
          <a:xfrm>
            <a:off x="5390375" y="71836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2" name="PA-4-Point Star 241"/>
          <p:cNvSpPr/>
          <p:nvPr>
            <p:custDataLst>
              <p:tags r:id="rId25"/>
            </p:custDataLst>
          </p:nvPr>
        </p:nvSpPr>
        <p:spPr>
          <a:xfrm rot="13694776">
            <a:off x="-209232" y="14334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3" name="PA-4-Point Star 242"/>
          <p:cNvSpPr/>
          <p:nvPr>
            <p:custDataLst>
              <p:tags r:id="rId26"/>
            </p:custDataLst>
          </p:nvPr>
        </p:nvSpPr>
        <p:spPr>
          <a:xfrm>
            <a:off x="-1098007" y="548865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4" name="PA-4-Point Star 243"/>
          <p:cNvSpPr/>
          <p:nvPr>
            <p:custDataLst>
              <p:tags r:id="rId27"/>
            </p:custDataLst>
          </p:nvPr>
        </p:nvSpPr>
        <p:spPr>
          <a:xfrm>
            <a:off x="3844446" y="708495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5" name="PA-4-Point Star 244"/>
          <p:cNvSpPr/>
          <p:nvPr>
            <p:custDataLst>
              <p:tags r:id="rId28"/>
            </p:custDataLst>
          </p:nvPr>
        </p:nvSpPr>
        <p:spPr>
          <a:xfrm rot="13694776">
            <a:off x="-696034" y="157813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6" name="PA-4-Point Star 245"/>
          <p:cNvSpPr/>
          <p:nvPr>
            <p:custDataLst>
              <p:tags r:id="rId29"/>
            </p:custDataLst>
          </p:nvPr>
        </p:nvSpPr>
        <p:spPr>
          <a:xfrm>
            <a:off x="-966438" y="554128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7" name="PA-4-Point Star 246"/>
          <p:cNvSpPr/>
          <p:nvPr>
            <p:custDataLst>
              <p:tags r:id="rId30"/>
            </p:custDataLst>
          </p:nvPr>
        </p:nvSpPr>
        <p:spPr>
          <a:xfrm>
            <a:off x="-1104585" y="58570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8" name="PA-4-Point Star 247"/>
          <p:cNvSpPr/>
          <p:nvPr>
            <p:custDataLst>
              <p:tags r:id="rId31"/>
            </p:custDataLst>
          </p:nvPr>
        </p:nvSpPr>
        <p:spPr>
          <a:xfrm>
            <a:off x="3837868" y="745334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2" name="PA-4-Point Star 251"/>
          <p:cNvSpPr/>
          <p:nvPr>
            <p:custDataLst>
              <p:tags r:id="rId32"/>
            </p:custDataLst>
          </p:nvPr>
        </p:nvSpPr>
        <p:spPr>
          <a:xfrm>
            <a:off x="10170037" y="-720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7" name="PA-4-Point Star 256"/>
          <p:cNvSpPr/>
          <p:nvPr>
            <p:custDataLst>
              <p:tags r:id="rId33"/>
            </p:custDataLst>
          </p:nvPr>
        </p:nvSpPr>
        <p:spPr>
          <a:xfrm>
            <a:off x="730203" y="-70274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2" name="PA-4-Point Star 261"/>
          <p:cNvSpPr/>
          <p:nvPr>
            <p:custDataLst>
              <p:tags r:id="rId34"/>
            </p:custDataLst>
          </p:nvPr>
        </p:nvSpPr>
        <p:spPr>
          <a:xfrm>
            <a:off x="10321341" y="-28909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5" name="PA-4-Point Star 264"/>
          <p:cNvSpPr/>
          <p:nvPr>
            <p:custDataLst>
              <p:tags r:id="rId35"/>
            </p:custDataLst>
          </p:nvPr>
        </p:nvSpPr>
        <p:spPr>
          <a:xfrm>
            <a:off x="4844366" y="741387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6" name="PA-4-Point Star 265"/>
          <p:cNvSpPr/>
          <p:nvPr>
            <p:custDataLst>
              <p:tags r:id="rId36"/>
            </p:custDataLst>
          </p:nvPr>
        </p:nvSpPr>
        <p:spPr>
          <a:xfrm>
            <a:off x="-913810" y="582415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7" name="PA-4-Point Star 266"/>
          <p:cNvSpPr/>
          <p:nvPr>
            <p:custDataLst>
              <p:tags r:id="rId37"/>
            </p:custDataLst>
          </p:nvPr>
        </p:nvSpPr>
        <p:spPr>
          <a:xfrm>
            <a:off x="9420098" y="-28251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8" name="PA-4-Point Star 267"/>
          <p:cNvSpPr/>
          <p:nvPr>
            <p:custDataLst>
              <p:tags r:id="rId38"/>
            </p:custDataLst>
          </p:nvPr>
        </p:nvSpPr>
        <p:spPr>
          <a:xfrm>
            <a:off x="4423348" y="70323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9" name="PA-4-Point Star 268"/>
          <p:cNvSpPr/>
          <p:nvPr>
            <p:custDataLst>
              <p:tags r:id="rId39"/>
            </p:custDataLst>
          </p:nvPr>
        </p:nvSpPr>
        <p:spPr>
          <a:xfrm>
            <a:off x="5456160" y="707837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4" name="PA-4-Point Star 383"/>
          <p:cNvSpPr/>
          <p:nvPr>
            <p:custDataLst>
              <p:tags r:id="rId40"/>
            </p:custDataLst>
          </p:nvPr>
        </p:nvSpPr>
        <p:spPr>
          <a:xfrm rot="8294776">
            <a:off x="6733943" y="169968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8" name="PA-4-Point Star 387"/>
          <p:cNvSpPr/>
          <p:nvPr>
            <p:custDataLst>
              <p:tags r:id="rId41"/>
            </p:custDataLst>
          </p:nvPr>
        </p:nvSpPr>
        <p:spPr>
          <a:xfrm rot="8294776">
            <a:off x="4805877" y="251540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2" name="PA-4-Point Star 391"/>
          <p:cNvSpPr/>
          <p:nvPr>
            <p:custDataLst>
              <p:tags r:id="rId42"/>
            </p:custDataLst>
          </p:nvPr>
        </p:nvSpPr>
        <p:spPr>
          <a:xfrm rot="16200000">
            <a:off x="657938" y="-62144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7" name="PA-4-Point Star 396"/>
          <p:cNvSpPr/>
          <p:nvPr>
            <p:custDataLst>
              <p:tags r:id="rId43"/>
            </p:custDataLst>
          </p:nvPr>
        </p:nvSpPr>
        <p:spPr>
          <a:xfrm rot="15257670">
            <a:off x="12926393" y="53587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2" name="PA-4-Point Star 401"/>
          <p:cNvSpPr/>
          <p:nvPr>
            <p:custDataLst>
              <p:tags r:id="rId44"/>
            </p:custDataLst>
          </p:nvPr>
        </p:nvSpPr>
        <p:spPr>
          <a:xfrm rot="8294776">
            <a:off x="5865005" y="26140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3" name="PA-4-Point Star 402"/>
          <p:cNvSpPr/>
          <p:nvPr>
            <p:custDataLst>
              <p:tags r:id="rId45"/>
            </p:custDataLst>
          </p:nvPr>
        </p:nvSpPr>
        <p:spPr>
          <a:xfrm rot="16200000">
            <a:off x="7095855" y="22509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4" name="PA-4-Point Star 403"/>
          <p:cNvSpPr/>
          <p:nvPr>
            <p:custDataLst>
              <p:tags r:id="rId46"/>
            </p:custDataLst>
          </p:nvPr>
        </p:nvSpPr>
        <p:spPr>
          <a:xfrm rot="16200000">
            <a:off x="6957708" y="256666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5" name="PA-4-Point Star 404"/>
          <p:cNvSpPr/>
          <p:nvPr>
            <p:custDataLst>
              <p:tags r:id="rId47"/>
            </p:custDataLst>
          </p:nvPr>
        </p:nvSpPr>
        <p:spPr>
          <a:xfrm rot="16200000">
            <a:off x="10446429" y="-39198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6" name="PA-4-Point Star 405"/>
          <p:cNvSpPr/>
          <p:nvPr>
            <p:custDataLst>
              <p:tags r:id="rId48"/>
            </p:custDataLst>
          </p:nvPr>
        </p:nvSpPr>
        <p:spPr>
          <a:xfrm rot="16200000">
            <a:off x="6495647" y="73701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8" name="PA-4-Point Star 407"/>
          <p:cNvSpPr/>
          <p:nvPr>
            <p:custDataLst>
              <p:tags r:id="rId49"/>
            </p:custDataLst>
          </p:nvPr>
        </p:nvSpPr>
        <p:spPr>
          <a:xfrm rot="16200000">
            <a:off x="657939" y="-76617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9" name="PA-4-Point Star 408"/>
          <p:cNvSpPr/>
          <p:nvPr>
            <p:custDataLst>
              <p:tags r:id="rId50"/>
            </p:custDataLst>
          </p:nvPr>
        </p:nvSpPr>
        <p:spPr>
          <a:xfrm rot="16200000">
            <a:off x="519792" y="-45040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2" name="PA-4-Point Star 411"/>
          <p:cNvSpPr/>
          <p:nvPr>
            <p:custDataLst>
              <p:tags r:id="rId51"/>
            </p:custDataLst>
          </p:nvPr>
        </p:nvSpPr>
        <p:spPr>
          <a:xfrm rot="16200000">
            <a:off x="651361" y="-3977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3" name="PA-4-Point Star 412"/>
          <p:cNvSpPr/>
          <p:nvPr>
            <p:custDataLst>
              <p:tags r:id="rId52"/>
            </p:custDataLst>
          </p:nvPr>
        </p:nvSpPr>
        <p:spPr>
          <a:xfrm rot="16200000">
            <a:off x="9854371" y="-28673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5" name="PA-4-Point Star 414"/>
          <p:cNvSpPr/>
          <p:nvPr>
            <p:custDataLst>
              <p:tags r:id="rId53"/>
            </p:custDataLst>
          </p:nvPr>
        </p:nvSpPr>
        <p:spPr>
          <a:xfrm rot="16200000">
            <a:off x="12071102" y="731048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6" name="PA-4-Point Star 415"/>
          <p:cNvSpPr/>
          <p:nvPr>
            <p:custDataLst>
              <p:tags r:id="rId54"/>
            </p:custDataLst>
          </p:nvPr>
        </p:nvSpPr>
        <p:spPr>
          <a:xfrm rot="15257670">
            <a:off x="12919816" y="55823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7" name="PA-4-Point Star 416"/>
          <p:cNvSpPr/>
          <p:nvPr>
            <p:custDataLst>
              <p:tags r:id="rId55"/>
            </p:custDataLst>
          </p:nvPr>
        </p:nvSpPr>
        <p:spPr>
          <a:xfrm rot="15257670">
            <a:off x="12781669" y="589814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8" name="PA-4-Point Star 417"/>
          <p:cNvSpPr/>
          <p:nvPr>
            <p:custDataLst>
              <p:tags r:id="rId56"/>
            </p:custDataLst>
          </p:nvPr>
        </p:nvSpPr>
        <p:spPr>
          <a:xfrm rot="16200000">
            <a:off x="6416706" y="711362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3" name="PA-4-Point Star 422"/>
          <p:cNvSpPr/>
          <p:nvPr>
            <p:custDataLst>
              <p:tags r:id="rId57"/>
            </p:custDataLst>
          </p:nvPr>
        </p:nvSpPr>
        <p:spPr>
          <a:xfrm rot="16200000">
            <a:off x="6727462" y="240220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6" name="PA-4-Point Star 425"/>
          <p:cNvSpPr/>
          <p:nvPr>
            <p:custDataLst>
              <p:tags r:id="rId58"/>
            </p:custDataLst>
          </p:nvPr>
        </p:nvSpPr>
        <p:spPr>
          <a:xfrm rot="16200000">
            <a:off x="8113939" y="69952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7" name="PA-4-Point Star 426"/>
          <p:cNvSpPr/>
          <p:nvPr>
            <p:custDataLst>
              <p:tags r:id="rId59"/>
            </p:custDataLst>
          </p:nvPr>
        </p:nvSpPr>
        <p:spPr>
          <a:xfrm rot="16200000">
            <a:off x="2295770" y="708495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8" name="PA-4-Point Star 427"/>
          <p:cNvSpPr/>
          <p:nvPr>
            <p:custDataLst>
              <p:tags r:id="rId60"/>
            </p:custDataLst>
          </p:nvPr>
        </p:nvSpPr>
        <p:spPr>
          <a:xfrm rot="16200000">
            <a:off x="6977443" y="302057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9" name="PA-4-Point Star 428"/>
          <p:cNvSpPr/>
          <p:nvPr>
            <p:custDataLst>
              <p:tags r:id="rId61"/>
            </p:custDataLst>
          </p:nvPr>
        </p:nvSpPr>
        <p:spPr>
          <a:xfrm rot="16200000">
            <a:off x="7048234" y="712020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0" name="PA-4-Point Star 429"/>
          <p:cNvSpPr/>
          <p:nvPr>
            <p:custDataLst>
              <p:tags r:id="rId62"/>
            </p:custDataLst>
          </p:nvPr>
        </p:nvSpPr>
        <p:spPr>
          <a:xfrm rot="16200000">
            <a:off x="6910087" y="743596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1" name="PA-4-Point Star 430"/>
          <p:cNvSpPr/>
          <p:nvPr>
            <p:custDataLst>
              <p:tags r:id="rId63"/>
            </p:custDataLst>
          </p:nvPr>
        </p:nvSpPr>
        <p:spPr>
          <a:xfrm rot="16200000">
            <a:off x="5949638" y="76004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2" name="PA-4-Point Star 431"/>
          <p:cNvSpPr/>
          <p:nvPr>
            <p:custDataLst>
              <p:tags r:id="rId64"/>
            </p:custDataLst>
          </p:nvPr>
        </p:nvSpPr>
        <p:spPr>
          <a:xfrm rot="16200000">
            <a:off x="10045146" y="-31962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3" name="PA-4-Point Star 432"/>
          <p:cNvSpPr/>
          <p:nvPr>
            <p:custDataLst>
              <p:tags r:id="rId65"/>
            </p:custDataLst>
          </p:nvPr>
        </p:nvSpPr>
        <p:spPr>
          <a:xfrm rot="16200000">
            <a:off x="6076200" y="302715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4" name="PA-4-Point Star 433"/>
          <p:cNvSpPr/>
          <p:nvPr>
            <p:custDataLst>
              <p:tags r:id="rId66"/>
            </p:custDataLst>
          </p:nvPr>
        </p:nvSpPr>
        <p:spPr>
          <a:xfrm rot="16200000">
            <a:off x="5528620" y="721888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5" name="PA-4-Point Star 434"/>
          <p:cNvSpPr/>
          <p:nvPr>
            <p:custDataLst>
              <p:tags r:id="rId67"/>
            </p:custDataLst>
          </p:nvPr>
        </p:nvSpPr>
        <p:spPr>
          <a:xfrm rot="16200000">
            <a:off x="6561432" y="72649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6" name="PA-4-Point Star 435"/>
          <p:cNvSpPr/>
          <p:nvPr>
            <p:custDataLst>
              <p:tags r:id="rId68"/>
            </p:custDataLst>
          </p:nvPr>
        </p:nvSpPr>
        <p:spPr>
          <a:xfrm rot="16200000">
            <a:off x="7041656" y="748859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7" name="PA-4-Point Star 436"/>
          <p:cNvSpPr/>
          <p:nvPr>
            <p:custDataLst>
              <p:tags r:id="rId69"/>
            </p:custDataLst>
          </p:nvPr>
        </p:nvSpPr>
        <p:spPr>
          <a:xfrm rot="16200000">
            <a:off x="1703712" y="719021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8" name="PA-4-Point Star 437"/>
          <p:cNvSpPr/>
          <p:nvPr>
            <p:custDataLst>
              <p:tags r:id="rId70"/>
            </p:custDataLst>
          </p:nvPr>
        </p:nvSpPr>
        <p:spPr>
          <a:xfrm rot="7352446">
            <a:off x="9751474" y="728147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9" name="PA-4-Point Star 438"/>
          <p:cNvSpPr/>
          <p:nvPr>
            <p:custDataLst>
              <p:tags r:id="rId71"/>
            </p:custDataLst>
          </p:nvPr>
        </p:nvSpPr>
        <p:spPr>
          <a:xfrm rot="16200000">
            <a:off x="12475404" y="357659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0" name="PA-4-Point Star 439"/>
          <p:cNvSpPr/>
          <p:nvPr>
            <p:custDataLst>
              <p:tags r:id="rId72"/>
            </p:custDataLst>
          </p:nvPr>
        </p:nvSpPr>
        <p:spPr>
          <a:xfrm rot="15257670">
            <a:off x="12722463" y="555606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1" name="PA-4-Point Star 440"/>
          <p:cNvSpPr/>
          <p:nvPr>
            <p:custDataLst>
              <p:tags r:id="rId73"/>
            </p:custDataLst>
          </p:nvPr>
        </p:nvSpPr>
        <p:spPr>
          <a:xfrm rot="16200000">
            <a:off x="8225770" y="73701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7" name="PA-4-Point Star 456"/>
          <p:cNvSpPr/>
          <p:nvPr>
            <p:custDataLst>
              <p:tags r:id="rId74"/>
            </p:custDataLst>
          </p:nvPr>
        </p:nvSpPr>
        <p:spPr>
          <a:xfrm rot="15257670">
            <a:off x="9567374" y="771427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3" name="PA-4-Point Star 462"/>
          <p:cNvSpPr/>
          <p:nvPr>
            <p:custDataLst>
              <p:tags r:id="rId75"/>
            </p:custDataLst>
          </p:nvPr>
        </p:nvSpPr>
        <p:spPr>
          <a:xfrm>
            <a:off x="3837967" y="6117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5" name="PA-4-Point Star 464"/>
          <p:cNvSpPr/>
          <p:nvPr>
            <p:custDataLst>
              <p:tags r:id="rId76"/>
            </p:custDataLst>
          </p:nvPr>
        </p:nvSpPr>
        <p:spPr>
          <a:xfrm rot="13694776">
            <a:off x="4739603" y="253858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6" name="PA-4-Point Star 465"/>
          <p:cNvSpPr/>
          <p:nvPr>
            <p:custDataLst>
              <p:tags r:id="rId77"/>
            </p:custDataLst>
          </p:nvPr>
        </p:nvSpPr>
        <p:spPr>
          <a:xfrm>
            <a:off x="-874734" y="53234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8" name="PA-4-Point Star 467"/>
          <p:cNvSpPr/>
          <p:nvPr>
            <p:custDataLst>
              <p:tags r:id="rId78"/>
            </p:custDataLst>
          </p:nvPr>
        </p:nvSpPr>
        <p:spPr>
          <a:xfrm>
            <a:off x="2292038" y="-375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9" name="PA-4-Point Star 468"/>
          <p:cNvSpPr/>
          <p:nvPr>
            <p:custDataLst>
              <p:tags r:id="rId79"/>
            </p:custDataLst>
          </p:nvPr>
        </p:nvSpPr>
        <p:spPr>
          <a:xfrm rot="13694776">
            <a:off x="-571439" y="100502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0" name="PA-4-Point Star 469"/>
          <p:cNvSpPr/>
          <p:nvPr>
            <p:custDataLst>
              <p:tags r:id="rId80"/>
            </p:custDataLst>
          </p:nvPr>
        </p:nvSpPr>
        <p:spPr>
          <a:xfrm rot="13694776">
            <a:off x="-709586" y="132078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2" name="PA-4-Point Star 471"/>
          <p:cNvSpPr/>
          <p:nvPr>
            <p:custDataLst>
              <p:tags r:id="rId81"/>
            </p:custDataLst>
          </p:nvPr>
        </p:nvSpPr>
        <p:spPr>
          <a:xfrm rot="13694776">
            <a:off x="-1058241" y="11497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3" name="PA-4-Point Star 472"/>
          <p:cNvSpPr/>
          <p:nvPr>
            <p:custDataLst>
              <p:tags r:id="rId82"/>
            </p:custDataLst>
          </p:nvPr>
        </p:nvSpPr>
        <p:spPr>
          <a:xfrm rot="13694776">
            <a:off x="-578017" y="137341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4" name="PA-4-Point Star 473"/>
          <p:cNvSpPr/>
          <p:nvPr>
            <p:custDataLst>
              <p:tags r:id="rId83"/>
            </p:custDataLst>
          </p:nvPr>
        </p:nvSpPr>
        <p:spPr>
          <a:xfrm>
            <a:off x="-347675" y="201672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1" name="PA-4-Point Star 480"/>
          <p:cNvSpPr/>
          <p:nvPr>
            <p:custDataLst>
              <p:tags r:id="rId84"/>
            </p:custDataLst>
          </p:nvPr>
        </p:nvSpPr>
        <p:spPr>
          <a:xfrm>
            <a:off x="4002426" y="-49141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2" name="PA-4-Point Star 481"/>
          <p:cNvSpPr/>
          <p:nvPr>
            <p:custDataLst>
              <p:tags r:id="rId85"/>
            </p:custDataLst>
          </p:nvPr>
        </p:nvSpPr>
        <p:spPr>
          <a:xfrm>
            <a:off x="3041977" y="-32695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3" name="PA-4-Point Star 482"/>
          <p:cNvSpPr/>
          <p:nvPr>
            <p:custDataLst>
              <p:tags r:id="rId86"/>
            </p:custDataLst>
          </p:nvPr>
        </p:nvSpPr>
        <p:spPr>
          <a:xfrm rot="13694776">
            <a:off x="4509357" y="23741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2" name="PA-4-Point Star 501"/>
          <p:cNvSpPr/>
          <p:nvPr>
            <p:custDataLst>
              <p:tags r:id="rId87"/>
            </p:custDataLst>
          </p:nvPr>
        </p:nvSpPr>
        <p:spPr>
          <a:xfrm rot="13694776">
            <a:off x="-999821" y="466694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3" name="PA-4-Point Star 502"/>
          <p:cNvSpPr/>
          <p:nvPr>
            <p:custDataLst>
              <p:tags r:id="rId88"/>
            </p:custDataLst>
          </p:nvPr>
        </p:nvSpPr>
        <p:spPr>
          <a:xfrm rot="13694776">
            <a:off x="4502780" y="259778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4" name="PA-4-Point Star 503"/>
          <p:cNvSpPr/>
          <p:nvPr>
            <p:custDataLst>
              <p:tags r:id="rId89"/>
            </p:custDataLst>
          </p:nvPr>
        </p:nvSpPr>
        <p:spPr>
          <a:xfrm>
            <a:off x="223272" y="-59169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5" name="PA-4-Point Star 504"/>
          <p:cNvSpPr/>
          <p:nvPr>
            <p:custDataLst>
              <p:tags r:id="rId90"/>
            </p:custDataLst>
          </p:nvPr>
        </p:nvSpPr>
        <p:spPr>
          <a:xfrm>
            <a:off x="-1249704" y="569838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9" name="PA-4-Point Star 528"/>
          <p:cNvSpPr/>
          <p:nvPr>
            <p:custDataLst>
              <p:tags r:id="rId91"/>
            </p:custDataLst>
          </p:nvPr>
        </p:nvSpPr>
        <p:spPr>
          <a:xfrm rot="13694776">
            <a:off x="4476465" y="243990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1" name="PA-4-Point Star 530"/>
          <p:cNvSpPr/>
          <p:nvPr>
            <p:custDataLst>
              <p:tags r:id="rId92"/>
            </p:custDataLst>
          </p:nvPr>
        </p:nvSpPr>
        <p:spPr>
          <a:xfrm>
            <a:off x="3153811" y="-41905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2" name="PA-4-Point Star 531"/>
          <p:cNvSpPr/>
          <p:nvPr>
            <p:custDataLst>
              <p:tags r:id="rId93"/>
            </p:custDataLst>
          </p:nvPr>
        </p:nvSpPr>
        <p:spPr>
          <a:xfrm>
            <a:off x="3634035" y="-19538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3" name="PA-4-Point Star 532"/>
          <p:cNvSpPr/>
          <p:nvPr>
            <p:custDataLst>
              <p:tags r:id="rId94"/>
            </p:custDataLst>
          </p:nvPr>
        </p:nvSpPr>
        <p:spPr>
          <a:xfrm rot="13694776">
            <a:off x="-966930" y="435118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4" name="PA-4-Point Star 533"/>
          <p:cNvSpPr/>
          <p:nvPr>
            <p:custDataLst>
              <p:tags r:id="rId95"/>
            </p:custDataLst>
          </p:nvPr>
        </p:nvSpPr>
        <p:spPr>
          <a:xfrm rot="13694776">
            <a:off x="-808262" y="110370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5" name="PA-4-Point Star 534"/>
          <p:cNvSpPr/>
          <p:nvPr>
            <p:custDataLst>
              <p:tags r:id="rId96"/>
            </p:custDataLst>
          </p:nvPr>
        </p:nvSpPr>
        <p:spPr>
          <a:xfrm>
            <a:off x="-651069" y="56062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9" name="PA-4-Point Star 538"/>
          <p:cNvSpPr/>
          <p:nvPr>
            <p:custDataLst>
              <p:tags r:id="rId97"/>
            </p:custDataLst>
          </p:nvPr>
        </p:nvSpPr>
        <p:spPr>
          <a:xfrm>
            <a:off x="328526" y="-6969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2" name="PA-4-Point Star 541"/>
          <p:cNvSpPr/>
          <p:nvPr>
            <p:custDataLst>
              <p:tags r:id="rId98"/>
            </p:custDataLst>
          </p:nvPr>
        </p:nvSpPr>
        <p:spPr>
          <a:xfrm>
            <a:off x="2285459" y="5459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3" name="PA-4-Point Star 542"/>
          <p:cNvSpPr/>
          <p:nvPr>
            <p:custDataLst>
              <p:tags r:id="rId99"/>
            </p:custDataLst>
          </p:nvPr>
        </p:nvSpPr>
        <p:spPr>
          <a:xfrm rot="13694776">
            <a:off x="-1196389" y="118922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5" name="PA-4-Point Star 544"/>
          <p:cNvSpPr/>
          <p:nvPr>
            <p:custDataLst>
              <p:tags r:id="rId100"/>
            </p:custDataLst>
          </p:nvPr>
        </p:nvSpPr>
        <p:spPr>
          <a:xfrm>
            <a:off x="3120917" y="-2874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0" name="PA-4-Point Star 559"/>
          <p:cNvSpPr/>
          <p:nvPr>
            <p:custDataLst>
              <p:tags r:id="rId101"/>
            </p:custDataLst>
          </p:nvPr>
        </p:nvSpPr>
        <p:spPr>
          <a:xfrm>
            <a:off x="3361858" y="-66142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1" name="PA-4-Point Star 560"/>
          <p:cNvSpPr/>
          <p:nvPr>
            <p:custDataLst>
              <p:tags r:id="rId102"/>
            </p:custDataLst>
          </p:nvPr>
        </p:nvSpPr>
        <p:spPr>
          <a:xfrm>
            <a:off x="2479263" y="-66142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2" name="PA-4-Point Star 561"/>
          <p:cNvSpPr/>
          <p:nvPr>
            <p:custDataLst>
              <p:tags r:id="rId103"/>
            </p:custDataLst>
          </p:nvPr>
        </p:nvSpPr>
        <p:spPr>
          <a:xfrm>
            <a:off x="-694732" y="185261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8" name="PA-4-Point Star 567"/>
          <p:cNvSpPr/>
          <p:nvPr>
            <p:custDataLst>
              <p:tags r:id="rId104"/>
            </p:custDataLst>
          </p:nvPr>
        </p:nvSpPr>
        <p:spPr>
          <a:xfrm>
            <a:off x="-993911" y="177903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0" name="PA-4-Point Star 569"/>
          <p:cNvSpPr/>
          <p:nvPr>
            <p:custDataLst>
              <p:tags r:id="rId105"/>
            </p:custDataLst>
          </p:nvPr>
        </p:nvSpPr>
        <p:spPr>
          <a:xfrm>
            <a:off x="-811031" y="2152744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1" name="PA-4-Point Star 570"/>
          <p:cNvSpPr/>
          <p:nvPr>
            <p:custDataLst>
              <p:tags r:id="rId106"/>
            </p:custDataLst>
          </p:nvPr>
        </p:nvSpPr>
        <p:spPr>
          <a:xfrm>
            <a:off x="-842836" y="2780897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2" name="PA-4-Point Star 571"/>
          <p:cNvSpPr/>
          <p:nvPr>
            <p:custDataLst>
              <p:tags r:id="rId107"/>
            </p:custDataLst>
          </p:nvPr>
        </p:nvSpPr>
        <p:spPr>
          <a:xfrm>
            <a:off x="-1411295" y="7320855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3" name="PA-4-Point Star 572"/>
          <p:cNvSpPr/>
          <p:nvPr>
            <p:custDataLst>
              <p:tags r:id="rId108"/>
            </p:custDataLst>
          </p:nvPr>
        </p:nvSpPr>
        <p:spPr>
          <a:xfrm>
            <a:off x="4225824" y="740226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7" name="PA-4-Point Star 586"/>
          <p:cNvSpPr/>
          <p:nvPr>
            <p:custDataLst>
              <p:tags r:id="rId109"/>
            </p:custDataLst>
          </p:nvPr>
        </p:nvSpPr>
        <p:spPr>
          <a:xfrm rot="8294776">
            <a:off x="-859688" y="4374360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0" name="PA-4-Point Star 589"/>
          <p:cNvSpPr/>
          <p:nvPr>
            <p:custDataLst>
              <p:tags r:id="rId110"/>
            </p:custDataLst>
          </p:nvPr>
        </p:nvSpPr>
        <p:spPr>
          <a:xfrm rot="8294776">
            <a:off x="12236491" y="82012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1" name="PA-4-Point Star 590"/>
          <p:cNvSpPr/>
          <p:nvPr>
            <p:custDataLst>
              <p:tags r:id="rId111"/>
            </p:custDataLst>
          </p:nvPr>
        </p:nvSpPr>
        <p:spPr>
          <a:xfrm rot="16200000">
            <a:off x="12604980" y="1720167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2" name="PA-4-Point Star 591"/>
          <p:cNvSpPr/>
          <p:nvPr>
            <p:custDataLst>
              <p:tags r:id="rId112"/>
            </p:custDataLst>
          </p:nvPr>
        </p:nvSpPr>
        <p:spPr>
          <a:xfrm rot="16200000">
            <a:off x="3004408" y="704445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6" name="PA-4-Point Star 595"/>
          <p:cNvSpPr/>
          <p:nvPr>
            <p:custDataLst>
              <p:tags r:id="rId113"/>
            </p:custDataLst>
          </p:nvPr>
        </p:nvSpPr>
        <p:spPr>
          <a:xfrm rot="8294776">
            <a:off x="12236490" y="2495122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7" name="PA-4-Point Star 596"/>
          <p:cNvSpPr/>
          <p:nvPr>
            <p:custDataLst>
              <p:tags r:id="rId114"/>
            </p:custDataLst>
          </p:nvPr>
        </p:nvSpPr>
        <p:spPr>
          <a:xfrm rot="16200000">
            <a:off x="7117397" y="-64362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8" name="PA-4-Point Star 597"/>
          <p:cNvSpPr/>
          <p:nvPr>
            <p:custDataLst>
              <p:tags r:id="rId115"/>
            </p:custDataLst>
          </p:nvPr>
        </p:nvSpPr>
        <p:spPr>
          <a:xfrm rot="16200000">
            <a:off x="5058009" y="-715188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9" name="PA-4-Point Star 598"/>
          <p:cNvSpPr/>
          <p:nvPr>
            <p:custDataLst>
              <p:tags r:id="rId116"/>
            </p:custDataLst>
          </p:nvPr>
        </p:nvSpPr>
        <p:spPr>
          <a:xfrm rot="16200000">
            <a:off x="3602920" y="-659529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7"/>
          <p:cNvSpPr txBox="1"/>
          <p:nvPr/>
        </p:nvSpPr>
        <p:spPr>
          <a:xfrm>
            <a:off x="-48577" y="213995"/>
            <a:ext cx="508571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《HSK</a:t>
            </a:r>
            <a:r>
              <a:rPr lang="zh-CN" altLang="en-US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标准教程</a:t>
            </a: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5--</a:t>
            </a:r>
            <a:r>
              <a:rPr lang="zh-CN" altLang="en-US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第五课</a:t>
            </a: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》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38243" y="702214"/>
            <a:ext cx="374777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Han Sans CN Regular" panose="020B0500000000000000" pitchFamily="34" charset="-122"/>
                <a:ea typeface="Source Han Sans CN Regular" panose="020B0500000000000000" pitchFamily="34" charset="-122"/>
                <a:sym typeface="+mn-ea"/>
              </a:rPr>
              <a:t>HSK Standard  Course 5  Lesson 5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1156193" y="2564765"/>
            <a:ext cx="9659087" cy="2916646"/>
            <a:chOff x="1893" y="4058"/>
            <a:chExt cx="15211" cy="4593"/>
          </a:xfrm>
        </p:grpSpPr>
        <p:grpSp>
          <p:nvGrpSpPr>
            <p:cNvPr id="14" name="组合 13"/>
            <p:cNvGrpSpPr/>
            <p:nvPr/>
          </p:nvGrpSpPr>
          <p:grpSpPr>
            <a:xfrm>
              <a:off x="1893" y="4058"/>
              <a:ext cx="15211" cy="4593"/>
              <a:chOff x="-96" y="3669"/>
              <a:chExt cx="18916" cy="5713"/>
            </a:xfrm>
          </p:grpSpPr>
          <p:sp>
            <p:nvSpPr>
              <p:cNvPr id="10" name="圆角矩形 9"/>
              <p:cNvSpPr/>
              <p:nvPr/>
            </p:nvSpPr>
            <p:spPr>
              <a:xfrm>
                <a:off x="-96" y="3669"/>
                <a:ext cx="18744" cy="5713"/>
              </a:xfrm>
              <a:prstGeom prst="roundRect">
                <a:avLst/>
              </a:prstGeom>
              <a:solidFill>
                <a:schemeClr val="bg1">
                  <a:alpha val="6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8" name="组合 7"/>
              <p:cNvGrpSpPr/>
              <p:nvPr/>
            </p:nvGrpSpPr>
            <p:grpSpPr>
              <a:xfrm>
                <a:off x="-96" y="4499"/>
                <a:ext cx="18916" cy="2928"/>
                <a:chOff x="3051" y="4499"/>
                <a:chExt cx="18916" cy="2928"/>
              </a:xfrm>
            </p:grpSpPr>
            <p:grpSp>
              <p:nvGrpSpPr>
                <p:cNvPr id="3" name="组合 2"/>
                <p:cNvGrpSpPr/>
                <p:nvPr/>
              </p:nvGrpSpPr>
              <p:grpSpPr>
                <a:xfrm>
                  <a:off x="6731" y="6525"/>
                  <a:ext cx="12856" cy="902"/>
                  <a:chOff x="8865" y="6525"/>
                  <a:chExt cx="12856" cy="902"/>
                </a:xfrm>
              </p:grpSpPr>
              <p:sp>
                <p:nvSpPr>
                  <p:cNvPr id="15" name="矩形 14"/>
                  <p:cNvSpPr/>
                  <p:nvPr/>
                </p:nvSpPr>
                <p:spPr>
                  <a:xfrm>
                    <a:off x="8865" y="6525"/>
                    <a:ext cx="3417" cy="90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l"/>
                    <a:r>
                      <a:rPr lang="en-US" altLang="zh-CN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STXihei" panose="02010600040101010101" pitchFamily="2" charset="-122"/>
                        <a:ea typeface="STXihei" panose="02010600040101010101" pitchFamily="2" charset="-122"/>
                      </a:rPr>
                      <a:t>Lesson 5</a:t>
                    </a:r>
                  </a:p>
                </p:txBody>
              </p:sp>
              <p:sp>
                <p:nvSpPr>
                  <p:cNvPr id="18" name="矩形 17"/>
                  <p:cNvSpPr/>
                  <p:nvPr/>
                </p:nvSpPr>
                <p:spPr>
                  <a:xfrm>
                    <a:off x="12925" y="6525"/>
                    <a:ext cx="8796" cy="90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STXihei" panose="02010600040101010101" pitchFamily="2" charset="-122"/>
                        <a:ea typeface="STXihei" panose="02010600040101010101" pitchFamily="2" charset="-122"/>
                        <a:sym typeface="+mn-ea"/>
                      </a:rPr>
                      <a:t>Spring Water in Ji</a:t>
                    </a:r>
                    <a:r>
                      <a:rPr lang="zh-CN" altLang="en-US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STXihei" panose="02010600040101010101" pitchFamily="2" charset="-122"/>
                        <a:ea typeface="STXihei" panose="02010600040101010101" pitchFamily="2" charset="-122"/>
                        <a:sym typeface="+mn-ea"/>
                      </a:rPr>
                      <a:t>’</a:t>
                    </a:r>
                    <a:r>
                      <a:rPr lang="en-US" altLang="zh-CN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STXihei" panose="02010600040101010101" pitchFamily="2" charset="-122"/>
                        <a:ea typeface="STXihei" panose="02010600040101010101" pitchFamily="2" charset="-122"/>
                        <a:sym typeface="+mn-ea"/>
                      </a:rPr>
                      <a:t>nan</a:t>
                    </a:r>
                    <a:endParaRPr lang="en-US" sz="2400" dirty="0">
                      <a:solidFill>
                        <a:schemeClr val="bg1">
                          <a:lumMod val="50000"/>
                        </a:schemeClr>
                      </a:solidFill>
                      <a:latin typeface="STXihei" panose="02010600040101010101" pitchFamily="2" charset="-122"/>
                      <a:ea typeface="STXihei" panose="02010600040101010101" pitchFamily="2" charset="-122"/>
                    </a:endParaRPr>
                  </a:p>
                </p:txBody>
              </p:sp>
            </p:grpSp>
            <p:sp>
              <p:nvSpPr>
                <p:cNvPr id="6" name="文本框 7"/>
                <p:cNvSpPr txBox="1"/>
                <p:nvPr/>
              </p:nvSpPr>
              <p:spPr>
                <a:xfrm>
                  <a:off x="3051" y="4499"/>
                  <a:ext cx="18916" cy="24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fontAlgn="auto">
                    <a:lnSpc>
                      <a:spcPts val="902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lang="zh-CN" altLang="en-US" sz="6600" b="1" noProof="0" dirty="0">
                      <a:ln>
                        <a:noFill/>
                      </a:ln>
                      <a:effectLst/>
                      <a:uLnTx/>
                      <a:uFillTx/>
                      <a:latin typeface="STKaiti" panose="02010600040101010101" charset="-122"/>
                      <a:ea typeface="STKaiti" panose="02010600040101010101" charset="-122"/>
                      <a:cs typeface="STKaiti" panose="02010600040101010101" charset="-122"/>
                      <a:sym typeface="+mn-ea"/>
                    </a:rPr>
                    <a:t>第</a:t>
                  </a:r>
                  <a:r>
                    <a:rPr lang="en-US" altLang="zh-CN" sz="6600" b="1" noProof="0" dirty="0">
                      <a:ln>
                        <a:noFill/>
                      </a:ln>
                      <a:effectLst/>
                      <a:uLnTx/>
                      <a:uFillTx/>
                      <a:latin typeface="STKaiti" panose="02010600040101010101" charset="-122"/>
                      <a:ea typeface="STKaiti" panose="02010600040101010101" charset="-122"/>
                      <a:cs typeface="STKaiti" panose="02010600040101010101" charset="-122"/>
                      <a:sym typeface="+mn-ea"/>
                    </a:rPr>
                    <a:t>5</a:t>
                  </a:r>
                  <a:r>
                    <a:rPr lang="zh-CN" altLang="en-US" sz="6600" b="1" noProof="0" dirty="0">
                      <a:ln>
                        <a:noFill/>
                      </a:ln>
                      <a:effectLst/>
                      <a:uLnTx/>
                      <a:uFillTx/>
                      <a:latin typeface="STKaiti" panose="02010600040101010101" charset="-122"/>
                      <a:ea typeface="STKaiti" panose="02010600040101010101" charset="-122"/>
                      <a:cs typeface="STKaiti" panose="02010600040101010101" charset="-122"/>
                      <a:sym typeface="+mn-ea"/>
                    </a:rPr>
                    <a:t>课  济南的泉水</a:t>
                  </a:r>
                  <a:endParaRPr kumimoji="0" lang="zh-CN" altLang="en-US" sz="66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STKaiti" panose="02010600040101010101" charset="-122"/>
                    <a:ea typeface="STKaiti" panose="02010600040101010101" charset="-122"/>
                    <a:cs typeface="STKaiti" panose="02010600040101010101" charset="-122"/>
                  </a:endParaRPr>
                </a:p>
              </p:txBody>
            </p:sp>
          </p:grpSp>
        </p:grpSp>
        <p:sp>
          <p:nvSpPr>
            <p:cNvPr id="7" name="矩形 6"/>
            <p:cNvSpPr/>
            <p:nvPr/>
          </p:nvSpPr>
          <p:spPr>
            <a:xfrm>
              <a:off x="2071" y="7368"/>
              <a:ext cx="14751" cy="11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4000" b="1" noProof="0" dirty="0">
                  <a:ln>
                    <a:noFill/>
                  </a:ln>
                  <a:solidFill>
                    <a:srgbClr val="9F313C"/>
                  </a:solidFill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cs typeface="STKaiti" panose="02010600040101010101" charset="-122"/>
                  <a:sym typeface="+mn-ea"/>
                </a:rPr>
                <a:t>Part 2</a:t>
              </a:r>
              <a:endParaRPr lang="en-US" sz="4000" dirty="0">
                <a:solidFill>
                  <a:schemeClr val="bg1">
                    <a:lumMod val="50000"/>
                  </a:schemeClr>
                </a:solidFill>
                <a:latin typeface="STXihei" panose="02010600040101010101" pitchFamily="2" charset="-122"/>
                <a:ea typeface="STXihei" panose="02010600040101010101" pitchFamily="2" charset="-122"/>
              </a:endParaRPr>
            </a:p>
          </p:txBody>
        </p:sp>
      </p:grpSp>
      <p:pic>
        <p:nvPicPr>
          <p:cNvPr id="4" name="图片 3" descr="1"/>
          <p:cNvPicPr>
            <a:picLocks noChangeAspect="1"/>
          </p:cNvPicPr>
          <p:nvPr/>
        </p:nvPicPr>
        <p:blipFill>
          <a:blip r:embed="rId119"/>
          <a:stretch>
            <a:fillRect/>
          </a:stretch>
        </p:blipFill>
        <p:spPr>
          <a:xfrm>
            <a:off x="10681970" y="5398770"/>
            <a:ext cx="1459230" cy="14592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9700"/>
    </mc:Choice>
    <mc:Fallback xmlns="">
      <p:transition spd="slow" advTm="5097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repeatCount="indefinite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5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528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5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53" presetClass="entr" presetSubtype="528" repeatCount="indefinite" fill="hold" grpId="0" nodeType="withEffect">
                                  <p:stCondLst>
                                    <p:cond delay="507"/>
                                  </p:stCondLst>
                                  <p:childTnLst>
                                    <p:set>
                                      <p:cBhvr>
                                        <p:cTn id="20" dur="6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6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53" presetClass="entr" presetSubtype="528" repeatCount="indefinite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5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8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53" presetClass="entr" presetSubtype="528" repeatCount="indefinite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6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6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528" repeatCount="indefinite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6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68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53" presetClass="entr" presetSubtype="528" repeatCount="indefinite" fill="hold" grpId="0" nodeType="withEffect">
                                  <p:stCondLst>
                                    <p:cond delay="244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153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53" presetClass="entr" presetSubtype="528" repeatCount="indefinite" fill="hold" grpId="0" nodeType="withEffect">
                                  <p:stCondLst>
                                    <p:cond delay="1334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6175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53" presetClass="entr" presetSubtype="528" repeatCount="indefinite" fill="hold" grpId="0" nodeType="withEffect">
                                  <p:stCondLst>
                                    <p:cond delay="1892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142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53" presetClass="entr" presetSubtype="528" repeatCount="indefinite" fill="hold" grpId="0" nodeType="withEffect">
                                  <p:stCondLst>
                                    <p:cond delay="907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232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53" presetClass="entr" presetSubtype="528" repeatCount="indefinite" fill="hold" grpId="0" nodeType="withEffect">
                                  <p:stCondLst>
                                    <p:cond delay="317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737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53" presetClass="entr" presetSubtype="528" repeatCount="indefinite" fill="hold" grpId="0" nodeType="withEffect">
                                  <p:stCondLst>
                                    <p:cond delay="1699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6663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53" presetClass="entr" presetSubtype="528" repeatCount="indefinite" fill="hold" grpId="0" nodeType="withEffect">
                                  <p:stCondLst>
                                    <p:cond delay="1993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24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53" presetClass="entr" presetSubtype="528" repeatCount="indefinite" fill="hold" grpId="0" nodeType="withEffect">
                                  <p:stCondLst>
                                    <p:cond delay="1408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7466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53" presetClass="entr" presetSubtype="528" repeatCount="indefinite" fill="hold" grpId="0" nodeType="withEffect">
                                  <p:stCondLst>
                                    <p:cond delay="1034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6672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53" presetClass="entr" presetSubtype="528" repeatCount="indefinite" fill="hold" grpId="0" nodeType="withEffect">
                                  <p:stCondLst>
                                    <p:cond delay="57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637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53" presetClass="entr" presetSubtype="528" repeatCount="indefinite" fill="hold" grpId="0" nodeType="withEffect">
                                  <p:stCondLst>
                                    <p:cond delay="1978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644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53" presetClass="entr" presetSubtype="528" repeatCount="indefinite" fill="hold" grpId="0" nodeType="withEffect">
                                  <p:stCondLst>
                                    <p:cond delay="136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6172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53" presetClass="entr" presetSubtype="528" repeatCount="indefinite" fill="hold" grpId="0" nodeType="withEffect">
                                  <p:stCondLst>
                                    <p:cond delay="177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618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53" presetClass="entr" presetSubtype="528" repeatCount="indefinite" fill="hold" grpId="0" nodeType="withEffect">
                                  <p:stCondLst>
                                    <p:cond delay="1791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546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53" presetClass="entr" presetSubtype="528" repeatCount="indefinite" fill="hold" grpId="0" nodeType="withEffect">
                                  <p:stCondLst>
                                    <p:cond delay="731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6797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53" presetClass="entr" presetSubtype="528" repeatCount="indefinite" fill="hold" grpId="0" nodeType="withEffect">
                                  <p:stCondLst>
                                    <p:cond delay="1855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7034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53" presetClass="entr" presetSubtype="528" repeatCount="indefinite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6907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53" presetClass="entr" presetSubtype="528" repeatCount="indefinite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506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1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53" presetClass="entr" presetSubtype="528" repeatCount="indefinite" fill="hold" grpId="0" nodeType="withEffect">
                                  <p:stCondLst>
                                    <p:cond delay="1481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366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53" presetClass="entr" presetSubtype="528" repeatCount="indefinite" fill="hold" grpId="0" nodeType="withEffect">
                                  <p:stCondLst>
                                    <p:cond delay="1091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5755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53" presetClass="entr" presetSubtype="528" repeatCount="indefinite" fill="hold" grpId="0" nodeType="withEffect">
                                  <p:stCondLst>
                                    <p:cond delay="334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746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53" presetClass="entr" presetSubtype="528" repeatCount="indefinite" fill="hold" grpId="0" nodeType="withEffect">
                                  <p:stCondLst>
                                    <p:cond delay="1852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6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8" dur="5254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53" presetClass="entr" presetSubtype="528" repeatCount="indefinite" fill="hold" grpId="0" nodeType="withEffect">
                                  <p:stCondLst>
                                    <p:cond delay="657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3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5" dur="6642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8" presetID="53" presetClass="entr" presetSubtype="528" repeatCount="indefinite" fill="hold" grpId="0" nodeType="withEffect">
                                  <p:stCondLst>
                                    <p:cond delay="1083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2" dur="5889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53" presetClass="entr" presetSubtype="528" repeatCount="indefinite" fill="hold" grpId="0" nodeType="withEffect">
                                  <p:stCondLst>
                                    <p:cond delay="854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7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9" dur="5408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0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2" presetID="53" presetClass="entr" presetSubtype="528" repeatCount="indefinite" fill="hold" grpId="0" nodeType="withEffect">
                                  <p:stCondLst>
                                    <p:cond delay="793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4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6" dur="5173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7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53" presetClass="entr" presetSubtype="528" repeatCount="indefinite" fill="hold" grpId="0" nodeType="withEffect">
                                  <p:stCondLst>
                                    <p:cond delay="367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1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3" dur="6982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53" presetClass="entr" presetSubtype="528" repeatCount="indefinite" fill="hold" grpId="0" nodeType="withEffect">
                                  <p:stCondLst>
                                    <p:cond delay="232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8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0" dur="6854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1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3" presetID="53" presetClass="entr" presetSubtype="528" repeatCount="indefinite" fill="hold" grpId="0" nodeType="withEffect">
                                  <p:stCondLst>
                                    <p:cond delay="1449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5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7" dur="704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8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0" presetID="53" presetClass="entr" presetSubtype="528" repeatCount="indefinite" fill="hold" grpId="0" nodeType="withEffect">
                                  <p:stCondLst>
                                    <p:cond delay="1214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2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4" dur="6173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5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7" presetID="53" presetClass="entr" presetSubtype="528" repeatCount="indefinite" fill="hold" grpId="0" nodeType="withEffect">
                                  <p:stCondLst>
                                    <p:cond delay="1303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9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1" dur="6273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2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4" presetID="53" presetClass="entr" presetSubtype="528" repeatCount="indefinite" fill="hold" grpId="0" nodeType="withEffect">
                                  <p:stCondLst>
                                    <p:cond delay="1802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6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7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8" dur="6866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9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0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1" presetID="53" presetClass="entr" presetSubtype="528" repeatCount="indefinite" fill="hold" grpId="0" nodeType="withEffect">
                                  <p:stCondLst>
                                    <p:cond delay="1083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3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4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5" dur="5969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6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7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8" presetID="53" presetClass="entr" presetSubtype="528" repeatCount="indefinite" fill="hold" grpId="0" nodeType="withEffect">
                                  <p:stCondLst>
                                    <p:cond delay="127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0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1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2" dur="7002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3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4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5" presetID="53" presetClass="entr" presetSubtype="528" repeatCount="indefinite" fill="hold" grpId="0" nodeType="withEffect">
                                  <p:stCondLst>
                                    <p:cond delay="1739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7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8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9" dur="737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0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1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2" presetID="53" presetClass="entr" presetSubtype="528" repeatCount="indefinite" fill="hold" grpId="0" nodeType="withEffect">
                                  <p:stCondLst>
                                    <p:cond delay="1018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4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5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6" dur="5261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7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8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9" presetID="53" presetClass="entr" presetSubtype="528" repeatCount="indefinite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1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2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3" dur="6177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4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5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6" presetID="53" presetClass="entr" presetSubtype="528" repeatCount="indefinite" fill="hold" grpId="0" nodeType="withEffect">
                                  <p:stCondLst>
                                    <p:cond delay="149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8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9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0" dur="5255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1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2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3" presetID="53" presetClass="entr" presetSubtype="528" repeatCount="indefinite" fill="hold" grpId="0" nodeType="withEffect">
                                  <p:stCondLst>
                                    <p:cond delay="633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5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6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7" dur="5534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8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9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0" presetID="53" presetClass="entr" presetSubtype="528" repeatCount="indefinite" fill="hold" grpId="0" nodeType="withEffect">
                                  <p:stCondLst>
                                    <p:cond delay="377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2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3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4" dur="6932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5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6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7" presetID="53" presetClass="entr" presetSubtype="528" repeatCount="indefinite" fill="hold" grpId="0" nodeType="withEffect">
                                  <p:stCondLst>
                                    <p:cond delay="1461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9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0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1" dur="7218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2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3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4" presetID="53" presetClass="entr" presetSubtype="528" repeatCount="indefinite" fill="hold" grpId="0" nodeType="withEffect">
                                  <p:stCondLst>
                                    <p:cond delay="1078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6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7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8" dur="6826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9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0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1" presetID="53" presetClass="entr" presetSubtype="528" repeatCount="indefinite" fill="hold" grpId="0" nodeType="withEffect">
                                  <p:stCondLst>
                                    <p:cond delay="1447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3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4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5" dur="5322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6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7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8" presetID="53" presetClass="entr" presetSubtype="528" repeatCount="indefinite" fill="hold" grpId="0" nodeType="withEffect">
                                  <p:stCondLst>
                                    <p:cond delay="1654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0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1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2" dur="6922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3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4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5" presetID="53" presetClass="entr" presetSubtype="528" repeatCount="indefinite" fill="hold" grpId="0" nodeType="withEffect">
                                  <p:stCondLst>
                                    <p:cond delay="487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7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8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9" dur="7039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0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1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2" presetID="53" presetClass="entr" presetSubtype="528" repeatCount="indefinite" fill="hold" grpId="0" nodeType="withEffect">
                                  <p:stCondLst>
                                    <p:cond delay="1043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4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5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6" dur="6539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7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8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9" presetID="53" presetClass="entr" presetSubtype="528" repeatCount="indefinite" fill="hold" grpId="0" nodeType="withEffect">
                                  <p:stCondLst>
                                    <p:cond delay="502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1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2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3" dur="5392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4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5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6" presetID="53" presetClass="entr" presetSubtype="528" repeatCount="indefinite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8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9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0" dur="5326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1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2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3" presetID="53" presetClass="entr" presetSubtype="528" repeatCount="indefinite" fill="hold" grpId="0" nodeType="withEffect">
                                  <p:stCondLst>
                                    <p:cond delay="1436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5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6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7" dur="5561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8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9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0" presetID="53" presetClass="entr" presetSubtype="528" repeatCount="indefinite" fill="hold" grpId="0" nodeType="withEffect">
                                  <p:stCondLst>
                                    <p:cond delay="1228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2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3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4" dur="6911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5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6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7" presetID="53" presetClass="entr" presetSubtype="528" repeatCount="indefinite" fill="hold" grpId="0" nodeType="withEffect">
                                  <p:stCondLst>
                                    <p:cond delay="904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9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0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1" dur="5869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2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3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4" presetID="53" presetClass="entr" presetSubtype="528" repeatCount="indefinite" fill="hold" grpId="0" nodeType="withEffect">
                                  <p:stCondLst>
                                    <p:cond delay="603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6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7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8" dur="6813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9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0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1" presetID="53" presetClass="entr" presetSubtype="528" repeatCount="indefinite" fill="hold" grpId="0" nodeType="withEffect">
                                  <p:stCondLst>
                                    <p:cond delay="857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3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4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5" dur="5399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6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7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8" presetID="53" presetClass="entr" presetSubtype="528" repeatCount="indefinite" fill="hold" grpId="0" nodeType="withEffect">
                                  <p:stCondLst>
                                    <p:cond delay="1332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0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1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2" dur="698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3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4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5" presetID="53" presetClass="entr" presetSubtype="528" repeatCount="indefinite" fill="hold" grpId="0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7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8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9" dur="596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0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1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2" presetID="53" presetClass="entr" presetSubtype="528" repeatCount="indefinite" fill="hold" grpId="0" nodeType="withEffect">
                                  <p:stCondLst>
                                    <p:cond delay="464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4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5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6" dur="6406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7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8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9" presetID="53" presetClass="entr" presetSubtype="528" repeatCount="indefinite" fill="hold" grpId="0" nodeType="withEffect">
                                  <p:stCondLst>
                                    <p:cond delay="1093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1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2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3" dur="6713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4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5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6" presetID="53" presetClass="entr" presetSubtype="528" repeatCount="indefinite" fill="hold" grpId="0" nodeType="withEffect">
                                  <p:stCondLst>
                                    <p:cond delay="1754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8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9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0" dur="6271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1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2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3" presetID="53" presetClass="entr" presetSubtype="528" repeatCount="indefinite" fill="hold" grpId="0" nodeType="withEffect">
                                  <p:stCondLst>
                                    <p:cond delay="331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5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6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7" dur="6081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8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9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0" presetID="53" presetClass="entr" presetSubtype="528" repeatCount="indefinite" fill="hold" grpId="0" nodeType="withEffect">
                                  <p:stCondLst>
                                    <p:cond delay="52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2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3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4" dur="6712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5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6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7" presetID="53" presetClass="entr" presetSubtype="528" repeatCount="indefinite" fill="hold" grpId="0" nodeType="withEffect">
                                  <p:stCondLst>
                                    <p:cond delay="35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9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0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1" dur="5135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2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3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4" presetID="53" presetClass="entr" presetSubtype="528" repeatCount="indefinite" fill="hold" grpId="0" nodeType="withEffect">
                                  <p:stCondLst>
                                    <p:cond delay="181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6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7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8" dur="5463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9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0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1" presetID="53" presetClass="entr" presetSubtype="528" repeatCount="indefinite" fill="hold" grpId="0" nodeType="withEffect">
                                  <p:stCondLst>
                                    <p:cond delay="207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3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4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5" dur="5327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6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7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8" presetID="53" presetClass="entr" presetSubtype="528" repeatCount="indefinite" fill="hold" grpId="0" nodeType="withEffect">
                                  <p:stCondLst>
                                    <p:cond delay="852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0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1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2" dur="5099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3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4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5" presetID="53" presetClass="entr" presetSubtype="528" repeatCount="indefinite" fill="hold" grpId="0" nodeType="withEffect">
                                  <p:stCondLst>
                                    <p:cond delay="1482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7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8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9" dur="7073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0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1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2" presetID="53" presetClass="entr" presetSubtype="528" repeatCount="indefinite" fill="hold" grpId="0" nodeType="withEffect">
                                  <p:stCondLst>
                                    <p:cond delay="176"/>
                                  </p:stCondLst>
                                  <p:childTnLs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4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5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6" dur="7201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7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8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9" presetID="53" presetClass="entr" presetSubtype="528" repeatCount="indefinite" fill="hold" grpId="0" nodeType="withEffect">
                                  <p:stCondLst>
                                    <p:cond delay="157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1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2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3" dur="7468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4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5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6" presetID="53" presetClass="entr" presetSubtype="528" repeatCount="indefinite" fill="hold" grpId="0" nodeType="withEffect">
                                  <p:stCondLst>
                                    <p:cond delay="234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8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9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0" dur="7485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1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2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3" presetID="53" presetClass="entr" presetSubtype="528" repeatCount="indefinite" fill="hold" grpId="0" nodeType="withEffect">
                                  <p:stCondLst>
                                    <p:cond delay="1802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5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6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7" dur="6432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8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9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0" presetID="53" presetClass="entr" presetSubtype="528" repeatCount="indefinite" fill="hold" grpId="0" nodeType="withEffect">
                                  <p:stCondLst>
                                    <p:cond delay="736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2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3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4" dur="5423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5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6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7" presetID="53" presetClass="entr" presetSubtype="528" repeatCount="indefinite" fill="hold" grpId="0" nodeType="withEffect">
                                  <p:stCondLst>
                                    <p:cond delay="482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9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0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1" dur="5102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2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3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4" presetID="53" presetClass="entr" presetSubtype="528" repeatCount="indefinite" fill="hold" grpId="0" nodeType="withEffect">
                                  <p:stCondLst>
                                    <p:cond delay="399"/>
                                  </p:stCondLst>
                                  <p:childTnLs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6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7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8" dur="5819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9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0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1" presetID="53" presetClass="entr" presetSubtype="528" repeatCount="indefinite" fill="hold" grpId="0" nodeType="withEffect">
                                  <p:stCondLst>
                                    <p:cond delay="1338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3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4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5" dur="6554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6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7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8" presetID="53" presetClass="entr" presetSubtype="528" repeatCount="indefinite" fill="hold" grpId="0" nodeType="withEffect">
                                  <p:stCondLst>
                                    <p:cond delay="245"/>
                                  </p:stCondLst>
                                  <p:childTnLst>
                                    <p:set>
                                      <p:cBhvr>
                                        <p:cTn id="5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0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1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2" dur="5853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3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4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5" presetID="53" presetClass="entr" presetSubtype="528" repeatCount="indefinite" fill="hold" grpId="0" nodeType="withEffect">
                                  <p:stCondLst>
                                    <p:cond delay="1555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7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8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9" dur="5653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0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1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2" presetID="53" presetClass="entr" presetSubtype="528" repeatCount="indefinite" fill="hold" grpId="0" nodeType="withEffect">
                                  <p:stCondLst>
                                    <p:cond delay="1065"/>
                                  </p:stCondLst>
                                  <p:childTnLs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4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5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6" dur="7301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7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8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9" presetID="53" presetClass="entr" presetSubtype="528" repeatCount="indefinite" fill="hold" grpId="0" nodeType="withEffect">
                                  <p:stCondLst>
                                    <p:cond delay="1298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1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2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3" dur="7173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4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5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6" presetID="53" presetClass="entr" presetSubtype="528" repeatCount="indefinite" fill="hold" grpId="0" nodeType="withEffect">
                                  <p:stCondLst>
                                    <p:cond delay="1367"/>
                                  </p:stCondLst>
                                  <p:childTnLst>
                                    <p:set>
                                      <p:cBhvr>
                                        <p:cTn id="5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8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9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0" dur="6011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1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2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3" presetID="53" presetClass="entr" presetSubtype="528" repeatCount="indefinite" fill="hold" grpId="0" nodeType="withEffect">
                                  <p:stCondLst>
                                    <p:cond delay="1243"/>
                                  </p:stCondLst>
                                  <p:childTnLs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5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6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7" dur="5785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8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9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0" presetID="53" presetClass="entr" presetSubtype="528" repeatCount="indefinite" fill="hold" grpId="0" nodeType="withEffect">
                                  <p:stCondLst>
                                    <p:cond delay="273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2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3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4" dur="6234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5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6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7" presetID="53" presetClass="entr" presetSubtype="528" repeatCount="indefinite" fill="hold" grpId="0" nodeType="withEffect">
                                  <p:stCondLst>
                                    <p:cond delay="1910"/>
                                  </p:stCondLst>
                                  <p:childTnLst>
                                    <p:set>
                                      <p:cBhvr>
                                        <p:cTn id="6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9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0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1" dur="7063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2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3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4" presetID="53" presetClass="entr" presetSubtype="528" repeatCount="indefinite" fill="hold" grpId="0" nodeType="withEffect">
                                  <p:stCondLst>
                                    <p:cond delay="633"/>
                                  </p:stCondLst>
                                  <p:childTnLs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6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7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8" dur="5494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9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0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1" presetID="53" presetClass="entr" presetSubtype="528" repeatCount="indefinite" fill="hold" grpId="0" nodeType="withEffect">
                                  <p:stCondLst>
                                    <p:cond delay="1769"/>
                                  </p:stCondLst>
                                  <p:childTnLs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3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4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5" dur="7135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6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7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8" presetID="53" presetClass="entr" presetSubtype="528" repeatCount="indefinite" fill="hold" grpId="0" nodeType="withEffect">
                                  <p:stCondLst>
                                    <p:cond delay="552"/>
                                  </p:stCondLst>
                                  <p:childTnLst>
                                    <p:set>
                                      <p:cBhvr>
                                        <p:cTn id="6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0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1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2" dur="7132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3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4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5" presetID="53" presetClass="entr" presetSubtype="528" repeatCount="indefinite" fill="hold" grpId="0" nodeType="withEffect">
                                  <p:stCondLst>
                                    <p:cond delay="1645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7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8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9" dur="5041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0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1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2" presetID="53" presetClass="entr" presetSubtype="528" repeatCount="indefinite" fill="hold" grpId="0" nodeType="withEffect">
                                  <p:stCondLst>
                                    <p:cond delay="1934"/>
                                  </p:stCondLst>
                                  <p:childTnLst>
                                    <p:set>
                                      <p:cBhvr>
                                        <p:cTn id="6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4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5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6" dur="6965"/>
                                        <p:tgtEl>
                                          <p:spTgt spid="5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7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8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9" presetID="53" presetClass="entr" presetSubtype="528" repeatCount="indefinite" fill="hold" grpId="0" nodeType="withEffect">
                                  <p:stCondLst>
                                    <p:cond delay="775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1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2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3" dur="5313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4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5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6" presetID="53" presetClass="entr" presetSubtype="528" repeatCount="indefinite" fill="hold" grpId="0" nodeType="withEffect">
                                  <p:stCondLst>
                                    <p:cond delay="178"/>
                                  </p:stCondLst>
                                  <p:childTnLst>
                                    <p:set>
                                      <p:cBhvr>
                                        <p:cTn id="6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8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9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0" dur="563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1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2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3" presetID="53" presetClass="entr" presetSubtype="528" repeatCount="indefinite" fill="hold" grpId="0" nodeType="withEffect">
                                  <p:stCondLst>
                                    <p:cond delay="1402"/>
                                  </p:stCondLst>
                                  <p:childTnLst>
                                    <p:set>
                                      <p:cBhvr>
                                        <p:cTn id="6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5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6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7" dur="5437"/>
                                        <p:tgtEl>
                                          <p:spTgt spid="5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8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9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0" presetID="53" presetClass="entr" presetSubtype="528" repeatCount="indefinite" fill="hold" grpId="0" nodeType="withEffect">
                                  <p:stCondLst>
                                    <p:cond delay="441"/>
                                  </p:stCondLst>
                                  <p:childTnLst>
                                    <p:set>
                                      <p:cBhvr>
                                        <p:cTn id="6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2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3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4" dur="566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5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6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7" presetID="53" presetClass="entr" presetSubtype="528" repeatCount="indefinite" fill="hold" grpId="0" nodeType="withEffect">
                                  <p:stCondLst>
                                    <p:cond delay="1747"/>
                                  </p:stCondLst>
                                  <p:childTnLs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9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0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1" dur="6723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2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3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4" presetID="53" presetClass="entr" presetSubtype="528" repeatCount="indefinite" fill="hold" grpId="0" nodeType="withEffect">
                                  <p:stCondLst>
                                    <p:cond delay="1402"/>
                                  </p:stCondLst>
                                  <p:childTnLst>
                                    <p:set>
                                      <p:cBhvr>
                                        <p:cTn id="6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6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7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8" dur="5888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9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0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1" presetID="53" presetClass="entr" presetSubtype="528" repeatCount="indefinite" fill="hold" grpId="0" nodeType="withEffect">
                                  <p:stCondLst>
                                    <p:cond delay="809"/>
                                  </p:stCondLst>
                                  <p:childTnLs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3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4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5" dur="5356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6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7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8" presetID="53" presetClass="entr" presetSubtype="528" repeatCount="indefinite" fill="hold" grpId="0" nodeType="withEffect">
                                  <p:stCondLst>
                                    <p:cond delay="351"/>
                                  </p:stCondLst>
                                  <p:childTnLst>
                                    <p:set>
                                      <p:cBhvr>
                                        <p:cTn id="6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0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1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2" dur="7274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3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4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5" presetID="53" presetClass="entr" presetSubtype="528" repeatCount="indefinite" fill="hold" grpId="0" nodeType="withEffect">
                                  <p:stCondLst>
                                    <p:cond delay="1594"/>
                                  </p:stCondLst>
                                  <p:childTnLst>
                                    <p:set>
                                      <p:cBhvr>
                                        <p:cTn id="7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7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8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9" dur="5069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0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1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2" presetID="53" presetClass="entr" presetSubtype="528" repeatCount="indefinite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7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4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5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6" dur="5443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7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8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9" presetID="53" presetClass="entr" presetSubtype="528" repeatCount="indefinite" fill="hold" grpId="0" nodeType="withEffect">
                                  <p:stCondLst>
                                    <p:cond delay="1243"/>
                                  </p:stCondLst>
                                  <p:childTnLst>
                                    <p:set>
                                      <p:cBhvr>
                                        <p:cTn id="7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1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2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3" dur="6959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4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5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6" presetID="53" presetClass="entr" presetSubtype="528" repeatCount="indefinite" fill="hold" grpId="0" nodeType="withEffect">
                                  <p:stCondLst>
                                    <p:cond delay="1388"/>
                                  </p:stCondLst>
                                  <p:childTnLst>
                                    <p:set>
                                      <p:cBhvr>
                                        <p:cTn id="7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8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9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0" dur="5861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1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2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3" presetID="53" presetClass="entr" presetSubtype="528" repeatCount="indefinite" fill="hold" grpId="0" nodeType="withEffect">
                                  <p:stCondLst>
                                    <p:cond delay="278"/>
                                  </p:stCondLst>
                                  <p:childTnLst>
                                    <p:set>
                                      <p:cBhvr>
                                        <p:cTn id="7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5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6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7" dur="5961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8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9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0" presetID="53" presetClass="entr" presetSubtype="528" repeatCount="indefinite" fill="hold" grpId="0" nodeType="withEffect">
                                  <p:stCondLst>
                                    <p:cond delay="954"/>
                                  </p:stCondLst>
                                  <p:childTnLst>
                                    <p:set>
                                      <p:cBhvr>
                                        <p:cTn id="7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2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3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4" dur="5261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5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6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7" presetID="53" presetClass="entr" presetSubtype="528" repeatCount="indefinite" fill="hold" grpId="0" nodeType="withEffect">
                                  <p:stCondLst>
                                    <p:cond delay="494"/>
                                  </p:stCondLst>
                                  <p:childTnLst>
                                    <p:set>
                                      <p:cBhvr>
                                        <p:cTn id="7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9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0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1" dur="6404"/>
                                        <p:tgtEl>
                                          <p:spTgt spid="5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2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3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4" presetID="53" presetClass="entr" presetSubtype="528" repeatCount="indefinite" fill="hold" grpId="0" nodeType="withEffect">
                                  <p:stCondLst>
                                    <p:cond delay="1901"/>
                                  </p:stCondLst>
                                  <p:childTnLst>
                                    <p:set>
                                      <p:cBhvr>
                                        <p:cTn id="7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6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7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8" dur="6419"/>
                                        <p:tgtEl>
                                          <p:spTgt spid="5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9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0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1" presetID="53" presetClass="entr" presetSubtype="528" repeatCount="indefinite" fill="hold" grpId="0" nodeType="withEffect">
                                  <p:stCondLst>
                                    <p:cond delay="367"/>
                                  </p:stCondLst>
                                  <p:childTnLst>
                                    <p:set>
                                      <p:cBhvr>
                                        <p:cTn id="7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3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4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5" dur="7266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6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7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8" presetID="53" presetClass="entr" presetSubtype="528" repeatCount="indefinite" fill="hold" grpId="0" nodeType="withEffect">
                                  <p:stCondLst>
                                    <p:cond delay="961"/>
                                  </p:stCondLst>
                                  <p:childTnLst>
                                    <p:set>
                                      <p:cBhvr>
                                        <p:cTn id="7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0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1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2" dur="6578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3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4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5" presetID="53" presetClass="entr" presetSubtype="528" repeatCount="indefinite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7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8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9" dur="5112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0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1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2" presetID="53" presetClass="entr" presetSubtype="528" repeatCount="indefinite" fill="hold" grpId="0" nodeType="withEffect">
                                  <p:stCondLst>
                                    <p:cond delay="1664"/>
                                  </p:stCondLst>
                                  <p:childTnLst>
                                    <p:set>
                                      <p:cBhvr>
                                        <p:cTn id="7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4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5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6" dur="5239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7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8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9" presetID="53" presetClass="entr" presetSubtype="528" repeatCount="indefinite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7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1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2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3" dur="5535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4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5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6" presetID="53" presetClass="entr" presetSubtype="528" repeatCount="indefinite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7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8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9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0" dur="5003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1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2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3" presetID="53" presetClass="entr" presetSubtype="528" repeatCount="indefinite" fill="hold" grpId="0" nodeType="withEffect">
                                  <p:stCondLst>
                                    <p:cond delay="1048"/>
                                  </p:stCondLst>
                                  <p:childTnLst>
                                    <p:set>
                                      <p:cBhvr>
                                        <p:cTn id="8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5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6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7" dur="5033"/>
                                        <p:tgtEl>
                                          <p:spTgt spid="5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8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9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0" presetID="53" presetClass="entr" presetSubtype="528" repeatCount="indefinite" fill="hold" grpId="0" nodeType="withEffect">
                                  <p:stCondLst>
                                    <p:cond delay="1359"/>
                                  </p:stCondLst>
                                  <p:childTnLst>
                                    <p:set>
                                      <p:cBhvr>
                                        <p:cTn id="8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2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3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4" dur="6787"/>
                                        <p:tgtEl>
                                          <p:spTgt spid="5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5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6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7" presetID="2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8" dur="3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9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0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1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2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3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25 0.0564815 L -0.000833333 -0.258611 " pathEditMode="relative" rAng="0" ptsTypes="">
                                      <p:cBhvr>
                                        <p:cTn id="824" dur="5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ldLvl="0" animBg="1"/>
      <p:bldP spid="35" grpId="0" bldLvl="0" animBg="1"/>
      <p:bldP spid="36" grpId="0" bldLvl="0" animBg="1"/>
      <p:bldP spid="37" grpId="0" bldLvl="0" animBg="1"/>
      <p:bldP spid="78" grpId="0" bldLvl="0" animBg="1"/>
      <p:bldP spid="97" grpId="0" bldLvl="0" animBg="1"/>
      <p:bldP spid="98" grpId="0" bldLvl="0" animBg="1"/>
      <p:bldP spid="109" grpId="0" bldLvl="0" animBg="1"/>
      <p:bldP spid="134" grpId="0" bldLvl="0" animBg="1"/>
      <p:bldP spid="135" grpId="0" bldLvl="0" animBg="1"/>
      <p:bldP spid="136" grpId="0" bldLvl="0" animBg="1"/>
      <p:bldP spid="137" grpId="0" bldLvl="0" animBg="1"/>
      <p:bldP spid="139" grpId="0" bldLvl="0" animBg="1"/>
      <p:bldP spid="140" grpId="0" bldLvl="0" animBg="1"/>
      <p:bldP spid="141" grpId="0" bldLvl="0" animBg="1"/>
      <p:bldP spid="142" grpId="0" bldLvl="0" animBg="1"/>
      <p:bldP spid="154" grpId="0" bldLvl="0" animBg="1"/>
      <p:bldP spid="155" grpId="0" bldLvl="0" animBg="1"/>
      <p:bldP spid="156" grpId="0" bldLvl="0" animBg="1"/>
      <p:bldP spid="226" grpId="0" bldLvl="0" animBg="1"/>
      <p:bldP spid="237" grpId="0" bldLvl="0" animBg="1"/>
      <p:bldP spid="238" grpId="0" bldLvl="0" animBg="1"/>
      <p:bldP spid="239" grpId="0" bldLvl="0" animBg="1"/>
      <p:bldP spid="240" grpId="0" bldLvl="0" animBg="1"/>
      <p:bldP spid="242" grpId="0" bldLvl="0" animBg="1"/>
      <p:bldP spid="243" grpId="0" bldLvl="0" animBg="1"/>
      <p:bldP spid="244" grpId="0" bldLvl="0" animBg="1"/>
      <p:bldP spid="245" grpId="0" bldLvl="0" animBg="1"/>
      <p:bldP spid="246" grpId="0" bldLvl="0" animBg="1"/>
      <p:bldP spid="247" grpId="0" bldLvl="0" animBg="1"/>
      <p:bldP spid="248" grpId="0" bldLvl="0" animBg="1"/>
      <p:bldP spid="252" grpId="0" bldLvl="0" animBg="1"/>
      <p:bldP spid="257" grpId="0" bldLvl="0" animBg="1"/>
      <p:bldP spid="262" grpId="0" bldLvl="0" animBg="1"/>
      <p:bldP spid="265" grpId="0" bldLvl="0" animBg="1"/>
      <p:bldP spid="266" grpId="0" bldLvl="0" animBg="1"/>
      <p:bldP spid="267" grpId="0" bldLvl="0" animBg="1"/>
      <p:bldP spid="268" grpId="0" bldLvl="0" animBg="1"/>
      <p:bldP spid="269" grpId="0" bldLvl="0" animBg="1"/>
      <p:bldP spid="384" grpId="0" bldLvl="0" animBg="1"/>
      <p:bldP spid="388" grpId="0" bldLvl="0" animBg="1"/>
      <p:bldP spid="392" grpId="0" bldLvl="0" animBg="1"/>
      <p:bldP spid="397" grpId="0" bldLvl="0" animBg="1"/>
      <p:bldP spid="402" grpId="0" bldLvl="0" animBg="1"/>
      <p:bldP spid="403" grpId="0" bldLvl="0" animBg="1"/>
      <p:bldP spid="404" grpId="0" bldLvl="0" animBg="1"/>
      <p:bldP spid="405" grpId="0" bldLvl="0" animBg="1"/>
      <p:bldP spid="406" grpId="0" bldLvl="0" animBg="1"/>
      <p:bldP spid="408" grpId="0" bldLvl="0" animBg="1"/>
      <p:bldP spid="409" grpId="0" bldLvl="0" animBg="1"/>
      <p:bldP spid="412" grpId="0" bldLvl="0" animBg="1"/>
      <p:bldP spid="413" grpId="0" bldLvl="0" animBg="1"/>
      <p:bldP spid="415" grpId="0" bldLvl="0" animBg="1"/>
      <p:bldP spid="416" grpId="0" bldLvl="0" animBg="1"/>
      <p:bldP spid="417" grpId="0" bldLvl="0" animBg="1"/>
      <p:bldP spid="418" grpId="0" bldLvl="0" animBg="1"/>
      <p:bldP spid="423" grpId="0" bldLvl="0" animBg="1"/>
      <p:bldP spid="426" grpId="0" bldLvl="0" animBg="1"/>
      <p:bldP spid="427" grpId="0" bldLvl="0" animBg="1"/>
      <p:bldP spid="428" grpId="0" bldLvl="0" animBg="1"/>
      <p:bldP spid="429" grpId="0" bldLvl="0" animBg="1"/>
      <p:bldP spid="430" grpId="0" bldLvl="0" animBg="1"/>
      <p:bldP spid="431" grpId="0" bldLvl="0" animBg="1"/>
      <p:bldP spid="432" grpId="0" bldLvl="0" animBg="1"/>
      <p:bldP spid="433" grpId="0" bldLvl="0" animBg="1"/>
      <p:bldP spid="434" grpId="0" bldLvl="0" animBg="1"/>
      <p:bldP spid="435" grpId="0" bldLvl="0" animBg="1"/>
      <p:bldP spid="436" grpId="0" bldLvl="0" animBg="1"/>
      <p:bldP spid="437" grpId="0" bldLvl="0" animBg="1"/>
      <p:bldP spid="438" grpId="0" bldLvl="0" animBg="1"/>
      <p:bldP spid="439" grpId="0" bldLvl="0" animBg="1"/>
      <p:bldP spid="440" grpId="0" bldLvl="0" animBg="1"/>
      <p:bldP spid="441" grpId="0" bldLvl="0" animBg="1"/>
      <p:bldP spid="457" grpId="0" bldLvl="0" animBg="1"/>
      <p:bldP spid="463" grpId="0" bldLvl="0" animBg="1"/>
      <p:bldP spid="465" grpId="0" bldLvl="0" animBg="1"/>
      <p:bldP spid="466" grpId="0" bldLvl="0" animBg="1"/>
      <p:bldP spid="468" grpId="0" bldLvl="0" animBg="1"/>
      <p:bldP spid="469" grpId="0" bldLvl="0" animBg="1"/>
      <p:bldP spid="470" grpId="0" bldLvl="0" animBg="1"/>
      <p:bldP spid="472" grpId="0" bldLvl="0" animBg="1"/>
      <p:bldP spid="473" grpId="0" bldLvl="0" animBg="1"/>
      <p:bldP spid="474" grpId="0" bldLvl="0" animBg="1"/>
      <p:bldP spid="481" grpId="0" bldLvl="0" animBg="1"/>
      <p:bldP spid="482" grpId="0" bldLvl="0" animBg="1"/>
      <p:bldP spid="483" grpId="0" bldLvl="0" animBg="1"/>
      <p:bldP spid="502" grpId="0" bldLvl="0" animBg="1"/>
      <p:bldP spid="503" grpId="0" bldLvl="0" animBg="1"/>
      <p:bldP spid="504" grpId="0" bldLvl="0" animBg="1"/>
      <p:bldP spid="505" grpId="0" bldLvl="0" animBg="1"/>
      <p:bldP spid="529" grpId="0" bldLvl="0" animBg="1"/>
      <p:bldP spid="531" grpId="0" bldLvl="0" animBg="1"/>
      <p:bldP spid="532" grpId="0" bldLvl="0" animBg="1"/>
      <p:bldP spid="533" grpId="0" bldLvl="0" animBg="1"/>
      <p:bldP spid="534" grpId="0" bldLvl="0" animBg="1"/>
      <p:bldP spid="535" grpId="0" bldLvl="0" animBg="1"/>
      <p:bldP spid="539" grpId="0" bldLvl="0" animBg="1"/>
      <p:bldP spid="542" grpId="0" bldLvl="0" animBg="1"/>
      <p:bldP spid="543" grpId="0" bldLvl="0" animBg="1"/>
      <p:bldP spid="545" grpId="0" bldLvl="0" animBg="1"/>
      <p:bldP spid="560" grpId="0" bldLvl="0" animBg="1"/>
      <p:bldP spid="561" grpId="0" bldLvl="0" animBg="1"/>
      <p:bldP spid="562" grpId="0" bldLvl="0" animBg="1"/>
      <p:bldP spid="568" grpId="0" bldLvl="0" animBg="1"/>
      <p:bldP spid="570" grpId="0" bldLvl="0" animBg="1"/>
      <p:bldP spid="571" grpId="0" bldLvl="0" animBg="1"/>
      <p:bldP spid="572" grpId="0" bldLvl="0" animBg="1"/>
      <p:bldP spid="573" grpId="0" bldLvl="0" animBg="1"/>
      <p:bldP spid="587" grpId="0" bldLvl="0" animBg="1"/>
      <p:bldP spid="590" grpId="0" bldLvl="0" animBg="1"/>
      <p:bldP spid="591" grpId="0" bldLvl="0" animBg="1"/>
      <p:bldP spid="592" grpId="0" bldLvl="0" animBg="1"/>
      <p:bldP spid="596" grpId="0" bldLvl="0" animBg="1"/>
      <p:bldP spid="597" grpId="0" bldLvl="0" animBg="1"/>
      <p:bldP spid="598" grpId="0" bldLvl="0" animBg="1"/>
      <p:bldP spid="599" grpId="0" bldLvl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END"/>
          <p:cNvGrpSpPr/>
          <p:nvPr/>
        </p:nvGrpSpPr>
        <p:grpSpPr>
          <a:xfrm>
            <a:off x="6093143" y="77025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25" name="圆角矩形 2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9628" y="4441"/>
              <a:ext cx="7429" cy="2470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6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END</a:t>
              </a:r>
              <a:endParaRPr lang="en-US" sz="9600" b="1" kern="100" dirty="0">
                <a:solidFill>
                  <a:schemeClr val="bg1"/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TXihei" panose="02010600040101010101" pitchFamily="2" charset="-122"/>
                <a:sym typeface="+mn-ea"/>
              </a:endParaRPr>
            </a:p>
          </p:txBody>
        </p:sp>
      </p:grpSp>
      <p:grpSp>
        <p:nvGrpSpPr>
          <p:cNvPr id="70" name="南方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71" name="圆角矩形 70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9628" y="3387"/>
              <a:ext cx="7429" cy="460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buClrTx/>
                <a:buSzTx/>
                <a:buFontTx/>
              </a:pPr>
              <a:r>
                <a:rPr lang="en-US" altLang="zh-CN" sz="66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nán fānɡ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南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 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方</a:t>
              </a:r>
              <a:endParaRPr lang="en-US" altLang="zh-CN" sz="2400" b="1" kern="100" dirty="0">
                <a:solidFill>
                  <a:schemeClr val="bg1"/>
                </a:solidFill>
                <a:latin typeface="STXihei" panose="02010600040101010101" pitchFamily="2" charset="-122"/>
                <a:ea typeface="STXihei" panose="02010600040101010101" pitchFamily="2" charset="-122"/>
                <a:cs typeface="STXihei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n. south, southern part</a:t>
              </a:r>
            </a:p>
          </p:txBody>
        </p:sp>
      </p:grpSp>
      <p:grpSp>
        <p:nvGrpSpPr>
          <p:cNvPr id="64" name="复习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1"/>
          </a:solidFill>
        </p:grpSpPr>
        <p:sp>
          <p:nvSpPr>
            <p:cNvPr id="65" name="圆角矩形 6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STXihei" panose="02010600040101010101" pitchFamily="2" charset="-122"/>
                </a:rPr>
                <a:t>fù xí</a:t>
              </a:r>
              <a:r>
                <a:rPr lang="en-US" sz="6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Arial" panose="020B0704020202020204"/>
                </a:rPr>
                <a:t> </a:t>
              </a:r>
              <a:endParaRPr lang="en-US" sz="6000" b="1" kern="100" dirty="0">
                <a:solidFill>
                  <a:schemeClr val="bg1"/>
                </a:solidFill>
                <a:latin typeface="STXihei" panose="02010600040101010101" pitchFamily="2" charset="-122"/>
                <a:ea typeface="STXihei" panose="02010600040101010101" pitchFamily="2" charset="-122"/>
                <a:cs typeface="STXihei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复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 </a:t>
              </a:r>
              <a:r>
                <a:rPr 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习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Source Han Sans CN Regular" panose="020B0500000000000000" pitchFamily="34" charset="-122"/>
                  <a:ea typeface="Source Han Sans CN Regular" panose="020B0500000000000000" pitchFamily="34" charset="-122"/>
                  <a:cs typeface="STXihei" panose="02010600040101010101" pitchFamily="2" charset="-122"/>
                  <a:sym typeface="+mn-ea"/>
                </a:rPr>
                <a:t>v.  to review</a:t>
              </a:r>
            </a:p>
          </p:txBody>
        </p:sp>
      </p:grpSp>
      <p:grpSp>
        <p:nvGrpSpPr>
          <p:cNvPr id="58" name="否则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3"/>
          </a:solidFill>
        </p:grpSpPr>
        <p:sp>
          <p:nvSpPr>
            <p:cNvPr id="59" name="圆角矩形 58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3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STXihei" panose="02010600040101010101" pitchFamily="2" charset="-122"/>
                </a:rPr>
                <a:t>fǒuzé </a:t>
              </a:r>
              <a:r>
                <a:rPr sz="6000" dirty="0">
                  <a:latin typeface="Arial" panose="020B0704020202020204"/>
                  <a:ea typeface="Arial" panose="020B0704020202020204"/>
                  <a:cs typeface="Arial" panose="020B0704020202020204"/>
                  <a:sym typeface="Arial" panose="020B0704020202020204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否则</a:t>
              </a:r>
            </a:p>
            <a:p>
              <a:pPr algn="ctr"/>
              <a:r>
                <a:rPr lang="en-US" sz="2400" b="1" kern="100" dirty="0">
                  <a:solidFill>
                    <a:schemeClr val="bg1"/>
                  </a:solidFill>
                  <a:latin typeface="Source Han Sans CN Regular" panose="020B0500000000000000" pitchFamily="34" charset="-122"/>
                  <a:ea typeface="Source Han Sans CN Regular" panose="020B0500000000000000" pitchFamily="34" charset="-122"/>
                  <a:cs typeface="STXihei" panose="02010600040101010101" pitchFamily="2" charset="-122"/>
                  <a:sym typeface="+mn-ea"/>
                </a:rPr>
                <a:t>conj. or, otherwise</a:t>
              </a:r>
            </a:p>
          </p:txBody>
        </p:sp>
      </p:grpSp>
      <p:grpSp>
        <p:nvGrpSpPr>
          <p:cNvPr id="34" name="于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5"/>
          </a:solidFill>
        </p:grpSpPr>
        <p:sp>
          <p:nvSpPr>
            <p:cNvPr id="35" name="圆角矩形 3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9628" y="3695"/>
              <a:ext cx="7429" cy="3973"/>
            </a:xfrm>
            <a:prstGeom prst="rect">
              <a:avLst/>
            </a:prstGeom>
            <a:grpFill/>
            <a:ln>
              <a:solidFill>
                <a:schemeClr val="accent5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400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STXihei" panose="02010600040101010101" pitchFamily="2" charset="-122"/>
                </a:rPr>
                <a:t>yú</a:t>
              </a:r>
              <a:r>
                <a:rPr sz="5400" dirty="0">
                  <a:latin typeface="Arial" panose="020B0704020202020204"/>
                  <a:ea typeface="Arial" panose="020B0704020202020204"/>
                  <a:cs typeface="Arial" panose="020B0704020202020204"/>
                  <a:sym typeface="Arial" panose="020B0704020202020204"/>
                </a:rPr>
                <a:t> </a:t>
              </a:r>
              <a:endParaRPr lang="en-US" sz="5400" b="1" kern="100" dirty="0">
                <a:solidFill>
                  <a:schemeClr val="bg1"/>
                </a:solidFill>
                <a:latin typeface="STXihei" panose="02010600040101010101" pitchFamily="2" charset="-122"/>
                <a:ea typeface="STXihei" panose="02010600040101010101" pitchFamily="2" charset="-122"/>
                <a:cs typeface="STXihei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于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Times New Roman" panose="02020603050405020304" pitchFamily="18" charset="0"/>
                </a:rPr>
                <a:t>prep. from, out of</a:t>
              </a:r>
            </a:p>
          </p:txBody>
        </p:sp>
      </p:grpSp>
      <p:grpSp>
        <p:nvGrpSpPr>
          <p:cNvPr id="16" name="碰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18" name="圆角矩形 17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ln>
              <a:solidFill>
                <a:schemeClr val="accent3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9628" y="3587"/>
              <a:ext cx="7429" cy="3973"/>
            </a:xfrm>
            <a:prstGeom prst="rect">
              <a:avLst/>
            </a:prstGeom>
            <a:ln>
              <a:solidFill>
                <a:schemeClr val="accent3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5400" dirty="0" err="1">
                  <a:latin typeface="STXihei" panose="02010600040101010101" pitchFamily="2" charset="-122"/>
                  <a:ea typeface="STXihei" panose="02010600040101010101" pitchFamily="2" charset="-122"/>
                  <a:sym typeface="STXihei" panose="02010600040101010101" pitchFamily="2" charset="-122"/>
                </a:rPr>
                <a:t>pèng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碰</a:t>
              </a:r>
            </a:p>
            <a:p>
              <a:pPr algn="ctr"/>
              <a:r>
                <a:rPr sz="2400">
                  <a:sym typeface="Times New Roman" panose="02020603050405020304" pitchFamily="18" charset="0"/>
                </a:rPr>
                <a:t>v. to meet, to come across</a:t>
              </a:r>
            </a:p>
          </p:txBody>
        </p:sp>
      </p:grpSp>
      <p:grpSp>
        <p:nvGrpSpPr>
          <p:cNvPr id="29" name="游戏-有问题不显示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30" name="圆角矩形 29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9628" y="3587"/>
              <a:ext cx="7429" cy="460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STXihei" panose="02010600040101010101" pitchFamily="2" charset="-122"/>
                </a:rPr>
                <a:t>yóu xì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Arial" panose="020B0704020202020204"/>
                </a:rPr>
                <a:t> </a:t>
              </a:r>
              <a:endParaRPr lang="en-US" altLang="zh-CN" sz="8000" b="1" kern="100" dirty="0">
                <a:solidFill>
                  <a:schemeClr val="bg1"/>
                </a:solidFill>
                <a:latin typeface="STXihei" panose="02010600040101010101" pitchFamily="2" charset="-122"/>
                <a:ea typeface="STXihei" panose="02010600040101010101" pitchFamily="2" charset="-122"/>
                <a:cs typeface="STXihei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游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 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戏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n. game</a:t>
              </a:r>
            </a:p>
          </p:txBody>
        </p:sp>
      </p:grpSp>
      <p:grpSp>
        <p:nvGrpSpPr>
          <p:cNvPr id="2" name="为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3" name="圆角矩形 2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9628" y="3685"/>
              <a:ext cx="7429" cy="397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400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STXihei" panose="02010600040101010101" pitchFamily="2" charset="-122"/>
                </a:rPr>
                <a:t>wéi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为</a:t>
              </a:r>
              <a:endParaRPr lang="zh-CN" altLang="en-US" sz="8000" b="1" kern="100" dirty="0">
                <a:solidFill>
                  <a:schemeClr val="bg1"/>
                </a:solidFill>
                <a:latin typeface="STXihei" panose="02010600040101010101" pitchFamily="2" charset="-122"/>
                <a:ea typeface="STXihei" panose="02010600040101010101" pitchFamily="2" charset="-122"/>
                <a:cs typeface="STXihei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Source Han Sans CN Regular" panose="020B0500000000000000" pitchFamily="34" charset="-122"/>
                  <a:ea typeface="Source Han Sans CN Regular" panose="020B0500000000000000" pitchFamily="34" charset="-122"/>
                  <a:cs typeface="STXihei" panose="02010600040101010101" pitchFamily="2" charset="-122"/>
                  <a:sym typeface="Times New Roman" panose="02020603050405020304" pitchFamily="18" charset="0"/>
                </a:rPr>
                <a:t>v. to become</a:t>
              </a:r>
            </a:p>
          </p:txBody>
        </p:sp>
      </p:grpSp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Source Han Sans CN Regular" panose="020B0500000000000000" pitchFamily="34" charset="-122"/>
                <a:ea typeface="Source Han Sans CN Regular" panose="020B0500000000000000" pitchFamily="34" charset="-122"/>
              </a:rPr>
              <a:t>New Word</a:t>
            </a:r>
          </a:p>
        </p:txBody>
      </p:sp>
      <p:grpSp>
        <p:nvGrpSpPr>
          <p:cNvPr id="23" name="埋"/>
          <p:cNvGrpSpPr/>
          <p:nvPr/>
        </p:nvGrpSpPr>
        <p:grpSpPr>
          <a:xfrm>
            <a:off x="1338263" y="735965"/>
            <a:ext cx="4717415" cy="5817235"/>
            <a:chOff x="2106" y="1159"/>
            <a:chExt cx="7429" cy="9161"/>
          </a:xfrm>
        </p:grpSpPr>
        <p:sp>
          <p:nvSpPr>
            <p:cNvPr id="5" name="圆角矩形 4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solidFill>
              <a:srgbClr val="558ED5"/>
            </a:solidFill>
            <a:ln>
              <a:solidFill>
                <a:srgbClr val="558E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106" y="3587"/>
              <a:ext cx="7429" cy="4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STXihei" panose="02010600040101010101" pitchFamily="2" charset="-122"/>
                </a:rPr>
                <a:t>mái</a:t>
              </a:r>
              <a:r>
                <a:rPr lang="en-US" altLang="zh-CN" sz="66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STXihei" panose="02010600040101010101" pitchFamily="2" charset="-122"/>
                </a:rPr>
                <a:t>埋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Times New Roman" panose="02020603050405020304" pitchFamily="18" charset="0"/>
                </a:rPr>
                <a:t>v. to bury</a:t>
              </a:r>
            </a:p>
          </p:txBody>
        </p:sp>
      </p:grpSp>
      <p:grpSp>
        <p:nvGrpSpPr>
          <p:cNvPr id="6" name="抢"/>
          <p:cNvGrpSpPr/>
          <p:nvPr/>
        </p:nvGrpSpPr>
        <p:grpSpPr>
          <a:xfrm>
            <a:off x="1338263" y="735965"/>
            <a:ext cx="4717415" cy="5817235"/>
            <a:chOff x="2106" y="1159"/>
            <a:chExt cx="7429" cy="9161"/>
          </a:xfrm>
          <a:solidFill>
            <a:srgbClr val="558ED5"/>
          </a:solidFill>
        </p:grpSpPr>
        <p:sp>
          <p:nvSpPr>
            <p:cNvPr id="9" name="圆角矩形 8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558E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2106" y="3587"/>
              <a:ext cx="7429" cy="4263"/>
            </a:xfrm>
            <a:prstGeom prst="rect">
              <a:avLst/>
            </a:prstGeom>
            <a:grpFill/>
            <a:ln>
              <a:solidFill>
                <a:srgbClr val="558ED5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600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STXihei" panose="02010600040101010101" pitchFamily="2" charset="-122"/>
                </a:rPr>
                <a:t>qiǎng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抢</a:t>
              </a:r>
              <a:endParaRPr lang="zh-CN" sz="8000" b="1" kern="100" dirty="0">
                <a:solidFill>
                  <a:schemeClr val="bg1"/>
                </a:solidFill>
                <a:latin typeface="STXihei" panose="02010600040101010101" pitchFamily="2" charset="-122"/>
                <a:ea typeface="STXihei" panose="02010600040101010101" pitchFamily="2" charset="-122"/>
                <a:cs typeface="STXihei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Times New Roman" panose="02020603050405020304" pitchFamily="18" charset="0"/>
                </a:rPr>
                <a:t>v. to rob, to snatch</a:t>
              </a:r>
            </a:p>
          </p:txBody>
        </p:sp>
      </p:grpSp>
      <p:grpSp>
        <p:nvGrpSpPr>
          <p:cNvPr id="21" name="晕"/>
          <p:cNvGrpSpPr/>
          <p:nvPr/>
        </p:nvGrpSpPr>
        <p:grpSpPr>
          <a:xfrm>
            <a:off x="1338263" y="735965"/>
            <a:ext cx="4717415" cy="5817235"/>
            <a:chOff x="2106" y="1159"/>
            <a:chExt cx="7429" cy="9161"/>
          </a:xfrm>
          <a:solidFill>
            <a:srgbClr val="558ED5"/>
          </a:solidFill>
        </p:grpSpPr>
        <p:sp>
          <p:nvSpPr>
            <p:cNvPr id="32" name="圆角矩形 31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ln>
              <a:solidFill>
                <a:srgbClr val="58B6E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2106" y="3587"/>
              <a:ext cx="7429" cy="4118"/>
            </a:xfrm>
            <a:prstGeom prst="rect">
              <a:avLst/>
            </a:prstGeom>
            <a:ln>
              <a:solidFill>
                <a:srgbClr val="58B6E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000"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STXihei" panose="02010600040101010101" pitchFamily="2" charset="-122"/>
                </a:rPr>
                <a:t>yūn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晕</a:t>
              </a:r>
            </a:p>
            <a:p>
              <a:pPr algn="ctr"/>
              <a:r>
                <a:rPr sz="2400">
                  <a:sym typeface="Times New Roman" panose="02020603050405020304" pitchFamily="18" charset="0"/>
                </a:rPr>
                <a:t>v. to faint, to pass out</a:t>
              </a:r>
            </a:p>
          </p:txBody>
        </p:sp>
      </p:grpSp>
      <p:grpSp>
        <p:nvGrpSpPr>
          <p:cNvPr id="37" name="救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38" name="圆角矩形 3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2106" y="3155"/>
              <a:ext cx="7429" cy="4603"/>
            </a:xfrm>
            <a:prstGeom prst="rect">
              <a:avLst/>
            </a:prstGeom>
            <a:grpFill/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5400">
                  <a:latin typeface="STXihei" panose="02010600040101010101" pitchFamily="2" charset="-122"/>
                  <a:ea typeface="STXihei" panose="02010600040101010101" pitchFamily="2" charset="-122"/>
                  <a:sym typeface="STXihei" panose="02010600040101010101" pitchFamily="2" charset="-122"/>
                </a:rPr>
                <a:t>jiù</a:t>
              </a:r>
              <a:r>
                <a:rPr lang="en-US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救</a:t>
              </a:r>
            </a:p>
            <a:p>
              <a:pPr algn="ctr"/>
              <a:r>
                <a:rPr sz="2400">
                  <a:sym typeface="Times New Roman" panose="02020603050405020304" pitchFamily="18" charset="0"/>
                </a:rPr>
                <a:t>v. to save, to rescue</a:t>
              </a:r>
            </a:p>
          </p:txBody>
        </p:sp>
      </p:grpSp>
      <p:grpSp>
        <p:nvGrpSpPr>
          <p:cNvPr id="61" name="带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chemeClr val="accent5"/>
          </a:solidFill>
        </p:grpSpPr>
        <p:sp>
          <p:nvSpPr>
            <p:cNvPr id="62" name="圆角矩形 61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000">
                  <a:sym typeface="+mn-ea"/>
                </a:rPr>
                <a:t>cāi</a:t>
              </a:r>
              <a:r>
                <a:rPr lang="en-US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猜</a:t>
              </a: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to guess</a:t>
              </a:r>
            </a:p>
          </p:txBody>
        </p:sp>
      </p:grpSp>
      <p:grpSp>
        <p:nvGrpSpPr>
          <p:cNvPr id="67" name="面包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68" name="圆角矩形 6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>
                  <a:sym typeface="+mn-ea"/>
                </a:rPr>
                <a:t>zhǐhǎo</a:t>
              </a:r>
              <a:r>
                <a:rPr lang="en-US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只好</a:t>
              </a:r>
            </a:p>
            <a:p>
              <a:pPr algn="ctr"/>
              <a:r>
                <a:rPr sz="2400">
                  <a:sym typeface="+mn-ea"/>
                </a:rPr>
                <a:t>adv. cannot but, to be forced to</a:t>
              </a:r>
            </a:p>
          </p:txBody>
        </p:sp>
      </p:grpSp>
      <p:grpSp>
        <p:nvGrpSpPr>
          <p:cNvPr id="27" name="北方" hidden="1"/>
          <p:cNvGrpSpPr/>
          <p:nvPr/>
        </p:nvGrpSpPr>
        <p:grpSpPr>
          <a:xfrm>
            <a:off x="1337628" y="711061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28" name="圆角矩形 2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 dirty="0" err="1">
                  <a:latin typeface="GB Pinyinok-D" panose="02010601030101010101" pitchFamily="2" charset="-122"/>
                  <a:ea typeface="GB Pinyinok-D" panose="02010601030101010101" pitchFamily="2" charset="-122"/>
                  <a:sym typeface="+mn-ea"/>
                </a:rPr>
                <a:t>láidejí</a:t>
              </a:r>
              <a:r>
                <a:rPr lang="en-US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来得及</a:t>
              </a: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there’s still time (to do sth.)</a:t>
              </a:r>
            </a:p>
          </p:txBody>
        </p:sp>
      </p:grpSp>
      <p:grpSp>
        <p:nvGrpSpPr>
          <p:cNvPr id="76" name="组合 75"/>
          <p:cNvGrpSpPr/>
          <p:nvPr/>
        </p:nvGrpSpPr>
        <p:grpSpPr>
          <a:xfrm>
            <a:off x="1337945" y="702310"/>
            <a:ext cx="4716780" cy="5816600"/>
            <a:chOff x="2107" y="1159"/>
            <a:chExt cx="7428" cy="9160"/>
          </a:xfrm>
        </p:grpSpPr>
        <p:sp>
          <p:nvSpPr>
            <p:cNvPr id="74" name="圆角矩形 73"/>
            <p:cNvSpPr/>
            <p:nvPr/>
          </p:nvSpPr>
          <p:spPr>
            <a:xfrm>
              <a:off x="2107" y="1159"/>
              <a:ext cx="7428" cy="9161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9" name="图片 18" descr="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72" y="3070"/>
              <a:ext cx="4898" cy="4898"/>
            </a:xfrm>
            <a:prstGeom prst="rect">
              <a:avLst/>
            </a:prstGeom>
          </p:spPr>
        </p:pic>
      </p:grpSp>
      <p:grpSp>
        <p:nvGrpSpPr>
          <p:cNvPr id="15" name="组合 14"/>
          <p:cNvGrpSpPr/>
          <p:nvPr/>
        </p:nvGrpSpPr>
        <p:grpSpPr>
          <a:xfrm>
            <a:off x="5628323" y="1699260"/>
            <a:ext cx="935990" cy="4041140"/>
            <a:chOff x="8862" y="2676"/>
            <a:chExt cx="1474" cy="6364"/>
          </a:xfrm>
        </p:grpSpPr>
        <p:sp>
          <p:nvSpPr>
            <p:cNvPr id="10" name="空心弧 9"/>
            <p:cNvSpPr/>
            <p:nvPr/>
          </p:nvSpPr>
          <p:spPr>
            <a:xfrm>
              <a:off x="8862" y="2676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空心弧 11"/>
            <p:cNvSpPr/>
            <p:nvPr/>
          </p:nvSpPr>
          <p:spPr>
            <a:xfrm>
              <a:off x="8862" y="4571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空心弧 12"/>
            <p:cNvSpPr/>
            <p:nvPr/>
          </p:nvSpPr>
          <p:spPr>
            <a:xfrm>
              <a:off x="8862" y="6466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空心弧 13"/>
            <p:cNvSpPr/>
            <p:nvPr/>
          </p:nvSpPr>
          <p:spPr>
            <a:xfrm>
              <a:off x="8862" y="8248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7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7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7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9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2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0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7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500"/>
                            </p:stCondLst>
                            <p:childTnLst>
                              <p:par>
                                <p:cTn id="12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000"/>
                            </p:stCondLst>
                            <p:childTnLst>
                              <p:par>
                                <p:cTn id="130" presetID="17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678305" y="138430"/>
            <a:ext cx="2258060" cy="3194050"/>
            <a:chOff x="239" y="2028"/>
            <a:chExt cx="3556" cy="5030"/>
          </a:xfrm>
        </p:grpSpPr>
        <p:grpSp>
          <p:nvGrpSpPr>
            <p:cNvPr id="43" name="组合 42"/>
            <p:cNvGrpSpPr/>
            <p:nvPr/>
          </p:nvGrpSpPr>
          <p:grpSpPr>
            <a:xfrm>
              <a:off x="330" y="2028"/>
              <a:ext cx="3465" cy="5030"/>
              <a:chOff x="1486086" y="120403"/>
              <a:chExt cx="2200089" cy="3194297"/>
            </a:xfrm>
          </p:grpSpPr>
          <p:sp>
            <p:nvSpPr>
              <p:cNvPr id="44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STXihei" panose="02010600040101010101" pitchFamily="2" charset="-122"/>
                  <a:ea typeface="STXihei" panose="02010600040101010101" pitchFamily="2" charset="-122"/>
                </a:endParaRPr>
              </a:p>
            </p:txBody>
          </p:sp>
          <p:pic>
            <p:nvPicPr>
              <p:cNvPr id="45" name="图片 44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9" name="文本框 7"/>
            <p:cNvSpPr txBox="1"/>
            <p:nvPr/>
          </p:nvSpPr>
          <p:spPr>
            <a:xfrm>
              <a:off x="239" y="4235"/>
              <a:ext cx="3491" cy="19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5400" b="1" noProof="0" dirty="0">
                  <a:ln>
                    <a:noFill/>
                  </a:ln>
                  <a:effectLst/>
                  <a:uLnTx/>
                  <a:uFillTx/>
                  <a:latin typeface="STXihei" panose="02010600040101010101" pitchFamily="2" charset="-122"/>
                  <a:ea typeface="STXihei" panose="02010600040101010101" pitchFamily="2" charset="-122"/>
                  <a:sym typeface="+mn-ea"/>
                </a:rPr>
                <a:t>救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v. to save, to rescue</a:t>
              </a:r>
            </a:p>
          </p:txBody>
        </p:sp>
      </p:grpSp>
      <p:sp>
        <p:nvSpPr>
          <p:cNvPr id="10" name="文本框 7"/>
          <p:cNvSpPr txBox="1"/>
          <p:nvPr/>
        </p:nvSpPr>
        <p:spPr>
          <a:xfrm>
            <a:off x="1676400" y="874395"/>
            <a:ext cx="2386965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/>
            <a:r>
              <a:rPr sz="4400" dirty="0">
                <a:solidFill>
                  <a:srgbClr val="2A2A2B"/>
                </a:solidFill>
                <a:latin typeface="STXihei" panose="02010600040101010101" pitchFamily="2" charset="-122"/>
                <a:ea typeface="STXihei" panose="02010600040101010101" pitchFamily="2" charset="-122"/>
                <a:sym typeface="STXihei" panose="02010600040101010101" pitchFamily="2" charset="-122"/>
              </a:rPr>
              <a:t>jiù</a:t>
            </a:r>
          </a:p>
        </p:txBody>
      </p:sp>
      <p:sp>
        <p:nvSpPr>
          <p:cNvPr id="5" name="文本框 7"/>
          <p:cNvSpPr txBox="1"/>
          <p:nvPr/>
        </p:nvSpPr>
        <p:spPr>
          <a:xfrm>
            <a:off x="165735" y="213995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237490" y="702310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Source Han Sans CN Regular" panose="020B0500000000000000" pitchFamily="34" charset="-122"/>
                <a:ea typeface="Source Han Sans CN Regular" panose="020B0500000000000000" pitchFamily="34" charset="-122"/>
                <a:sym typeface="+mn-ea"/>
              </a:rPr>
              <a:t>Practise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Source Han Sans CN Regular" panose="020B0500000000000000" pitchFamily="34" charset="-122"/>
              <a:ea typeface="Source Han Sans CN Regular" panose="020B0500000000000000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374380" y="165100"/>
            <a:ext cx="2200275" cy="3194050"/>
            <a:chOff x="9330" y="2028"/>
            <a:chExt cx="3465" cy="5030"/>
          </a:xfrm>
        </p:grpSpPr>
        <p:grpSp>
          <p:nvGrpSpPr>
            <p:cNvPr id="57" name="组合 56"/>
            <p:cNvGrpSpPr/>
            <p:nvPr/>
          </p:nvGrpSpPr>
          <p:grpSpPr>
            <a:xfrm>
              <a:off x="9330" y="2028"/>
              <a:ext cx="3465" cy="5030"/>
              <a:chOff x="1486086" y="120403"/>
              <a:chExt cx="2200089" cy="3194297"/>
            </a:xfrm>
          </p:grpSpPr>
          <p:sp>
            <p:nvSpPr>
              <p:cNvPr id="58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STXihei" panose="02010600040101010101" pitchFamily="2" charset="-122"/>
                  <a:ea typeface="STXihei" panose="02010600040101010101" pitchFamily="2" charset="-122"/>
                </a:endParaRPr>
              </a:p>
            </p:txBody>
          </p:sp>
          <p:pic>
            <p:nvPicPr>
              <p:cNvPr id="59" name="图片 58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60" name="文本框 7"/>
            <p:cNvSpPr txBox="1"/>
            <p:nvPr/>
          </p:nvSpPr>
          <p:spPr>
            <a:xfrm>
              <a:off x="9385" y="4252"/>
              <a:ext cx="3353" cy="19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5400" b="1" noProof="0" dirty="0">
                  <a:ln>
                    <a:noFill/>
                  </a:ln>
                  <a:effectLst/>
                  <a:uLnTx/>
                  <a:uFillTx/>
                  <a:latin typeface="STXihei" panose="02010600040101010101" pitchFamily="2" charset="-122"/>
                  <a:ea typeface="STXihei" panose="02010600040101010101" pitchFamily="2" charset="-122"/>
                  <a:sym typeface="+mn-ea"/>
                </a:rPr>
                <a:t>抢</a:t>
              </a:r>
            </a:p>
            <a:p>
              <a:pPr eaLnBrk="1"/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v. to rob, to snatch</a:t>
              </a:r>
            </a:p>
          </p:txBody>
        </p:sp>
      </p:grpSp>
      <p:sp>
        <p:nvSpPr>
          <p:cNvPr id="62" name="文本框 7"/>
          <p:cNvSpPr txBox="1"/>
          <p:nvPr/>
        </p:nvSpPr>
        <p:spPr>
          <a:xfrm>
            <a:off x="8277860" y="901065"/>
            <a:ext cx="2385695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>
              <a:buClrTx/>
              <a:buSzTx/>
              <a:buFontTx/>
            </a:pPr>
            <a:r>
              <a:rPr sz="4400" dirty="0">
                <a:solidFill>
                  <a:srgbClr val="2A2A2B"/>
                </a:solidFill>
                <a:latin typeface="STXihei" panose="02010600040101010101" pitchFamily="2" charset="-122"/>
                <a:ea typeface="STXihei" panose="02010600040101010101" pitchFamily="2" charset="-122"/>
                <a:sym typeface="STXihei" panose="02010600040101010101" pitchFamily="2" charset="-122"/>
              </a:rPr>
              <a:t>qiǎng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5026660" y="127635"/>
            <a:ext cx="2209165" cy="3194050"/>
            <a:chOff x="9330" y="2028"/>
            <a:chExt cx="3479" cy="5030"/>
          </a:xfrm>
        </p:grpSpPr>
        <p:grpSp>
          <p:nvGrpSpPr>
            <p:cNvPr id="7" name="组合 6"/>
            <p:cNvGrpSpPr/>
            <p:nvPr/>
          </p:nvGrpSpPr>
          <p:grpSpPr>
            <a:xfrm>
              <a:off x="9330" y="2028"/>
              <a:ext cx="3465" cy="5030"/>
              <a:chOff x="1486086" y="120403"/>
              <a:chExt cx="2200089" cy="3194297"/>
            </a:xfrm>
          </p:grpSpPr>
          <p:sp>
            <p:nvSpPr>
              <p:cNvPr id="8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STXihei" panose="02010600040101010101" pitchFamily="2" charset="-122"/>
                  <a:ea typeface="STXihei" panose="02010600040101010101" pitchFamily="2" charset="-122"/>
                </a:endParaRPr>
              </a:p>
            </p:txBody>
          </p:sp>
          <p:pic>
            <p:nvPicPr>
              <p:cNvPr id="11" name="图片 10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12" name="文本框 7"/>
            <p:cNvSpPr txBox="1"/>
            <p:nvPr/>
          </p:nvSpPr>
          <p:spPr>
            <a:xfrm>
              <a:off x="9330" y="4252"/>
              <a:ext cx="3479" cy="24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sz="5400" b="1" noProof="0" dirty="0">
                  <a:ln>
                    <a:noFill/>
                  </a:ln>
                  <a:effectLst/>
                  <a:uLnTx/>
                  <a:uFillTx/>
                  <a:latin typeface="STXihei" panose="02010600040101010101" pitchFamily="2" charset="-122"/>
                  <a:ea typeface="STXihei" panose="02010600040101010101" pitchFamily="2" charset="-122"/>
                  <a:sym typeface="+mn-ea"/>
                </a:rPr>
                <a:t>晕</a:t>
              </a:r>
            </a:p>
            <a:p>
              <a:pPr algn="ctr" eaLnBrk="1"/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v. to faint, </a:t>
              </a:r>
            </a:p>
            <a:p>
              <a:pPr algn="ctr" eaLnBrk="1"/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to pass out</a:t>
              </a:r>
              <a:endParaRPr lang="en-US" sz="2000" dirty="0" err="1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  <a:sym typeface="+mn-ea"/>
              </a:endParaRPr>
            </a:p>
          </p:txBody>
        </p:sp>
      </p:grpSp>
      <p:sp>
        <p:nvSpPr>
          <p:cNvPr id="13" name="文本框 7"/>
          <p:cNvSpPr txBox="1"/>
          <p:nvPr/>
        </p:nvSpPr>
        <p:spPr>
          <a:xfrm>
            <a:off x="5038725" y="863600"/>
            <a:ext cx="2195195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>
              <a:buClrTx/>
              <a:buSzTx/>
              <a:buFontTx/>
            </a:pPr>
            <a:r>
              <a:rPr sz="4400" dirty="0">
                <a:solidFill>
                  <a:srgbClr val="2A2A2B"/>
                </a:solidFill>
                <a:latin typeface="STXihei" panose="02010600040101010101" pitchFamily="2" charset="-122"/>
                <a:ea typeface="STXihei" panose="02010600040101010101" pitchFamily="2" charset="-122"/>
                <a:sym typeface="STXihei" panose="02010600040101010101" pitchFamily="2" charset="-122"/>
              </a:rPr>
              <a:t>yūn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259080" y="3610610"/>
            <a:ext cx="2243455" cy="3194050"/>
            <a:chOff x="9262" y="2028"/>
            <a:chExt cx="3533" cy="5030"/>
          </a:xfrm>
        </p:grpSpPr>
        <p:grpSp>
          <p:nvGrpSpPr>
            <p:cNvPr id="26" name="组合 25"/>
            <p:cNvGrpSpPr/>
            <p:nvPr/>
          </p:nvGrpSpPr>
          <p:grpSpPr>
            <a:xfrm>
              <a:off x="9330" y="2028"/>
              <a:ext cx="3465" cy="5030"/>
              <a:chOff x="1486086" y="120403"/>
              <a:chExt cx="2200089" cy="3194297"/>
            </a:xfrm>
          </p:grpSpPr>
          <p:sp>
            <p:nvSpPr>
              <p:cNvPr id="27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STXihei" panose="02010600040101010101" pitchFamily="2" charset="-122"/>
                  <a:ea typeface="STXihei" panose="02010600040101010101" pitchFamily="2" charset="-122"/>
                </a:endParaRPr>
              </a:p>
            </p:txBody>
          </p:sp>
          <p:pic>
            <p:nvPicPr>
              <p:cNvPr id="28" name="图片 27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29" name="文本框 7"/>
            <p:cNvSpPr txBox="1"/>
            <p:nvPr/>
          </p:nvSpPr>
          <p:spPr>
            <a:xfrm>
              <a:off x="9262" y="4252"/>
              <a:ext cx="3532" cy="19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TXihei" panose="02010600040101010101" pitchFamily="2" charset="-122"/>
                  <a:ea typeface="STXihei" panose="02010600040101010101" pitchFamily="2" charset="-122"/>
                  <a:sym typeface="+mn-ea"/>
                </a:rPr>
                <a:t>埋</a:t>
              </a:r>
              <a:endParaRPr kumimoji="0" lang="en-US" sz="2000" i="0" u="none" strike="noStrike" kern="1200" cap="none" spc="0" normalizeH="0" baseline="0" dirty="0" err="1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  <a:sym typeface="+mn-ea"/>
              </a:endParaRPr>
            </a:p>
            <a:p>
              <a:pPr algn="ctr" eaLnBrk="1">
                <a:buClrTx/>
                <a:buSzTx/>
                <a:buNone/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v. to bury</a:t>
              </a:r>
            </a:p>
          </p:txBody>
        </p:sp>
      </p:grpSp>
      <p:sp>
        <p:nvSpPr>
          <p:cNvPr id="37" name="文本框 7"/>
          <p:cNvSpPr txBox="1"/>
          <p:nvPr/>
        </p:nvSpPr>
        <p:spPr>
          <a:xfrm>
            <a:off x="34925" y="4429125"/>
            <a:ext cx="2754630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>
              <a:buClrTx/>
              <a:buSzTx/>
              <a:buFontTx/>
            </a:pPr>
            <a:r>
              <a:rPr sz="4400" dirty="0">
                <a:solidFill>
                  <a:srgbClr val="2A2A2B"/>
                </a:solidFill>
                <a:latin typeface="STXihei" panose="02010600040101010101" pitchFamily="2" charset="-122"/>
                <a:ea typeface="STXihei" panose="02010600040101010101" pitchFamily="2" charset="-122"/>
                <a:sym typeface="STXihei" panose="02010600040101010101" pitchFamily="2" charset="-122"/>
              </a:rPr>
              <a:t>mái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3586480" y="3628390"/>
            <a:ext cx="2229485" cy="3194050"/>
            <a:chOff x="4717" y="1909"/>
            <a:chExt cx="3511" cy="5030"/>
          </a:xfrm>
        </p:grpSpPr>
        <p:grpSp>
          <p:nvGrpSpPr>
            <p:cNvPr id="15" name="组合 14"/>
            <p:cNvGrpSpPr/>
            <p:nvPr/>
          </p:nvGrpSpPr>
          <p:grpSpPr>
            <a:xfrm>
              <a:off x="4718" y="1909"/>
              <a:ext cx="3465" cy="5030"/>
              <a:chOff x="1486086" y="120403"/>
              <a:chExt cx="2200089" cy="3194297"/>
            </a:xfrm>
          </p:grpSpPr>
          <p:sp>
            <p:nvSpPr>
              <p:cNvPr id="18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STXihei" panose="02010600040101010101" pitchFamily="2" charset="-122"/>
                  <a:ea typeface="STXihei" panose="02010600040101010101" pitchFamily="2" charset="-122"/>
                </a:endParaRPr>
              </a:p>
            </p:txBody>
          </p:sp>
          <p:pic>
            <p:nvPicPr>
              <p:cNvPr id="19" name="图片 18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20" name="文本框 7"/>
            <p:cNvSpPr txBox="1"/>
            <p:nvPr/>
          </p:nvSpPr>
          <p:spPr>
            <a:xfrm>
              <a:off x="4717" y="4133"/>
              <a:ext cx="3511" cy="19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TXihei" panose="02010600040101010101" pitchFamily="2" charset="-122"/>
                  <a:ea typeface="STXihei" panose="02010600040101010101" pitchFamily="2" charset="-122"/>
                  <a:sym typeface="+mn-ea"/>
                </a:rPr>
                <a:t>为</a:t>
              </a:r>
            </a:p>
            <a:p>
              <a:pPr marL="0" marR="0" lvl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v. to become</a:t>
              </a:r>
            </a:p>
          </p:txBody>
        </p:sp>
      </p:grpSp>
      <p:sp>
        <p:nvSpPr>
          <p:cNvPr id="21" name="文本框 7"/>
          <p:cNvSpPr txBox="1"/>
          <p:nvPr/>
        </p:nvSpPr>
        <p:spPr>
          <a:xfrm>
            <a:off x="3586480" y="4364355"/>
            <a:ext cx="2229485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/>
            <a:r>
              <a:rPr sz="4400" dirty="0">
                <a:solidFill>
                  <a:srgbClr val="2A2A2B"/>
                </a:solidFill>
                <a:latin typeface="STXihei" panose="02010600040101010101" pitchFamily="2" charset="-122"/>
                <a:ea typeface="STXihei" panose="02010600040101010101" pitchFamily="2" charset="-122"/>
                <a:sym typeface="STXihei" panose="02010600040101010101" pitchFamily="2" charset="-122"/>
              </a:rPr>
              <a:t>wéi</a:t>
            </a:r>
            <a:endParaRPr sz="2800" dirty="0">
              <a:solidFill>
                <a:srgbClr val="2A2A2B"/>
              </a:solidFill>
              <a:latin typeface="STXihei" panose="02010600040101010101" pitchFamily="2" charset="-122"/>
              <a:ea typeface="STXihei" panose="02010600040101010101" pitchFamily="2" charset="-122"/>
              <a:sym typeface="STXihei" panose="02010600040101010101" pitchFamily="2" charset="-122"/>
            </a:endParaRPr>
          </a:p>
        </p:txBody>
      </p:sp>
      <p:pic>
        <p:nvPicPr>
          <p:cNvPr id="34" name="图片 33" descr="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6513830" y="3628390"/>
            <a:ext cx="2243455" cy="3194050"/>
            <a:chOff x="9262" y="2028"/>
            <a:chExt cx="3533" cy="5030"/>
          </a:xfrm>
        </p:grpSpPr>
        <p:grpSp>
          <p:nvGrpSpPr>
            <p:cNvPr id="17" name="组合 16"/>
            <p:cNvGrpSpPr/>
            <p:nvPr/>
          </p:nvGrpSpPr>
          <p:grpSpPr>
            <a:xfrm>
              <a:off x="9330" y="2028"/>
              <a:ext cx="3465" cy="5030"/>
              <a:chOff x="1486086" y="120403"/>
              <a:chExt cx="2200089" cy="3194297"/>
            </a:xfrm>
          </p:grpSpPr>
          <p:sp>
            <p:nvSpPr>
              <p:cNvPr id="22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STXihei" panose="02010600040101010101" pitchFamily="2" charset="-122"/>
                  <a:ea typeface="STXihei" panose="02010600040101010101" pitchFamily="2" charset="-122"/>
                </a:endParaRPr>
              </a:p>
            </p:txBody>
          </p:sp>
          <p:pic>
            <p:nvPicPr>
              <p:cNvPr id="23" name="图片 22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24" name="文本框 7"/>
            <p:cNvSpPr txBox="1"/>
            <p:nvPr/>
          </p:nvSpPr>
          <p:spPr>
            <a:xfrm>
              <a:off x="9262" y="4252"/>
              <a:ext cx="3532" cy="24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TXihei" panose="02010600040101010101" pitchFamily="2" charset="-122"/>
                  <a:ea typeface="STXihei" panose="02010600040101010101" pitchFamily="2" charset="-122"/>
                  <a:sym typeface="+mn-ea"/>
                </a:rPr>
                <a:t>碰</a:t>
              </a:r>
            </a:p>
            <a:p>
              <a:pPr algn="ctr" eaLnBrk="1">
                <a:buClrTx/>
                <a:buSzTx/>
                <a:buNone/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v. to meet, to come across</a:t>
              </a:r>
            </a:p>
          </p:txBody>
        </p:sp>
      </p:grpSp>
      <p:sp>
        <p:nvSpPr>
          <p:cNvPr id="30" name="文本框 7"/>
          <p:cNvSpPr txBox="1"/>
          <p:nvPr/>
        </p:nvSpPr>
        <p:spPr>
          <a:xfrm>
            <a:off x="6289675" y="4366895"/>
            <a:ext cx="2754630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/>
            <a:r>
              <a:rPr sz="4400" dirty="0">
                <a:solidFill>
                  <a:srgbClr val="2A2A2B"/>
                </a:solidFill>
                <a:latin typeface="STXihei" panose="02010600040101010101" pitchFamily="2" charset="-122"/>
                <a:ea typeface="STXihei" panose="02010600040101010101" pitchFamily="2" charset="-122"/>
                <a:sym typeface="STXihei" panose="02010600040101010101" pitchFamily="2" charset="-122"/>
              </a:rPr>
              <a:t>pèng</a:t>
            </a:r>
            <a:endParaRPr sz="3200" dirty="0">
              <a:solidFill>
                <a:srgbClr val="2A2A2B"/>
              </a:solidFill>
              <a:latin typeface="STXihei" panose="02010600040101010101" pitchFamily="2" charset="-122"/>
              <a:ea typeface="STXihei" panose="02010600040101010101" pitchFamily="2" charset="-122"/>
              <a:sym typeface="STXihei" panose="02010600040101010101" pitchFamily="2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9841230" y="3646170"/>
            <a:ext cx="2229485" cy="3194050"/>
            <a:chOff x="4717" y="1909"/>
            <a:chExt cx="3511" cy="5030"/>
          </a:xfrm>
        </p:grpSpPr>
        <p:grpSp>
          <p:nvGrpSpPr>
            <p:cNvPr id="32" name="组合 31"/>
            <p:cNvGrpSpPr/>
            <p:nvPr/>
          </p:nvGrpSpPr>
          <p:grpSpPr>
            <a:xfrm>
              <a:off x="4718" y="1909"/>
              <a:ext cx="3465" cy="5030"/>
              <a:chOff x="1486086" y="120403"/>
              <a:chExt cx="2200089" cy="3194297"/>
            </a:xfrm>
          </p:grpSpPr>
          <p:sp>
            <p:nvSpPr>
              <p:cNvPr id="33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STXihei" panose="02010600040101010101" pitchFamily="2" charset="-122"/>
                  <a:ea typeface="STXihei" panose="02010600040101010101" pitchFamily="2" charset="-122"/>
                </a:endParaRPr>
              </a:p>
            </p:txBody>
          </p:sp>
          <p:pic>
            <p:nvPicPr>
              <p:cNvPr id="35" name="图片 34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36" name="文本框 7"/>
            <p:cNvSpPr txBox="1"/>
            <p:nvPr/>
          </p:nvSpPr>
          <p:spPr>
            <a:xfrm>
              <a:off x="4717" y="4133"/>
              <a:ext cx="3511" cy="19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TXihei" panose="02010600040101010101" pitchFamily="2" charset="-122"/>
                  <a:ea typeface="STXihei" panose="02010600040101010101" pitchFamily="2" charset="-122"/>
                  <a:sym typeface="+mn-ea"/>
                </a:rPr>
                <a:t>于</a:t>
              </a:r>
            </a:p>
            <a:p>
              <a:pPr algn="ctr" eaLnBrk="1">
                <a:buClrTx/>
                <a:buSzTx/>
                <a:buNone/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prep. from, out of</a:t>
              </a:r>
            </a:p>
          </p:txBody>
        </p:sp>
      </p:grpSp>
      <p:sp>
        <p:nvSpPr>
          <p:cNvPr id="38" name="文本框 7"/>
          <p:cNvSpPr txBox="1"/>
          <p:nvPr/>
        </p:nvSpPr>
        <p:spPr>
          <a:xfrm>
            <a:off x="9841230" y="4382135"/>
            <a:ext cx="2229485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/>
            <a:r>
              <a:rPr sz="4400" dirty="0">
                <a:solidFill>
                  <a:srgbClr val="2A2A2B"/>
                </a:solidFill>
                <a:latin typeface="STXihei" panose="02010600040101010101" pitchFamily="2" charset="-122"/>
                <a:ea typeface="STXihei" panose="02010600040101010101" pitchFamily="2" charset="-122"/>
                <a:sym typeface="STXihei" panose="02010600040101010101" pitchFamily="2" charset="-122"/>
              </a:rPr>
              <a:t>yú</a:t>
            </a:r>
            <a:endParaRPr altLang="zh-CN" sz="3600" dirty="0">
              <a:solidFill>
                <a:srgbClr val="2A2A2B"/>
              </a:solidFill>
              <a:latin typeface="STXihei" panose="02010600040101010101" pitchFamily="2" charset="-122"/>
              <a:ea typeface="STXihei" panose="02010600040101010101" pitchFamily="2" charset="-122"/>
              <a:sym typeface="STXihei" panose="02010600040101010101" pitchFamily="2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0" y="-858520"/>
            <a:ext cx="309880" cy="1014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zh-CN" altLang="en-US" sz="6000" b="1">
              <a:solidFill>
                <a:schemeClr val="bg1"/>
              </a:solidFill>
              <a:latin typeface="Source Han Sans CN Regular" panose="020B0500000000000000" pitchFamily="34" charset="-122"/>
              <a:ea typeface="Source Han Sans CN Regular" panose="020B0500000000000000" pitchFamily="34" charset="-122"/>
              <a:cs typeface="Comic Sans MS" panose="030F0902030302020204" pitchFamily="66" charset="0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70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" fill="hold">
                      <p:stCondLst>
                        <p:cond delay="0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76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" fill="hold">
                      <p:stCondLst>
                        <p:cond delay="0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7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</p:childTnLst>
        </p:cTn>
      </p:par>
    </p:tnLst>
    <p:bldLst>
      <p:bldP spid="10" grpId="0"/>
      <p:bldP spid="62" grpId="0"/>
      <p:bldP spid="13" grpId="0"/>
      <p:bldP spid="37" grpId="0"/>
      <p:bldP spid="21" grpId="0"/>
      <p:bldP spid="30" grpId="0"/>
      <p:bldP spid="3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678305" y="138430"/>
            <a:ext cx="2258060" cy="3194050"/>
            <a:chOff x="239" y="2028"/>
            <a:chExt cx="3556" cy="5030"/>
          </a:xfrm>
        </p:grpSpPr>
        <p:grpSp>
          <p:nvGrpSpPr>
            <p:cNvPr id="43" name="组合 42"/>
            <p:cNvGrpSpPr/>
            <p:nvPr/>
          </p:nvGrpSpPr>
          <p:grpSpPr>
            <a:xfrm>
              <a:off x="330" y="2028"/>
              <a:ext cx="3465" cy="5030"/>
              <a:chOff x="1486086" y="120403"/>
              <a:chExt cx="2200089" cy="3194297"/>
            </a:xfrm>
          </p:grpSpPr>
          <p:sp>
            <p:nvSpPr>
              <p:cNvPr id="44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STXihei" panose="02010600040101010101" pitchFamily="2" charset="-122"/>
                  <a:ea typeface="STXihei" panose="02010600040101010101" pitchFamily="2" charset="-122"/>
                </a:endParaRPr>
              </a:p>
            </p:txBody>
          </p:sp>
          <p:pic>
            <p:nvPicPr>
              <p:cNvPr id="45" name="图片 44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9" name="文本框 7"/>
            <p:cNvSpPr txBox="1"/>
            <p:nvPr/>
          </p:nvSpPr>
          <p:spPr>
            <a:xfrm>
              <a:off x="239" y="4235"/>
              <a:ext cx="3491" cy="19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5400" b="1" noProof="0" dirty="0">
                  <a:ln>
                    <a:noFill/>
                  </a:ln>
                  <a:effectLst/>
                  <a:uLnTx/>
                  <a:uFillTx/>
                  <a:latin typeface="STXihei" panose="02010600040101010101" pitchFamily="2" charset="-122"/>
                  <a:ea typeface="STXihei" panose="02010600040101010101" pitchFamily="2" charset="-122"/>
                  <a:sym typeface="+mn-ea"/>
                </a:rPr>
                <a:t>救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v. to save, to rescue</a:t>
              </a:r>
            </a:p>
          </p:txBody>
        </p:sp>
      </p:grpSp>
      <p:sp>
        <p:nvSpPr>
          <p:cNvPr id="10" name="文本框 7"/>
          <p:cNvSpPr txBox="1"/>
          <p:nvPr/>
        </p:nvSpPr>
        <p:spPr>
          <a:xfrm>
            <a:off x="1676400" y="874395"/>
            <a:ext cx="2386965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/>
            <a:r>
              <a:rPr sz="4400" dirty="0">
                <a:solidFill>
                  <a:srgbClr val="2A2A2B"/>
                </a:solidFill>
                <a:latin typeface="STXihei" panose="02010600040101010101" pitchFamily="2" charset="-122"/>
                <a:ea typeface="STXihei" panose="02010600040101010101" pitchFamily="2" charset="-122"/>
                <a:sym typeface="STXihei" panose="02010600040101010101" pitchFamily="2" charset="-122"/>
              </a:rPr>
              <a:t>jiù</a:t>
            </a:r>
          </a:p>
        </p:txBody>
      </p:sp>
      <p:sp>
        <p:nvSpPr>
          <p:cNvPr id="5" name="文本框 7"/>
          <p:cNvSpPr txBox="1"/>
          <p:nvPr/>
        </p:nvSpPr>
        <p:spPr>
          <a:xfrm>
            <a:off x="165735" y="213995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237490" y="702310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Source Han Sans CN Regular" panose="020B0500000000000000" pitchFamily="34" charset="-122"/>
                <a:ea typeface="Source Han Sans CN Regular" panose="020B0500000000000000" pitchFamily="34" charset="-122"/>
                <a:sym typeface="+mn-ea"/>
              </a:rPr>
              <a:t>Practise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Source Han Sans CN Regular" panose="020B0500000000000000" pitchFamily="34" charset="-122"/>
              <a:ea typeface="Source Han Sans CN Regular" panose="020B0500000000000000" pitchFamily="34" charset="-122"/>
            </a:endParaRPr>
          </a:p>
        </p:txBody>
      </p:sp>
      <p:pic>
        <p:nvPicPr>
          <p:cNvPr id="34" name="图片 33" descr="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sp>
        <p:nvSpPr>
          <p:cNvPr id="39" name="文本框 38"/>
          <p:cNvSpPr txBox="1"/>
          <p:nvPr/>
        </p:nvSpPr>
        <p:spPr>
          <a:xfrm>
            <a:off x="0" y="-858520"/>
            <a:ext cx="309880" cy="1014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zh-CN" altLang="en-US" sz="6000" b="1">
              <a:solidFill>
                <a:schemeClr val="bg1"/>
              </a:solidFill>
              <a:latin typeface="Source Han Sans CN Regular" panose="020B0500000000000000" pitchFamily="34" charset="-122"/>
              <a:ea typeface="Source Han Sans CN Regular" panose="020B0500000000000000" pitchFamily="34" charset="-122"/>
              <a:cs typeface="Comic Sans MS" panose="030F0902030302020204" pitchFamily="66" charset="0"/>
              <a:sym typeface="+mn-ea"/>
            </a:endParaRPr>
          </a:p>
        </p:txBody>
      </p:sp>
      <p:pic>
        <p:nvPicPr>
          <p:cNvPr id="40" name="图片 39"/>
          <p:cNvPicPr/>
          <p:nvPr/>
        </p:nvPicPr>
        <p:blipFill>
          <a:blip r:embed="rId7"/>
          <a:stretch>
            <a:fillRect/>
          </a:stretch>
        </p:blipFill>
        <p:spPr>
          <a:xfrm>
            <a:off x="4235450" y="387350"/>
            <a:ext cx="6729730" cy="5144135"/>
          </a:xfrm>
          <a:prstGeom prst="rect">
            <a:avLst/>
          </a:prstGeom>
        </p:spPr>
      </p:pic>
      <p:sp>
        <p:nvSpPr>
          <p:cNvPr id="41" name="文本框 40"/>
          <p:cNvSpPr txBox="1"/>
          <p:nvPr/>
        </p:nvSpPr>
        <p:spPr>
          <a:xfrm>
            <a:off x="1417320" y="3963035"/>
            <a:ext cx="354584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/>
              <a:t>救人</a:t>
            </a:r>
          </a:p>
          <a:p>
            <a:r>
              <a:rPr lang="zh-CN" altLang="en-US" sz="3200"/>
              <a:t>救命🆘</a:t>
            </a:r>
          </a:p>
          <a:p>
            <a:r>
              <a:rPr lang="zh-CN" altLang="en-US" sz="3200"/>
              <a:t>救援</a:t>
            </a:r>
          </a:p>
        </p:txBody>
      </p:sp>
    </p:spTree>
    <p:custDataLst>
      <p:tags r:id="rId1"/>
    </p:custDataLst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  <p:bldLst>
      <p:bldP spid="10" grpId="0"/>
      <p:bldP spid="41" grpId="0"/>
      <p:bldP spid="41" grpId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213995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237490" y="702310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Source Han Sans CN Regular" panose="020B0500000000000000" pitchFamily="34" charset="-122"/>
                <a:ea typeface="Source Han Sans CN Regular" panose="020B0500000000000000" pitchFamily="34" charset="-122"/>
                <a:sym typeface="+mn-ea"/>
              </a:rPr>
              <a:t>Practise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Source Han Sans CN Regular" panose="020B0500000000000000" pitchFamily="34" charset="-122"/>
              <a:ea typeface="Source Han Sans CN Regular" panose="020B0500000000000000" pitchFamily="34" charset="-122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309880" y="1372870"/>
            <a:ext cx="2208530" cy="3194050"/>
            <a:chOff x="7916" y="201"/>
            <a:chExt cx="3478" cy="5030"/>
          </a:xfrm>
        </p:grpSpPr>
        <p:grpSp>
          <p:nvGrpSpPr>
            <p:cNvPr id="6" name="组合 5"/>
            <p:cNvGrpSpPr/>
            <p:nvPr/>
          </p:nvGrpSpPr>
          <p:grpSpPr>
            <a:xfrm>
              <a:off x="7916" y="201"/>
              <a:ext cx="3479" cy="5030"/>
              <a:chOff x="9330" y="2028"/>
              <a:chExt cx="3479" cy="5030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9330" y="2028"/>
                <a:ext cx="3465" cy="5030"/>
                <a:chOff x="1486086" y="120403"/>
                <a:chExt cx="2200089" cy="3194297"/>
              </a:xfrm>
            </p:grpSpPr>
            <p:sp>
              <p:nvSpPr>
                <p:cNvPr id="8" name="矩形: 圆角 76"/>
                <p:cNvSpPr/>
                <p:nvPr/>
              </p:nvSpPr>
              <p:spPr>
                <a:xfrm>
                  <a:off x="1486086" y="120403"/>
                  <a:ext cx="2200089" cy="3194297"/>
                </a:xfrm>
                <a:prstGeom prst="roundRect">
                  <a:avLst/>
                </a:prstGeom>
                <a:solidFill>
                  <a:srgbClr val="E2AEAB"/>
                </a:solidFill>
                <a:ln>
                  <a:noFill/>
                </a:ln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STXihei" panose="02010600040101010101" pitchFamily="2" charset="-122"/>
                    <a:ea typeface="STXihei" panose="02010600040101010101" pitchFamily="2" charset="-122"/>
                  </a:endParaRPr>
                </a:p>
              </p:txBody>
            </p:sp>
            <p:pic>
              <p:nvPicPr>
                <p:cNvPr id="11" name="图片 10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14281" y="196147"/>
                  <a:ext cx="2124195" cy="3004708"/>
                </a:xfrm>
                <a:prstGeom prst="rect">
                  <a:avLst/>
                </a:prstGeom>
              </p:spPr>
            </p:pic>
          </p:grpSp>
          <p:sp>
            <p:nvSpPr>
              <p:cNvPr id="12" name="文本框 7"/>
              <p:cNvSpPr txBox="1"/>
              <p:nvPr/>
            </p:nvSpPr>
            <p:spPr>
              <a:xfrm>
                <a:off x="9330" y="4252"/>
                <a:ext cx="3479" cy="24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sz="5400" b="1" noProof="0" dirty="0">
                    <a:ln>
                      <a:noFill/>
                    </a:ln>
                    <a:effectLst/>
                    <a:uLnTx/>
                    <a:uFillTx/>
                    <a:latin typeface="STXihei" panose="02010600040101010101" pitchFamily="2" charset="-122"/>
                    <a:ea typeface="STXihei" panose="02010600040101010101" pitchFamily="2" charset="-122"/>
                    <a:sym typeface="+mn-ea"/>
                  </a:rPr>
                  <a:t>晕</a:t>
                </a:r>
              </a:p>
              <a:p>
                <a:pPr algn="ctr" eaLnBrk="1"/>
                <a:r>
                  <a:rPr lang="en-US" sz="2000" dirty="0" err="1">
                    <a:solidFill>
                      <a:schemeClr val="bg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 pitchFamily="18" charset="0"/>
                  </a:rPr>
                  <a:t>v. to faint, </a:t>
                </a:r>
              </a:p>
              <a:p>
                <a:pPr algn="ctr" eaLnBrk="1"/>
                <a:r>
                  <a:rPr lang="en-US" sz="2000" dirty="0" err="1">
                    <a:solidFill>
                      <a:schemeClr val="bg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 pitchFamily="18" charset="0"/>
                  </a:rPr>
                  <a:t>to pass out</a:t>
                </a:r>
                <a:endPara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+mn-ea"/>
                </a:endParaRPr>
              </a:p>
            </p:txBody>
          </p:sp>
        </p:grpSp>
        <p:sp>
          <p:nvSpPr>
            <p:cNvPr id="13" name="文本框 7"/>
            <p:cNvSpPr txBox="1"/>
            <p:nvPr/>
          </p:nvSpPr>
          <p:spPr>
            <a:xfrm>
              <a:off x="7935" y="1360"/>
              <a:ext cx="3457" cy="12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>
                <a:buClrTx/>
                <a:buSzTx/>
                <a:buFontTx/>
              </a:pPr>
              <a:r>
                <a:rPr sz="4400" dirty="0">
                  <a:solidFill>
                    <a:srgbClr val="2A2A2B"/>
                  </a:solidFill>
                  <a:latin typeface="STXihei" panose="02010600040101010101" pitchFamily="2" charset="-122"/>
                  <a:ea typeface="STXihei" panose="02010600040101010101" pitchFamily="2" charset="-122"/>
                  <a:sym typeface="STXihei" panose="02010600040101010101" pitchFamily="2" charset="-122"/>
                </a:rPr>
                <a:t>yūn</a:t>
              </a:r>
            </a:p>
          </p:txBody>
        </p:sp>
      </p:grpSp>
      <p:pic>
        <p:nvPicPr>
          <p:cNvPr id="34" name="图片 33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sp>
        <p:nvSpPr>
          <p:cNvPr id="39" name="文本框 38"/>
          <p:cNvSpPr txBox="1"/>
          <p:nvPr/>
        </p:nvSpPr>
        <p:spPr>
          <a:xfrm>
            <a:off x="0" y="-858520"/>
            <a:ext cx="309880" cy="1014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zh-CN" altLang="en-US" sz="6000" b="1">
              <a:solidFill>
                <a:schemeClr val="bg1"/>
              </a:solidFill>
              <a:latin typeface="Source Han Sans CN Regular" panose="020B0500000000000000" pitchFamily="34" charset="-122"/>
              <a:ea typeface="Source Han Sans CN Regular" panose="020B0500000000000000" pitchFamily="34" charset="-122"/>
              <a:cs typeface="Comic Sans MS" panose="030F0902030302020204" pitchFamily="66" charset="0"/>
              <a:sym typeface="+mn-ea"/>
            </a:endParaRPr>
          </a:p>
        </p:txBody>
      </p:sp>
      <p:pic>
        <p:nvPicPr>
          <p:cNvPr id="41" name="图片 40"/>
          <p:cNvPicPr/>
          <p:nvPr/>
        </p:nvPicPr>
        <p:blipFill>
          <a:blip r:embed="rId6"/>
          <a:stretch>
            <a:fillRect/>
          </a:stretch>
        </p:blipFill>
        <p:spPr>
          <a:xfrm>
            <a:off x="3147060" y="156210"/>
            <a:ext cx="4944745" cy="2468245"/>
          </a:xfrm>
          <a:prstGeom prst="rect">
            <a:avLst/>
          </a:prstGeom>
        </p:spPr>
      </p:pic>
      <p:grpSp>
        <p:nvGrpSpPr>
          <p:cNvPr id="47" name="组合 46"/>
          <p:cNvGrpSpPr/>
          <p:nvPr/>
        </p:nvGrpSpPr>
        <p:grpSpPr>
          <a:xfrm>
            <a:off x="4437380" y="2877185"/>
            <a:ext cx="5683250" cy="3467100"/>
            <a:chOff x="6988" y="4531"/>
            <a:chExt cx="8950" cy="5460"/>
          </a:xfrm>
        </p:grpSpPr>
        <p:pic>
          <p:nvPicPr>
            <p:cNvPr id="42" name="图片 41"/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10334" y="4531"/>
              <a:ext cx="5605" cy="5461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6988" y="6344"/>
              <a:ext cx="3172" cy="1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t">
              <a:spAutoFit/>
            </a:bodyPr>
            <a:lstStyle/>
            <a:p>
              <a:pPr algn="ctr"/>
              <a:r>
                <a:rPr lang="zh-CN" altLang="en-US" sz="7200" b="1">
                  <a:ln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  <a:alpha val="43000"/>
                      </a:srgbClr>
                    </a:outerShdw>
                  </a:effectLst>
                </a:rPr>
                <a:t>晕倒</a:t>
              </a:r>
            </a:p>
          </p:txBody>
        </p:sp>
      </p:grpSp>
    </p:spTree>
    <p:custDataLst>
      <p:tags r:id="rId1"/>
    </p:custDataLst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213995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237490" y="702310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Source Han Sans CN Regular" panose="020B0500000000000000" pitchFamily="34" charset="-122"/>
                <a:ea typeface="Source Han Sans CN Regular" panose="020B0500000000000000" pitchFamily="34" charset="-122"/>
                <a:sym typeface="+mn-ea"/>
              </a:rPr>
              <a:t>Practise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Source Han Sans CN Regular" panose="020B0500000000000000" pitchFamily="34" charset="-122"/>
              <a:ea typeface="Source Han Sans CN Regular" panose="020B0500000000000000" pitchFamily="34" charset="-122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717550" y="1851660"/>
            <a:ext cx="2385060" cy="3194050"/>
            <a:chOff x="13036" y="260"/>
            <a:chExt cx="3756" cy="5030"/>
          </a:xfrm>
        </p:grpSpPr>
        <p:grpSp>
          <p:nvGrpSpPr>
            <p:cNvPr id="4" name="组合 3"/>
            <p:cNvGrpSpPr/>
            <p:nvPr/>
          </p:nvGrpSpPr>
          <p:grpSpPr>
            <a:xfrm>
              <a:off x="13188" y="260"/>
              <a:ext cx="3465" cy="5030"/>
              <a:chOff x="9330" y="2028"/>
              <a:chExt cx="3465" cy="5030"/>
            </a:xfrm>
          </p:grpSpPr>
          <p:grpSp>
            <p:nvGrpSpPr>
              <p:cNvPr id="57" name="组合 56"/>
              <p:cNvGrpSpPr/>
              <p:nvPr/>
            </p:nvGrpSpPr>
            <p:grpSpPr>
              <a:xfrm>
                <a:off x="9330" y="2028"/>
                <a:ext cx="3465" cy="5030"/>
                <a:chOff x="1486086" y="120403"/>
                <a:chExt cx="2200089" cy="3194297"/>
              </a:xfrm>
            </p:grpSpPr>
            <p:sp>
              <p:nvSpPr>
                <p:cNvPr id="58" name="矩形: 圆角 76"/>
                <p:cNvSpPr/>
                <p:nvPr/>
              </p:nvSpPr>
              <p:spPr>
                <a:xfrm>
                  <a:off x="1486086" y="120403"/>
                  <a:ext cx="2200089" cy="3194297"/>
                </a:xfrm>
                <a:prstGeom prst="roundRect">
                  <a:avLst/>
                </a:prstGeom>
                <a:solidFill>
                  <a:srgbClr val="E2AEAB"/>
                </a:solidFill>
                <a:ln>
                  <a:noFill/>
                </a:ln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STXihei" panose="02010600040101010101" pitchFamily="2" charset="-122"/>
                    <a:ea typeface="STXihei" panose="02010600040101010101" pitchFamily="2" charset="-122"/>
                  </a:endParaRPr>
                </a:p>
              </p:txBody>
            </p:sp>
            <p:pic>
              <p:nvPicPr>
                <p:cNvPr id="59" name="图片 58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14281" y="196147"/>
                  <a:ext cx="2124195" cy="3004708"/>
                </a:xfrm>
                <a:prstGeom prst="rect">
                  <a:avLst/>
                </a:prstGeom>
              </p:spPr>
            </p:pic>
          </p:grpSp>
          <p:sp>
            <p:nvSpPr>
              <p:cNvPr id="60" name="文本框 7"/>
              <p:cNvSpPr txBox="1"/>
              <p:nvPr/>
            </p:nvSpPr>
            <p:spPr>
              <a:xfrm>
                <a:off x="9385" y="4252"/>
                <a:ext cx="3353" cy="19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5400" b="1" noProof="0" dirty="0">
                    <a:ln>
                      <a:noFill/>
                    </a:ln>
                    <a:effectLst/>
                    <a:uLnTx/>
                    <a:uFillTx/>
                    <a:latin typeface="STXihei" panose="02010600040101010101" pitchFamily="2" charset="-122"/>
                    <a:ea typeface="STXihei" panose="02010600040101010101" pitchFamily="2" charset="-122"/>
                    <a:sym typeface="+mn-ea"/>
                  </a:rPr>
                  <a:t>抢</a:t>
                </a:r>
              </a:p>
              <a:p>
                <a:pPr eaLnBrk="1"/>
                <a:r>
                  <a:rPr lang="en-US" sz="2000" dirty="0" err="1">
                    <a:solidFill>
                      <a:schemeClr val="bg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 pitchFamily="18" charset="0"/>
                  </a:rPr>
                  <a:t>v. to rob, to snatch</a:t>
                </a:r>
              </a:p>
            </p:txBody>
          </p:sp>
        </p:grpSp>
        <p:sp>
          <p:nvSpPr>
            <p:cNvPr id="62" name="文本框 7"/>
            <p:cNvSpPr txBox="1"/>
            <p:nvPr/>
          </p:nvSpPr>
          <p:spPr>
            <a:xfrm>
              <a:off x="13036" y="1419"/>
              <a:ext cx="3757" cy="12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>
                <a:buClrTx/>
                <a:buSzTx/>
                <a:buFontTx/>
              </a:pPr>
              <a:r>
                <a:rPr sz="4400" dirty="0">
                  <a:solidFill>
                    <a:srgbClr val="2A2A2B"/>
                  </a:solidFill>
                  <a:latin typeface="STXihei" panose="02010600040101010101" pitchFamily="2" charset="-122"/>
                  <a:ea typeface="STXihei" panose="02010600040101010101" pitchFamily="2" charset="-122"/>
                  <a:sym typeface="STXihei" panose="02010600040101010101" pitchFamily="2" charset="-122"/>
                </a:rPr>
                <a:t>qiǎng</a:t>
              </a:r>
            </a:p>
          </p:txBody>
        </p:sp>
      </p:grpSp>
      <p:pic>
        <p:nvPicPr>
          <p:cNvPr id="34" name="图片 33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sp>
        <p:nvSpPr>
          <p:cNvPr id="39" name="文本框 38"/>
          <p:cNvSpPr txBox="1"/>
          <p:nvPr/>
        </p:nvSpPr>
        <p:spPr>
          <a:xfrm>
            <a:off x="0" y="-858520"/>
            <a:ext cx="309880" cy="1014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zh-CN" altLang="en-US" sz="6000" b="1">
              <a:solidFill>
                <a:schemeClr val="bg1"/>
              </a:solidFill>
              <a:latin typeface="Source Han Sans CN Regular" panose="020B0500000000000000" pitchFamily="34" charset="-122"/>
              <a:ea typeface="Source Han Sans CN Regular" panose="020B0500000000000000" pitchFamily="34" charset="-122"/>
              <a:cs typeface="Comic Sans MS" panose="030F0902030302020204" pitchFamily="66" charset="0"/>
              <a:sym typeface="+mn-ea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3335655" y="156210"/>
            <a:ext cx="8147685" cy="3403600"/>
            <a:chOff x="5127" y="984"/>
            <a:chExt cx="12831" cy="5360"/>
          </a:xfrm>
        </p:grpSpPr>
        <p:pic>
          <p:nvPicPr>
            <p:cNvPr id="41" name="图片 40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5127" y="984"/>
              <a:ext cx="9787" cy="5360"/>
            </a:xfrm>
            <a:prstGeom prst="rect">
              <a:avLst/>
            </a:prstGeom>
          </p:spPr>
        </p:pic>
        <p:sp>
          <p:nvSpPr>
            <p:cNvPr id="42" name="矩形 41"/>
            <p:cNvSpPr/>
            <p:nvPr/>
          </p:nvSpPr>
          <p:spPr>
            <a:xfrm>
              <a:off x="14786" y="4456"/>
              <a:ext cx="3172" cy="1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t">
              <a:spAutoFit/>
            </a:bodyPr>
            <a:lstStyle/>
            <a:p>
              <a:pPr algn="ctr"/>
              <a:r>
                <a:rPr lang="zh-CN" altLang="en-US" sz="7200" b="1">
                  <a:ln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  <a:alpha val="43000"/>
                      </a:srgbClr>
                    </a:outerShdw>
                  </a:effectLst>
                </a:rPr>
                <a:t>抢劫</a:t>
              </a: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1169035" y="3559810"/>
            <a:ext cx="10429240" cy="2862580"/>
            <a:chOff x="1841" y="5606"/>
            <a:chExt cx="16424" cy="4508"/>
          </a:xfrm>
        </p:grpSpPr>
        <p:pic>
          <p:nvPicPr>
            <p:cNvPr id="48" name="图片 47"/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11039" y="5606"/>
              <a:ext cx="7226" cy="4508"/>
            </a:xfrm>
            <a:prstGeom prst="rect">
              <a:avLst/>
            </a:prstGeom>
          </p:spPr>
        </p:pic>
        <p:sp>
          <p:nvSpPr>
            <p:cNvPr id="49" name="文本框 48"/>
            <p:cNvSpPr txBox="1"/>
            <p:nvPr/>
          </p:nvSpPr>
          <p:spPr>
            <a:xfrm>
              <a:off x="1841" y="8258"/>
              <a:ext cx="8105" cy="1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/>
                <a:t>这家店鞋子打折</a:t>
              </a:r>
              <a:r>
                <a:rPr lang="en-US" altLang="zh-CN" sz="3200"/>
                <a:t>，</a:t>
              </a:r>
              <a:r>
                <a:rPr lang="zh-CN" altLang="en-US" sz="3200"/>
                <a:t>许多人来</a:t>
              </a:r>
              <a:r>
                <a:rPr lang="zh-CN" altLang="en-US" sz="3200">
                  <a:solidFill>
                    <a:schemeClr val="accent6">
                      <a:lumMod val="75000"/>
                    </a:schemeClr>
                  </a:solidFill>
                </a:rPr>
                <a:t>抢购</a:t>
              </a:r>
              <a:r>
                <a:rPr lang="en-US" altLang="zh-CN" sz="3200">
                  <a:solidFill>
                    <a:schemeClr val="accent6">
                      <a:lumMod val="75000"/>
                    </a:schemeClr>
                  </a:solidFill>
                </a:rPr>
                <a:t>。</a:t>
              </a:r>
            </a:p>
          </p:txBody>
        </p:sp>
      </p:grpSp>
    </p:spTree>
    <p:custDataLst>
      <p:tags r:id="rId1"/>
    </p:custDataLst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213995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237490" y="702310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Source Han Sans CN Regular" panose="020B0500000000000000" pitchFamily="34" charset="-122"/>
                <a:ea typeface="Source Han Sans CN Regular" panose="020B0500000000000000" pitchFamily="34" charset="-122"/>
                <a:sym typeface="+mn-ea"/>
              </a:rPr>
              <a:t>Practise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Source Han Sans CN Regular" panose="020B0500000000000000" pitchFamily="34" charset="-122"/>
              <a:ea typeface="Source Han Sans CN Regular" panose="020B0500000000000000" pitchFamily="34" charset="-122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14605" y="2235200"/>
            <a:ext cx="2754630" cy="3194050"/>
            <a:chOff x="55" y="5686"/>
            <a:chExt cx="4338" cy="5030"/>
          </a:xfrm>
        </p:grpSpPr>
        <p:grpSp>
          <p:nvGrpSpPr>
            <p:cNvPr id="25" name="组合 24"/>
            <p:cNvGrpSpPr/>
            <p:nvPr/>
          </p:nvGrpSpPr>
          <p:grpSpPr>
            <a:xfrm>
              <a:off x="408" y="5686"/>
              <a:ext cx="3533" cy="5030"/>
              <a:chOff x="9262" y="2028"/>
              <a:chExt cx="3533" cy="5030"/>
            </a:xfrm>
          </p:grpSpPr>
          <p:grpSp>
            <p:nvGrpSpPr>
              <p:cNvPr id="26" name="组合 25"/>
              <p:cNvGrpSpPr/>
              <p:nvPr/>
            </p:nvGrpSpPr>
            <p:grpSpPr>
              <a:xfrm>
                <a:off x="9330" y="2028"/>
                <a:ext cx="3465" cy="5030"/>
                <a:chOff x="1486086" y="120403"/>
                <a:chExt cx="2200089" cy="3194297"/>
              </a:xfrm>
            </p:grpSpPr>
            <p:sp>
              <p:nvSpPr>
                <p:cNvPr id="27" name="矩形: 圆角 76"/>
                <p:cNvSpPr/>
                <p:nvPr/>
              </p:nvSpPr>
              <p:spPr>
                <a:xfrm>
                  <a:off x="1486086" y="120403"/>
                  <a:ext cx="2200089" cy="3194297"/>
                </a:xfrm>
                <a:prstGeom prst="roundRect">
                  <a:avLst/>
                </a:prstGeom>
                <a:solidFill>
                  <a:srgbClr val="E2AEAB"/>
                </a:solidFill>
                <a:ln>
                  <a:noFill/>
                </a:ln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STXihei" panose="02010600040101010101" pitchFamily="2" charset="-122"/>
                    <a:ea typeface="STXihei" panose="02010600040101010101" pitchFamily="2" charset="-122"/>
                  </a:endParaRPr>
                </a:p>
              </p:txBody>
            </p:sp>
            <p:pic>
              <p:nvPicPr>
                <p:cNvPr id="28" name="图片 27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14281" y="196147"/>
                  <a:ext cx="2124195" cy="3004708"/>
                </a:xfrm>
                <a:prstGeom prst="rect">
                  <a:avLst/>
                </a:prstGeom>
              </p:spPr>
            </p:pic>
          </p:grpSp>
          <p:sp>
            <p:nvSpPr>
              <p:cNvPr id="29" name="文本框 7"/>
              <p:cNvSpPr txBox="1"/>
              <p:nvPr/>
            </p:nvSpPr>
            <p:spPr>
              <a:xfrm>
                <a:off x="9262" y="4252"/>
                <a:ext cx="3532" cy="19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STXihei" panose="02010600040101010101" pitchFamily="2" charset="-122"/>
                    <a:ea typeface="STXihei" panose="02010600040101010101" pitchFamily="2" charset="-122"/>
                    <a:sym typeface="+mn-ea"/>
                  </a:rPr>
                  <a:t>埋</a:t>
                </a:r>
                <a:endParaRPr kumimoji="0" lang="en-US" sz="2000" i="0" u="none" strike="noStrike" kern="1200" cap="none" spc="0" normalizeH="0" baseline="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+mn-ea"/>
                </a:endParaRPr>
              </a:p>
              <a:p>
                <a:pPr algn="ctr" eaLnBrk="1">
                  <a:buClrTx/>
                  <a:buSzTx/>
                  <a:buNone/>
                </a:pPr>
                <a:r>
                  <a:rPr lang="en-US" sz="2000" dirty="0" err="1">
                    <a:solidFill>
                      <a:schemeClr val="bg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 pitchFamily="18" charset="0"/>
                  </a:rPr>
                  <a:t>v. to bury</a:t>
                </a:r>
              </a:p>
            </p:txBody>
          </p:sp>
        </p:grpSp>
        <p:sp>
          <p:nvSpPr>
            <p:cNvPr id="37" name="文本框 7"/>
            <p:cNvSpPr txBox="1"/>
            <p:nvPr/>
          </p:nvSpPr>
          <p:spPr>
            <a:xfrm>
              <a:off x="55" y="6975"/>
              <a:ext cx="4338" cy="12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>
                <a:buClrTx/>
                <a:buSzTx/>
                <a:buFontTx/>
              </a:pPr>
              <a:r>
                <a:rPr sz="4400" dirty="0">
                  <a:solidFill>
                    <a:srgbClr val="2A2A2B"/>
                  </a:solidFill>
                  <a:latin typeface="STXihei" panose="02010600040101010101" pitchFamily="2" charset="-122"/>
                  <a:ea typeface="STXihei" panose="02010600040101010101" pitchFamily="2" charset="-122"/>
                  <a:sym typeface="STXihei" panose="02010600040101010101" pitchFamily="2" charset="-122"/>
                </a:rPr>
                <a:t>mái</a:t>
              </a:r>
            </a:p>
          </p:txBody>
        </p:sp>
      </p:grpSp>
      <p:pic>
        <p:nvPicPr>
          <p:cNvPr id="34" name="图片 33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sp>
        <p:nvSpPr>
          <p:cNvPr id="39" name="文本框 38"/>
          <p:cNvSpPr txBox="1"/>
          <p:nvPr/>
        </p:nvSpPr>
        <p:spPr>
          <a:xfrm>
            <a:off x="0" y="-858520"/>
            <a:ext cx="309880" cy="1014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zh-CN" altLang="en-US" sz="6000" b="1">
              <a:solidFill>
                <a:schemeClr val="bg1"/>
              </a:solidFill>
              <a:latin typeface="Source Han Sans CN Regular" panose="020B0500000000000000" pitchFamily="34" charset="-122"/>
              <a:ea typeface="Source Han Sans CN Regular" panose="020B0500000000000000" pitchFamily="34" charset="-122"/>
              <a:cs typeface="Comic Sans MS" panose="030F0902030302020204" pitchFamily="66" charset="0"/>
              <a:sym typeface="+mn-ea"/>
            </a:endParaRPr>
          </a:p>
        </p:txBody>
      </p:sp>
      <p:pic>
        <p:nvPicPr>
          <p:cNvPr id="41" name="图片 40"/>
          <p:cNvPicPr/>
          <p:nvPr/>
        </p:nvPicPr>
        <p:blipFill>
          <a:blip r:embed="rId6"/>
          <a:stretch>
            <a:fillRect/>
          </a:stretch>
        </p:blipFill>
        <p:spPr>
          <a:xfrm>
            <a:off x="3729355" y="855345"/>
            <a:ext cx="6350000" cy="3810000"/>
          </a:xfrm>
          <a:prstGeom prst="rect">
            <a:avLst/>
          </a:prstGeom>
        </p:spPr>
      </p:pic>
      <p:sp>
        <p:nvSpPr>
          <p:cNvPr id="42" name="文本框 41"/>
          <p:cNvSpPr txBox="1"/>
          <p:nvPr/>
        </p:nvSpPr>
        <p:spPr>
          <a:xfrm>
            <a:off x="4300220" y="5094605"/>
            <a:ext cx="61823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他们把种子埋到土里</a:t>
            </a:r>
            <a:r>
              <a:rPr lang="en-US" altLang="zh-CN" sz="2400"/>
              <a:t>。</a:t>
            </a:r>
          </a:p>
        </p:txBody>
      </p:sp>
    </p:spTree>
    <p:custDataLst>
      <p:tags r:id="rId1"/>
    </p:custDataLst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2" grpId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213995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237490" y="702310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Source Han Sans CN Regular" panose="020B0500000000000000" pitchFamily="34" charset="-122"/>
                <a:ea typeface="Source Han Sans CN Regular" panose="020B0500000000000000" pitchFamily="34" charset="-122"/>
                <a:sym typeface="+mn-ea"/>
              </a:rPr>
              <a:t>Practise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Source Han Sans CN Regular" panose="020B0500000000000000" pitchFamily="34" charset="-122"/>
              <a:ea typeface="Source Han Sans CN Regular" panose="020B0500000000000000" pitchFamily="34" charset="-122"/>
            </a:endParaRPr>
          </a:p>
        </p:txBody>
      </p:sp>
      <p:pic>
        <p:nvPicPr>
          <p:cNvPr id="34" name="图片 33" descr="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grpSp>
        <p:nvGrpSpPr>
          <p:cNvPr id="40" name="组合 39"/>
          <p:cNvGrpSpPr/>
          <p:nvPr/>
        </p:nvGrpSpPr>
        <p:grpSpPr>
          <a:xfrm>
            <a:off x="165735" y="1864360"/>
            <a:ext cx="2754630" cy="3194050"/>
            <a:chOff x="9905" y="5714"/>
            <a:chExt cx="4338" cy="5030"/>
          </a:xfrm>
        </p:grpSpPr>
        <p:grpSp>
          <p:nvGrpSpPr>
            <p:cNvPr id="3" name="组合 2"/>
            <p:cNvGrpSpPr/>
            <p:nvPr/>
          </p:nvGrpSpPr>
          <p:grpSpPr>
            <a:xfrm>
              <a:off x="10258" y="5714"/>
              <a:ext cx="3533" cy="5030"/>
              <a:chOff x="9262" y="2028"/>
              <a:chExt cx="3533" cy="5030"/>
            </a:xfrm>
          </p:grpSpPr>
          <p:grpSp>
            <p:nvGrpSpPr>
              <p:cNvPr id="17" name="组合 16"/>
              <p:cNvGrpSpPr/>
              <p:nvPr/>
            </p:nvGrpSpPr>
            <p:grpSpPr>
              <a:xfrm>
                <a:off x="9330" y="2028"/>
                <a:ext cx="3465" cy="5030"/>
                <a:chOff x="1486086" y="120403"/>
                <a:chExt cx="2200089" cy="3194297"/>
              </a:xfrm>
            </p:grpSpPr>
            <p:sp>
              <p:nvSpPr>
                <p:cNvPr id="22" name="矩形: 圆角 76"/>
                <p:cNvSpPr/>
                <p:nvPr/>
              </p:nvSpPr>
              <p:spPr>
                <a:xfrm>
                  <a:off x="1486086" y="120403"/>
                  <a:ext cx="2200089" cy="3194297"/>
                </a:xfrm>
                <a:prstGeom prst="roundRect">
                  <a:avLst/>
                </a:prstGeom>
                <a:solidFill>
                  <a:srgbClr val="E2AEAB"/>
                </a:solidFill>
                <a:ln>
                  <a:noFill/>
                </a:ln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STXihei" panose="02010600040101010101" pitchFamily="2" charset="-122"/>
                    <a:ea typeface="STXihei" panose="02010600040101010101" pitchFamily="2" charset="-122"/>
                  </a:endParaRPr>
                </a:p>
              </p:txBody>
            </p:sp>
            <p:pic>
              <p:nvPicPr>
                <p:cNvPr id="23" name="图片 22"/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14281" y="196147"/>
                  <a:ext cx="2124195" cy="3004708"/>
                </a:xfrm>
                <a:prstGeom prst="rect">
                  <a:avLst/>
                </a:prstGeom>
              </p:spPr>
            </p:pic>
          </p:grpSp>
          <p:sp>
            <p:nvSpPr>
              <p:cNvPr id="24" name="文本框 7"/>
              <p:cNvSpPr txBox="1"/>
              <p:nvPr/>
            </p:nvSpPr>
            <p:spPr>
              <a:xfrm>
                <a:off x="9262" y="4252"/>
                <a:ext cx="3532" cy="24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STXihei" panose="02010600040101010101" pitchFamily="2" charset="-122"/>
                    <a:ea typeface="STXihei" panose="02010600040101010101" pitchFamily="2" charset="-122"/>
                    <a:sym typeface="+mn-ea"/>
                  </a:rPr>
                  <a:t>碰</a:t>
                </a:r>
              </a:p>
              <a:p>
                <a:pPr algn="ctr" eaLnBrk="1">
                  <a:buClrTx/>
                  <a:buSzTx/>
                  <a:buNone/>
                </a:pPr>
                <a:r>
                  <a:rPr lang="en-US" sz="2000" dirty="0" err="1">
                    <a:solidFill>
                      <a:schemeClr val="bg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 pitchFamily="18" charset="0"/>
                  </a:rPr>
                  <a:t>v. to meet, to come across</a:t>
                </a:r>
              </a:p>
            </p:txBody>
          </p:sp>
        </p:grpSp>
        <p:sp>
          <p:nvSpPr>
            <p:cNvPr id="30" name="文本框 7"/>
            <p:cNvSpPr txBox="1"/>
            <p:nvPr/>
          </p:nvSpPr>
          <p:spPr>
            <a:xfrm>
              <a:off x="9905" y="6877"/>
              <a:ext cx="4338" cy="12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/>
              <a:r>
                <a:rPr sz="4400" dirty="0">
                  <a:solidFill>
                    <a:srgbClr val="2A2A2B"/>
                  </a:solidFill>
                  <a:latin typeface="STXihei" panose="02010600040101010101" pitchFamily="2" charset="-122"/>
                  <a:ea typeface="STXihei" panose="02010600040101010101" pitchFamily="2" charset="-122"/>
                  <a:sym typeface="STXihei" panose="02010600040101010101" pitchFamily="2" charset="-122"/>
                </a:rPr>
                <a:t>pèng</a:t>
              </a:r>
              <a:endParaRPr sz="3200" dirty="0">
                <a:solidFill>
                  <a:srgbClr val="2A2A2B"/>
                </a:solidFill>
                <a:latin typeface="STXihei" panose="02010600040101010101" pitchFamily="2" charset="-122"/>
                <a:ea typeface="STXihei" panose="02010600040101010101" pitchFamily="2" charset="-122"/>
                <a:sym typeface="STXihei" panose="02010600040101010101" pitchFamily="2" charset="-122"/>
              </a:endParaRPr>
            </a:p>
          </p:txBody>
        </p:sp>
      </p:grpSp>
      <p:sp>
        <p:nvSpPr>
          <p:cNvPr id="39" name="文本框 38"/>
          <p:cNvSpPr txBox="1"/>
          <p:nvPr/>
        </p:nvSpPr>
        <p:spPr>
          <a:xfrm>
            <a:off x="0" y="-858520"/>
            <a:ext cx="309880" cy="1014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zh-CN" altLang="en-US" sz="6000" b="1">
              <a:solidFill>
                <a:schemeClr val="bg1"/>
              </a:solidFill>
              <a:latin typeface="Source Han Sans CN Regular" panose="020B0500000000000000" pitchFamily="34" charset="-122"/>
              <a:ea typeface="Source Han Sans CN Regular" panose="020B0500000000000000" pitchFamily="34" charset="-122"/>
              <a:cs typeface="Comic Sans MS" panose="030F0902030302020204" pitchFamily="66" charset="0"/>
              <a:sym typeface="+mn-ea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3307080" y="1939925"/>
            <a:ext cx="74129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/>
              <a:t>今天上学的路上</a:t>
            </a:r>
            <a:r>
              <a:rPr lang="en-US" altLang="zh-CN" sz="3200"/>
              <a:t>，</a:t>
            </a:r>
            <a:r>
              <a:rPr lang="zh-CN" altLang="en-US" sz="3200"/>
              <a:t>我</a:t>
            </a:r>
            <a:r>
              <a:rPr lang="zh-CN" altLang="en-US" sz="3200">
                <a:solidFill>
                  <a:schemeClr val="accent6">
                    <a:lumMod val="75000"/>
                  </a:schemeClr>
                </a:solidFill>
              </a:rPr>
              <a:t>碰</a:t>
            </a:r>
            <a:r>
              <a:rPr lang="zh-CN" altLang="en-US" sz="3200"/>
              <a:t>到了小明。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3307080" y="3371215"/>
            <a:ext cx="74129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/>
              <a:t>你不要碰我。</a:t>
            </a:r>
          </a:p>
        </p:txBody>
      </p:sp>
    </p:spTree>
    <p:custDataLst>
      <p:tags r:id="rId1"/>
    </p:custDataLst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1" grpId="1"/>
      <p:bldP spid="42" grpId="0"/>
      <p:bldP spid="42" grpId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173355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237490" y="695325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Source Han Sans CN Regular" panose="020B0500000000000000" pitchFamily="34" charset="-122"/>
                <a:ea typeface="Source Han Sans CN Regular" panose="020B0500000000000000" pitchFamily="34" charset="-122"/>
                <a:sym typeface="+mn-ea"/>
              </a:rPr>
              <a:t>Language Point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Source Han Sans CN Regular" panose="020B0500000000000000" pitchFamily="34" charset="-122"/>
              <a:ea typeface="Source Han Sans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288780" y="1243965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776248" y="-717762"/>
            <a:ext cx="1801707" cy="2511213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9288780" y="3193414"/>
            <a:ext cx="2837180" cy="2375921"/>
            <a:chOff x="7787" y="3144"/>
            <a:chExt cx="5660" cy="2643"/>
          </a:xfrm>
        </p:grpSpPr>
        <p:sp>
          <p:nvSpPr>
            <p:cNvPr id="33" name="圆角矩形 32"/>
            <p:cNvSpPr/>
            <p:nvPr/>
          </p:nvSpPr>
          <p:spPr>
            <a:xfrm>
              <a:off x="8776" y="3144"/>
              <a:ext cx="3577" cy="188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787" y="3219"/>
              <a:ext cx="5660" cy="25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rgbClr val="FF0000"/>
                  </a:solidFill>
                  <a:latin typeface="STKaiti" panose="02010600040101010101" charset="-122"/>
                  <a:ea typeface="STKaiti" panose="02010600040101010101" charset="-122"/>
                  <a:cs typeface="STXihei" panose="02010600040101010101" pitchFamily="2" charset="-122"/>
                  <a:sym typeface="+mn-ea"/>
                </a:rPr>
                <a:t>于</a:t>
              </a:r>
              <a:endParaRPr lang="zh-CN" altLang="zh-CN" sz="2000" dirty="0">
                <a:solidFill>
                  <a:schemeClr val="bg1">
                    <a:lumMod val="65000"/>
                  </a:schemeClr>
                </a:solidFill>
                <a:latin typeface="STKaiti" panose="02010600040101010101" charset="-122"/>
                <a:ea typeface="STKaiti" panose="02010600040101010101" charset="-122"/>
                <a:cs typeface="STKaiti" panose="02010600040101010101" charset="-122"/>
                <a:sym typeface="STXihei" panose="02010600040101010101" pitchFamily="2" charset="-122"/>
              </a:endParaRPr>
            </a:p>
            <a:p>
              <a:pPr algn="ctr" fontAlgn="ctr"/>
              <a:r>
                <a:rPr sz="2000" b="1" dirty="0">
                  <a:solidFill>
                    <a:schemeClr val="accent6">
                      <a:lumMod val="75000"/>
                    </a:schemeClr>
                  </a:solidFill>
                  <a:highlight>
                    <a:srgbClr val="FFFF00"/>
                  </a:highlight>
                  <a:latin typeface="STKaiti" panose="02010600040101010101" charset="-122"/>
                  <a:ea typeface="STKaiti" panose="02010600040101010101" charset="-122"/>
                  <a:cs typeface="STKaiti" panose="02010600040101010101" charset="-122"/>
                  <a:sym typeface="STXihei" panose="02010600040101010101" pitchFamily="2" charset="-122"/>
                </a:rPr>
                <a:t>介词</a:t>
              </a:r>
              <a:r>
                <a:rPr sz="2000" b="1" dirty="0">
                  <a:solidFill>
                    <a:schemeClr val="bg1">
                      <a:lumMod val="65000"/>
                    </a:schemeClr>
                  </a:solidFill>
                  <a:latin typeface="STKaiti" panose="02010600040101010101" charset="-122"/>
                  <a:ea typeface="STKaiti" panose="02010600040101010101" charset="-122"/>
                  <a:cs typeface="STKaiti" panose="02010600040101010101" charset="-122"/>
                  <a:sym typeface="STXihei" panose="02010600040101010101" pitchFamily="2" charset="-122"/>
                </a:rPr>
                <a:t>≈</a:t>
              </a:r>
            </a:p>
            <a:p>
              <a:pPr algn="ctr" fontAlgn="ctr"/>
              <a:r>
                <a:rPr sz="2000" b="1" dirty="0">
                  <a:solidFill>
                    <a:schemeClr val="bg1">
                      <a:lumMod val="65000"/>
                    </a:schemeClr>
                  </a:solidFill>
                  <a:latin typeface="STKaiti" panose="02010600040101010101" charset="-122"/>
                  <a:ea typeface="STKaiti" panose="02010600040101010101" charset="-122"/>
                  <a:cs typeface="STKaiti" panose="02010600040101010101" charset="-122"/>
                  <a:sym typeface="STXihei" panose="02010600040101010101" pitchFamily="2" charset="-122"/>
                </a:rPr>
                <a:t>“</a:t>
              </a:r>
              <a:r>
                <a:rPr sz="2000" b="1" dirty="0" err="1">
                  <a:solidFill>
                    <a:schemeClr val="accent6">
                      <a:lumMod val="75000"/>
                    </a:schemeClr>
                  </a:solidFill>
                  <a:highlight>
                    <a:srgbClr val="FFFF00"/>
                  </a:highlight>
                  <a:latin typeface="STKaiti" panose="02010600040101010101" charset="-122"/>
                  <a:ea typeface="STKaiti" panose="02010600040101010101" charset="-122"/>
                  <a:cs typeface="STKaiti" panose="02010600040101010101" charset="-122"/>
                  <a:sym typeface="STXihei" panose="02010600040101010101" pitchFamily="2" charset="-122"/>
                </a:rPr>
                <a:t>在、从、对、向、比</a:t>
              </a:r>
              <a:r>
                <a:rPr sz="2000" b="1" dirty="0" err="1">
                  <a:solidFill>
                    <a:schemeClr val="bg1">
                      <a:lumMod val="65000"/>
                    </a:schemeClr>
                  </a:solidFill>
                  <a:latin typeface="STKaiti" panose="02010600040101010101" charset="-122"/>
                  <a:ea typeface="STKaiti" panose="02010600040101010101" charset="-122"/>
                  <a:cs typeface="STKaiti" panose="02010600040101010101" charset="-122"/>
                  <a:sym typeface="STXihei" panose="02010600040101010101" pitchFamily="2" charset="-122"/>
                </a:rPr>
                <a:t>”等</a:t>
              </a:r>
              <a:endParaRPr lang="vi-VN" sz="2000" b="1" dirty="0">
                <a:solidFill>
                  <a:schemeClr val="bg1">
                    <a:lumMod val="65000"/>
                  </a:schemeClr>
                </a:solidFill>
                <a:latin typeface="STKaiti" panose="02010600040101010101" charset="-122"/>
                <a:ea typeface="STKaiti" panose="02010600040101010101" charset="-122"/>
                <a:cs typeface="STKaiti" panose="02010600040101010101" charset="-122"/>
                <a:sym typeface="STXihei" panose="02010600040101010101" pitchFamily="2" charset="-122"/>
              </a:endParaRPr>
            </a:p>
            <a:p>
              <a:pPr algn="ctr" fontAlgn="ctr"/>
              <a:r>
                <a:rPr lang="vi-VN" sz="2000" b="1" dirty="0">
                  <a:solidFill>
                    <a:schemeClr val="bg1">
                      <a:lumMod val="65000"/>
                    </a:schemeClr>
                  </a:solidFill>
                  <a:latin typeface="STKaiti" panose="02010600040101010101" charset="-122"/>
                  <a:ea typeface="STKaiti" panose="02010600040101010101" charset="-122"/>
                  <a:cs typeface="STKaiti" panose="02010600040101010101" charset="-122"/>
                  <a:sym typeface="STXihei" panose="02010600040101010101" pitchFamily="2" charset="-122"/>
                </a:rPr>
                <a:t>Giới từ =</a:t>
              </a:r>
              <a:r>
                <a:rPr lang="zh-CN" altLang="en-US" sz="2000" b="1" dirty="0">
                  <a:solidFill>
                    <a:schemeClr val="accent6">
                      <a:lumMod val="75000"/>
                    </a:schemeClr>
                  </a:solidFill>
                  <a:highlight>
                    <a:srgbClr val="FFFF00"/>
                  </a:highlight>
                  <a:latin typeface="STKaiti" panose="02010600040101010101" charset="-122"/>
                  <a:ea typeface="STKaiti" panose="02010600040101010101" charset="-122"/>
                  <a:cs typeface="STKaiti" panose="02010600040101010101" charset="-122"/>
                  <a:sym typeface="STXihei" panose="02010600040101010101" pitchFamily="2" charset="-122"/>
                </a:rPr>
                <a:t> 在、从、对、向、比</a:t>
              </a:r>
              <a:endParaRPr lang="vi-VN" sz="2000" b="1" dirty="0">
                <a:solidFill>
                  <a:schemeClr val="bg1">
                    <a:lumMod val="65000"/>
                  </a:schemeClr>
                </a:solidFill>
                <a:latin typeface="STKaiti" panose="02010600040101010101" charset="-122"/>
                <a:ea typeface="STKaiti" panose="02010600040101010101" charset="-122"/>
                <a:cs typeface="STKaiti" panose="02010600040101010101" charset="-122"/>
                <a:sym typeface="STXihei" panose="02010600040101010101" pitchFamily="2" charset="-122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341630" y="1482090"/>
            <a:ext cx="8538845" cy="610870"/>
            <a:chOff x="518" y="2814"/>
            <a:chExt cx="13447" cy="1312"/>
          </a:xfrm>
        </p:grpSpPr>
        <p:sp>
          <p:nvSpPr>
            <p:cNvPr id="62" name="圆角矩形 61"/>
            <p:cNvSpPr/>
            <p:nvPr/>
          </p:nvSpPr>
          <p:spPr>
            <a:xfrm>
              <a:off x="518" y="2814"/>
              <a:ext cx="13447" cy="1312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7"/>
            <p:cNvSpPr txBox="1"/>
            <p:nvPr/>
          </p:nvSpPr>
          <p:spPr>
            <a:xfrm>
              <a:off x="518" y="2892"/>
              <a:ext cx="13446" cy="11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eaLnBrk="1" fontAlgn="base" hangingPunct="0">
                <a:lnSpc>
                  <a:spcPct val="100000"/>
                </a:lnSpc>
                <a:buClrTx/>
                <a:buSzTx/>
                <a:buFontTx/>
              </a:pPr>
              <a:r>
                <a:rPr lang="zh-CN" altLang="en-US" sz="2800" b="1" noProof="0" dirty="0">
                  <a:ln>
                    <a:noFill/>
                  </a:ln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sym typeface="STXihei" panose="02010600040101010101" pitchFamily="2" charset="-122"/>
                </a:rPr>
                <a:t>这家公司成立</a:t>
              </a:r>
              <a:r>
                <a:rPr lang="zh-CN" altLang="en-US" sz="28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sym typeface="STXihei" panose="02010600040101010101" pitchFamily="2" charset="-122"/>
                </a:rPr>
                <a:t>于</a:t>
              </a:r>
              <a:r>
                <a:rPr lang="zh-CN" altLang="en-US" sz="2800" b="1" noProof="0" dirty="0">
                  <a:ln>
                    <a:noFill/>
                  </a:ln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sym typeface="STXihei" panose="02010600040101010101" pitchFamily="2" charset="-122"/>
                </a:rPr>
                <a:t>1997年。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348615" y="2275840"/>
            <a:ext cx="8538845" cy="610870"/>
            <a:chOff x="518" y="2814"/>
            <a:chExt cx="13447" cy="1312"/>
          </a:xfrm>
        </p:grpSpPr>
        <p:sp>
          <p:nvSpPr>
            <p:cNvPr id="8" name="圆角矩形 7"/>
            <p:cNvSpPr/>
            <p:nvPr/>
          </p:nvSpPr>
          <p:spPr>
            <a:xfrm>
              <a:off x="518" y="2814"/>
              <a:ext cx="13447" cy="1312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7"/>
            <p:cNvSpPr txBox="1"/>
            <p:nvPr/>
          </p:nvSpPr>
          <p:spPr>
            <a:xfrm>
              <a:off x="518" y="2834"/>
              <a:ext cx="13446" cy="11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eaLnBrk="1" fontAlgn="base" hangingPunct="0">
                <a:buClrTx/>
                <a:buSzTx/>
                <a:buFontTx/>
              </a:pPr>
              <a:r>
                <a:rPr lang="zh-CN" altLang="en-US" sz="2800" b="1" noProof="0" dirty="0">
                  <a:ln>
                    <a:noFill/>
                  </a:ln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sym typeface="STXihei" panose="02010600040101010101" pitchFamily="2" charset="-122"/>
                </a:rPr>
                <a:t>这种药主要用</a:t>
              </a:r>
              <a:r>
                <a:rPr lang="zh-CN" altLang="en-US" sz="28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sym typeface="STXihei" panose="02010600040101010101" pitchFamily="2" charset="-122"/>
                </a:rPr>
                <a:t>于</a:t>
              </a:r>
              <a:r>
                <a:rPr lang="zh-CN" altLang="en-US" sz="2800" b="1" noProof="0" dirty="0">
                  <a:ln>
                    <a:noFill/>
                  </a:ln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sym typeface="STXihei" panose="02010600040101010101" pitchFamily="2" charset="-122"/>
                </a:rPr>
                <a:t>感冒的治疗。</a:t>
              </a: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361950" y="3075940"/>
            <a:ext cx="8538845" cy="610870"/>
            <a:chOff x="518" y="2814"/>
            <a:chExt cx="13447" cy="1312"/>
          </a:xfrm>
        </p:grpSpPr>
        <p:sp>
          <p:nvSpPr>
            <p:cNvPr id="12" name="圆角矩形 11"/>
            <p:cNvSpPr/>
            <p:nvPr/>
          </p:nvSpPr>
          <p:spPr>
            <a:xfrm>
              <a:off x="518" y="2814"/>
              <a:ext cx="13447" cy="1312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7"/>
            <p:cNvSpPr txBox="1"/>
            <p:nvPr/>
          </p:nvSpPr>
          <p:spPr>
            <a:xfrm>
              <a:off x="518" y="2834"/>
              <a:ext cx="13446" cy="11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eaLnBrk="1" fontAlgn="base" hangingPunct="0">
                <a:buClrTx/>
                <a:buSzTx/>
                <a:buFontTx/>
              </a:pPr>
              <a:r>
                <a:rPr lang="zh-CN" altLang="en-US" sz="2800" b="1" noProof="0" dirty="0">
                  <a:ln>
                    <a:noFill/>
                  </a:ln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sym typeface="STXihei" panose="02010600040101010101" pitchFamily="2" charset="-122"/>
                </a:rPr>
                <a:t>济南的泉水，来自</a:t>
              </a:r>
              <a:r>
                <a:rPr lang="zh-CN" altLang="en-US" sz="28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sym typeface="STXihei" panose="02010600040101010101" pitchFamily="2" charset="-122"/>
                </a:rPr>
                <a:t>于</a:t>
              </a:r>
              <a:r>
                <a:rPr lang="zh-CN" altLang="en-US" sz="2800" b="1" noProof="0" dirty="0">
                  <a:ln>
                    <a:noFill/>
                  </a:ln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sym typeface="STXihei" panose="02010600040101010101" pitchFamily="2" charset="-122"/>
                </a:rPr>
                <a:t>济南市以前的广大山区，……</a:t>
              </a: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368935" y="3869690"/>
            <a:ext cx="8538845" cy="610870"/>
            <a:chOff x="518" y="2814"/>
            <a:chExt cx="13447" cy="1312"/>
          </a:xfrm>
        </p:grpSpPr>
        <p:sp>
          <p:nvSpPr>
            <p:cNvPr id="15" name="圆角矩形 14"/>
            <p:cNvSpPr/>
            <p:nvPr/>
          </p:nvSpPr>
          <p:spPr>
            <a:xfrm>
              <a:off x="518" y="2814"/>
              <a:ext cx="13447" cy="1312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7"/>
            <p:cNvSpPr txBox="1"/>
            <p:nvPr/>
          </p:nvSpPr>
          <p:spPr>
            <a:xfrm>
              <a:off x="518" y="2834"/>
              <a:ext cx="13446" cy="11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eaLnBrk="1" fontAlgn="base" hangingPunct="0">
                <a:lnSpc>
                  <a:spcPct val="100000"/>
                </a:lnSpc>
                <a:buClrTx/>
                <a:buSzTx/>
                <a:buFontTx/>
              </a:pPr>
              <a:r>
                <a:rPr lang="zh-CN" altLang="en-US" sz="2800" b="1" noProof="0" dirty="0">
                  <a:ln>
                    <a:noFill/>
                  </a:ln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sym typeface="STXihei" panose="02010600040101010101" pitchFamily="2" charset="-122"/>
                </a:rPr>
                <a:t>运动有助</a:t>
              </a:r>
              <a:r>
                <a:rPr lang="zh-CN" altLang="en-US" sz="28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sym typeface="STXihei" panose="02010600040101010101" pitchFamily="2" charset="-122"/>
                </a:rPr>
                <a:t>于</a:t>
              </a:r>
              <a:r>
                <a:rPr lang="zh-CN" altLang="en-US" sz="2800" b="1" noProof="0" dirty="0">
                  <a:ln>
                    <a:noFill/>
                  </a:ln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sym typeface="STXihei" panose="02010600040101010101" pitchFamily="2" charset="-122"/>
                </a:rPr>
                <a:t>健康。</a:t>
              </a: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395605" y="4643120"/>
            <a:ext cx="8538845" cy="610870"/>
            <a:chOff x="518" y="2814"/>
            <a:chExt cx="13447" cy="1312"/>
          </a:xfrm>
        </p:grpSpPr>
        <p:sp>
          <p:nvSpPr>
            <p:cNvPr id="18" name="圆角矩形 17"/>
            <p:cNvSpPr/>
            <p:nvPr/>
          </p:nvSpPr>
          <p:spPr>
            <a:xfrm>
              <a:off x="518" y="2814"/>
              <a:ext cx="13447" cy="1312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7"/>
            <p:cNvSpPr txBox="1"/>
            <p:nvPr/>
          </p:nvSpPr>
          <p:spPr>
            <a:xfrm>
              <a:off x="518" y="2834"/>
              <a:ext cx="13446" cy="11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eaLnBrk="1" fontAlgn="base" hangingPunct="0">
                <a:buClrTx/>
                <a:buSzTx/>
                <a:buFontTx/>
              </a:pPr>
              <a:r>
                <a:rPr lang="zh-CN" altLang="en-US" sz="2800" b="1" noProof="0" dirty="0">
                  <a:ln>
                    <a:noFill/>
                  </a:ln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sym typeface="STXihei" panose="02010600040101010101" pitchFamily="2" charset="-122"/>
                </a:rPr>
                <a:t>队员们都认为对方的水平远远高</a:t>
              </a:r>
              <a:r>
                <a:rPr lang="zh-CN" altLang="en-US" sz="28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sym typeface="STXihei" panose="02010600040101010101" pitchFamily="2" charset="-122"/>
                </a:rPr>
                <a:t>于</a:t>
              </a:r>
              <a:r>
                <a:rPr lang="zh-CN" altLang="en-US" sz="2800" b="1" noProof="0" dirty="0">
                  <a:ln>
                    <a:noFill/>
                  </a:ln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sym typeface="STXihei" panose="02010600040101010101" pitchFamily="2" charset="-122"/>
                </a:rPr>
                <a:t>自己。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396240" y="5454650"/>
            <a:ext cx="8538845" cy="1094105"/>
            <a:chOff x="518" y="2814"/>
            <a:chExt cx="13447" cy="1312"/>
          </a:xfrm>
        </p:grpSpPr>
        <p:sp>
          <p:nvSpPr>
            <p:cNvPr id="21" name="圆角矩形 20"/>
            <p:cNvSpPr/>
            <p:nvPr/>
          </p:nvSpPr>
          <p:spPr>
            <a:xfrm>
              <a:off x="518" y="2814"/>
              <a:ext cx="13447" cy="1312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7"/>
            <p:cNvSpPr txBox="1"/>
            <p:nvPr/>
          </p:nvSpPr>
          <p:spPr>
            <a:xfrm>
              <a:off x="518" y="2898"/>
              <a:ext cx="13446" cy="11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eaLnBrk="1" fontAlgn="base" hangingPunct="0">
                <a:lnSpc>
                  <a:spcPct val="100000"/>
                </a:lnSpc>
                <a:buClrTx/>
                <a:buSzTx/>
                <a:buFontTx/>
              </a:pPr>
              <a:r>
                <a:rPr lang="zh-CN" altLang="en-US" sz="2800" b="1" noProof="0" dirty="0">
                  <a:ln>
                    <a:noFill/>
                  </a:ln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sym typeface="STXihei" panose="02010600040101010101" pitchFamily="2" charset="-122"/>
                </a:rPr>
                <a:t>李明半年没找到工作了，没办法，只好求助</a:t>
              </a:r>
              <a:r>
                <a:rPr lang="zh-CN" altLang="en-US" sz="28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sym typeface="STXihei" panose="02010600040101010101" pitchFamily="2" charset="-122"/>
                </a:rPr>
                <a:t>于</a:t>
              </a:r>
              <a:r>
                <a:rPr lang="zh-CN" altLang="en-US" sz="2800" b="1" noProof="0" dirty="0">
                  <a:ln>
                    <a:noFill/>
                  </a:ln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sym typeface="STXihei" panose="02010600040101010101" pitchFamily="2" charset="-122"/>
                </a:rPr>
                <a:t>当经理的老同学王峰了。</a:t>
              </a:r>
            </a:p>
          </p:txBody>
        </p:sp>
      </p:grpSp>
      <p:pic>
        <p:nvPicPr>
          <p:cNvPr id="2" name="图片 1" descr="/Users/huangkafi/Downloads/不抠图 /IMG_7104.jpgIMG_7104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373178" y="1891030"/>
            <a:ext cx="1709420" cy="119443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4475798" y="1403350"/>
            <a:ext cx="691515" cy="70675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400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在</a:t>
            </a:r>
          </a:p>
        </p:txBody>
      </p:sp>
      <p:sp>
        <p:nvSpPr>
          <p:cNvPr id="4" name="矩形 3"/>
          <p:cNvSpPr/>
          <p:nvPr/>
        </p:nvSpPr>
        <p:spPr>
          <a:xfrm>
            <a:off x="8935085" y="2966085"/>
            <a:ext cx="691515" cy="72072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lstStyle/>
          <a:p>
            <a:pPr algn="ctr"/>
            <a:r>
              <a:rPr lang="zh-CN" altLang="en-US" sz="4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从</a:t>
            </a:r>
          </a:p>
        </p:txBody>
      </p:sp>
      <p:sp>
        <p:nvSpPr>
          <p:cNvPr id="6" name="矩形 5"/>
          <p:cNvSpPr/>
          <p:nvPr/>
        </p:nvSpPr>
        <p:spPr>
          <a:xfrm>
            <a:off x="3472815" y="3860800"/>
            <a:ext cx="691515" cy="72072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lstStyle/>
          <a:p>
            <a:pPr algn="ctr"/>
            <a:r>
              <a:rPr lang="zh-CN" altLang="en-US" sz="4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对</a:t>
            </a:r>
          </a:p>
        </p:txBody>
      </p:sp>
      <p:sp>
        <p:nvSpPr>
          <p:cNvPr id="24" name="矩形 23"/>
          <p:cNvSpPr/>
          <p:nvPr/>
        </p:nvSpPr>
        <p:spPr>
          <a:xfrm>
            <a:off x="7089140" y="4567555"/>
            <a:ext cx="691515" cy="72072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lstStyle/>
          <a:p>
            <a:pPr algn="ctr"/>
            <a:r>
              <a:rPr lang="zh-CN" altLang="en-US" sz="4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比</a:t>
            </a:r>
          </a:p>
        </p:txBody>
      </p:sp>
      <p:sp>
        <p:nvSpPr>
          <p:cNvPr id="25" name="矩形 24"/>
          <p:cNvSpPr/>
          <p:nvPr/>
        </p:nvSpPr>
        <p:spPr>
          <a:xfrm>
            <a:off x="3871595" y="5997575"/>
            <a:ext cx="691515" cy="72072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lstStyle/>
          <a:p>
            <a:pPr algn="ctr"/>
            <a:r>
              <a:rPr lang="zh-CN" altLang="en-US" sz="4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向</a:t>
            </a:r>
          </a:p>
        </p:txBody>
      </p:sp>
      <p:sp>
        <p:nvSpPr>
          <p:cNvPr id="26" name="矩形 25"/>
          <p:cNvSpPr/>
          <p:nvPr/>
        </p:nvSpPr>
        <p:spPr>
          <a:xfrm>
            <a:off x="5051743" y="2268855"/>
            <a:ext cx="691515" cy="70675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4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在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  <p:bldP spid="3" grpId="0"/>
      <p:bldP spid="3" grpId="1"/>
      <p:bldP spid="4" grpId="0"/>
      <p:bldP spid="4" grpId="1"/>
      <p:bldP spid="6" grpId="0"/>
      <p:bldP spid="6" grpId="1"/>
      <p:bldP spid="24" grpId="0"/>
      <p:bldP spid="24" grpId="1"/>
      <p:bldP spid="25" grpId="0"/>
      <p:bldP spid="25" grpId="1"/>
      <p:bldP spid="26" grpId="0"/>
      <p:bldP spid="26" grpId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173355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237490" y="695325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Source Han Sans CN Regular" panose="020B0500000000000000" pitchFamily="34" charset="-122"/>
                <a:ea typeface="Source Han Sans CN Regular" panose="020B0500000000000000" pitchFamily="34" charset="-122"/>
                <a:sym typeface="+mn-ea"/>
              </a:rPr>
              <a:t>Language Point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Source Han Sans CN Regular" panose="020B0500000000000000" pitchFamily="34" charset="-122"/>
              <a:ea typeface="Source Han Sans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288780" y="1243965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776248" y="-717762"/>
            <a:ext cx="1801707" cy="2511213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9288780" y="3193415"/>
            <a:ext cx="2837180" cy="2924280"/>
            <a:chOff x="7787" y="3144"/>
            <a:chExt cx="5660" cy="3253"/>
          </a:xfrm>
        </p:grpSpPr>
        <p:sp>
          <p:nvSpPr>
            <p:cNvPr id="33" name="圆角矩形 32"/>
            <p:cNvSpPr/>
            <p:nvPr/>
          </p:nvSpPr>
          <p:spPr>
            <a:xfrm>
              <a:off x="8776" y="3144"/>
              <a:ext cx="3577" cy="188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787" y="3144"/>
              <a:ext cx="5660" cy="32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rgbClr val="FF0000"/>
                  </a:solidFill>
                  <a:latin typeface="STKaiti" panose="02010600040101010101" charset="-122"/>
                  <a:ea typeface="STKaiti" panose="02010600040101010101" charset="-122"/>
                  <a:cs typeface="STXihei" panose="02010600040101010101" pitchFamily="2" charset="-122"/>
                  <a:sym typeface="+mn-ea"/>
                </a:rPr>
                <a:t>为</a:t>
              </a:r>
              <a:endParaRPr lang="zh-CN" altLang="zh-CN" sz="2000" dirty="0">
                <a:solidFill>
                  <a:schemeClr val="bg1">
                    <a:lumMod val="65000"/>
                  </a:schemeClr>
                </a:solidFill>
                <a:latin typeface="STKaiti" panose="02010600040101010101" charset="-122"/>
                <a:ea typeface="STKaiti" panose="02010600040101010101" charset="-122"/>
                <a:cs typeface="STKaiti" panose="02010600040101010101" charset="-122"/>
                <a:sym typeface="STXihei" panose="02010600040101010101" pitchFamily="2" charset="-122"/>
              </a:endParaRPr>
            </a:p>
            <a:p>
              <a:pPr algn="ctr" fontAlgn="ctr"/>
              <a:r>
                <a:rPr sz="2000" b="1" dirty="0">
                  <a:solidFill>
                    <a:schemeClr val="accent6">
                      <a:lumMod val="75000"/>
                    </a:schemeClr>
                  </a:solidFill>
                  <a:latin typeface="STKaiti" panose="02010600040101010101" charset="-122"/>
                  <a:ea typeface="STKaiti" panose="02010600040101010101" charset="-122"/>
                  <a:cs typeface="STKaiti" panose="02010600040101010101" charset="-122"/>
                  <a:sym typeface="STXihei" panose="02010600040101010101" pitchFamily="2" charset="-122"/>
                </a:rPr>
                <a:t>动词</a:t>
              </a:r>
              <a:r>
                <a:rPr sz="2000" b="1" dirty="0">
                  <a:solidFill>
                    <a:schemeClr val="bg1">
                      <a:lumMod val="65000"/>
                    </a:schemeClr>
                  </a:solidFill>
                  <a:latin typeface="STKaiti" panose="02010600040101010101" charset="-122"/>
                  <a:ea typeface="STKaiti" panose="02010600040101010101" charset="-122"/>
                  <a:cs typeface="STKaiti" panose="02010600040101010101" charset="-122"/>
                  <a:sym typeface="STXihei" panose="02010600040101010101" pitchFamily="2" charset="-122"/>
                </a:rPr>
                <a:t>，</a:t>
              </a:r>
            </a:p>
            <a:p>
              <a:pPr algn="ctr" fontAlgn="ctr"/>
              <a:r>
                <a:rPr sz="2000" b="1" dirty="0">
                  <a:solidFill>
                    <a:schemeClr val="bg1">
                      <a:lumMod val="65000"/>
                    </a:schemeClr>
                  </a:solidFill>
                  <a:latin typeface="STKaiti" panose="02010600040101010101" charset="-122"/>
                  <a:ea typeface="STKaiti" panose="02010600040101010101" charset="-122"/>
                  <a:cs typeface="STKaiti" panose="02010600040101010101" charset="-122"/>
                  <a:sym typeface="STXihei" panose="02010600040101010101" pitchFamily="2" charset="-122"/>
                </a:rPr>
                <a:t>有“</a:t>
              </a:r>
              <a:r>
                <a:rPr sz="2000" b="1" dirty="0">
                  <a:solidFill>
                    <a:schemeClr val="accent6">
                      <a:lumMod val="75000"/>
                    </a:schemeClr>
                  </a:solidFill>
                  <a:highlight>
                    <a:srgbClr val="FFFF00"/>
                  </a:highlight>
                  <a:latin typeface="STKaiti" panose="02010600040101010101" charset="-122"/>
                  <a:ea typeface="STKaiti" panose="02010600040101010101" charset="-122"/>
                  <a:cs typeface="STKaiti" panose="02010600040101010101" charset="-122"/>
                  <a:sym typeface="STXihei" panose="02010600040101010101" pitchFamily="2" charset="-122"/>
                </a:rPr>
                <a:t>成、成为”</a:t>
              </a:r>
              <a:r>
                <a:rPr sz="2000" b="1" dirty="0">
                  <a:solidFill>
                    <a:schemeClr val="bg1">
                      <a:lumMod val="65000"/>
                    </a:schemeClr>
                  </a:solidFill>
                  <a:latin typeface="STKaiti" panose="02010600040101010101" charset="-122"/>
                  <a:ea typeface="STKaiti" panose="02010600040101010101" charset="-122"/>
                  <a:cs typeface="STKaiti" panose="02010600040101010101" charset="-122"/>
                  <a:sym typeface="STXihei" panose="02010600040101010101" pitchFamily="2" charset="-122"/>
                </a:rPr>
                <a:t>的意思，</a:t>
              </a:r>
            </a:p>
            <a:p>
              <a:pPr algn="ctr" fontAlgn="ctr"/>
              <a:r>
                <a:rPr sz="2000" b="1" dirty="0" err="1">
                  <a:solidFill>
                    <a:schemeClr val="bg1">
                      <a:lumMod val="65000"/>
                    </a:schemeClr>
                  </a:solidFill>
                  <a:latin typeface="STKaiti" panose="02010600040101010101" charset="-122"/>
                  <a:ea typeface="STKaiti" panose="02010600040101010101" charset="-122"/>
                  <a:cs typeface="STKaiti" panose="02010600040101010101" charset="-122"/>
                  <a:sym typeface="STXihei" panose="02010600040101010101" pitchFamily="2" charset="-122"/>
                </a:rPr>
                <a:t>在动词后做补语</a:t>
              </a:r>
              <a:endParaRPr lang="vi-VN" sz="2000" b="1" dirty="0">
                <a:solidFill>
                  <a:schemeClr val="bg1">
                    <a:lumMod val="65000"/>
                  </a:schemeClr>
                </a:solidFill>
                <a:latin typeface="STKaiti" panose="02010600040101010101" charset="-122"/>
                <a:ea typeface="STKaiti" panose="02010600040101010101" charset="-122"/>
                <a:cs typeface="STKaiti" panose="02010600040101010101" charset="-122"/>
                <a:sym typeface="STXihei" panose="02010600040101010101" pitchFamily="2" charset="-122"/>
              </a:endParaRPr>
            </a:p>
            <a:p>
              <a:pPr algn="ctr" fontAlgn="ctr"/>
              <a:r>
                <a:rPr lang="vi-VN" sz="2000" b="1" dirty="0">
                  <a:solidFill>
                    <a:schemeClr val="bg1">
                      <a:lumMod val="65000"/>
                    </a:schemeClr>
                  </a:solidFill>
                  <a:latin typeface="STKaiti" panose="02010600040101010101" charset="-122"/>
                  <a:ea typeface="STKaiti" panose="02010600040101010101" charset="-122"/>
                  <a:cs typeface="STKaiti" panose="02010600040101010101" charset="-122"/>
                  <a:sym typeface="STXihei" panose="02010600040101010101" pitchFamily="2" charset="-122"/>
                </a:rPr>
                <a:t>Động từ: thành, trở thành</a:t>
              </a:r>
              <a:endParaRPr sz="2000" b="1" dirty="0">
                <a:solidFill>
                  <a:schemeClr val="bg1">
                    <a:lumMod val="65000"/>
                  </a:schemeClr>
                </a:solidFill>
                <a:latin typeface="STKaiti" panose="02010600040101010101" charset="-122"/>
                <a:ea typeface="STKaiti" panose="02010600040101010101" charset="-122"/>
                <a:cs typeface="STKaiti" panose="02010600040101010101" charset="-122"/>
                <a:sym typeface="STXihei" panose="02010600040101010101" pitchFamily="2" charset="-122"/>
              </a:endParaRPr>
            </a:p>
            <a:p>
              <a:pPr algn="ctr" fontAlgn="ctr"/>
              <a:endParaRPr lang="zh-CN" altLang="zh-CN" sz="2000" b="1" dirty="0">
                <a:solidFill>
                  <a:schemeClr val="bg1">
                    <a:lumMod val="65000"/>
                  </a:schemeClr>
                </a:solidFill>
                <a:latin typeface="STKaiti" panose="02010600040101010101" charset="-122"/>
                <a:ea typeface="STKaiti" panose="02010600040101010101" charset="-122"/>
                <a:cs typeface="STKaiti" panose="02010600040101010101" charset="-122"/>
                <a:sym typeface="STXihei" panose="02010600040101010101" pitchFamily="2" charset="-122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328930" y="1870075"/>
            <a:ext cx="8538845" cy="1091998"/>
            <a:chOff x="518" y="2814"/>
            <a:chExt cx="13447" cy="1375"/>
          </a:xfrm>
        </p:grpSpPr>
        <p:sp>
          <p:nvSpPr>
            <p:cNvPr id="62" name="圆角矩形 61"/>
            <p:cNvSpPr/>
            <p:nvPr/>
          </p:nvSpPr>
          <p:spPr>
            <a:xfrm>
              <a:off x="518" y="2814"/>
              <a:ext cx="13447" cy="1312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7"/>
            <p:cNvSpPr txBox="1"/>
            <p:nvPr/>
          </p:nvSpPr>
          <p:spPr>
            <a:xfrm>
              <a:off x="518" y="2834"/>
              <a:ext cx="13446" cy="13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eaLnBrk="1" fontAlgn="base" hangingPunct="0">
                <a:lnSpc>
                  <a:spcPct val="100000"/>
                </a:lnSpc>
                <a:buClrTx/>
                <a:buSzTx/>
                <a:buFontTx/>
              </a:pP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sym typeface="STXihei" panose="02010600040101010101" pitchFamily="2" charset="-122"/>
                </a:rPr>
                <a:t>每个人都会遇到各种压力，可是，压力也可以变</a:t>
              </a:r>
              <a:r>
                <a:rPr lang="zh-CN" altLang="en-US" sz="32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sym typeface="STXihei" panose="02010600040101010101" pitchFamily="2" charset="-122"/>
                </a:rPr>
                <a:t>为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sym typeface="STXihei" panose="02010600040101010101" pitchFamily="2" charset="-122"/>
                </a:rPr>
                <a:t>动力。</a:t>
              </a: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322580" y="4109085"/>
            <a:ext cx="8538845" cy="1194435"/>
            <a:chOff x="508" y="3220"/>
            <a:chExt cx="13447" cy="1881"/>
          </a:xfrm>
        </p:grpSpPr>
        <p:sp>
          <p:nvSpPr>
            <p:cNvPr id="81" name="圆角矩形 80"/>
            <p:cNvSpPr/>
            <p:nvPr/>
          </p:nvSpPr>
          <p:spPr>
            <a:xfrm>
              <a:off x="508" y="3220"/>
              <a:ext cx="13447" cy="1881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文本框 7"/>
            <p:cNvSpPr txBox="1"/>
            <p:nvPr/>
          </p:nvSpPr>
          <p:spPr>
            <a:xfrm>
              <a:off x="509" y="3365"/>
              <a:ext cx="13446" cy="16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eaLnBrk="1" fontAlgn="base" hangingPunct="0">
                <a:lnSpc>
                  <a:spcPct val="100000"/>
                </a:lnSpc>
                <a:buClrTx/>
                <a:buSzTx/>
                <a:buFontTx/>
              </a:pP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sym typeface="STXihei" panose="02010600040101010101" pitchFamily="2" charset="-122"/>
                </a:rPr>
                <a:t>年轻的他，通过努力，终于成</a:t>
              </a:r>
              <a:r>
                <a:rPr lang="zh-CN" altLang="en-US" sz="32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sym typeface="STXihei" panose="02010600040101010101" pitchFamily="2" charset="-122"/>
                </a:rPr>
                <a:t>为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sym typeface="STXihei" panose="02010600040101010101" pitchFamily="2" charset="-122"/>
                </a:rPr>
                <a:t>公司里最好的工程师。</a:t>
              </a:r>
            </a:p>
          </p:txBody>
        </p:sp>
      </p:grpSp>
      <p:pic>
        <p:nvPicPr>
          <p:cNvPr id="2" name="图片 1" descr="/Users/huangkafi/Downloads/抠图/IMG_7116-20220929130401.pngIMG_7116-20220929130401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120448" y="720090"/>
            <a:ext cx="1236980" cy="1195070"/>
          </a:xfrm>
          <a:prstGeom prst="rect">
            <a:avLst/>
          </a:prstGeom>
        </p:spPr>
      </p:pic>
      <p:pic>
        <p:nvPicPr>
          <p:cNvPr id="3" name="图片 2" descr="/Users/huangkafi/Downloads/抠图/IMG_7117-20220929130408.pngIMG_7117-20220929130408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696403" y="4581208"/>
            <a:ext cx="1236980" cy="117411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173355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237490" y="695325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Source Han Sans CN Regular" panose="020B0500000000000000" pitchFamily="34" charset="-122"/>
                <a:ea typeface="Source Han Sans CN Regular" panose="020B0500000000000000" pitchFamily="34" charset="-122"/>
                <a:sym typeface="+mn-ea"/>
              </a:rPr>
              <a:t>Language Point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Source Han Sans CN Regular" panose="020B0500000000000000" pitchFamily="34" charset="-122"/>
              <a:ea typeface="Source Han Sans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288780" y="1243965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775613" y="-731732"/>
            <a:ext cx="1801707" cy="2511213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9288780" y="3193417"/>
            <a:ext cx="2837180" cy="2308502"/>
            <a:chOff x="7787" y="3144"/>
            <a:chExt cx="5660" cy="2568"/>
          </a:xfrm>
        </p:grpSpPr>
        <p:sp>
          <p:nvSpPr>
            <p:cNvPr id="33" name="圆角矩形 32"/>
            <p:cNvSpPr/>
            <p:nvPr/>
          </p:nvSpPr>
          <p:spPr>
            <a:xfrm>
              <a:off x="8776" y="3144"/>
              <a:ext cx="3577" cy="188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787" y="3144"/>
              <a:ext cx="5660" cy="25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rgbClr val="FF0000"/>
                  </a:solidFill>
                  <a:latin typeface="STKaiti" panose="02010600040101010101" charset="-122"/>
                  <a:ea typeface="STKaiti" panose="02010600040101010101" charset="-122"/>
                  <a:cs typeface="STXihei" panose="02010600040101010101" pitchFamily="2" charset="-122"/>
                  <a:sym typeface="+mn-ea"/>
                </a:rPr>
                <a:t>为</a:t>
              </a:r>
              <a:endParaRPr lang="zh-CN" altLang="zh-CN" sz="2000" dirty="0">
                <a:solidFill>
                  <a:schemeClr val="bg1">
                    <a:lumMod val="65000"/>
                  </a:schemeClr>
                </a:solidFill>
                <a:latin typeface="STKaiti" panose="02010600040101010101" charset="-122"/>
                <a:ea typeface="STKaiti" panose="02010600040101010101" charset="-122"/>
                <a:cs typeface="STKaiti" panose="02010600040101010101" charset="-122"/>
                <a:sym typeface="STXihei" panose="02010600040101010101" pitchFamily="2" charset="-122"/>
              </a:endParaRPr>
            </a:p>
            <a:p>
              <a:pPr algn="ctr" fontAlgn="ctr"/>
              <a:r>
                <a:rPr sz="2000" b="1" dirty="0">
                  <a:solidFill>
                    <a:schemeClr val="bg1">
                      <a:lumMod val="65000"/>
                    </a:schemeClr>
                  </a:solidFill>
                  <a:latin typeface="STKaiti" panose="02010600040101010101" charset="-122"/>
                  <a:ea typeface="STKaiti" panose="02010600040101010101" charset="-122"/>
                  <a:cs typeface="STKaiti" panose="02010600040101010101" charset="-122"/>
                  <a:sym typeface="STXihei" panose="02010600040101010101" pitchFamily="2" charset="-122"/>
                </a:rPr>
                <a:t>表示</a:t>
              </a:r>
            </a:p>
            <a:p>
              <a:pPr algn="ctr" fontAlgn="ctr"/>
              <a:r>
                <a:rPr sz="2000" b="1" dirty="0">
                  <a:solidFill>
                    <a:schemeClr val="bg1">
                      <a:lumMod val="65000"/>
                    </a:schemeClr>
                  </a:solidFill>
                  <a:latin typeface="STKaiti" panose="02010600040101010101" charset="-122"/>
                  <a:ea typeface="STKaiti" panose="02010600040101010101" charset="-122"/>
                  <a:cs typeface="STKaiti" panose="02010600040101010101" charset="-122"/>
                  <a:sym typeface="STXihei" panose="02010600040101010101" pitchFamily="2" charset="-122"/>
                </a:rPr>
                <a:t>“</a:t>
              </a:r>
              <a:r>
                <a:rPr sz="2000" b="1" dirty="0" err="1">
                  <a:solidFill>
                    <a:schemeClr val="accent6">
                      <a:lumMod val="75000"/>
                    </a:schemeClr>
                  </a:solidFill>
                  <a:highlight>
                    <a:srgbClr val="FFFF00"/>
                  </a:highlight>
                  <a:latin typeface="STKaiti" panose="02010600040101010101" charset="-122"/>
                  <a:ea typeface="STKaiti" panose="02010600040101010101" charset="-122"/>
                  <a:cs typeface="STKaiti" panose="02010600040101010101" charset="-122"/>
                  <a:sym typeface="STXihei" panose="02010600040101010101" pitchFamily="2" charset="-122"/>
                </a:rPr>
                <a:t>作为、算作</a:t>
              </a:r>
              <a:r>
                <a:rPr sz="2000" b="1" dirty="0">
                  <a:solidFill>
                    <a:schemeClr val="bg1">
                      <a:lumMod val="65000"/>
                    </a:schemeClr>
                  </a:solidFill>
                  <a:latin typeface="STKaiti" panose="02010600040101010101" charset="-122"/>
                  <a:ea typeface="STKaiti" panose="02010600040101010101" charset="-122"/>
                  <a:cs typeface="STKaiti" panose="02010600040101010101" charset="-122"/>
                  <a:sym typeface="STXihei" panose="02010600040101010101" pitchFamily="2" charset="-122"/>
                </a:rPr>
                <a:t>”</a:t>
              </a:r>
            </a:p>
            <a:p>
              <a:pPr algn="ctr" fontAlgn="ctr"/>
              <a:r>
                <a:rPr sz="2000" b="1" dirty="0" err="1">
                  <a:solidFill>
                    <a:schemeClr val="bg1">
                      <a:lumMod val="65000"/>
                    </a:schemeClr>
                  </a:solidFill>
                  <a:latin typeface="STKaiti" panose="02010600040101010101" charset="-122"/>
                  <a:ea typeface="STKaiti" panose="02010600040101010101" charset="-122"/>
                  <a:cs typeface="STKaiti" panose="02010600040101010101" charset="-122"/>
                  <a:sym typeface="STXihei" panose="02010600040101010101" pitchFamily="2" charset="-122"/>
                </a:rPr>
                <a:t>等意思</a:t>
              </a:r>
              <a:endParaRPr lang="vi-VN" sz="2000" b="1" dirty="0">
                <a:solidFill>
                  <a:schemeClr val="bg1">
                    <a:lumMod val="65000"/>
                  </a:schemeClr>
                </a:solidFill>
                <a:latin typeface="STKaiti" panose="02010600040101010101" charset="-122"/>
                <a:ea typeface="STKaiti" panose="02010600040101010101" charset="-122"/>
                <a:cs typeface="STKaiti" panose="02010600040101010101" charset="-122"/>
                <a:sym typeface="STXihei" panose="02010600040101010101" pitchFamily="2" charset="-122"/>
              </a:endParaRPr>
            </a:p>
            <a:p>
              <a:pPr algn="ctr" fontAlgn="ctr"/>
              <a:r>
                <a:rPr lang="vi-VN" sz="2000" b="1" dirty="0">
                  <a:solidFill>
                    <a:schemeClr val="bg1">
                      <a:lumMod val="65000"/>
                    </a:schemeClr>
                  </a:solidFill>
                  <a:latin typeface="STKaiti" panose="02010600040101010101" charset="-122"/>
                  <a:ea typeface="STKaiti" panose="02010600040101010101" charset="-122"/>
                  <a:cs typeface="STKaiti" panose="02010600040101010101" charset="-122"/>
                  <a:sym typeface="STXihei" panose="02010600040101010101" pitchFamily="2" charset="-122"/>
                </a:rPr>
                <a:t>Coi như, làm...</a:t>
              </a:r>
            </a:p>
            <a:p>
              <a:pPr algn="ctr" fontAlgn="ctr"/>
              <a:r>
                <a:rPr lang="zh-CN" altLang="en-US" sz="2000" b="1" dirty="0">
                  <a:solidFill>
                    <a:schemeClr val="bg1">
                      <a:lumMod val="65000"/>
                    </a:schemeClr>
                  </a:solidFill>
                  <a:latin typeface="STKaiti" panose="02010600040101010101" charset="-122"/>
                  <a:ea typeface="STKaiti" panose="02010600040101010101" charset="-122"/>
                  <a:cs typeface="STKaiti" panose="02010600040101010101" charset="-122"/>
                  <a:sym typeface="STXihei" panose="02010600040101010101" pitchFamily="2" charset="-122"/>
                </a:rPr>
                <a:t>其</a:t>
              </a:r>
              <a:r>
                <a:rPr lang="en-US" altLang="zh-CN" sz="2000" b="1" dirty="0">
                  <a:solidFill>
                    <a:schemeClr val="bg1">
                      <a:lumMod val="65000"/>
                    </a:schemeClr>
                  </a:solidFill>
                  <a:latin typeface="STKaiti" panose="02010600040101010101" charset="-122"/>
                  <a:ea typeface="STKaiti" panose="02010600040101010101" charset="-122"/>
                  <a:cs typeface="STKaiti" panose="02010600040101010101" charset="-122"/>
                  <a:sym typeface="STXihei" panose="02010600040101010101" pitchFamily="2" charset="-122"/>
                </a:rPr>
                <a:t>=</a:t>
              </a:r>
              <a:r>
                <a:rPr lang="zh-CN" altLang="en-US" sz="2000" b="1" dirty="0">
                  <a:solidFill>
                    <a:schemeClr val="bg1">
                      <a:lumMod val="65000"/>
                    </a:schemeClr>
                  </a:solidFill>
                  <a:latin typeface="STKaiti" panose="02010600040101010101" charset="-122"/>
                  <a:ea typeface="STKaiti" panose="02010600040101010101" charset="-122"/>
                  <a:cs typeface="STKaiti" panose="02010600040101010101" charset="-122"/>
                  <a:sym typeface="STXihei" panose="02010600040101010101" pitchFamily="2" charset="-122"/>
                </a:rPr>
                <a:t>它</a:t>
              </a:r>
              <a:endParaRPr sz="2000" b="1" dirty="0">
                <a:solidFill>
                  <a:schemeClr val="bg1">
                    <a:lumMod val="65000"/>
                  </a:schemeClr>
                </a:solidFill>
                <a:latin typeface="STKaiti" panose="02010600040101010101" charset="-122"/>
                <a:ea typeface="STKaiti" panose="02010600040101010101" charset="-122"/>
                <a:cs typeface="STKaiti" panose="02010600040101010101" charset="-122"/>
                <a:sym typeface="STXihei" panose="02010600040101010101" pitchFamily="2" charset="-122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328930" y="1870075"/>
            <a:ext cx="8538845" cy="1091998"/>
            <a:chOff x="518" y="2814"/>
            <a:chExt cx="13447" cy="1375"/>
          </a:xfrm>
        </p:grpSpPr>
        <p:sp>
          <p:nvSpPr>
            <p:cNvPr id="62" name="圆角矩形 61"/>
            <p:cNvSpPr/>
            <p:nvPr/>
          </p:nvSpPr>
          <p:spPr>
            <a:xfrm>
              <a:off x="518" y="2814"/>
              <a:ext cx="13447" cy="1312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7"/>
            <p:cNvSpPr txBox="1"/>
            <p:nvPr/>
          </p:nvSpPr>
          <p:spPr>
            <a:xfrm>
              <a:off x="518" y="2834"/>
              <a:ext cx="13446" cy="13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eaLnBrk="1" fontAlgn="base" hangingPunct="0">
                <a:lnSpc>
                  <a:spcPct val="100000"/>
                </a:lnSpc>
                <a:buClrTx/>
                <a:buSzTx/>
                <a:buFontTx/>
              </a:pP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sym typeface="STXihei" panose="02010600040101010101" pitchFamily="2" charset="-122"/>
                </a:rPr>
                <a:t>找工作时，很多人会以收入多少</a:t>
              </a:r>
              <a:r>
                <a:rPr lang="zh-CN" altLang="en-US" sz="32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sym typeface="STXihei" panose="02010600040101010101" pitchFamily="2" charset="-122"/>
                </a:rPr>
                <a:t>为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sym typeface="STXihei" panose="02010600040101010101" pitchFamily="2" charset="-122"/>
                </a:rPr>
                <a:t>第一标准，这种想法我不能接受。</a:t>
              </a: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322580" y="4109085"/>
            <a:ext cx="8538845" cy="1194435"/>
            <a:chOff x="508" y="3220"/>
            <a:chExt cx="13447" cy="1881"/>
          </a:xfrm>
        </p:grpSpPr>
        <p:sp>
          <p:nvSpPr>
            <p:cNvPr id="81" name="圆角矩形 80"/>
            <p:cNvSpPr/>
            <p:nvPr/>
          </p:nvSpPr>
          <p:spPr>
            <a:xfrm>
              <a:off x="508" y="3220"/>
              <a:ext cx="13447" cy="1881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文本框 7"/>
            <p:cNvSpPr txBox="1"/>
            <p:nvPr/>
          </p:nvSpPr>
          <p:spPr>
            <a:xfrm>
              <a:off x="509" y="3365"/>
              <a:ext cx="13446" cy="16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eaLnBrk="1" fontAlgn="base" hangingPunct="0">
                <a:lnSpc>
                  <a:spcPct val="100000"/>
                </a:lnSpc>
                <a:buClrTx/>
                <a:buSzTx/>
                <a:buFontTx/>
              </a:pP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sym typeface="STXihei" panose="02010600040101010101" pitchFamily="2" charset="-122"/>
                </a:rPr>
                <a:t>在他看来，没有工作的生活就不能称其</a:t>
              </a:r>
              <a:r>
                <a:rPr lang="zh-CN" altLang="en-US" sz="32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sym typeface="STXihei" panose="02010600040101010101" pitchFamily="2" charset="-122"/>
                </a:rPr>
                <a:t>为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sym typeface="STXihei" panose="02010600040101010101" pitchFamily="2" charset="-122"/>
                </a:rPr>
                <a:t>生活。</a:t>
              </a:r>
            </a:p>
          </p:txBody>
        </p:sp>
      </p:grpSp>
      <p:pic>
        <p:nvPicPr>
          <p:cNvPr id="2" name="图片 1" descr="/Users/huangkafi/Downloads/抠图/IMG_7118-20220929130416.pngIMG_7118-20220929130416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611370" y="2437130"/>
            <a:ext cx="3430270" cy="169100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7"/>
          <p:cNvSpPr txBox="1"/>
          <p:nvPr/>
        </p:nvSpPr>
        <p:spPr>
          <a:xfrm>
            <a:off x="166805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5" name="文本框 7"/>
          <p:cNvSpPr txBox="1"/>
          <p:nvPr/>
        </p:nvSpPr>
        <p:spPr>
          <a:xfrm>
            <a:off x="238243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Source Han Sans CN Regular" panose="020B0500000000000000" pitchFamily="34" charset="-122"/>
                <a:ea typeface="Source Han Sans CN Regular" panose="020B0500000000000000" pitchFamily="34" charset="-122"/>
              </a:rPr>
              <a:t>Practise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Source Han Sans CN Regular" panose="020B0500000000000000" pitchFamily="34" charset="-122"/>
              <a:ea typeface="Source Han Sans CN Regular" panose="020B0500000000000000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2882265" y="372745"/>
            <a:ext cx="6427470" cy="706755"/>
            <a:chOff x="4428" y="448"/>
            <a:chExt cx="3124" cy="1113"/>
          </a:xfrm>
        </p:grpSpPr>
        <p:sp>
          <p:nvSpPr>
            <p:cNvPr id="43" name="圆角矩形 42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4429" y="448"/>
              <a:ext cx="3123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STKaiti" panose="02010600040101010101" charset="-122"/>
                  <a:ea typeface="STKaiti" panose="02010600040101010101" charset="-122"/>
                  <a:sym typeface="宋体" panose="02010600030101010101" pitchFamily="2" charset="-122"/>
                </a:rPr>
                <a:t>救</a:t>
              </a:r>
              <a:r>
                <a:rPr lang="en-US" altLang="zh-CN" sz="4000" b="1" dirty="0">
                  <a:solidFill>
                    <a:schemeClr val="bg1"/>
                  </a:solidFill>
                  <a:latin typeface="STKaiti" panose="02010600040101010101" charset="-122"/>
                  <a:ea typeface="STKaiti" panose="02010600040101010101" charset="-122"/>
                  <a:sym typeface="宋体" panose="02010600030101010101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STKaiti" panose="02010600040101010101" charset="-122"/>
                  <a:ea typeface="STKaiti" panose="02010600040101010101" charset="-122"/>
                  <a:sym typeface="宋体" panose="02010600030101010101" pitchFamily="2" charset="-122"/>
                </a:rPr>
                <a:t>晕</a:t>
              </a:r>
              <a:r>
                <a:rPr lang="en-US" altLang="zh-CN" sz="4000" b="1" dirty="0">
                  <a:solidFill>
                    <a:schemeClr val="bg1"/>
                  </a:solidFill>
                  <a:latin typeface="STKaiti" panose="02010600040101010101" charset="-122"/>
                  <a:ea typeface="STKaiti" panose="02010600040101010101" charset="-122"/>
                  <a:sym typeface="宋体" panose="02010600030101010101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STKaiti" panose="02010600040101010101" charset="-122"/>
                  <a:ea typeface="STKaiti" panose="02010600040101010101" charset="-122"/>
                  <a:sym typeface="宋体" panose="02010600030101010101" pitchFamily="2" charset="-122"/>
                </a:rPr>
                <a:t>抢</a:t>
              </a:r>
              <a:r>
                <a:rPr lang="en-US" altLang="zh-CN" sz="4000" b="1" dirty="0">
                  <a:solidFill>
                    <a:schemeClr val="bg1"/>
                  </a:solidFill>
                  <a:latin typeface="STKaiti" panose="02010600040101010101" charset="-122"/>
                  <a:ea typeface="STKaiti" panose="02010600040101010101" charset="-122"/>
                  <a:sym typeface="宋体" panose="02010600030101010101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STKaiti" panose="02010600040101010101" charset="-122"/>
                  <a:ea typeface="STKaiti" panose="02010600040101010101" charset="-122"/>
                  <a:sym typeface="宋体" panose="02010600030101010101" pitchFamily="2" charset="-122"/>
                </a:rPr>
                <a:t>埋</a:t>
              </a:r>
              <a:r>
                <a:rPr lang="en-US" altLang="zh-CN" sz="4000" b="1" dirty="0">
                  <a:solidFill>
                    <a:schemeClr val="bg1"/>
                  </a:solidFill>
                  <a:latin typeface="STKaiti" panose="02010600040101010101" charset="-122"/>
                  <a:ea typeface="STKaiti" panose="02010600040101010101" charset="-122"/>
                  <a:sym typeface="宋体" panose="02010600030101010101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STKaiti" panose="02010600040101010101" charset="-122"/>
                  <a:ea typeface="STKaiti" panose="02010600040101010101" charset="-122"/>
                  <a:sym typeface="宋体" panose="02010600030101010101" pitchFamily="2" charset="-122"/>
                </a:rPr>
                <a:t>为</a:t>
              </a:r>
              <a:r>
                <a:rPr lang="en-US" altLang="zh-CN" sz="4000" b="1" dirty="0">
                  <a:solidFill>
                    <a:schemeClr val="bg1"/>
                  </a:solidFill>
                  <a:latin typeface="STKaiti" panose="02010600040101010101" charset="-122"/>
                  <a:ea typeface="STKaiti" panose="02010600040101010101" charset="-122"/>
                  <a:sym typeface="宋体" panose="02010600030101010101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STKaiti" panose="02010600040101010101" charset="-122"/>
                  <a:ea typeface="STKaiti" panose="02010600040101010101" charset="-122"/>
                  <a:sym typeface="宋体" panose="02010600030101010101" pitchFamily="2" charset="-122"/>
                </a:rPr>
                <a:t>碰</a:t>
              </a:r>
              <a:r>
                <a:rPr lang="en-US" altLang="zh-CN" sz="4000" b="1" dirty="0">
                  <a:solidFill>
                    <a:schemeClr val="bg1"/>
                  </a:solidFill>
                  <a:latin typeface="STKaiti" panose="02010600040101010101" charset="-122"/>
                  <a:ea typeface="STKaiti" panose="02010600040101010101" charset="-122"/>
                  <a:sym typeface="宋体" panose="02010600030101010101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STKaiti" panose="02010600040101010101" charset="-122"/>
                  <a:ea typeface="STKaiti" panose="02010600040101010101" charset="-122"/>
                  <a:sym typeface="宋体" panose="02010600030101010101" pitchFamily="2" charset="-122"/>
                </a:rPr>
                <a:t>于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-349885" y="1278255"/>
            <a:ext cx="12430760" cy="1628140"/>
            <a:chOff x="-443" y="1654"/>
            <a:chExt cx="19576" cy="2564"/>
          </a:xfrm>
        </p:grpSpPr>
        <p:sp>
          <p:nvSpPr>
            <p:cNvPr id="2" name="矩形 1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sz="3600" b="1">
                  <a:solidFill>
                    <a:schemeClr val="tx1"/>
                  </a:solidFill>
                  <a:latin typeface="STKaiti" panose="02010600040101010101" charset="-122"/>
                  <a:ea typeface="STKaiti" panose="02010600040101010101" charset="-122"/>
                  <a:cs typeface="STKaiti" panose="02010600040101010101" charset="-122"/>
                </a:rPr>
                <a:t>她的包被坏人</a:t>
              </a:r>
              <a:r>
                <a:rPr lang="zh-CN" altLang="en-US" sz="3600" b="1">
                  <a:solidFill>
                    <a:schemeClr val="tx1"/>
                  </a:solidFill>
                  <a:latin typeface="STKaiti" panose="02010600040101010101" charset="-122"/>
                  <a:ea typeface="STKaiti" panose="02010600040101010101" charset="-122"/>
                  <a:cs typeface="STKaiti" panose="02010600040101010101" charset="-122"/>
                  <a:sym typeface="+mn-ea"/>
                </a:rPr>
                <a:t> </a:t>
              </a:r>
              <a:r>
                <a:rPr lang="en-US" altLang="zh-CN" sz="3600" b="1">
                  <a:solidFill>
                    <a:srgbClr val="C00000"/>
                  </a:solidFill>
                  <a:latin typeface="STKaiti" panose="02010600040101010101" charset="-122"/>
                  <a:ea typeface="STKaiti" panose="02010600040101010101" charset="-122"/>
                  <a:cs typeface="STKaiti" panose="02010600040101010101" charset="-122"/>
                  <a:sym typeface="+mn-ea"/>
                </a:rPr>
                <a:t>______</a:t>
              </a:r>
              <a:r>
                <a:rPr sz="3600" b="1">
                  <a:solidFill>
                    <a:schemeClr val="tx1"/>
                  </a:solidFill>
                  <a:latin typeface="STKaiti" panose="02010600040101010101" charset="-122"/>
                  <a:ea typeface="STKaiti" panose="02010600040101010101" charset="-122"/>
                  <a:cs typeface="STKaiti" panose="02010600040101010101" charset="-122"/>
                </a:rPr>
                <a:t>走了，没有钱打的回家。</a:t>
              </a:r>
            </a:p>
          </p:txBody>
        </p:sp>
        <p:pic>
          <p:nvPicPr>
            <p:cNvPr id="6" name="图片 5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grpSp>
        <p:nvGrpSpPr>
          <p:cNvPr id="7" name="组合 6"/>
          <p:cNvGrpSpPr/>
          <p:nvPr/>
        </p:nvGrpSpPr>
        <p:grpSpPr>
          <a:xfrm>
            <a:off x="-349885" y="2957195"/>
            <a:ext cx="12430760" cy="1628140"/>
            <a:chOff x="-443" y="1654"/>
            <a:chExt cx="19576" cy="2564"/>
          </a:xfrm>
        </p:grpSpPr>
        <p:sp>
          <p:nvSpPr>
            <p:cNvPr id="8" name="矩形 7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sz="3600" b="1">
                  <a:solidFill>
                    <a:schemeClr val="tx1"/>
                  </a:solidFill>
                  <a:latin typeface="STKaiti" panose="02010600040101010101" charset="-122"/>
                  <a:ea typeface="STKaiti" panose="02010600040101010101" charset="-122"/>
                  <a:cs typeface="STKaiti" panose="02010600040101010101" charset="-122"/>
                </a:rPr>
                <a:t>那个女孩儿来自</a:t>
              </a:r>
              <a:r>
                <a:rPr lang="zh-CN" altLang="en-US" sz="3600" b="1">
                  <a:solidFill>
                    <a:schemeClr val="tx1"/>
                  </a:solidFill>
                  <a:latin typeface="STKaiti" panose="02010600040101010101" charset="-122"/>
                  <a:ea typeface="STKaiti" panose="02010600040101010101" charset="-122"/>
                  <a:cs typeface="STKaiti" panose="02010600040101010101" charset="-122"/>
                  <a:sym typeface="+mn-ea"/>
                </a:rPr>
                <a:t> </a:t>
              </a:r>
              <a:r>
                <a:rPr lang="en-US" altLang="zh-CN" sz="3600" b="1">
                  <a:solidFill>
                    <a:srgbClr val="C00000"/>
                  </a:solidFill>
                  <a:latin typeface="STKaiti" panose="02010600040101010101" charset="-122"/>
                  <a:ea typeface="STKaiti" panose="02010600040101010101" charset="-122"/>
                  <a:cs typeface="STKaiti" panose="02010600040101010101" charset="-122"/>
                  <a:sym typeface="+mn-ea"/>
                </a:rPr>
                <a:t>______</a:t>
              </a:r>
              <a:r>
                <a:rPr sz="3600" b="1">
                  <a:solidFill>
                    <a:schemeClr val="tx1"/>
                  </a:solidFill>
                  <a:latin typeface="STKaiti" panose="02010600040101010101" charset="-122"/>
                  <a:ea typeface="STKaiti" panose="02010600040101010101" charset="-122"/>
                  <a:cs typeface="STKaiti" panose="02010600040101010101" charset="-122"/>
                </a:rPr>
                <a:t>一个美丽的乡村。</a:t>
              </a:r>
            </a:p>
          </p:txBody>
        </p:sp>
        <p:pic>
          <p:nvPicPr>
            <p:cNvPr id="16" name="图片 15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grpSp>
        <p:nvGrpSpPr>
          <p:cNvPr id="17" name="组合 16"/>
          <p:cNvGrpSpPr/>
          <p:nvPr/>
        </p:nvGrpSpPr>
        <p:grpSpPr>
          <a:xfrm>
            <a:off x="-406400" y="4636135"/>
            <a:ext cx="12430760" cy="1628140"/>
            <a:chOff x="-443" y="1654"/>
            <a:chExt cx="19576" cy="2564"/>
          </a:xfrm>
        </p:grpSpPr>
        <p:sp>
          <p:nvSpPr>
            <p:cNvPr id="18" name="矩形 17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sz="3600" b="1">
                  <a:solidFill>
                    <a:schemeClr val="tx1"/>
                  </a:solidFill>
                  <a:latin typeface="STKaiti" panose="02010600040101010101" charset="-122"/>
                  <a:ea typeface="STKaiti" panose="02010600040101010101" charset="-122"/>
                  <a:cs typeface="STKaiti" panose="02010600040101010101" charset="-122"/>
                </a:rPr>
                <a:t>他在路边</a:t>
              </a:r>
              <a:r>
                <a:rPr lang="zh-CN" altLang="en-US" sz="3600" b="1">
                  <a:solidFill>
                    <a:schemeClr val="tx1"/>
                  </a:solidFill>
                  <a:latin typeface="STKaiti" panose="02010600040101010101" charset="-122"/>
                  <a:ea typeface="STKaiti" panose="02010600040101010101" charset="-122"/>
                  <a:cs typeface="STKaiti" panose="02010600040101010101" charset="-122"/>
                  <a:sym typeface="+mn-ea"/>
                </a:rPr>
                <a:t> </a:t>
              </a:r>
              <a:r>
                <a:rPr lang="en-US" altLang="zh-CN" sz="3600" b="1">
                  <a:solidFill>
                    <a:srgbClr val="C00000"/>
                  </a:solidFill>
                  <a:latin typeface="STKaiti" panose="02010600040101010101" charset="-122"/>
                  <a:ea typeface="STKaiti" panose="02010600040101010101" charset="-122"/>
                  <a:cs typeface="STKaiti" panose="02010600040101010101" charset="-122"/>
                  <a:sym typeface="+mn-ea"/>
                </a:rPr>
                <a:t>______</a:t>
              </a:r>
              <a:r>
                <a:rPr sz="3600" b="1">
                  <a:solidFill>
                    <a:schemeClr val="tx1"/>
                  </a:solidFill>
                  <a:latin typeface="STKaiti" panose="02010600040101010101" charset="-122"/>
                  <a:ea typeface="STKaiti" panose="02010600040101010101" charset="-122"/>
                  <a:cs typeface="STKaiti" panose="02010600040101010101" charset="-122"/>
                </a:rPr>
                <a:t>了一位</a:t>
              </a:r>
              <a:r>
                <a:rPr lang="zh-CN" altLang="en-US" sz="3600" b="1">
                  <a:solidFill>
                    <a:schemeClr val="tx1"/>
                  </a:solidFill>
                  <a:latin typeface="STKaiti" panose="02010600040101010101" charset="-122"/>
                  <a:ea typeface="STKaiti" panose="02010600040101010101" charset="-122"/>
                  <a:cs typeface="STKaiti" panose="02010600040101010101" charset="-122"/>
                  <a:sym typeface="+mn-ea"/>
                </a:rPr>
                <a:t> </a:t>
              </a:r>
              <a:r>
                <a:rPr lang="en-US" altLang="zh-CN" sz="3600" b="1">
                  <a:solidFill>
                    <a:srgbClr val="C00000"/>
                  </a:solidFill>
                  <a:latin typeface="STKaiti" panose="02010600040101010101" charset="-122"/>
                  <a:ea typeface="STKaiti" panose="02010600040101010101" charset="-122"/>
                  <a:cs typeface="STKaiti" panose="02010600040101010101" charset="-122"/>
                  <a:sym typeface="+mn-ea"/>
                </a:rPr>
                <a:t>______</a:t>
              </a:r>
              <a:r>
                <a:rPr sz="3600" b="1">
                  <a:solidFill>
                    <a:schemeClr val="tx1"/>
                  </a:solidFill>
                  <a:latin typeface="STKaiti" panose="02010600040101010101" charset="-122"/>
                  <a:ea typeface="STKaiti" panose="02010600040101010101" charset="-122"/>
                  <a:cs typeface="STKaiti" panose="02010600040101010101" charset="-122"/>
                </a:rPr>
                <a:t>倒的老人。</a:t>
              </a:r>
            </a:p>
          </p:txBody>
        </p:sp>
        <p:pic>
          <p:nvPicPr>
            <p:cNvPr id="23" name="图片 22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sp>
        <p:nvSpPr>
          <p:cNvPr id="24" name="文本框 23"/>
          <p:cNvSpPr txBox="1"/>
          <p:nvPr/>
        </p:nvSpPr>
        <p:spPr>
          <a:xfrm>
            <a:off x="5267960" y="3667760"/>
            <a:ext cx="199517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4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TKaiti" panose="02010600040101010101" charset="-122"/>
                <a:ea typeface="STKaiti" panose="02010600040101010101" charset="-122"/>
                <a:cs typeface="Source Han Sans CN Regular" panose="020B0500000000000000" pitchFamily="34" charset="-122"/>
                <a:sym typeface="宋体" panose="02010600030101010101" pitchFamily="2" charset="-122"/>
              </a:rPr>
              <a:t>于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3749675" y="5323840"/>
            <a:ext cx="199517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4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TKaiti" panose="02010600040101010101" charset="-122"/>
                <a:ea typeface="STKaiti" panose="02010600040101010101" charset="-122"/>
                <a:cs typeface="Source Han Sans CN Regular" panose="020B0500000000000000" pitchFamily="34" charset="-122"/>
                <a:sym typeface="宋体" panose="02010600030101010101" pitchFamily="2" charset="-122"/>
              </a:rPr>
              <a:t>救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4375150" y="2011680"/>
            <a:ext cx="199517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4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TKaiti" panose="02010600040101010101" charset="-122"/>
                <a:ea typeface="STKaiti" panose="02010600040101010101" charset="-122"/>
                <a:cs typeface="Source Han Sans CN Regular" panose="020B0500000000000000" pitchFamily="34" charset="-122"/>
                <a:sym typeface="宋体" panose="02010600030101010101" pitchFamily="2" charset="-122"/>
              </a:rPr>
              <a:t>抢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666865" y="5323840"/>
            <a:ext cx="199517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4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TKaiti" panose="02010600040101010101" charset="-122"/>
                <a:ea typeface="STKaiti" panose="02010600040101010101" charset="-122"/>
                <a:cs typeface="Source Han Sans CN Regular" panose="020B0500000000000000" pitchFamily="34" charset="-122"/>
                <a:sym typeface="宋体" panose="02010600030101010101" pitchFamily="2" charset="-122"/>
              </a:rPr>
              <a:t>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34" grpId="0"/>
      <p:bldP spid="1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7"/>
          <p:cNvSpPr txBox="1"/>
          <p:nvPr/>
        </p:nvSpPr>
        <p:spPr>
          <a:xfrm>
            <a:off x="166805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5" name="文本框 7"/>
          <p:cNvSpPr txBox="1"/>
          <p:nvPr/>
        </p:nvSpPr>
        <p:spPr>
          <a:xfrm>
            <a:off x="238243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Source Han Sans CN Regular" panose="020B0500000000000000" pitchFamily="34" charset="-122"/>
                <a:ea typeface="Source Han Sans CN Regular" panose="020B0500000000000000" pitchFamily="34" charset="-122"/>
              </a:rPr>
              <a:t>Practise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Source Han Sans CN Regular" panose="020B0500000000000000" pitchFamily="34" charset="-122"/>
              <a:ea typeface="Source Han Sans CN Regular" panose="020B0500000000000000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2882265" y="372745"/>
            <a:ext cx="6427470" cy="706755"/>
            <a:chOff x="4428" y="448"/>
            <a:chExt cx="3124" cy="1113"/>
          </a:xfrm>
        </p:grpSpPr>
        <p:sp>
          <p:nvSpPr>
            <p:cNvPr id="43" name="圆角矩形 42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4429" y="448"/>
              <a:ext cx="3123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STKaiti" panose="02010600040101010101" charset="-122"/>
                  <a:ea typeface="STKaiti" panose="02010600040101010101" charset="-122"/>
                  <a:sym typeface="宋体" panose="02010600030101010101" pitchFamily="2" charset="-122"/>
                </a:rPr>
                <a:t>救</a:t>
              </a:r>
              <a:r>
                <a:rPr lang="en-US" altLang="zh-CN" sz="4000" b="1" dirty="0">
                  <a:solidFill>
                    <a:schemeClr val="bg1"/>
                  </a:solidFill>
                  <a:latin typeface="STKaiti" panose="02010600040101010101" charset="-122"/>
                  <a:ea typeface="STKaiti" panose="02010600040101010101" charset="-122"/>
                  <a:sym typeface="宋体" panose="02010600030101010101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STKaiti" panose="02010600040101010101" charset="-122"/>
                  <a:ea typeface="STKaiti" panose="02010600040101010101" charset="-122"/>
                  <a:sym typeface="宋体" panose="02010600030101010101" pitchFamily="2" charset="-122"/>
                </a:rPr>
                <a:t>晕</a:t>
              </a:r>
              <a:r>
                <a:rPr lang="en-US" altLang="zh-CN" sz="4000" b="1" dirty="0">
                  <a:solidFill>
                    <a:schemeClr val="bg1"/>
                  </a:solidFill>
                  <a:latin typeface="STKaiti" panose="02010600040101010101" charset="-122"/>
                  <a:ea typeface="STKaiti" panose="02010600040101010101" charset="-122"/>
                  <a:sym typeface="宋体" panose="02010600030101010101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STKaiti" panose="02010600040101010101" charset="-122"/>
                  <a:ea typeface="STKaiti" panose="02010600040101010101" charset="-122"/>
                  <a:sym typeface="宋体" panose="02010600030101010101" pitchFamily="2" charset="-122"/>
                </a:rPr>
                <a:t>抢</a:t>
              </a:r>
              <a:r>
                <a:rPr lang="en-US" altLang="zh-CN" sz="4000" b="1" dirty="0">
                  <a:solidFill>
                    <a:schemeClr val="bg1"/>
                  </a:solidFill>
                  <a:latin typeface="STKaiti" panose="02010600040101010101" charset="-122"/>
                  <a:ea typeface="STKaiti" panose="02010600040101010101" charset="-122"/>
                  <a:sym typeface="宋体" panose="02010600030101010101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STKaiti" panose="02010600040101010101" charset="-122"/>
                  <a:ea typeface="STKaiti" panose="02010600040101010101" charset="-122"/>
                  <a:sym typeface="宋体" panose="02010600030101010101" pitchFamily="2" charset="-122"/>
                </a:rPr>
                <a:t>埋</a:t>
              </a:r>
              <a:r>
                <a:rPr lang="en-US" altLang="zh-CN" sz="4000" b="1" dirty="0">
                  <a:solidFill>
                    <a:schemeClr val="bg1"/>
                  </a:solidFill>
                  <a:latin typeface="STKaiti" panose="02010600040101010101" charset="-122"/>
                  <a:ea typeface="STKaiti" panose="02010600040101010101" charset="-122"/>
                  <a:sym typeface="宋体" panose="02010600030101010101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STKaiti" panose="02010600040101010101" charset="-122"/>
                  <a:ea typeface="STKaiti" panose="02010600040101010101" charset="-122"/>
                  <a:sym typeface="宋体" panose="02010600030101010101" pitchFamily="2" charset="-122"/>
                </a:rPr>
                <a:t>为</a:t>
              </a:r>
              <a:r>
                <a:rPr lang="en-US" altLang="zh-CN" sz="4000" b="1" dirty="0">
                  <a:solidFill>
                    <a:schemeClr val="bg1"/>
                  </a:solidFill>
                  <a:latin typeface="STKaiti" panose="02010600040101010101" charset="-122"/>
                  <a:ea typeface="STKaiti" panose="02010600040101010101" charset="-122"/>
                  <a:sym typeface="宋体" panose="02010600030101010101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STKaiti" panose="02010600040101010101" charset="-122"/>
                  <a:ea typeface="STKaiti" panose="02010600040101010101" charset="-122"/>
                  <a:sym typeface="宋体" panose="02010600030101010101" pitchFamily="2" charset="-122"/>
                </a:rPr>
                <a:t>碰</a:t>
              </a:r>
              <a:r>
                <a:rPr lang="en-US" altLang="zh-CN" sz="4000" b="1" dirty="0">
                  <a:solidFill>
                    <a:schemeClr val="bg1"/>
                  </a:solidFill>
                  <a:latin typeface="STKaiti" panose="02010600040101010101" charset="-122"/>
                  <a:ea typeface="STKaiti" panose="02010600040101010101" charset="-122"/>
                  <a:sym typeface="宋体" panose="02010600030101010101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STKaiti" panose="02010600040101010101" charset="-122"/>
                  <a:ea typeface="STKaiti" panose="02010600040101010101" charset="-122"/>
                  <a:sym typeface="宋体" panose="02010600030101010101" pitchFamily="2" charset="-122"/>
                </a:rPr>
                <a:t>于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-349885" y="1278255"/>
            <a:ext cx="12430760" cy="1628140"/>
            <a:chOff x="-443" y="1654"/>
            <a:chExt cx="19576" cy="2564"/>
          </a:xfrm>
        </p:grpSpPr>
        <p:sp>
          <p:nvSpPr>
            <p:cNvPr id="2" name="矩形 1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sz="3600" b="1">
                  <a:solidFill>
                    <a:schemeClr val="tx1"/>
                  </a:solidFill>
                  <a:latin typeface="STKaiti" panose="02010600040101010101" charset="-122"/>
                  <a:ea typeface="STKaiti" panose="02010600040101010101" charset="-122"/>
                  <a:cs typeface="STKaiti" panose="02010600040101010101" charset="-122"/>
                </a:rPr>
                <a:t>他把宝贝</a:t>
              </a:r>
              <a:r>
                <a:rPr lang="en-US" altLang="zh-CN" sz="3600" b="1">
                  <a:solidFill>
                    <a:srgbClr val="C00000"/>
                  </a:solidFill>
                  <a:latin typeface="STKaiti" panose="02010600040101010101" charset="-122"/>
                  <a:ea typeface="STKaiti" panose="02010600040101010101" charset="-122"/>
                  <a:cs typeface="STKaiti" panose="02010600040101010101" charset="-122"/>
                  <a:sym typeface="+mn-ea"/>
                </a:rPr>
                <a:t>______</a:t>
              </a:r>
              <a:r>
                <a:rPr sz="3600" b="1">
                  <a:solidFill>
                    <a:schemeClr val="tx1"/>
                  </a:solidFill>
                  <a:latin typeface="STKaiti" panose="02010600040101010101" charset="-122"/>
                  <a:ea typeface="STKaiti" panose="02010600040101010101" charset="-122"/>
                  <a:cs typeface="STKaiti" panose="02010600040101010101" charset="-122"/>
                </a:rPr>
                <a:t>在地下，谁都找不到。</a:t>
              </a:r>
            </a:p>
          </p:txBody>
        </p:sp>
        <p:pic>
          <p:nvPicPr>
            <p:cNvPr id="6" name="图片 5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grpSp>
        <p:nvGrpSpPr>
          <p:cNvPr id="7" name="组合 6"/>
          <p:cNvGrpSpPr/>
          <p:nvPr/>
        </p:nvGrpSpPr>
        <p:grpSpPr>
          <a:xfrm>
            <a:off x="-349885" y="2957195"/>
            <a:ext cx="12430760" cy="1628140"/>
            <a:chOff x="-443" y="1654"/>
            <a:chExt cx="19576" cy="2564"/>
          </a:xfrm>
        </p:grpSpPr>
        <p:sp>
          <p:nvSpPr>
            <p:cNvPr id="8" name="矩形 7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sz="3600" b="1">
                  <a:solidFill>
                    <a:schemeClr val="tx1"/>
                  </a:solidFill>
                  <a:latin typeface="STKaiti" panose="02010600040101010101" charset="-122"/>
                  <a:ea typeface="STKaiti" panose="02010600040101010101" charset="-122"/>
                  <a:cs typeface="STKaiti" panose="02010600040101010101" charset="-122"/>
                </a:rPr>
                <a:t>昨天逛街时，</a:t>
              </a:r>
              <a:r>
                <a:rPr lang="en-US" altLang="zh-CN" sz="3600" b="1">
                  <a:solidFill>
                    <a:srgbClr val="C00000"/>
                  </a:solidFill>
                  <a:latin typeface="STKaiti" panose="02010600040101010101" charset="-122"/>
                  <a:ea typeface="STKaiti" panose="02010600040101010101" charset="-122"/>
                  <a:cs typeface="STKaiti" panose="02010600040101010101" charset="-122"/>
                  <a:sym typeface="+mn-ea"/>
                </a:rPr>
                <a:t>______</a:t>
              </a:r>
              <a:r>
                <a:rPr sz="3600" b="1">
                  <a:solidFill>
                    <a:schemeClr val="tx1"/>
                  </a:solidFill>
                  <a:latin typeface="STKaiti" panose="02010600040101010101" charset="-122"/>
                  <a:ea typeface="STKaiti" panose="02010600040101010101" charset="-122"/>
                  <a:cs typeface="STKaiti" panose="02010600040101010101" charset="-122"/>
                </a:rPr>
                <a:t>到了多年没见的老同学。</a:t>
              </a:r>
            </a:p>
          </p:txBody>
        </p:sp>
        <p:pic>
          <p:nvPicPr>
            <p:cNvPr id="16" name="图片 15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grpSp>
        <p:nvGrpSpPr>
          <p:cNvPr id="17" name="组合 16"/>
          <p:cNvGrpSpPr/>
          <p:nvPr/>
        </p:nvGrpSpPr>
        <p:grpSpPr>
          <a:xfrm>
            <a:off x="-406400" y="4636135"/>
            <a:ext cx="12430760" cy="1903730"/>
            <a:chOff x="-443" y="1654"/>
            <a:chExt cx="19576" cy="2998"/>
          </a:xfrm>
        </p:grpSpPr>
        <p:sp>
          <p:nvSpPr>
            <p:cNvPr id="18" name="矩形 17"/>
            <p:cNvSpPr/>
            <p:nvPr/>
          </p:nvSpPr>
          <p:spPr>
            <a:xfrm>
              <a:off x="1460" y="2610"/>
              <a:ext cx="17673" cy="2042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l"/>
              <a:r>
                <a:rPr sz="3600" b="1">
                  <a:solidFill>
                    <a:schemeClr val="tx1"/>
                  </a:solidFill>
                  <a:latin typeface="STKaiti" panose="02010600040101010101" charset="-122"/>
                  <a:ea typeface="STKaiti" panose="02010600040101010101" charset="-122"/>
                  <a:cs typeface="STKaiti" panose="02010600040101010101" charset="-122"/>
                </a:rPr>
                <a:t>当年互相不喜欢的两个人，多年后的今天竟然成</a:t>
              </a:r>
              <a:r>
                <a:rPr lang="en-US" altLang="zh-CN" sz="3600" b="1">
                  <a:solidFill>
                    <a:srgbClr val="C00000"/>
                  </a:solidFill>
                  <a:latin typeface="STKaiti" panose="02010600040101010101" charset="-122"/>
                  <a:ea typeface="STKaiti" panose="02010600040101010101" charset="-122"/>
                  <a:cs typeface="STKaiti" panose="02010600040101010101" charset="-122"/>
                  <a:sym typeface="+mn-ea"/>
                </a:rPr>
                <a:t>______</a:t>
              </a:r>
              <a:r>
                <a:rPr sz="3600" b="1">
                  <a:solidFill>
                    <a:schemeClr val="tx1"/>
                  </a:solidFill>
                  <a:latin typeface="STKaiti" panose="02010600040101010101" charset="-122"/>
                  <a:ea typeface="STKaiti" panose="02010600040101010101" charset="-122"/>
                  <a:cs typeface="STKaiti" panose="02010600040101010101" charset="-122"/>
                </a:rPr>
                <a:t>了最好的朋友。</a:t>
              </a:r>
            </a:p>
          </p:txBody>
        </p:sp>
        <p:pic>
          <p:nvPicPr>
            <p:cNvPr id="23" name="图片 22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sp>
        <p:nvSpPr>
          <p:cNvPr id="24" name="文本框 23"/>
          <p:cNvSpPr txBox="1"/>
          <p:nvPr/>
        </p:nvSpPr>
        <p:spPr>
          <a:xfrm>
            <a:off x="4304030" y="3654425"/>
            <a:ext cx="199517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4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TKaiti" panose="02010600040101010101" charset="-122"/>
                <a:ea typeface="STKaiti" panose="02010600040101010101" charset="-122"/>
                <a:cs typeface="Source Han Sans CN Regular" panose="020B0500000000000000" pitchFamily="34" charset="-122"/>
                <a:sym typeface="宋体" panose="02010600030101010101" pitchFamily="2" charset="-122"/>
              </a:rPr>
              <a:t>碰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10162540" y="5203825"/>
            <a:ext cx="199517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4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TKaiti" panose="02010600040101010101" charset="-122"/>
                <a:ea typeface="STKaiti" panose="02010600040101010101" charset="-122"/>
                <a:cs typeface="Source Han Sans CN Regular" panose="020B0500000000000000" pitchFamily="34" charset="-122"/>
                <a:sym typeface="宋体" panose="02010600030101010101" pitchFamily="2" charset="-122"/>
              </a:rPr>
              <a:t>为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4124960" y="2011680"/>
            <a:ext cx="199517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4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TKaiti" panose="02010600040101010101" charset="-122"/>
                <a:ea typeface="STKaiti" panose="02010600040101010101" charset="-122"/>
                <a:cs typeface="Source Han Sans CN Regular" panose="020B0500000000000000" pitchFamily="34" charset="-122"/>
                <a:sym typeface="宋体" panose="02010600030101010101" pitchFamily="2" charset="-122"/>
              </a:rPr>
              <a:t>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3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END" hidden="1"/>
          <p:cNvGrpSpPr/>
          <p:nvPr/>
        </p:nvGrpSpPr>
        <p:grpSpPr>
          <a:xfrm>
            <a:off x="6114733" y="770255"/>
            <a:ext cx="4717415" cy="5817235"/>
            <a:chOff x="9662" y="1159"/>
            <a:chExt cx="7429" cy="9161"/>
          </a:xfrm>
          <a:solidFill>
            <a:srgbClr val="E2AEAB"/>
          </a:solidFill>
        </p:grpSpPr>
        <p:sp>
          <p:nvSpPr>
            <p:cNvPr id="25" name="圆角矩形 2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9662" y="4735"/>
              <a:ext cx="7429" cy="2470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6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END</a:t>
              </a:r>
              <a:endParaRPr lang="en-US" sz="9600" b="1" kern="100" dirty="0">
                <a:solidFill>
                  <a:schemeClr val="bg1"/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TXihei" panose="02010600040101010101" pitchFamily="2" charset="-122"/>
                <a:sym typeface="+mn-ea"/>
              </a:endParaRPr>
            </a:p>
          </p:txBody>
        </p:sp>
      </p:grpSp>
      <p:grpSp>
        <p:nvGrpSpPr>
          <p:cNvPr id="70" name="南方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71" name="圆角矩形 70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9628" y="3387"/>
              <a:ext cx="7429" cy="460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buClrTx/>
                <a:buSzTx/>
                <a:buFontTx/>
              </a:pPr>
              <a:r>
                <a:rPr lang="en-US" altLang="zh-CN" sz="66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nán fānɡ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南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 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方</a:t>
              </a:r>
              <a:endParaRPr lang="en-US" altLang="zh-CN" sz="2400" b="1" kern="100" dirty="0">
                <a:solidFill>
                  <a:schemeClr val="bg1"/>
                </a:solidFill>
                <a:latin typeface="STXihei" panose="02010600040101010101" pitchFamily="2" charset="-122"/>
                <a:ea typeface="STXihei" panose="02010600040101010101" pitchFamily="2" charset="-122"/>
                <a:cs typeface="STXihei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n. south, southern part</a:t>
              </a:r>
            </a:p>
          </p:txBody>
        </p:sp>
      </p:grpSp>
      <p:grpSp>
        <p:nvGrpSpPr>
          <p:cNvPr id="64" name="复习" hidden="1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1"/>
          </a:solidFill>
        </p:grpSpPr>
        <p:sp>
          <p:nvSpPr>
            <p:cNvPr id="65" name="圆角矩形 6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STXihei" panose="02010600040101010101" pitchFamily="2" charset="-122"/>
                </a:rPr>
                <a:t>fù xí</a:t>
              </a:r>
              <a:r>
                <a:rPr lang="en-US" sz="6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Arial" panose="020B0704020202020204"/>
                </a:rPr>
                <a:t> </a:t>
              </a:r>
              <a:endParaRPr lang="en-US" sz="6000" b="1" kern="100" dirty="0">
                <a:solidFill>
                  <a:schemeClr val="bg1"/>
                </a:solidFill>
                <a:latin typeface="STXihei" panose="02010600040101010101" pitchFamily="2" charset="-122"/>
                <a:ea typeface="STXihei" panose="02010600040101010101" pitchFamily="2" charset="-122"/>
                <a:cs typeface="STXihei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复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 </a:t>
              </a:r>
              <a:r>
                <a:rPr 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习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Source Han Sans CN Regular" panose="020B0500000000000000" pitchFamily="34" charset="-122"/>
                  <a:ea typeface="Source Han Sans CN Regular" panose="020B0500000000000000" pitchFamily="34" charset="-122"/>
                  <a:cs typeface="STXihei" panose="02010600040101010101" pitchFamily="2" charset="-122"/>
                  <a:sym typeface="+mn-ea"/>
                </a:rPr>
                <a:t>v.  to review</a:t>
              </a:r>
            </a:p>
          </p:txBody>
        </p:sp>
      </p:grpSp>
      <p:grpSp>
        <p:nvGrpSpPr>
          <p:cNvPr id="58" name="形成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3"/>
          </a:solidFill>
        </p:grpSpPr>
        <p:sp>
          <p:nvSpPr>
            <p:cNvPr id="59" name="圆角矩形 58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3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400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STXihei" panose="02010600040101010101" pitchFamily="2" charset="-122"/>
                </a:rPr>
                <a:t>xíng chéng</a:t>
              </a:r>
              <a:r>
                <a:rPr lang="en-US" sz="6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STXihei" panose="02010600040101010101" pitchFamily="2" charset="-122"/>
                </a:rPr>
                <a:t> </a:t>
              </a:r>
              <a:r>
                <a:rPr sz="6000" dirty="0">
                  <a:latin typeface="Arial" panose="020B0704020202020204"/>
                  <a:ea typeface="Arial" panose="020B0704020202020204"/>
                  <a:cs typeface="Arial" panose="020B0704020202020204"/>
                  <a:sym typeface="Arial" panose="020B0704020202020204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形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 </a:t>
              </a:r>
              <a:r>
                <a:rPr 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成</a:t>
              </a:r>
            </a:p>
            <a:p>
              <a:pPr algn="ctr"/>
              <a:r>
                <a:rPr lang="en-US" sz="2400" b="1" kern="100" dirty="0">
                  <a:solidFill>
                    <a:schemeClr val="bg1"/>
                  </a:solidFill>
                  <a:latin typeface="Source Han Sans CN Regular" panose="020B0500000000000000" pitchFamily="34" charset="-122"/>
                  <a:ea typeface="Source Han Sans CN Regular" panose="020B0500000000000000" pitchFamily="34" charset="-122"/>
                  <a:cs typeface="STXihei" panose="02010600040101010101" pitchFamily="2" charset="-122"/>
                  <a:sym typeface="+mn-ea"/>
                </a:rPr>
                <a:t>v. to form, to take shape</a:t>
              </a:r>
            </a:p>
          </p:txBody>
        </p:sp>
      </p:grpSp>
      <p:grpSp>
        <p:nvGrpSpPr>
          <p:cNvPr id="34" name="珍珠"/>
          <p:cNvGrpSpPr/>
          <p:nvPr/>
        </p:nvGrpSpPr>
        <p:grpSpPr>
          <a:xfrm>
            <a:off x="6136323" y="735965"/>
            <a:ext cx="4717415" cy="5817235"/>
            <a:chOff x="9662" y="1159"/>
            <a:chExt cx="7429" cy="9161"/>
          </a:xfrm>
          <a:solidFill>
            <a:schemeClr val="accent5"/>
          </a:solidFill>
        </p:grpSpPr>
        <p:sp>
          <p:nvSpPr>
            <p:cNvPr id="35" name="圆角矩形 3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9662" y="3695"/>
              <a:ext cx="7362" cy="3973"/>
            </a:xfrm>
            <a:prstGeom prst="rect">
              <a:avLst/>
            </a:prstGeom>
            <a:grpFill/>
            <a:ln>
              <a:solidFill>
                <a:schemeClr val="accent5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400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STXihei" panose="02010600040101010101" pitchFamily="2" charset="-122"/>
                </a:rPr>
                <a:t>zhēn zhū</a:t>
              </a:r>
              <a:r>
                <a:rPr sz="5400" dirty="0">
                  <a:latin typeface="Arial" panose="020B0704020202020204"/>
                  <a:ea typeface="Arial" panose="020B0704020202020204"/>
                  <a:cs typeface="Arial" panose="020B0704020202020204"/>
                  <a:sym typeface="Arial" panose="020B0704020202020204"/>
                </a:rPr>
                <a:t> </a:t>
              </a:r>
              <a:endParaRPr lang="en-US" sz="5400" b="1" kern="100" dirty="0">
                <a:solidFill>
                  <a:schemeClr val="bg1"/>
                </a:solidFill>
                <a:latin typeface="STXihei" panose="02010600040101010101" pitchFamily="2" charset="-122"/>
                <a:ea typeface="STXihei" panose="02010600040101010101" pitchFamily="2" charset="-122"/>
                <a:cs typeface="STXihei" panose="02010600040101010101" pitchFamily="2" charset="-122"/>
                <a:sym typeface="+mn-ea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珍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 </a:t>
              </a:r>
              <a:r>
                <a:rPr 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珠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Times New Roman" panose="02020603050405020304" pitchFamily="18" charset="0"/>
                </a:rPr>
                <a:t>n. pearl</a:t>
              </a:r>
            </a:p>
          </p:txBody>
        </p:sp>
      </p:grpSp>
      <p:grpSp>
        <p:nvGrpSpPr>
          <p:cNvPr id="16" name="反映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18" name="圆角矩形 17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ln>
              <a:solidFill>
                <a:schemeClr val="accent3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9628" y="3587"/>
              <a:ext cx="7429" cy="4263"/>
            </a:xfrm>
            <a:prstGeom prst="rect">
              <a:avLst/>
            </a:prstGeom>
            <a:ln>
              <a:solidFill>
                <a:schemeClr val="accent3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dirty="0" err="1">
                  <a:latin typeface="STXihei" panose="02010600040101010101" pitchFamily="2" charset="-122"/>
                  <a:ea typeface="STXihei" panose="02010600040101010101" pitchFamily="2" charset="-122"/>
                  <a:sym typeface="STXihei" panose="02010600040101010101" pitchFamily="2" charset="-122"/>
                </a:rPr>
                <a:t>fǎn yìng</a:t>
              </a:r>
              <a:endParaRPr lang="en-US" altLang="zh-CN" sz="5400" dirty="0" err="1">
                <a:latin typeface="STXihei" panose="02010600040101010101" pitchFamily="2" charset="-122"/>
                <a:ea typeface="STXihei" panose="02010600040101010101" pitchFamily="2" charset="-122"/>
                <a:sym typeface="STXihei" panose="02010600040101010101" pitchFamily="2" charset="-122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反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 </a:t>
              </a:r>
              <a:r>
                <a:rPr 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映</a:t>
              </a:r>
            </a:p>
            <a:p>
              <a:pPr algn="ctr"/>
              <a:r>
                <a:rPr sz="2400">
                  <a:sym typeface="Times New Roman" panose="02020603050405020304" pitchFamily="18" charset="0"/>
                </a:rPr>
                <a:t> v. to reflect, to mirror</a:t>
              </a:r>
            </a:p>
          </p:txBody>
        </p:sp>
      </p:grpSp>
      <p:grpSp>
        <p:nvGrpSpPr>
          <p:cNvPr id="29" name="游戏-有问题不显示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30" name="圆角矩形 29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9628" y="3587"/>
              <a:ext cx="7429" cy="460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STXihei" panose="02010600040101010101" pitchFamily="2" charset="-122"/>
                </a:rPr>
                <a:t>yóu xì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Arial" panose="020B0704020202020204"/>
                </a:rPr>
                <a:t> </a:t>
              </a:r>
              <a:endParaRPr lang="en-US" altLang="zh-CN" sz="8000" b="1" kern="100" dirty="0">
                <a:solidFill>
                  <a:schemeClr val="bg1"/>
                </a:solidFill>
                <a:latin typeface="STXihei" panose="02010600040101010101" pitchFamily="2" charset="-122"/>
                <a:ea typeface="STXihei" panose="02010600040101010101" pitchFamily="2" charset="-122"/>
                <a:cs typeface="STXihei" panose="02010600040101010101" pitchFamily="2" charset="-122"/>
                <a:sym typeface="+mn-ea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游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 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戏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n. game</a:t>
              </a:r>
            </a:p>
          </p:txBody>
        </p:sp>
      </p:grpSp>
      <p:grpSp>
        <p:nvGrpSpPr>
          <p:cNvPr id="2" name="独特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3" name="圆角矩形 2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9628" y="3685"/>
              <a:ext cx="7429" cy="426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600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STXihei" panose="02010600040101010101" pitchFamily="2" charset="-122"/>
                </a:rPr>
                <a:t>dú tè</a:t>
              </a:r>
              <a:endParaRPr lang="en-US" sz="5400" kern="100" dirty="0">
                <a:solidFill>
                  <a:schemeClr val="bg1"/>
                </a:solidFill>
                <a:latin typeface="STXihei" panose="02010600040101010101" pitchFamily="2" charset="-122"/>
                <a:ea typeface="STXihei" panose="02010600040101010101" pitchFamily="2" charset="-122"/>
                <a:cs typeface="STXihei" panose="02010600040101010101" pitchFamily="2" charset="-122"/>
                <a:sym typeface="STXihei" panose="02010600040101010101" pitchFamily="2" charset="-122"/>
              </a:endParaRP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独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 </a:t>
              </a:r>
              <a:r>
                <a:rPr 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特</a:t>
              </a:r>
              <a:endParaRPr lang="zh-CN" altLang="en-US" sz="8000" b="1" kern="100" dirty="0">
                <a:solidFill>
                  <a:schemeClr val="bg1"/>
                </a:solidFill>
                <a:latin typeface="STXihei" panose="02010600040101010101" pitchFamily="2" charset="-122"/>
                <a:ea typeface="STXihei" panose="02010600040101010101" pitchFamily="2" charset="-122"/>
                <a:cs typeface="STXihei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Source Han Sans CN Regular" panose="020B0500000000000000" pitchFamily="34" charset="-122"/>
                  <a:ea typeface="Source Han Sans CN Regular" panose="020B0500000000000000" pitchFamily="34" charset="-122"/>
                  <a:cs typeface="STXihei" panose="02010600040101010101" pitchFamily="2" charset="-122"/>
                  <a:sym typeface="Times New Roman" panose="02020603050405020304" pitchFamily="18" charset="0"/>
                </a:rPr>
                <a:t>adj. unique, distinctive</a:t>
              </a:r>
            </a:p>
          </p:txBody>
        </p:sp>
      </p:grpSp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Source Han Sans CN Regular" panose="020B0500000000000000" pitchFamily="34" charset="-122"/>
                <a:ea typeface="Source Han Sans CN Regular" panose="020B0500000000000000" pitchFamily="34" charset="-122"/>
              </a:rPr>
              <a:t>New Word</a:t>
            </a:r>
          </a:p>
        </p:txBody>
      </p:sp>
      <p:grpSp>
        <p:nvGrpSpPr>
          <p:cNvPr id="23" name="天然"/>
          <p:cNvGrpSpPr/>
          <p:nvPr/>
        </p:nvGrpSpPr>
        <p:grpSpPr>
          <a:xfrm>
            <a:off x="1338263" y="735965"/>
            <a:ext cx="4717415" cy="5817235"/>
            <a:chOff x="2106" y="1159"/>
            <a:chExt cx="7429" cy="9161"/>
          </a:xfrm>
        </p:grpSpPr>
        <p:sp>
          <p:nvSpPr>
            <p:cNvPr id="5" name="圆角矩形 4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solidFill>
              <a:srgbClr val="558ED5"/>
            </a:solidFill>
            <a:ln>
              <a:solidFill>
                <a:srgbClr val="558E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106" y="3587"/>
              <a:ext cx="7429" cy="4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STXihei" panose="02010600040101010101" pitchFamily="2" charset="-122"/>
                </a:rPr>
                <a:t>tiān rán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STXihei" panose="02010600040101010101" pitchFamily="2" charset="-122"/>
                </a:rPr>
                <a:t>天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STXihei" panose="02010600040101010101" pitchFamily="2" charset="-122"/>
                </a:rPr>
                <a:t> </a:t>
              </a:r>
              <a:r>
                <a:rPr 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STXihei" panose="02010600040101010101" pitchFamily="2" charset="-122"/>
                </a:rPr>
                <a:t>然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Times New Roman" panose="02020603050405020304" pitchFamily="18" charset="0"/>
                </a:rPr>
                <a:t>adj. natural</a:t>
              </a:r>
            </a:p>
          </p:txBody>
        </p:sp>
      </p:grpSp>
      <p:grpSp>
        <p:nvGrpSpPr>
          <p:cNvPr id="6" name="分布"/>
          <p:cNvGrpSpPr/>
          <p:nvPr/>
        </p:nvGrpSpPr>
        <p:grpSpPr>
          <a:xfrm>
            <a:off x="1338263" y="735965"/>
            <a:ext cx="4717415" cy="5817235"/>
            <a:chOff x="2106" y="1159"/>
            <a:chExt cx="7429" cy="9161"/>
          </a:xfrm>
          <a:solidFill>
            <a:srgbClr val="558ED5"/>
          </a:solidFill>
        </p:grpSpPr>
        <p:sp>
          <p:nvSpPr>
            <p:cNvPr id="9" name="圆角矩形 8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558E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2106" y="3587"/>
              <a:ext cx="7429" cy="5427"/>
            </a:xfrm>
            <a:prstGeom prst="rect">
              <a:avLst/>
            </a:prstGeom>
            <a:grpFill/>
            <a:ln>
              <a:solidFill>
                <a:srgbClr val="558ED5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600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STXihei" panose="02010600040101010101" pitchFamily="2" charset="-122"/>
                </a:rPr>
                <a:t>fēn bù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分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 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布</a:t>
              </a:r>
              <a:endParaRPr lang="zh-CN" sz="8000" b="1" kern="100" dirty="0">
                <a:solidFill>
                  <a:schemeClr val="bg1"/>
                </a:solidFill>
                <a:latin typeface="STXihei" panose="02010600040101010101" pitchFamily="2" charset="-122"/>
                <a:ea typeface="STXihei" panose="02010600040101010101" pitchFamily="2" charset="-122"/>
                <a:cs typeface="STXihei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Times New Roman" panose="02020603050405020304" pitchFamily="18" charset="0"/>
                </a:rPr>
                <a:t>v. to be distributed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Times New Roman" panose="02020603050405020304" pitchFamily="18" charset="0"/>
                </a:rPr>
                <a:t> (over an area),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Times New Roman" panose="02020603050405020304" pitchFamily="18" charset="0"/>
                </a:rPr>
                <a:t>    to be scattered</a:t>
              </a:r>
            </a:p>
          </p:txBody>
        </p:sp>
      </p:grpSp>
      <p:grpSp>
        <p:nvGrpSpPr>
          <p:cNvPr id="21" name="如今"/>
          <p:cNvGrpSpPr/>
          <p:nvPr/>
        </p:nvGrpSpPr>
        <p:grpSpPr>
          <a:xfrm>
            <a:off x="1338263" y="735965"/>
            <a:ext cx="4717415" cy="5817235"/>
            <a:chOff x="2106" y="1159"/>
            <a:chExt cx="7429" cy="9161"/>
          </a:xfrm>
          <a:solidFill>
            <a:srgbClr val="558ED5"/>
          </a:solidFill>
        </p:grpSpPr>
        <p:sp>
          <p:nvSpPr>
            <p:cNvPr id="32" name="圆角矩形 31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ln>
              <a:solidFill>
                <a:srgbClr val="58B6E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2106" y="3587"/>
              <a:ext cx="7429" cy="4263"/>
            </a:xfrm>
            <a:prstGeom prst="rect">
              <a:avLst/>
            </a:prstGeom>
            <a:ln>
              <a:solidFill>
                <a:srgbClr val="58B6E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STXihei" panose="02010600040101010101" pitchFamily="2" charset="-122"/>
                </a:rPr>
                <a:t>rú</a:t>
              </a:r>
              <a:r>
                <a:rPr lang="en-US" sz="6600"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STXihei" panose="02010600040101010101" pitchFamily="2" charset="-122"/>
                </a:rPr>
                <a:t> </a:t>
              </a:r>
              <a:r>
                <a:rPr sz="6600"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STXihei" panose="02010600040101010101" pitchFamily="2" charset="-122"/>
                </a:rPr>
                <a:t>jīn</a:t>
              </a:r>
              <a:endParaRPr sz="6000">
                <a:latin typeface="STXihei" panose="02010600040101010101" pitchFamily="2" charset="-122"/>
                <a:ea typeface="STXihei" panose="02010600040101010101" pitchFamily="2" charset="-122"/>
                <a:cs typeface="STXihei" panose="02010600040101010101" pitchFamily="2" charset="-122"/>
                <a:sym typeface="STXihei" panose="02010600040101010101" pitchFamily="2" charset="-122"/>
              </a:endParaRP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如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 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今</a:t>
              </a:r>
            </a:p>
            <a:p>
              <a:pPr algn="ctr" eaLnBrk="1"/>
              <a:r>
                <a:rPr sz="2400">
                  <a:sym typeface="Times New Roman" panose="02020603050405020304" pitchFamily="18" charset="0"/>
                </a:rPr>
                <a:t>n. nowadays, present</a:t>
              </a:r>
            </a:p>
          </p:txBody>
        </p:sp>
      </p:grpSp>
      <p:grpSp>
        <p:nvGrpSpPr>
          <p:cNvPr id="37" name="躲藏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38" name="圆角矩形 3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2106" y="3155"/>
              <a:ext cx="7429" cy="4603"/>
            </a:xfrm>
            <a:prstGeom prst="rect">
              <a:avLst/>
            </a:prstGeom>
            <a:grpFill/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5400">
                  <a:latin typeface="STXihei" panose="02010600040101010101" pitchFamily="2" charset="-122"/>
                  <a:ea typeface="STXihei" panose="02010600040101010101" pitchFamily="2" charset="-122"/>
                  <a:sym typeface="STXihei" panose="02010600040101010101" pitchFamily="2" charset="-122"/>
                </a:rPr>
                <a:t>duǒ(cáng)</a:t>
              </a:r>
              <a:r>
                <a:rPr lang="en-US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躲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 (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藏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)</a:t>
              </a:r>
              <a:endParaRPr lang="zh-CN" altLang="en-US" sz="8000" b="1" kern="100" dirty="0">
                <a:solidFill>
                  <a:schemeClr val="bg1"/>
                </a:solidFill>
                <a:latin typeface="STXihei" panose="02010600040101010101" pitchFamily="2" charset="-122"/>
                <a:ea typeface="STXihei" panose="02010600040101010101" pitchFamily="2" charset="-122"/>
                <a:cs typeface="STXihei" panose="02010600040101010101" pitchFamily="2" charset="-122"/>
                <a:sym typeface="+mn-ea"/>
              </a:endParaRPr>
            </a:p>
            <a:p>
              <a:pPr algn="ctr"/>
              <a:r>
                <a:rPr sz="2400">
                  <a:sym typeface="Times New Roman" panose="02020603050405020304" pitchFamily="18" charset="0"/>
                </a:rPr>
                <a:t>v. to hide</a:t>
              </a:r>
            </a:p>
          </p:txBody>
        </p:sp>
      </p:grpSp>
      <p:grpSp>
        <p:nvGrpSpPr>
          <p:cNvPr id="61" name="xíngchéng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chemeClr val="accent5"/>
          </a:solidFill>
        </p:grpSpPr>
        <p:sp>
          <p:nvSpPr>
            <p:cNvPr id="62" name="圆角矩形 61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000">
                  <a:sym typeface="+mn-ea"/>
                </a:rPr>
                <a:t>cāi</a:t>
              </a:r>
              <a:r>
                <a:rPr lang="en-US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猜</a:t>
              </a: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to guess</a:t>
              </a:r>
            </a:p>
          </p:txBody>
        </p:sp>
      </p:grpSp>
      <p:grpSp>
        <p:nvGrpSpPr>
          <p:cNvPr id="67" name="面包" hidden="1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68" name="圆角矩形 6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>
                  <a:sym typeface="+mn-ea"/>
                </a:rPr>
                <a:t>zhǐhǎo</a:t>
              </a:r>
              <a:r>
                <a:rPr lang="en-US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只好</a:t>
              </a:r>
            </a:p>
            <a:p>
              <a:pPr algn="ctr"/>
              <a:r>
                <a:rPr sz="2400">
                  <a:sym typeface="+mn-ea"/>
                </a:rPr>
                <a:t>adv. cannot but, to be forced to</a:t>
              </a:r>
            </a:p>
          </p:txBody>
        </p:sp>
      </p:grpSp>
      <p:grpSp>
        <p:nvGrpSpPr>
          <p:cNvPr id="27" name="北方" hidden="1"/>
          <p:cNvGrpSpPr/>
          <p:nvPr/>
        </p:nvGrpSpPr>
        <p:grpSpPr>
          <a:xfrm>
            <a:off x="1337628" y="711061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28" name="圆角矩形 2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sz="6600" dirty="0" err="1">
                  <a:latin typeface="GB Pinyinok-D" panose="02010601030101010101" pitchFamily="2" charset="-122"/>
                  <a:ea typeface="GB Pinyinok-D" panose="02010601030101010101" pitchFamily="2" charset="-122"/>
                  <a:sym typeface="+mn-ea"/>
                </a:rPr>
                <a:t>láidejí</a:t>
              </a:r>
              <a:r>
                <a:rPr lang="en-US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来得及</a:t>
              </a:r>
            </a:p>
            <a:p>
              <a:pPr lvl="0" algn="ctr">
                <a:defRPr sz="1800"/>
              </a:pPr>
              <a:r>
                <a:rPr sz="2400">
                  <a:sym typeface="+mn-ea"/>
                </a:rPr>
                <a:t>v. there’s still time (to do sth.)</a:t>
              </a:r>
            </a:p>
          </p:txBody>
        </p:sp>
      </p:grpSp>
      <p:grpSp>
        <p:nvGrpSpPr>
          <p:cNvPr id="76" name="组合 75"/>
          <p:cNvGrpSpPr/>
          <p:nvPr/>
        </p:nvGrpSpPr>
        <p:grpSpPr>
          <a:xfrm>
            <a:off x="1337945" y="702310"/>
            <a:ext cx="4716780" cy="5816600"/>
            <a:chOff x="2107" y="1159"/>
            <a:chExt cx="7428" cy="9160"/>
          </a:xfrm>
        </p:grpSpPr>
        <p:sp>
          <p:nvSpPr>
            <p:cNvPr id="74" name="圆角矩形 73"/>
            <p:cNvSpPr/>
            <p:nvPr/>
          </p:nvSpPr>
          <p:spPr>
            <a:xfrm>
              <a:off x="2107" y="1159"/>
              <a:ext cx="7428" cy="9161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9" name="图片 18" descr="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72" y="3070"/>
              <a:ext cx="4898" cy="4898"/>
            </a:xfrm>
            <a:prstGeom prst="rect">
              <a:avLst/>
            </a:prstGeom>
          </p:spPr>
        </p:pic>
      </p:grpSp>
      <p:grpSp>
        <p:nvGrpSpPr>
          <p:cNvPr id="15" name="组合 14"/>
          <p:cNvGrpSpPr/>
          <p:nvPr/>
        </p:nvGrpSpPr>
        <p:grpSpPr>
          <a:xfrm>
            <a:off x="5628323" y="1699260"/>
            <a:ext cx="935990" cy="4041140"/>
            <a:chOff x="8862" y="2676"/>
            <a:chExt cx="1474" cy="6364"/>
          </a:xfrm>
        </p:grpSpPr>
        <p:sp>
          <p:nvSpPr>
            <p:cNvPr id="10" name="空心弧 9"/>
            <p:cNvSpPr/>
            <p:nvPr/>
          </p:nvSpPr>
          <p:spPr>
            <a:xfrm>
              <a:off x="8862" y="2676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空心弧 11"/>
            <p:cNvSpPr/>
            <p:nvPr/>
          </p:nvSpPr>
          <p:spPr>
            <a:xfrm>
              <a:off x="8862" y="4571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空心弧 12"/>
            <p:cNvSpPr/>
            <p:nvPr/>
          </p:nvSpPr>
          <p:spPr>
            <a:xfrm>
              <a:off x="8862" y="6466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空心弧 13"/>
            <p:cNvSpPr/>
            <p:nvPr/>
          </p:nvSpPr>
          <p:spPr>
            <a:xfrm>
              <a:off x="8862" y="8248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7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7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7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9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2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0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7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500"/>
                            </p:stCondLst>
                            <p:childTnLst>
                              <p:par>
                                <p:cTn id="12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000"/>
                            </p:stCondLst>
                            <p:childTnLst>
                              <p:par>
                                <p:cTn id="130" presetID="17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719580" y="138430"/>
            <a:ext cx="2216785" cy="3257550"/>
            <a:chOff x="304" y="2028"/>
            <a:chExt cx="3491" cy="5130"/>
          </a:xfrm>
        </p:grpSpPr>
        <p:grpSp>
          <p:nvGrpSpPr>
            <p:cNvPr id="43" name="组合 42"/>
            <p:cNvGrpSpPr/>
            <p:nvPr/>
          </p:nvGrpSpPr>
          <p:grpSpPr>
            <a:xfrm>
              <a:off x="330" y="2028"/>
              <a:ext cx="3465" cy="5030"/>
              <a:chOff x="1486086" y="120403"/>
              <a:chExt cx="2200089" cy="3194297"/>
            </a:xfrm>
          </p:grpSpPr>
          <p:sp>
            <p:nvSpPr>
              <p:cNvPr id="44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STXihei" panose="02010600040101010101" pitchFamily="2" charset="-122"/>
                  <a:ea typeface="STXihei" panose="02010600040101010101" pitchFamily="2" charset="-122"/>
                </a:endParaRPr>
              </a:p>
            </p:txBody>
          </p:sp>
          <p:pic>
            <p:nvPicPr>
              <p:cNvPr id="45" name="图片 44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9" name="文本框 7"/>
            <p:cNvSpPr txBox="1"/>
            <p:nvPr/>
          </p:nvSpPr>
          <p:spPr>
            <a:xfrm>
              <a:off x="304" y="4252"/>
              <a:ext cx="3491" cy="29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5400" b="1" noProof="0" dirty="0">
                  <a:ln>
                    <a:noFill/>
                  </a:ln>
                  <a:effectLst/>
                  <a:uLnTx/>
                  <a:uFillTx/>
                  <a:latin typeface="STXihei" panose="02010600040101010101" pitchFamily="2" charset="-122"/>
                  <a:ea typeface="STXihei" panose="02010600040101010101" pitchFamily="2" charset="-122"/>
                  <a:sym typeface="+mn-ea"/>
                </a:rPr>
                <a:t>如今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n. nowadays, present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en-US" altLang="en-US" sz="20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/>
                <a:ea typeface="STXihei" panose="02010600040101010101" pitchFamily="2" charset="-122"/>
                <a:cs typeface="Times New Roman" panose="02020603050405020304"/>
                <a:sym typeface="+mn-ea"/>
              </a:endParaRPr>
            </a:p>
          </p:txBody>
        </p:sp>
      </p:grpSp>
      <p:sp>
        <p:nvSpPr>
          <p:cNvPr id="10" name="文本框 7"/>
          <p:cNvSpPr txBox="1"/>
          <p:nvPr/>
        </p:nvSpPr>
        <p:spPr>
          <a:xfrm>
            <a:off x="1676400" y="874395"/>
            <a:ext cx="238696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/>
            <a:r>
              <a:rPr lang="zh-CN" altLang="zh-CN" sz="3600" dirty="0">
                <a:solidFill>
                  <a:srgbClr val="2A2A2B"/>
                </a:solidFill>
                <a:latin typeface="STXihei" panose="02010600040101010101" pitchFamily="2" charset="-122"/>
                <a:ea typeface="STXihei" panose="02010600040101010101" pitchFamily="2" charset="-122"/>
                <a:sym typeface="STXihei" panose="02010600040101010101" pitchFamily="2" charset="-122"/>
              </a:rPr>
              <a:t>rú</a:t>
            </a:r>
            <a:r>
              <a:rPr lang="en-US" altLang="zh-CN" sz="3600" dirty="0">
                <a:solidFill>
                  <a:srgbClr val="2A2A2B"/>
                </a:solidFill>
                <a:latin typeface="STXihei" panose="02010600040101010101" pitchFamily="2" charset="-122"/>
                <a:ea typeface="STXihei" panose="02010600040101010101" pitchFamily="2" charset="-122"/>
                <a:sym typeface="STXihei" panose="02010600040101010101" pitchFamily="2" charset="-122"/>
              </a:rPr>
              <a:t> </a:t>
            </a:r>
            <a:r>
              <a:rPr lang="zh-CN" altLang="zh-CN" sz="3600" dirty="0">
                <a:solidFill>
                  <a:srgbClr val="2A2A2B"/>
                </a:solidFill>
                <a:latin typeface="STXihei" panose="02010600040101010101" pitchFamily="2" charset="-122"/>
                <a:ea typeface="STXihei" panose="02010600040101010101" pitchFamily="2" charset="-122"/>
                <a:sym typeface="STXihei" panose="02010600040101010101" pitchFamily="2" charset="-122"/>
              </a:rPr>
              <a:t>jīn</a:t>
            </a:r>
          </a:p>
        </p:txBody>
      </p:sp>
      <p:sp>
        <p:nvSpPr>
          <p:cNvPr id="5" name="文本框 7"/>
          <p:cNvSpPr txBox="1"/>
          <p:nvPr/>
        </p:nvSpPr>
        <p:spPr>
          <a:xfrm>
            <a:off x="165735" y="213995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237490" y="702310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Source Han Sans CN Regular" panose="020B0500000000000000" pitchFamily="34" charset="-122"/>
                <a:ea typeface="Source Han Sans CN Regular" panose="020B0500000000000000" pitchFamily="34" charset="-122"/>
                <a:sym typeface="+mn-ea"/>
              </a:rPr>
              <a:t>Practise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Source Han Sans CN Regular" panose="020B0500000000000000" pitchFamily="34" charset="-122"/>
              <a:ea typeface="Source Han Sans CN Regular" panose="020B0500000000000000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374380" y="165100"/>
            <a:ext cx="2200275" cy="3194050"/>
            <a:chOff x="9330" y="2028"/>
            <a:chExt cx="3465" cy="5030"/>
          </a:xfrm>
        </p:grpSpPr>
        <p:grpSp>
          <p:nvGrpSpPr>
            <p:cNvPr id="57" name="组合 56"/>
            <p:cNvGrpSpPr/>
            <p:nvPr/>
          </p:nvGrpSpPr>
          <p:grpSpPr>
            <a:xfrm>
              <a:off x="9330" y="2028"/>
              <a:ext cx="3465" cy="5030"/>
              <a:chOff x="1486086" y="120403"/>
              <a:chExt cx="2200089" cy="3194297"/>
            </a:xfrm>
          </p:grpSpPr>
          <p:sp>
            <p:nvSpPr>
              <p:cNvPr id="58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STXihei" panose="02010600040101010101" pitchFamily="2" charset="-122"/>
                  <a:ea typeface="STXihei" panose="02010600040101010101" pitchFamily="2" charset="-122"/>
                </a:endParaRPr>
              </a:p>
            </p:txBody>
          </p:sp>
          <p:pic>
            <p:nvPicPr>
              <p:cNvPr id="59" name="图片 58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60" name="文本框 7"/>
            <p:cNvSpPr txBox="1"/>
            <p:nvPr/>
          </p:nvSpPr>
          <p:spPr>
            <a:xfrm>
              <a:off x="9385" y="4252"/>
              <a:ext cx="3353" cy="19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5400" b="1" noProof="0" dirty="0">
                  <a:ln>
                    <a:noFill/>
                  </a:ln>
                  <a:effectLst/>
                  <a:uLnTx/>
                  <a:uFillTx/>
                  <a:latin typeface="STXihei" panose="02010600040101010101" pitchFamily="2" charset="-122"/>
                  <a:ea typeface="STXihei" panose="02010600040101010101" pitchFamily="2" charset="-122"/>
                  <a:sym typeface="+mn-ea"/>
                </a:rPr>
                <a:t>天然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adj. natural</a:t>
              </a:r>
            </a:p>
          </p:txBody>
        </p:sp>
      </p:grpSp>
      <p:sp>
        <p:nvSpPr>
          <p:cNvPr id="62" name="文本框 7"/>
          <p:cNvSpPr txBox="1"/>
          <p:nvPr/>
        </p:nvSpPr>
        <p:spPr>
          <a:xfrm>
            <a:off x="8277860" y="901065"/>
            <a:ext cx="238569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/>
            <a:r>
              <a:rPr lang="zh-CN" altLang="zh-CN" sz="3600" dirty="0">
                <a:solidFill>
                  <a:srgbClr val="2A2A2B"/>
                </a:solidFill>
                <a:latin typeface="STXihei" panose="02010600040101010101" pitchFamily="2" charset="-122"/>
                <a:ea typeface="STXihei" panose="02010600040101010101" pitchFamily="2" charset="-122"/>
                <a:sym typeface="STXihei" panose="02010600040101010101" pitchFamily="2" charset="-122"/>
              </a:rPr>
              <a:t>tiān</a:t>
            </a:r>
            <a:r>
              <a:rPr lang="en-US" altLang="zh-CN" sz="3600" dirty="0">
                <a:solidFill>
                  <a:srgbClr val="2A2A2B"/>
                </a:solidFill>
                <a:latin typeface="STXihei" panose="02010600040101010101" pitchFamily="2" charset="-122"/>
                <a:ea typeface="STXihei" panose="02010600040101010101" pitchFamily="2" charset="-122"/>
                <a:sym typeface="STXihei" panose="02010600040101010101" pitchFamily="2" charset="-122"/>
              </a:rPr>
              <a:t> </a:t>
            </a:r>
            <a:r>
              <a:rPr lang="zh-CN" altLang="zh-CN" sz="3600" dirty="0">
                <a:solidFill>
                  <a:srgbClr val="2A2A2B"/>
                </a:solidFill>
                <a:latin typeface="STXihei" panose="02010600040101010101" pitchFamily="2" charset="-122"/>
                <a:ea typeface="STXihei" panose="02010600040101010101" pitchFamily="2" charset="-122"/>
                <a:sym typeface="STXihei" panose="02010600040101010101" pitchFamily="2" charset="-122"/>
              </a:rPr>
              <a:t>rán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5026660" y="127635"/>
            <a:ext cx="2209165" cy="3257550"/>
            <a:chOff x="9330" y="2028"/>
            <a:chExt cx="3479" cy="5130"/>
          </a:xfrm>
        </p:grpSpPr>
        <p:grpSp>
          <p:nvGrpSpPr>
            <p:cNvPr id="7" name="组合 6"/>
            <p:cNvGrpSpPr/>
            <p:nvPr/>
          </p:nvGrpSpPr>
          <p:grpSpPr>
            <a:xfrm>
              <a:off x="9330" y="2028"/>
              <a:ext cx="3465" cy="5030"/>
              <a:chOff x="1486086" y="120403"/>
              <a:chExt cx="2200089" cy="3194297"/>
            </a:xfrm>
          </p:grpSpPr>
          <p:sp>
            <p:nvSpPr>
              <p:cNvPr id="8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STXihei" panose="02010600040101010101" pitchFamily="2" charset="-122"/>
                  <a:ea typeface="STXihei" panose="02010600040101010101" pitchFamily="2" charset="-122"/>
                </a:endParaRPr>
              </a:p>
            </p:txBody>
          </p:sp>
          <p:pic>
            <p:nvPicPr>
              <p:cNvPr id="11" name="图片 10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12" name="文本框 7"/>
            <p:cNvSpPr txBox="1"/>
            <p:nvPr/>
          </p:nvSpPr>
          <p:spPr>
            <a:xfrm>
              <a:off x="9330" y="4252"/>
              <a:ext cx="3479" cy="29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sz="5400" b="1" noProof="0" dirty="0">
                  <a:ln>
                    <a:noFill/>
                  </a:ln>
                  <a:effectLst/>
                  <a:uLnTx/>
                  <a:uFillTx/>
                  <a:latin typeface="STXihei" panose="02010600040101010101" pitchFamily="2" charset="-122"/>
                  <a:ea typeface="STXihei" panose="02010600040101010101" pitchFamily="2" charset="-122"/>
                  <a:sym typeface="+mn-ea"/>
                </a:rPr>
                <a:t>分布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v. to be distributed (over an area),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    to be scattered</a:t>
              </a:r>
            </a:p>
          </p:txBody>
        </p:sp>
      </p:grpSp>
      <p:sp>
        <p:nvSpPr>
          <p:cNvPr id="13" name="文本框 7"/>
          <p:cNvSpPr txBox="1"/>
          <p:nvPr/>
        </p:nvSpPr>
        <p:spPr>
          <a:xfrm>
            <a:off x="5038725" y="863600"/>
            <a:ext cx="219519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/>
            <a:r>
              <a:rPr lang="zh-CN" altLang="zh-CN" sz="3600" dirty="0">
                <a:solidFill>
                  <a:srgbClr val="2A2A2B"/>
                </a:solidFill>
                <a:latin typeface="STXihei" panose="02010600040101010101" pitchFamily="2" charset="-122"/>
                <a:ea typeface="STXihei" panose="02010600040101010101" pitchFamily="2" charset="-122"/>
                <a:sym typeface="STXihei" panose="02010600040101010101" pitchFamily="2" charset="-122"/>
              </a:rPr>
              <a:t>fēn</a:t>
            </a:r>
            <a:r>
              <a:rPr lang="en-US" altLang="zh-CN" sz="3600" dirty="0">
                <a:solidFill>
                  <a:srgbClr val="2A2A2B"/>
                </a:solidFill>
                <a:latin typeface="STXihei" panose="02010600040101010101" pitchFamily="2" charset="-122"/>
                <a:ea typeface="STXihei" panose="02010600040101010101" pitchFamily="2" charset="-122"/>
                <a:sym typeface="STXihei" panose="02010600040101010101" pitchFamily="2" charset="-122"/>
              </a:rPr>
              <a:t> </a:t>
            </a:r>
            <a:r>
              <a:rPr lang="zh-CN" altLang="zh-CN" sz="3600" dirty="0">
                <a:solidFill>
                  <a:srgbClr val="2A2A2B"/>
                </a:solidFill>
                <a:latin typeface="STXihei" panose="02010600040101010101" pitchFamily="2" charset="-122"/>
                <a:ea typeface="STXihei" panose="02010600040101010101" pitchFamily="2" charset="-122"/>
                <a:sym typeface="STXihei" panose="02010600040101010101" pitchFamily="2" charset="-122"/>
              </a:rPr>
              <a:t>bù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259080" y="3610610"/>
            <a:ext cx="2243455" cy="3194050"/>
            <a:chOff x="9262" y="2028"/>
            <a:chExt cx="3533" cy="5030"/>
          </a:xfrm>
        </p:grpSpPr>
        <p:grpSp>
          <p:nvGrpSpPr>
            <p:cNvPr id="26" name="组合 25"/>
            <p:cNvGrpSpPr/>
            <p:nvPr/>
          </p:nvGrpSpPr>
          <p:grpSpPr>
            <a:xfrm>
              <a:off x="9330" y="2028"/>
              <a:ext cx="3465" cy="5030"/>
              <a:chOff x="1486086" y="120403"/>
              <a:chExt cx="2200089" cy="3194297"/>
            </a:xfrm>
          </p:grpSpPr>
          <p:sp>
            <p:nvSpPr>
              <p:cNvPr id="27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STXihei" panose="02010600040101010101" pitchFamily="2" charset="-122"/>
                  <a:ea typeface="STXihei" panose="02010600040101010101" pitchFamily="2" charset="-122"/>
                </a:endParaRPr>
              </a:p>
            </p:txBody>
          </p:sp>
          <p:pic>
            <p:nvPicPr>
              <p:cNvPr id="28" name="图片 27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29" name="文本框 7"/>
            <p:cNvSpPr txBox="1"/>
            <p:nvPr/>
          </p:nvSpPr>
          <p:spPr>
            <a:xfrm>
              <a:off x="9262" y="4252"/>
              <a:ext cx="3532" cy="24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TXihei" panose="02010600040101010101" pitchFamily="2" charset="-122"/>
                  <a:ea typeface="STXihei" panose="02010600040101010101" pitchFamily="2" charset="-122"/>
                  <a:sym typeface="+mn-ea"/>
                </a:rPr>
                <a:t>独特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adj. unique, distinctive</a:t>
              </a:r>
            </a:p>
          </p:txBody>
        </p:sp>
      </p:grpSp>
      <p:sp>
        <p:nvSpPr>
          <p:cNvPr id="37" name="文本框 7"/>
          <p:cNvSpPr txBox="1"/>
          <p:nvPr/>
        </p:nvSpPr>
        <p:spPr>
          <a:xfrm>
            <a:off x="34925" y="4429125"/>
            <a:ext cx="275463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/>
            <a:r>
              <a:rPr lang="zh-CN" altLang="zh-CN" sz="3600" dirty="0">
                <a:solidFill>
                  <a:srgbClr val="2A2A2B"/>
                </a:solidFill>
                <a:latin typeface="STXihei" panose="02010600040101010101" pitchFamily="2" charset="-122"/>
                <a:ea typeface="STXihei" panose="02010600040101010101" pitchFamily="2" charset="-122"/>
                <a:sym typeface="STXihei" panose="02010600040101010101" pitchFamily="2" charset="-122"/>
              </a:rPr>
              <a:t>dú</a:t>
            </a:r>
            <a:r>
              <a:rPr lang="en-US" altLang="zh-CN" sz="3600" dirty="0">
                <a:solidFill>
                  <a:srgbClr val="2A2A2B"/>
                </a:solidFill>
                <a:latin typeface="STXihei" panose="02010600040101010101" pitchFamily="2" charset="-122"/>
                <a:ea typeface="STXihei" panose="02010600040101010101" pitchFamily="2" charset="-122"/>
                <a:sym typeface="STXihei" panose="02010600040101010101" pitchFamily="2" charset="-122"/>
              </a:rPr>
              <a:t> </a:t>
            </a:r>
            <a:r>
              <a:rPr lang="zh-CN" altLang="zh-CN" sz="3600" dirty="0">
                <a:solidFill>
                  <a:srgbClr val="2A2A2B"/>
                </a:solidFill>
                <a:latin typeface="STXihei" panose="02010600040101010101" pitchFamily="2" charset="-122"/>
                <a:ea typeface="STXihei" panose="02010600040101010101" pitchFamily="2" charset="-122"/>
                <a:sym typeface="STXihei" panose="02010600040101010101" pitchFamily="2" charset="-122"/>
              </a:rPr>
              <a:t>tè</a:t>
            </a:r>
          </a:p>
        </p:txBody>
      </p:sp>
      <p:grpSp>
        <p:nvGrpSpPr>
          <p:cNvPr id="50" name="组合 49"/>
          <p:cNvGrpSpPr/>
          <p:nvPr/>
        </p:nvGrpSpPr>
        <p:grpSpPr>
          <a:xfrm>
            <a:off x="3586480" y="3628390"/>
            <a:ext cx="2228850" cy="3194050"/>
            <a:chOff x="5648" y="5714"/>
            <a:chExt cx="3510" cy="5030"/>
          </a:xfrm>
        </p:grpSpPr>
        <p:grpSp>
          <p:nvGrpSpPr>
            <p:cNvPr id="14" name="组合 13"/>
            <p:cNvGrpSpPr/>
            <p:nvPr/>
          </p:nvGrpSpPr>
          <p:grpSpPr>
            <a:xfrm>
              <a:off x="5648" y="5714"/>
              <a:ext cx="3511" cy="5030"/>
              <a:chOff x="4717" y="1909"/>
              <a:chExt cx="3511" cy="5030"/>
            </a:xfrm>
          </p:grpSpPr>
          <p:grpSp>
            <p:nvGrpSpPr>
              <p:cNvPr id="15" name="组合 14"/>
              <p:cNvGrpSpPr/>
              <p:nvPr/>
            </p:nvGrpSpPr>
            <p:grpSpPr>
              <a:xfrm>
                <a:off x="4718" y="1909"/>
                <a:ext cx="3465" cy="5030"/>
                <a:chOff x="1486086" y="120403"/>
                <a:chExt cx="2200089" cy="3194297"/>
              </a:xfrm>
            </p:grpSpPr>
            <p:sp>
              <p:nvSpPr>
                <p:cNvPr id="18" name="矩形: 圆角 76"/>
                <p:cNvSpPr/>
                <p:nvPr/>
              </p:nvSpPr>
              <p:spPr>
                <a:xfrm>
                  <a:off x="1486086" y="120403"/>
                  <a:ext cx="2200089" cy="3194297"/>
                </a:xfrm>
                <a:prstGeom prst="roundRect">
                  <a:avLst/>
                </a:prstGeom>
                <a:solidFill>
                  <a:srgbClr val="E2AEAB"/>
                </a:solidFill>
                <a:ln>
                  <a:noFill/>
                </a:ln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STXihei" panose="02010600040101010101" pitchFamily="2" charset="-122"/>
                    <a:ea typeface="STXihei" panose="02010600040101010101" pitchFamily="2" charset="-122"/>
                  </a:endParaRPr>
                </a:p>
              </p:txBody>
            </p:sp>
            <p:pic>
              <p:nvPicPr>
                <p:cNvPr id="19" name="图片 18"/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14281" y="196147"/>
                  <a:ext cx="2124195" cy="3004708"/>
                </a:xfrm>
                <a:prstGeom prst="rect">
                  <a:avLst/>
                </a:prstGeom>
              </p:spPr>
            </p:pic>
          </p:grpSp>
          <p:sp>
            <p:nvSpPr>
              <p:cNvPr id="20" name="文本框 7"/>
              <p:cNvSpPr txBox="1"/>
              <p:nvPr/>
            </p:nvSpPr>
            <p:spPr>
              <a:xfrm>
                <a:off x="4717" y="4133"/>
                <a:ext cx="3511" cy="24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STXihei" panose="02010600040101010101" pitchFamily="2" charset="-122"/>
                    <a:ea typeface="STXihei" panose="02010600040101010101" pitchFamily="2" charset="-122"/>
                    <a:sym typeface="+mn-ea"/>
                  </a:rPr>
                  <a:t>反映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sz="2000" dirty="0" err="1">
                    <a:solidFill>
                      <a:schemeClr val="bg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 pitchFamily="18" charset="0"/>
                  </a:rPr>
                  <a:t>v. to reflect, to mirror</a:t>
                </a:r>
              </a:p>
            </p:txBody>
          </p:sp>
        </p:grpSp>
        <p:sp>
          <p:nvSpPr>
            <p:cNvPr id="21" name="文本框 7"/>
            <p:cNvSpPr txBox="1"/>
            <p:nvPr/>
          </p:nvSpPr>
          <p:spPr>
            <a:xfrm>
              <a:off x="5648" y="6873"/>
              <a:ext cx="3511" cy="10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/>
              <a:r>
                <a:rPr lang="zh-CN" altLang="zh-CN" sz="3600" dirty="0">
                  <a:solidFill>
                    <a:srgbClr val="2A2A2B"/>
                  </a:solidFill>
                  <a:latin typeface="STXihei" panose="02010600040101010101" pitchFamily="2" charset="-122"/>
                  <a:ea typeface="STXihei" panose="02010600040101010101" pitchFamily="2" charset="-122"/>
                  <a:sym typeface="STXihei" panose="02010600040101010101" pitchFamily="2" charset="-122"/>
                </a:rPr>
                <a:t>fǎn</a:t>
              </a:r>
              <a:r>
                <a:rPr lang="en-US" altLang="zh-CN" sz="3600" dirty="0">
                  <a:solidFill>
                    <a:srgbClr val="2A2A2B"/>
                  </a:solidFill>
                  <a:latin typeface="STXihei" panose="02010600040101010101" pitchFamily="2" charset="-122"/>
                  <a:ea typeface="STXihei" panose="02010600040101010101" pitchFamily="2" charset="-122"/>
                  <a:sym typeface="STXihei" panose="02010600040101010101" pitchFamily="2" charset="-122"/>
                </a:rPr>
                <a:t> </a:t>
              </a:r>
              <a:r>
                <a:rPr lang="zh-CN" altLang="zh-CN" sz="3600" dirty="0">
                  <a:solidFill>
                    <a:srgbClr val="2A2A2B"/>
                  </a:solidFill>
                  <a:latin typeface="STXihei" panose="02010600040101010101" pitchFamily="2" charset="-122"/>
                  <a:ea typeface="STXihei" panose="02010600040101010101" pitchFamily="2" charset="-122"/>
                  <a:sym typeface="STXihei" panose="02010600040101010101" pitchFamily="2" charset="-122"/>
                </a:rPr>
                <a:t>yìng</a:t>
              </a:r>
            </a:p>
          </p:txBody>
        </p:sp>
      </p:grpSp>
      <p:pic>
        <p:nvPicPr>
          <p:cNvPr id="34" name="图片 33" descr="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6513830" y="3628390"/>
            <a:ext cx="2243455" cy="3194050"/>
            <a:chOff x="9262" y="2028"/>
            <a:chExt cx="3533" cy="5030"/>
          </a:xfrm>
        </p:grpSpPr>
        <p:grpSp>
          <p:nvGrpSpPr>
            <p:cNvPr id="17" name="组合 16"/>
            <p:cNvGrpSpPr/>
            <p:nvPr/>
          </p:nvGrpSpPr>
          <p:grpSpPr>
            <a:xfrm>
              <a:off x="9330" y="2028"/>
              <a:ext cx="3465" cy="5030"/>
              <a:chOff x="1486086" y="120403"/>
              <a:chExt cx="2200089" cy="3194297"/>
            </a:xfrm>
          </p:grpSpPr>
          <p:sp>
            <p:nvSpPr>
              <p:cNvPr id="22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STXihei" panose="02010600040101010101" pitchFamily="2" charset="-122"/>
                  <a:ea typeface="STXihei" panose="02010600040101010101" pitchFamily="2" charset="-122"/>
                </a:endParaRPr>
              </a:p>
            </p:txBody>
          </p:sp>
          <p:pic>
            <p:nvPicPr>
              <p:cNvPr id="23" name="图片 22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24" name="文本框 7"/>
            <p:cNvSpPr txBox="1"/>
            <p:nvPr/>
          </p:nvSpPr>
          <p:spPr>
            <a:xfrm>
              <a:off x="9262" y="4252"/>
              <a:ext cx="3532" cy="19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TXihei" panose="02010600040101010101" pitchFamily="2" charset="-122"/>
                  <a:ea typeface="STXihei" panose="02010600040101010101" pitchFamily="2" charset="-122"/>
                  <a:sym typeface="+mn-ea"/>
                </a:rPr>
                <a:t>珍珠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2000" i="0" u="none" strike="noStrike" kern="1200" cap="none" spc="0" normalizeH="0" baseline="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+mn-ea"/>
                </a:rPr>
                <a:t>n. pearl</a:t>
              </a:r>
            </a:p>
          </p:txBody>
        </p:sp>
      </p:grpSp>
      <p:sp>
        <p:nvSpPr>
          <p:cNvPr id="30" name="文本框 7"/>
          <p:cNvSpPr txBox="1"/>
          <p:nvPr/>
        </p:nvSpPr>
        <p:spPr>
          <a:xfrm>
            <a:off x="6289675" y="4373880"/>
            <a:ext cx="275463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/>
            <a:r>
              <a:rPr lang="zh-CN" altLang="zh-CN" sz="3600" dirty="0">
                <a:solidFill>
                  <a:srgbClr val="2A2A2B"/>
                </a:solidFill>
                <a:latin typeface="STXihei" panose="02010600040101010101" pitchFamily="2" charset="-122"/>
                <a:ea typeface="STXihei" panose="02010600040101010101" pitchFamily="2" charset="-122"/>
                <a:sym typeface="STXihei" panose="02010600040101010101" pitchFamily="2" charset="-122"/>
              </a:rPr>
              <a:t>zhēn</a:t>
            </a:r>
            <a:r>
              <a:rPr lang="en-US" altLang="zh-CN" sz="3600" dirty="0">
                <a:solidFill>
                  <a:srgbClr val="2A2A2B"/>
                </a:solidFill>
                <a:latin typeface="STXihei" panose="02010600040101010101" pitchFamily="2" charset="-122"/>
                <a:ea typeface="STXihei" panose="02010600040101010101" pitchFamily="2" charset="-122"/>
                <a:sym typeface="STXihei" panose="02010600040101010101" pitchFamily="2" charset="-122"/>
              </a:rPr>
              <a:t> </a:t>
            </a:r>
            <a:r>
              <a:rPr lang="zh-CN" altLang="zh-CN" sz="3600" dirty="0">
                <a:solidFill>
                  <a:srgbClr val="2A2A2B"/>
                </a:solidFill>
                <a:latin typeface="STXihei" panose="02010600040101010101" pitchFamily="2" charset="-122"/>
                <a:ea typeface="STXihei" panose="02010600040101010101" pitchFamily="2" charset="-122"/>
                <a:sym typeface="STXihei" panose="02010600040101010101" pitchFamily="2" charset="-122"/>
              </a:rPr>
              <a:t>zhū</a:t>
            </a:r>
          </a:p>
        </p:txBody>
      </p:sp>
      <p:grpSp>
        <p:nvGrpSpPr>
          <p:cNvPr id="31" name="组合 30"/>
          <p:cNvGrpSpPr/>
          <p:nvPr/>
        </p:nvGrpSpPr>
        <p:grpSpPr>
          <a:xfrm>
            <a:off x="9841230" y="3646170"/>
            <a:ext cx="2229485" cy="3194050"/>
            <a:chOff x="4717" y="1909"/>
            <a:chExt cx="3511" cy="5030"/>
          </a:xfrm>
        </p:grpSpPr>
        <p:grpSp>
          <p:nvGrpSpPr>
            <p:cNvPr id="32" name="组合 31"/>
            <p:cNvGrpSpPr/>
            <p:nvPr/>
          </p:nvGrpSpPr>
          <p:grpSpPr>
            <a:xfrm>
              <a:off x="4718" y="1909"/>
              <a:ext cx="3465" cy="5030"/>
              <a:chOff x="1486086" y="120403"/>
              <a:chExt cx="2200089" cy="3194297"/>
            </a:xfrm>
          </p:grpSpPr>
          <p:sp>
            <p:nvSpPr>
              <p:cNvPr id="33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STXihei" panose="02010600040101010101" pitchFamily="2" charset="-122"/>
                  <a:ea typeface="STXihei" panose="02010600040101010101" pitchFamily="2" charset="-122"/>
                </a:endParaRPr>
              </a:p>
            </p:txBody>
          </p:sp>
          <p:pic>
            <p:nvPicPr>
              <p:cNvPr id="35" name="图片 34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36" name="文本框 7"/>
            <p:cNvSpPr txBox="1"/>
            <p:nvPr/>
          </p:nvSpPr>
          <p:spPr>
            <a:xfrm>
              <a:off x="4717" y="4133"/>
              <a:ext cx="3511" cy="24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TXihei" panose="02010600040101010101" pitchFamily="2" charset="-122"/>
                  <a:ea typeface="STXihei" panose="02010600040101010101" pitchFamily="2" charset="-122"/>
                  <a:sym typeface="+mn-ea"/>
                </a:rPr>
                <a:t>形成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v. to form, to take shape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TXihei" panose="02010600040101010101" pitchFamily="2" charset="-122"/>
                <a:ea typeface="STXihei" panose="02010600040101010101" pitchFamily="2" charset="-122"/>
                <a:sym typeface="+mn-ea"/>
              </a:endParaRPr>
            </a:p>
          </p:txBody>
        </p:sp>
      </p:grpSp>
      <p:sp>
        <p:nvSpPr>
          <p:cNvPr id="38" name="文本框 7"/>
          <p:cNvSpPr txBox="1"/>
          <p:nvPr/>
        </p:nvSpPr>
        <p:spPr>
          <a:xfrm>
            <a:off x="9841230" y="4382135"/>
            <a:ext cx="222948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/>
            <a:r>
              <a:rPr lang="zh-CN" altLang="zh-CN" sz="2800" dirty="0">
                <a:solidFill>
                  <a:srgbClr val="2A2A2B"/>
                </a:solidFill>
                <a:latin typeface="STXihei" panose="02010600040101010101" pitchFamily="2" charset="-122"/>
                <a:ea typeface="STXihei" panose="02010600040101010101" pitchFamily="2" charset="-122"/>
                <a:sym typeface="STXihei" panose="02010600040101010101" pitchFamily="2" charset="-122"/>
              </a:rPr>
              <a:t>xíng</a:t>
            </a:r>
            <a:r>
              <a:rPr lang="en-US" altLang="zh-CN" sz="2800" dirty="0">
                <a:solidFill>
                  <a:srgbClr val="2A2A2B"/>
                </a:solidFill>
                <a:latin typeface="STXihei" panose="02010600040101010101" pitchFamily="2" charset="-122"/>
                <a:ea typeface="STXihei" panose="02010600040101010101" pitchFamily="2" charset="-122"/>
                <a:sym typeface="STXihei" panose="02010600040101010101" pitchFamily="2" charset="-122"/>
              </a:rPr>
              <a:t> </a:t>
            </a:r>
            <a:r>
              <a:rPr lang="zh-CN" altLang="zh-CN" sz="2800" dirty="0">
                <a:solidFill>
                  <a:srgbClr val="2A2A2B"/>
                </a:solidFill>
                <a:latin typeface="STXihei" panose="02010600040101010101" pitchFamily="2" charset="-122"/>
                <a:ea typeface="STXihei" panose="02010600040101010101" pitchFamily="2" charset="-122"/>
                <a:sym typeface="STXihei" panose="02010600040101010101" pitchFamily="2" charset="-122"/>
              </a:rPr>
              <a:t>chéng</a:t>
            </a:r>
          </a:p>
        </p:txBody>
      </p:sp>
    </p:spTree>
    <p:custDataLst>
      <p:tags r:id="rId1"/>
    </p:custDataLst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70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" fill="hold">
                      <p:stCondLst>
                        <p:cond delay="0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</p:childTnLst>
        </p:cTn>
      </p:par>
    </p:tnLst>
    <p:bldLst>
      <p:bldP spid="10" grpId="0"/>
      <p:bldP spid="62" grpId="0"/>
      <p:bldP spid="13" grpId="0"/>
      <p:bldP spid="37" grpId="0"/>
      <p:bldP spid="30" grpId="0"/>
      <p:bldP spid="38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213995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237490" y="702310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Source Han Sans CN Regular" panose="020B0500000000000000" pitchFamily="34" charset="-122"/>
                <a:ea typeface="Source Han Sans CN Regular" panose="020B0500000000000000" pitchFamily="34" charset="-122"/>
                <a:sym typeface="+mn-ea"/>
              </a:rPr>
              <a:t>Practise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Source Han Sans CN Regular" panose="020B0500000000000000" pitchFamily="34" charset="-122"/>
              <a:ea typeface="Source Han Sans CN Regular" panose="020B0500000000000000" pitchFamily="34" charset="-122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237490" y="1851025"/>
            <a:ext cx="2208530" cy="3257550"/>
            <a:chOff x="7916" y="201"/>
            <a:chExt cx="3478" cy="5130"/>
          </a:xfrm>
        </p:grpSpPr>
        <p:grpSp>
          <p:nvGrpSpPr>
            <p:cNvPr id="6" name="组合 5"/>
            <p:cNvGrpSpPr/>
            <p:nvPr/>
          </p:nvGrpSpPr>
          <p:grpSpPr>
            <a:xfrm>
              <a:off x="7916" y="201"/>
              <a:ext cx="3479" cy="5130"/>
              <a:chOff x="9330" y="2028"/>
              <a:chExt cx="3479" cy="5130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9330" y="2028"/>
                <a:ext cx="3465" cy="5030"/>
                <a:chOff x="1486086" y="120403"/>
                <a:chExt cx="2200089" cy="3194297"/>
              </a:xfrm>
            </p:grpSpPr>
            <p:sp>
              <p:nvSpPr>
                <p:cNvPr id="8" name="矩形: 圆角 76"/>
                <p:cNvSpPr/>
                <p:nvPr/>
              </p:nvSpPr>
              <p:spPr>
                <a:xfrm>
                  <a:off x="1486086" y="120403"/>
                  <a:ext cx="2200089" cy="3194297"/>
                </a:xfrm>
                <a:prstGeom prst="roundRect">
                  <a:avLst/>
                </a:prstGeom>
                <a:solidFill>
                  <a:srgbClr val="E2AEAB"/>
                </a:solidFill>
                <a:ln>
                  <a:noFill/>
                </a:ln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STXihei" panose="02010600040101010101" pitchFamily="2" charset="-122"/>
                    <a:ea typeface="STXihei" panose="02010600040101010101" pitchFamily="2" charset="-122"/>
                  </a:endParaRPr>
                </a:p>
              </p:txBody>
            </p:sp>
            <p:pic>
              <p:nvPicPr>
                <p:cNvPr id="11" name="图片 10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14281" y="196147"/>
                  <a:ext cx="2124195" cy="3004708"/>
                </a:xfrm>
                <a:prstGeom prst="rect">
                  <a:avLst/>
                </a:prstGeom>
              </p:spPr>
            </p:pic>
          </p:grpSp>
          <p:sp>
            <p:nvSpPr>
              <p:cNvPr id="12" name="文本框 7"/>
              <p:cNvSpPr txBox="1"/>
              <p:nvPr/>
            </p:nvSpPr>
            <p:spPr>
              <a:xfrm>
                <a:off x="9330" y="4252"/>
                <a:ext cx="3479" cy="29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sz="5400" b="1" noProof="0" dirty="0">
                    <a:ln>
                      <a:noFill/>
                    </a:ln>
                    <a:effectLst/>
                    <a:uLnTx/>
                    <a:uFillTx/>
                    <a:latin typeface="STXihei" panose="02010600040101010101" pitchFamily="2" charset="-122"/>
                    <a:ea typeface="STXihei" panose="02010600040101010101" pitchFamily="2" charset="-122"/>
                    <a:sym typeface="+mn-ea"/>
                  </a:rPr>
                  <a:t>分布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sz="2000" dirty="0" err="1">
                    <a:solidFill>
                      <a:schemeClr val="bg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 pitchFamily="18" charset="0"/>
                  </a:rPr>
                  <a:t>v. to be distributed (over an area),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sz="2000" dirty="0" err="1">
                    <a:solidFill>
                      <a:schemeClr val="bg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 pitchFamily="18" charset="0"/>
                  </a:rPr>
                  <a:t>    to be scattered</a:t>
                </a:r>
              </a:p>
            </p:txBody>
          </p:sp>
        </p:grpSp>
        <p:sp>
          <p:nvSpPr>
            <p:cNvPr id="13" name="文本框 7"/>
            <p:cNvSpPr txBox="1"/>
            <p:nvPr/>
          </p:nvSpPr>
          <p:spPr>
            <a:xfrm>
              <a:off x="7935" y="1360"/>
              <a:ext cx="3457" cy="10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/>
              <a:r>
                <a:rPr lang="zh-CN" altLang="zh-CN" sz="3600" dirty="0">
                  <a:solidFill>
                    <a:srgbClr val="2A2A2B"/>
                  </a:solidFill>
                  <a:latin typeface="STXihei" panose="02010600040101010101" pitchFamily="2" charset="-122"/>
                  <a:ea typeface="STXihei" panose="02010600040101010101" pitchFamily="2" charset="-122"/>
                  <a:sym typeface="STXihei" panose="02010600040101010101" pitchFamily="2" charset="-122"/>
                </a:rPr>
                <a:t>fēn</a:t>
              </a:r>
              <a:r>
                <a:rPr lang="en-US" altLang="zh-CN" sz="3600" dirty="0">
                  <a:solidFill>
                    <a:srgbClr val="2A2A2B"/>
                  </a:solidFill>
                  <a:latin typeface="STXihei" panose="02010600040101010101" pitchFamily="2" charset="-122"/>
                  <a:ea typeface="STXihei" panose="02010600040101010101" pitchFamily="2" charset="-122"/>
                  <a:sym typeface="STXihei" panose="02010600040101010101" pitchFamily="2" charset="-122"/>
                </a:rPr>
                <a:t> </a:t>
              </a:r>
              <a:r>
                <a:rPr lang="zh-CN" altLang="zh-CN" sz="3600" dirty="0">
                  <a:solidFill>
                    <a:srgbClr val="2A2A2B"/>
                  </a:solidFill>
                  <a:latin typeface="STXihei" panose="02010600040101010101" pitchFamily="2" charset="-122"/>
                  <a:ea typeface="STXihei" panose="02010600040101010101" pitchFamily="2" charset="-122"/>
                  <a:sym typeface="STXihei" panose="02010600040101010101" pitchFamily="2" charset="-122"/>
                </a:rPr>
                <a:t>bù</a:t>
              </a:r>
            </a:p>
          </p:txBody>
        </p:sp>
      </p:grpSp>
      <p:pic>
        <p:nvPicPr>
          <p:cNvPr id="34" name="图片 33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pic>
        <p:nvPicPr>
          <p:cNvPr id="40" name="图片 39"/>
          <p:cNvPicPr/>
          <p:nvPr/>
        </p:nvPicPr>
        <p:blipFill>
          <a:blip r:embed="rId6"/>
          <a:stretch>
            <a:fillRect/>
          </a:stretch>
        </p:blipFill>
        <p:spPr>
          <a:xfrm>
            <a:off x="2562860" y="315595"/>
            <a:ext cx="9154160" cy="5772150"/>
          </a:xfrm>
          <a:prstGeom prst="rect">
            <a:avLst/>
          </a:prstGeom>
        </p:spPr>
      </p:pic>
      <p:sp>
        <p:nvSpPr>
          <p:cNvPr id="41" name="文本框 40"/>
          <p:cNvSpPr txBox="1"/>
          <p:nvPr/>
        </p:nvSpPr>
        <p:spPr>
          <a:xfrm>
            <a:off x="216535" y="5434330"/>
            <a:ext cx="23463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highlight>
                  <a:srgbClr val="FFFF00"/>
                </a:highlight>
              </a:rPr>
              <a:t>分别处于什么地方</a:t>
            </a:r>
            <a:r>
              <a:rPr lang="en-US" altLang="zh-CN">
                <a:highlight>
                  <a:srgbClr val="FFFF00"/>
                </a:highlight>
              </a:rPr>
              <a:t>。</a:t>
            </a:r>
          </a:p>
        </p:txBody>
      </p:sp>
    </p:spTree>
    <p:custDataLst>
      <p:tags r:id="rId1"/>
    </p:custDataLst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213995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237490" y="702310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Source Han Sans CN Regular" panose="020B0500000000000000" pitchFamily="34" charset="-122"/>
                <a:ea typeface="Source Han Sans CN Regular" panose="020B0500000000000000" pitchFamily="34" charset="-122"/>
                <a:sym typeface="+mn-ea"/>
              </a:rPr>
              <a:t>Practise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Source Han Sans CN Regular" panose="020B0500000000000000" pitchFamily="34" charset="-122"/>
              <a:ea typeface="Source Han Sans CN Regular" panose="020B0500000000000000" pitchFamily="34" charset="-122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358775" y="926465"/>
            <a:ext cx="2385060" cy="3194050"/>
            <a:chOff x="13036" y="260"/>
            <a:chExt cx="3756" cy="5030"/>
          </a:xfrm>
        </p:grpSpPr>
        <p:grpSp>
          <p:nvGrpSpPr>
            <p:cNvPr id="4" name="组合 3"/>
            <p:cNvGrpSpPr/>
            <p:nvPr/>
          </p:nvGrpSpPr>
          <p:grpSpPr>
            <a:xfrm>
              <a:off x="13188" y="260"/>
              <a:ext cx="3465" cy="5030"/>
              <a:chOff x="9330" y="2028"/>
              <a:chExt cx="3465" cy="5030"/>
            </a:xfrm>
          </p:grpSpPr>
          <p:grpSp>
            <p:nvGrpSpPr>
              <p:cNvPr id="57" name="组合 56"/>
              <p:cNvGrpSpPr/>
              <p:nvPr/>
            </p:nvGrpSpPr>
            <p:grpSpPr>
              <a:xfrm>
                <a:off x="9330" y="2028"/>
                <a:ext cx="3465" cy="5030"/>
                <a:chOff x="1486086" y="120403"/>
                <a:chExt cx="2200089" cy="3194297"/>
              </a:xfrm>
            </p:grpSpPr>
            <p:sp>
              <p:nvSpPr>
                <p:cNvPr id="58" name="矩形: 圆角 76"/>
                <p:cNvSpPr/>
                <p:nvPr/>
              </p:nvSpPr>
              <p:spPr>
                <a:xfrm>
                  <a:off x="1486086" y="120403"/>
                  <a:ext cx="2200089" cy="3194297"/>
                </a:xfrm>
                <a:prstGeom prst="roundRect">
                  <a:avLst/>
                </a:prstGeom>
                <a:solidFill>
                  <a:srgbClr val="E2AEAB"/>
                </a:solidFill>
                <a:ln>
                  <a:noFill/>
                </a:ln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STXihei" panose="02010600040101010101" pitchFamily="2" charset="-122"/>
                    <a:ea typeface="STXihei" panose="02010600040101010101" pitchFamily="2" charset="-122"/>
                  </a:endParaRPr>
                </a:p>
              </p:txBody>
            </p:sp>
            <p:pic>
              <p:nvPicPr>
                <p:cNvPr id="59" name="图片 58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14281" y="196147"/>
                  <a:ext cx="2124195" cy="3004708"/>
                </a:xfrm>
                <a:prstGeom prst="rect">
                  <a:avLst/>
                </a:prstGeom>
              </p:spPr>
            </p:pic>
          </p:grpSp>
          <p:sp>
            <p:nvSpPr>
              <p:cNvPr id="60" name="文本框 7"/>
              <p:cNvSpPr txBox="1"/>
              <p:nvPr/>
            </p:nvSpPr>
            <p:spPr>
              <a:xfrm>
                <a:off x="9385" y="4252"/>
                <a:ext cx="3353" cy="19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5400" b="1" noProof="0" dirty="0">
                    <a:ln>
                      <a:noFill/>
                    </a:ln>
                    <a:effectLst/>
                    <a:uLnTx/>
                    <a:uFillTx/>
                    <a:latin typeface="STXihei" panose="02010600040101010101" pitchFamily="2" charset="-122"/>
                    <a:ea typeface="STXihei" panose="02010600040101010101" pitchFamily="2" charset="-122"/>
                    <a:sym typeface="+mn-ea"/>
                  </a:rPr>
                  <a:t>天然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sz="2000" dirty="0" err="1">
                    <a:solidFill>
                      <a:schemeClr val="bg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 pitchFamily="18" charset="0"/>
                  </a:rPr>
                  <a:t>adj. natural</a:t>
                </a:r>
              </a:p>
            </p:txBody>
          </p:sp>
        </p:grpSp>
        <p:sp>
          <p:nvSpPr>
            <p:cNvPr id="62" name="文本框 7"/>
            <p:cNvSpPr txBox="1"/>
            <p:nvPr/>
          </p:nvSpPr>
          <p:spPr>
            <a:xfrm>
              <a:off x="13036" y="1419"/>
              <a:ext cx="3757" cy="10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/>
              <a:r>
                <a:rPr lang="zh-CN" altLang="zh-CN" sz="3600" dirty="0">
                  <a:solidFill>
                    <a:srgbClr val="2A2A2B"/>
                  </a:solidFill>
                  <a:latin typeface="STXihei" panose="02010600040101010101" pitchFamily="2" charset="-122"/>
                  <a:ea typeface="STXihei" panose="02010600040101010101" pitchFamily="2" charset="-122"/>
                  <a:sym typeface="STXihei" panose="02010600040101010101" pitchFamily="2" charset="-122"/>
                </a:rPr>
                <a:t>tiān</a:t>
              </a:r>
              <a:r>
                <a:rPr lang="en-US" altLang="zh-CN" sz="3600" dirty="0">
                  <a:solidFill>
                    <a:srgbClr val="2A2A2B"/>
                  </a:solidFill>
                  <a:latin typeface="STXihei" panose="02010600040101010101" pitchFamily="2" charset="-122"/>
                  <a:ea typeface="STXihei" panose="02010600040101010101" pitchFamily="2" charset="-122"/>
                  <a:sym typeface="STXihei" panose="02010600040101010101" pitchFamily="2" charset="-122"/>
                </a:rPr>
                <a:t> </a:t>
              </a:r>
              <a:r>
                <a:rPr lang="zh-CN" altLang="zh-CN" sz="3600" dirty="0">
                  <a:solidFill>
                    <a:srgbClr val="2A2A2B"/>
                  </a:solidFill>
                  <a:latin typeface="STXihei" panose="02010600040101010101" pitchFamily="2" charset="-122"/>
                  <a:ea typeface="STXihei" panose="02010600040101010101" pitchFamily="2" charset="-122"/>
                  <a:sym typeface="STXihei" panose="02010600040101010101" pitchFamily="2" charset="-122"/>
                </a:rPr>
                <a:t>rán</a:t>
              </a:r>
            </a:p>
          </p:txBody>
        </p:sp>
      </p:grpSp>
      <p:pic>
        <p:nvPicPr>
          <p:cNvPr id="34" name="图片 33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pic>
        <p:nvPicPr>
          <p:cNvPr id="40" name="图片 39"/>
          <p:cNvPicPr/>
          <p:nvPr/>
        </p:nvPicPr>
        <p:blipFill>
          <a:blip r:embed="rId6"/>
          <a:stretch>
            <a:fillRect/>
          </a:stretch>
        </p:blipFill>
        <p:spPr>
          <a:xfrm>
            <a:off x="3620135" y="213995"/>
            <a:ext cx="6237605" cy="3845560"/>
          </a:xfrm>
          <a:prstGeom prst="rect">
            <a:avLst/>
          </a:prstGeom>
        </p:spPr>
      </p:pic>
      <p:sp>
        <p:nvSpPr>
          <p:cNvPr id="41" name="文本框 40"/>
          <p:cNvSpPr txBox="1"/>
          <p:nvPr/>
        </p:nvSpPr>
        <p:spPr>
          <a:xfrm>
            <a:off x="3662680" y="4739005"/>
            <a:ext cx="62407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这些景色是</a:t>
            </a:r>
            <a:r>
              <a:rPr lang="zh-CN" altLang="en-US" sz="2800">
                <a:solidFill>
                  <a:schemeClr val="accent6">
                    <a:lumMod val="75000"/>
                  </a:schemeClr>
                </a:solidFill>
              </a:rPr>
              <a:t>天然</a:t>
            </a:r>
            <a:r>
              <a:rPr lang="zh-CN" altLang="en-US" sz="2800">
                <a:solidFill>
                  <a:srgbClr val="FF0000"/>
                </a:solidFill>
              </a:rPr>
              <a:t>形成</a:t>
            </a:r>
            <a:r>
              <a:rPr lang="zh-CN" altLang="en-US" sz="2800"/>
              <a:t>的</a:t>
            </a:r>
            <a:r>
              <a:rPr lang="en-US" altLang="zh-CN" sz="2800"/>
              <a:t>。（</a:t>
            </a:r>
            <a:r>
              <a:rPr lang="zh-CN" altLang="en-US" sz="2800"/>
              <a:t>自然</a:t>
            </a:r>
            <a:r>
              <a:rPr lang="en-US" altLang="zh-CN" sz="2800"/>
              <a:t>）</a:t>
            </a:r>
          </a:p>
        </p:txBody>
      </p:sp>
      <p:grpSp>
        <p:nvGrpSpPr>
          <p:cNvPr id="56" name="组合 55"/>
          <p:cNvGrpSpPr/>
          <p:nvPr/>
        </p:nvGrpSpPr>
        <p:grpSpPr>
          <a:xfrm>
            <a:off x="396875" y="3674745"/>
            <a:ext cx="2317115" cy="3194050"/>
            <a:chOff x="625" y="5787"/>
            <a:chExt cx="3649" cy="5030"/>
          </a:xfrm>
        </p:grpSpPr>
        <p:grpSp>
          <p:nvGrpSpPr>
            <p:cNvPr id="50" name="组合 49"/>
            <p:cNvGrpSpPr/>
            <p:nvPr/>
          </p:nvGrpSpPr>
          <p:grpSpPr>
            <a:xfrm>
              <a:off x="625" y="5787"/>
              <a:ext cx="3511" cy="5030"/>
              <a:chOff x="4717" y="1909"/>
              <a:chExt cx="3511" cy="5030"/>
            </a:xfrm>
          </p:grpSpPr>
          <p:grpSp>
            <p:nvGrpSpPr>
              <p:cNvPr id="51" name="组合 50"/>
              <p:cNvGrpSpPr/>
              <p:nvPr/>
            </p:nvGrpSpPr>
            <p:grpSpPr>
              <a:xfrm>
                <a:off x="4718" y="1909"/>
                <a:ext cx="3465" cy="5030"/>
                <a:chOff x="1486086" y="120403"/>
                <a:chExt cx="2200089" cy="3194297"/>
              </a:xfrm>
            </p:grpSpPr>
            <p:sp>
              <p:nvSpPr>
                <p:cNvPr id="52" name="矩形: 圆角 76"/>
                <p:cNvSpPr/>
                <p:nvPr/>
              </p:nvSpPr>
              <p:spPr>
                <a:xfrm>
                  <a:off x="1486086" y="120403"/>
                  <a:ext cx="2200089" cy="3194297"/>
                </a:xfrm>
                <a:prstGeom prst="roundRect">
                  <a:avLst/>
                </a:prstGeom>
                <a:solidFill>
                  <a:srgbClr val="E2AEAB"/>
                </a:solidFill>
                <a:ln>
                  <a:noFill/>
                </a:ln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STXihei" panose="02010600040101010101" pitchFamily="2" charset="-122"/>
                    <a:ea typeface="STXihei" panose="02010600040101010101" pitchFamily="2" charset="-122"/>
                  </a:endParaRPr>
                </a:p>
              </p:txBody>
            </p:sp>
            <p:pic>
              <p:nvPicPr>
                <p:cNvPr id="53" name="图片 52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14281" y="196147"/>
                  <a:ext cx="2124195" cy="3004708"/>
                </a:xfrm>
                <a:prstGeom prst="rect">
                  <a:avLst/>
                </a:prstGeom>
              </p:spPr>
            </p:pic>
          </p:grpSp>
          <p:sp>
            <p:nvSpPr>
              <p:cNvPr id="54" name="文本框 7"/>
              <p:cNvSpPr txBox="1"/>
              <p:nvPr/>
            </p:nvSpPr>
            <p:spPr>
              <a:xfrm>
                <a:off x="4717" y="4133"/>
                <a:ext cx="3511" cy="24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STXihei" panose="02010600040101010101" pitchFamily="2" charset="-122"/>
                    <a:ea typeface="STXihei" panose="02010600040101010101" pitchFamily="2" charset="-122"/>
                    <a:sym typeface="+mn-ea"/>
                  </a:rPr>
                  <a:t>形成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sz="2000" dirty="0" err="1">
                    <a:solidFill>
                      <a:schemeClr val="bg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 pitchFamily="18" charset="0"/>
                  </a:rPr>
                  <a:t>v. to form, to take shape</a:t>
                </a:r>
                <a:endPara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TXihei" panose="02010600040101010101" pitchFamily="2" charset="-122"/>
                  <a:ea typeface="STXihei" panose="02010600040101010101" pitchFamily="2" charset="-122"/>
                  <a:sym typeface="+mn-ea"/>
                </a:endParaRPr>
              </a:p>
            </p:txBody>
          </p:sp>
        </p:grpSp>
        <p:sp>
          <p:nvSpPr>
            <p:cNvPr id="55" name="文本框 7"/>
            <p:cNvSpPr txBox="1"/>
            <p:nvPr/>
          </p:nvSpPr>
          <p:spPr>
            <a:xfrm>
              <a:off x="764" y="6790"/>
              <a:ext cx="3511" cy="8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/>
              <a:r>
                <a:rPr lang="zh-CN" altLang="zh-CN" sz="2800" dirty="0">
                  <a:solidFill>
                    <a:srgbClr val="2A2A2B"/>
                  </a:solidFill>
                  <a:latin typeface="STXihei" panose="02010600040101010101" pitchFamily="2" charset="-122"/>
                  <a:ea typeface="STXihei" panose="02010600040101010101" pitchFamily="2" charset="-122"/>
                  <a:sym typeface="STXihei" panose="02010600040101010101" pitchFamily="2" charset="-122"/>
                </a:rPr>
                <a:t>xíng</a:t>
              </a:r>
              <a:r>
                <a:rPr lang="en-US" altLang="zh-CN" sz="2800" dirty="0">
                  <a:solidFill>
                    <a:srgbClr val="2A2A2B"/>
                  </a:solidFill>
                  <a:latin typeface="STXihei" panose="02010600040101010101" pitchFamily="2" charset="-122"/>
                  <a:ea typeface="STXihei" panose="02010600040101010101" pitchFamily="2" charset="-122"/>
                  <a:sym typeface="STXihei" panose="02010600040101010101" pitchFamily="2" charset="-122"/>
                </a:rPr>
                <a:t> </a:t>
              </a:r>
              <a:r>
                <a:rPr lang="zh-CN" altLang="zh-CN" sz="2800" dirty="0">
                  <a:solidFill>
                    <a:srgbClr val="2A2A2B"/>
                  </a:solidFill>
                  <a:latin typeface="STXihei" panose="02010600040101010101" pitchFamily="2" charset="-122"/>
                  <a:ea typeface="STXihei" panose="02010600040101010101" pitchFamily="2" charset="-122"/>
                  <a:sym typeface="STXihei" panose="02010600040101010101" pitchFamily="2" charset="-122"/>
                </a:rPr>
                <a:t>chéng</a:t>
              </a:r>
            </a:p>
          </p:txBody>
        </p:sp>
      </p:grpSp>
    </p:spTree>
    <p:custDataLst>
      <p:tags r:id="rId1"/>
    </p:custDataLst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213995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237490" y="702310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Source Han Sans CN Regular" panose="020B0500000000000000" pitchFamily="34" charset="-122"/>
                <a:ea typeface="Source Han Sans CN Regular" panose="020B0500000000000000" pitchFamily="34" charset="-122"/>
                <a:sym typeface="+mn-ea"/>
              </a:rPr>
              <a:t>Practise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Source Han Sans CN Regular" panose="020B0500000000000000" pitchFamily="34" charset="-122"/>
              <a:ea typeface="Source Han Sans CN Regular" panose="020B0500000000000000" pitchFamily="34" charset="-122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14605" y="1207135"/>
            <a:ext cx="2754630" cy="3194050"/>
            <a:chOff x="55" y="5686"/>
            <a:chExt cx="4338" cy="5030"/>
          </a:xfrm>
        </p:grpSpPr>
        <p:grpSp>
          <p:nvGrpSpPr>
            <p:cNvPr id="25" name="组合 24"/>
            <p:cNvGrpSpPr/>
            <p:nvPr/>
          </p:nvGrpSpPr>
          <p:grpSpPr>
            <a:xfrm>
              <a:off x="408" y="5686"/>
              <a:ext cx="3533" cy="5030"/>
              <a:chOff x="9262" y="2028"/>
              <a:chExt cx="3533" cy="5030"/>
            </a:xfrm>
          </p:grpSpPr>
          <p:grpSp>
            <p:nvGrpSpPr>
              <p:cNvPr id="26" name="组合 25"/>
              <p:cNvGrpSpPr/>
              <p:nvPr/>
            </p:nvGrpSpPr>
            <p:grpSpPr>
              <a:xfrm>
                <a:off x="9330" y="2028"/>
                <a:ext cx="3465" cy="5030"/>
                <a:chOff x="1486086" y="120403"/>
                <a:chExt cx="2200089" cy="3194297"/>
              </a:xfrm>
            </p:grpSpPr>
            <p:sp>
              <p:nvSpPr>
                <p:cNvPr id="27" name="矩形: 圆角 76"/>
                <p:cNvSpPr/>
                <p:nvPr/>
              </p:nvSpPr>
              <p:spPr>
                <a:xfrm>
                  <a:off x="1486086" y="120403"/>
                  <a:ext cx="2200089" cy="3194297"/>
                </a:xfrm>
                <a:prstGeom prst="roundRect">
                  <a:avLst/>
                </a:prstGeom>
                <a:solidFill>
                  <a:srgbClr val="E2AEAB"/>
                </a:solidFill>
                <a:ln>
                  <a:noFill/>
                </a:ln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STXihei" panose="02010600040101010101" pitchFamily="2" charset="-122"/>
                    <a:ea typeface="STXihei" panose="02010600040101010101" pitchFamily="2" charset="-122"/>
                  </a:endParaRPr>
                </a:p>
              </p:txBody>
            </p:sp>
            <p:pic>
              <p:nvPicPr>
                <p:cNvPr id="28" name="图片 27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14281" y="196147"/>
                  <a:ext cx="2124195" cy="3004708"/>
                </a:xfrm>
                <a:prstGeom prst="rect">
                  <a:avLst/>
                </a:prstGeom>
              </p:spPr>
            </p:pic>
          </p:grpSp>
          <p:sp>
            <p:nvSpPr>
              <p:cNvPr id="29" name="文本框 7"/>
              <p:cNvSpPr txBox="1"/>
              <p:nvPr/>
            </p:nvSpPr>
            <p:spPr>
              <a:xfrm>
                <a:off x="9262" y="4252"/>
                <a:ext cx="3532" cy="24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STXihei" panose="02010600040101010101" pitchFamily="2" charset="-122"/>
                    <a:ea typeface="STXihei" panose="02010600040101010101" pitchFamily="2" charset="-122"/>
                    <a:sym typeface="+mn-ea"/>
                  </a:rPr>
                  <a:t>独特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sz="2000" dirty="0" err="1">
                    <a:solidFill>
                      <a:schemeClr val="bg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 pitchFamily="18" charset="0"/>
                  </a:rPr>
                  <a:t>adj. unique, distinctive</a:t>
                </a:r>
              </a:p>
            </p:txBody>
          </p:sp>
        </p:grpSp>
        <p:sp>
          <p:nvSpPr>
            <p:cNvPr id="37" name="文本框 7"/>
            <p:cNvSpPr txBox="1"/>
            <p:nvPr/>
          </p:nvSpPr>
          <p:spPr>
            <a:xfrm>
              <a:off x="55" y="6975"/>
              <a:ext cx="4338" cy="10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/>
              <a:r>
                <a:rPr lang="zh-CN" altLang="zh-CN" sz="3600" dirty="0">
                  <a:solidFill>
                    <a:srgbClr val="2A2A2B"/>
                  </a:solidFill>
                  <a:latin typeface="STXihei" panose="02010600040101010101" pitchFamily="2" charset="-122"/>
                  <a:ea typeface="STXihei" panose="02010600040101010101" pitchFamily="2" charset="-122"/>
                  <a:sym typeface="STXihei" panose="02010600040101010101" pitchFamily="2" charset="-122"/>
                </a:rPr>
                <a:t>dú</a:t>
              </a:r>
              <a:r>
                <a:rPr lang="en-US" altLang="zh-CN" sz="3600" dirty="0">
                  <a:solidFill>
                    <a:srgbClr val="2A2A2B"/>
                  </a:solidFill>
                  <a:latin typeface="STXihei" panose="02010600040101010101" pitchFamily="2" charset="-122"/>
                  <a:ea typeface="STXihei" panose="02010600040101010101" pitchFamily="2" charset="-122"/>
                  <a:sym typeface="STXihei" panose="02010600040101010101" pitchFamily="2" charset="-122"/>
                </a:rPr>
                <a:t> </a:t>
              </a:r>
              <a:r>
                <a:rPr lang="zh-CN" altLang="zh-CN" sz="3600" dirty="0">
                  <a:solidFill>
                    <a:srgbClr val="2A2A2B"/>
                  </a:solidFill>
                  <a:latin typeface="STXihei" panose="02010600040101010101" pitchFamily="2" charset="-122"/>
                  <a:ea typeface="STXihei" panose="02010600040101010101" pitchFamily="2" charset="-122"/>
                  <a:sym typeface="STXihei" panose="02010600040101010101" pitchFamily="2" charset="-122"/>
                </a:rPr>
                <a:t>tè</a:t>
              </a:r>
            </a:p>
          </p:txBody>
        </p:sp>
      </p:grpSp>
      <p:pic>
        <p:nvPicPr>
          <p:cNvPr id="34" name="图片 33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grpSp>
        <p:nvGrpSpPr>
          <p:cNvPr id="49" name="组合 48"/>
          <p:cNvGrpSpPr/>
          <p:nvPr/>
        </p:nvGrpSpPr>
        <p:grpSpPr>
          <a:xfrm>
            <a:off x="3008630" y="1282700"/>
            <a:ext cx="2754630" cy="3194050"/>
            <a:chOff x="9905" y="5714"/>
            <a:chExt cx="4338" cy="5030"/>
          </a:xfrm>
        </p:grpSpPr>
        <p:grpSp>
          <p:nvGrpSpPr>
            <p:cNvPr id="40" name="组合 39"/>
            <p:cNvGrpSpPr/>
            <p:nvPr/>
          </p:nvGrpSpPr>
          <p:grpSpPr>
            <a:xfrm>
              <a:off x="10258" y="5714"/>
              <a:ext cx="3533" cy="5030"/>
              <a:chOff x="9262" y="2028"/>
              <a:chExt cx="3533" cy="5030"/>
            </a:xfrm>
          </p:grpSpPr>
          <p:grpSp>
            <p:nvGrpSpPr>
              <p:cNvPr id="41" name="组合 40"/>
              <p:cNvGrpSpPr/>
              <p:nvPr/>
            </p:nvGrpSpPr>
            <p:grpSpPr>
              <a:xfrm>
                <a:off x="9330" y="2028"/>
                <a:ext cx="3465" cy="5030"/>
                <a:chOff x="1486086" y="120403"/>
                <a:chExt cx="2200089" cy="3194297"/>
              </a:xfrm>
            </p:grpSpPr>
            <p:sp>
              <p:nvSpPr>
                <p:cNvPr id="42" name="矩形: 圆角 76"/>
                <p:cNvSpPr/>
                <p:nvPr/>
              </p:nvSpPr>
              <p:spPr>
                <a:xfrm>
                  <a:off x="1486086" y="120403"/>
                  <a:ext cx="2200089" cy="3194297"/>
                </a:xfrm>
                <a:prstGeom prst="roundRect">
                  <a:avLst/>
                </a:prstGeom>
                <a:solidFill>
                  <a:srgbClr val="E2AEAB"/>
                </a:solidFill>
                <a:ln>
                  <a:noFill/>
                </a:ln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STXihei" panose="02010600040101010101" pitchFamily="2" charset="-122"/>
                    <a:ea typeface="STXihei" panose="02010600040101010101" pitchFamily="2" charset="-122"/>
                  </a:endParaRPr>
                </a:p>
              </p:txBody>
            </p:sp>
            <p:pic>
              <p:nvPicPr>
                <p:cNvPr id="46" name="图片 45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14281" y="196147"/>
                  <a:ext cx="2124195" cy="3004708"/>
                </a:xfrm>
                <a:prstGeom prst="rect">
                  <a:avLst/>
                </a:prstGeom>
              </p:spPr>
            </p:pic>
          </p:grpSp>
          <p:sp>
            <p:nvSpPr>
              <p:cNvPr id="47" name="文本框 7"/>
              <p:cNvSpPr txBox="1"/>
              <p:nvPr/>
            </p:nvSpPr>
            <p:spPr>
              <a:xfrm>
                <a:off x="9262" y="4252"/>
                <a:ext cx="3532" cy="19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STXihei" panose="02010600040101010101" pitchFamily="2" charset="-122"/>
                    <a:ea typeface="STXihei" panose="02010600040101010101" pitchFamily="2" charset="-122"/>
                    <a:sym typeface="+mn-ea"/>
                  </a:rPr>
                  <a:t>珍珠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2000" i="0" u="none" strike="noStrike" kern="1200" cap="none" spc="0" normalizeH="0" baseline="0" dirty="0" err="1">
                    <a:solidFill>
                      <a:schemeClr val="bg1"/>
                    </a:solidFill>
                    <a:latin typeface="Times New Roman" panose="02020603050405020304"/>
                    <a:cs typeface="Times New Roman" panose="02020603050405020304"/>
                    <a:sym typeface="+mn-ea"/>
                  </a:rPr>
                  <a:t>n. pearl</a:t>
                </a:r>
              </a:p>
            </p:txBody>
          </p:sp>
        </p:grpSp>
        <p:sp>
          <p:nvSpPr>
            <p:cNvPr id="48" name="文本框 7"/>
            <p:cNvSpPr txBox="1"/>
            <p:nvPr/>
          </p:nvSpPr>
          <p:spPr>
            <a:xfrm>
              <a:off x="9905" y="6888"/>
              <a:ext cx="4338" cy="10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/>
              <a:r>
                <a:rPr lang="zh-CN" altLang="zh-CN" sz="3600" dirty="0">
                  <a:solidFill>
                    <a:srgbClr val="2A2A2B"/>
                  </a:solidFill>
                  <a:latin typeface="STXihei" panose="02010600040101010101" pitchFamily="2" charset="-122"/>
                  <a:ea typeface="STXihei" panose="02010600040101010101" pitchFamily="2" charset="-122"/>
                  <a:sym typeface="STXihei" panose="02010600040101010101" pitchFamily="2" charset="-122"/>
                </a:rPr>
                <a:t>zhēn</a:t>
              </a:r>
              <a:r>
                <a:rPr lang="en-US" altLang="zh-CN" sz="3600" dirty="0">
                  <a:solidFill>
                    <a:srgbClr val="2A2A2B"/>
                  </a:solidFill>
                  <a:latin typeface="STXihei" panose="02010600040101010101" pitchFamily="2" charset="-122"/>
                  <a:ea typeface="STXihei" panose="02010600040101010101" pitchFamily="2" charset="-122"/>
                  <a:sym typeface="STXihei" panose="02010600040101010101" pitchFamily="2" charset="-122"/>
                </a:rPr>
                <a:t> </a:t>
              </a:r>
              <a:r>
                <a:rPr lang="zh-CN" altLang="zh-CN" sz="3600" dirty="0">
                  <a:solidFill>
                    <a:srgbClr val="2A2A2B"/>
                  </a:solidFill>
                  <a:latin typeface="STXihei" panose="02010600040101010101" pitchFamily="2" charset="-122"/>
                  <a:ea typeface="STXihei" panose="02010600040101010101" pitchFamily="2" charset="-122"/>
                  <a:sym typeface="STXihei" panose="02010600040101010101" pitchFamily="2" charset="-122"/>
                </a:rPr>
                <a:t>zhū</a:t>
              </a:r>
            </a:p>
          </p:txBody>
        </p:sp>
      </p:grpSp>
      <p:pic>
        <p:nvPicPr>
          <p:cNvPr id="50" name="图片 49"/>
          <p:cNvPicPr/>
          <p:nvPr/>
        </p:nvPicPr>
        <p:blipFill>
          <a:blip r:embed="rId6"/>
          <a:stretch>
            <a:fillRect/>
          </a:stretch>
        </p:blipFill>
        <p:spPr>
          <a:xfrm>
            <a:off x="5763260" y="836930"/>
            <a:ext cx="5956935" cy="3526155"/>
          </a:xfrm>
          <a:prstGeom prst="rect">
            <a:avLst/>
          </a:prstGeom>
        </p:spPr>
      </p:pic>
      <p:sp>
        <p:nvSpPr>
          <p:cNvPr id="51" name="文本框 50"/>
          <p:cNvSpPr txBox="1"/>
          <p:nvPr/>
        </p:nvSpPr>
        <p:spPr>
          <a:xfrm>
            <a:off x="5617210" y="4681220"/>
            <a:ext cx="535686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这颗</a:t>
            </a:r>
            <a:r>
              <a:rPr lang="zh-CN" altLang="en-US" sz="2800">
                <a:solidFill>
                  <a:schemeClr val="accent6">
                    <a:lumMod val="75000"/>
                  </a:schemeClr>
                </a:solidFill>
              </a:rPr>
              <a:t>珍珠</a:t>
            </a:r>
            <a:r>
              <a:rPr lang="zh-CN" altLang="en-US" sz="2800"/>
              <a:t>和其他珍珠不一样</a:t>
            </a:r>
            <a:r>
              <a:rPr lang="en-US" altLang="zh-CN" sz="2800"/>
              <a:t>，</a:t>
            </a:r>
            <a:r>
              <a:rPr lang="zh-CN" altLang="en-US" sz="2800"/>
              <a:t>样子非常</a:t>
            </a:r>
            <a:r>
              <a:rPr lang="zh-CN" altLang="en-US" sz="2800">
                <a:solidFill>
                  <a:schemeClr val="accent6">
                    <a:lumMod val="75000"/>
                  </a:schemeClr>
                </a:solidFill>
              </a:rPr>
              <a:t>独特</a:t>
            </a:r>
            <a:r>
              <a:rPr lang="en-US" altLang="zh-CN" sz="2800"/>
              <a:t>。</a:t>
            </a:r>
          </a:p>
        </p:txBody>
      </p:sp>
    </p:spTree>
    <p:custDataLst>
      <p:tags r:id="rId1"/>
    </p:custDataLst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51" grpId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213995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237490" y="702310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Source Han Sans CN Regular" panose="020B0500000000000000" pitchFamily="34" charset="-122"/>
                <a:ea typeface="Source Han Sans CN Regular" panose="020B0500000000000000" pitchFamily="34" charset="-122"/>
                <a:sym typeface="+mn-ea"/>
              </a:rPr>
              <a:t>Practise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Source Han Sans CN Regular" panose="020B0500000000000000" pitchFamily="34" charset="-122"/>
              <a:ea typeface="Source Han Sans CN Regular" panose="020B0500000000000000" pitchFamily="34" charset="-122"/>
            </a:endParaRPr>
          </a:p>
        </p:txBody>
      </p:sp>
      <p:pic>
        <p:nvPicPr>
          <p:cNvPr id="34" name="图片 33" descr="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664210" y="1815465"/>
            <a:ext cx="2228850" cy="3194050"/>
            <a:chOff x="5648" y="5714"/>
            <a:chExt cx="3510" cy="5030"/>
          </a:xfrm>
        </p:grpSpPr>
        <p:grpSp>
          <p:nvGrpSpPr>
            <p:cNvPr id="14" name="组合 13"/>
            <p:cNvGrpSpPr/>
            <p:nvPr/>
          </p:nvGrpSpPr>
          <p:grpSpPr>
            <a:xfrm>
              <a:off x="5648" y="5714"/>
              <a:ext cx="3511" cy="5030"/>
              <a:chOff x="4717" y="1909"/>
              <a:chExt cx="3511" cy="5030"/>
            </a:xfrm>
          </p:grpSpPr>
          <p:grpSp>
            <p:nvGrpSpPr>
              <p:cNvPr id="15" name="组合 14"/>
              <p:cNvGrpSpPr/>
              <p:nvPr/>
            </p:nvGrpSpPr>
            <p:grpSpPr>
              <a:xfrm>
                <a:off x="4718" y="1909"/>
                <a:ext cx="3465" cy="5030"/>
                <a:chOff x="1486086" y="120403"/>
                <a:chExt cx="2200089" cy="3194297"/>
              </a:xfrm>
            </p:grpSpPr>
            <p:sp>
              <p:nvSpPr>
                <p:cNvPr id="18" name="矩形: 圆角 76"/>
                <p:cNvSpPr/>
                <p:nvPr/>
              </p:nvSpPr>
              <p:spPr>
                <a:xfrm>
                  <a:off x="1486086" y="120403"/>
                  <a:ext cx="2200089" cy="3194297"/>
                </a:xfrm>
                <a:prstGeom prst="roundRect">
                  <a:avLst/>
                </a:prstGeom>
                <a:solidFill>
                  <a:srgbClr val="E2AEAB"/>
                </a:solidFill>
                <a:ln>
                  <a:noFill/>
                </a:ln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STXihei" panose="02010600040101010101" pitchFamily="2" charset="-122"/>
                    <a:ea typeface="STXihei" panose="02010600040101010101" pitchFamily="2" charset="-122"/>
                  </a:endParaRPr>
                </a:p>
              </p:txBody>
            </p:sp>
            <p:pic>
              <p:nvPicPr>
                <p:cNvPr id="19" name="图片 18"/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14281" y="196147"/>
                  <a:ext cx="2124195" cy="3004708"/>
                </a:xfrm>
                <a:prstGeom prst="rect">
                  <a:avLst/>
                </a:prstGeom>
              </p:spPr>
            </p:pic>
          </p:grpSp>
          <p:sp>
            <p:nvSpPr>
              <p:cNvPr id="20" name="文本框 7"/>
              <p:cNvSpPr txBox="1"/>
              <p:nvPr/>
            </p:nvSpPr>
            <p:spPr>
              <a:xfrm>
                <a:off x="4717" y="4133"/>
                <a:ext cx="3511" cy="24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STXihei" panose="02010600040101010101" pitchFamily="2" charset="-122"/>
                    <a:ea typeface="STXihei" panose="02010600040101010101" pitchFamily="2" charset="-122"/>
                    <a:sym typeface="+mn-ea"/>
                  </a:rPr>
                  <a:t>反映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sz="2000" dirty="0" err="1">
                    <a:solidFill>
                      <a:schemeClr val="bg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 pitchFamily="18" charset="0"/>
                  </a:rPr>
                  <a:t>v. to reflect, to mirror</a:t>
                </a:r>
              </a:p>
            </p:txBody>
          </p:sp>
        </p:grpSp>
        <p:sp>
          <p:nvSpPr>
            <p:cNvPr id="21" name="文本框 7"/>
            <p:cNvSpPr txBox="1"/>
            <p:nvPr/>
          </p:nvSpPr>
          <p:spPr>
            <a:xfrm>
              <a:off x="5648" y="6873"/>
              <a:ext cx="3511" cy="10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/>
              <a:r>
                <a:rPr lang="zh-CN" altLang="zh-CN" sz="3600" dirty="0">
                  <a:solidFill>
                    <a:srgbClr val="2A2A2B"/>
                  </a:solidFill>
                  <a:latin typeface="STXihei" panose="02010600040101010101" pitchFamily="2" charset="-122"/>
                  <a:ea typeface="STXihei" panose="02010600040101010101" pitchFamily="2" charset="-122"/>
                  <a:sym typeface="STXihei" panose="02010600040101010101" pitchFamily="2" charset="-122"/>
                </a:rPr>
                <a:t>fǎn</a:t>
              </a:r>
              <a:r>
                <a:rPr lang="en-US" altLang="zh-CN" sz="3600" dirty="0">
                  <a:solidFill>
                    <a:srgbClr val="2A2A2B"/>
                  </a:solidFill>
                  <a:latin typeface="STXihei" panose="02010600040101010101" pitchFamily="2" charset="-122"/>
                  <a:ea typeface="STXihei" panose="02010600040101010101" pitchFamily="2" charset="-122"/>
                  <a:sym typeface="STXihei" panose="02010600040101010101" pitchFamily="2" charset="-122"/>
                </a:rPr>
                <a:t> </a:t>
              </a:r>
              <a:r>
                <a:rPr lang="zh-CN" altLang="zh-CN" sz="3600" dirty="0">
                  <a:solidFill>
                    <a:srgbClr val="2A2A2B"/>
                  </a:solidFill>
                  <a:latin typeface="STXihei" panose="02010600040101010101" pitchFamily="2" charset="-122"/>
                  <a:ea typeface="STXihei" panose="02010600040101010101" pitchFamily="2" charset="-122"/>
                  <a:sym typeface="STXihei" panose="02010600040101010101" pitchFamily="2" charset="-122"/>
                </a:rPr>
                <a:t>yìng</a:t>
              </a: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557270" y="1815465"/>
            <a:ext cx="580072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/>
              <a:t>济南泉水的优美</a:t>
            </a:r>
            <a:r>
              <a:rPr lang="en-US" altLang="zh-CN" sz="3200"/>
              <a:t>，</a:t>
            </a:r>
            <a:r>
              <a:rPr lang="zh-CN" altLang="en-US" sz="3200"/>
              <a:t>可以从它们的名字中</a:t>
            </a:r>
            <a:r>
              <a:rPr lang="zh-CN" altLang="en-US" sz="3200">
                <a:solidFill>
                  <a:srgbClr val="FF0000"/>
                </a:solidFill>
              </a:rPr>
              <a:t>反映</a:t>
            </a:r>
            <a:r>
              <a:rPr lang="zh-CN" altLang="en-US" sz="3200"/>
              <a:t>出来</a:t>
            </a:r>
            <a:r>
              <a:rPr lang="en-US" altLang="zh-CN" sz="3200"/>
              <a:t>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595370" y="3429000"/>
            <a:ext cx="58007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/>
              <a:t>小明向老师</a:t>
            </a:r>
            <a:r>
              <a:rPr lang="zh-CN" altLang="en-US" sz="3200">
                <a:solidFill>
                  <a:srgbClr val="FF0000"/>
                </a:solidFill>
              </a:rPr>
              <a:t>反映</a:t>
            </a:r>
            <a:r>
              <a:rPr lang="zh-CN" altLang="en-US" sz="3200"/>
              <a:t>班级的情况</a:t>
            </a:r>
            <a:r>
              <a:rPr lang="en-US" altLang="zh-CN" sz="3200"/>
              <a:t>。</a:t>
            </a:r>
          </a:p>
        </p:txBody>
      </p:sp>
    </p:spTree>
    <p:custDataLst>
      <p:tags r:id="rId1"/>
    </p:custDataLst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Nube"/>
          <p:cNvSpPr/>
          <p:nvPr/>
        </p:nvSpPr>
        <p:spPr>
          <a:xfrm>
            <a:off x="6919272" y="3495057"/>
            <a:ext cx="2232249" cy="1032364"/>
          </a:xfrm>
          <a:prstGeom prst="cloud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76200"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s-ES_tradnl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cs typeface="Aharoni" panose="02010803020104030203" pitchFamily="2" charset="-79"/>
              </a:rPr>
              <a:t>现在</a:t>
            </a:r>
          </a:p>
        </p:txBody>
      </p:sp>
      <p:sp>
        <p:nvSpPr>
          <p:cNvPr id="6" name="5 Nube"/>
          <p:cNvSpPr/>
          <p:nvPr/>
        </p:nvSpPr>
        <p:spPr>
          <a:xfrm>
            <a:off x="4005590" y="3500864"/>
            <a:ext cx="2212865" cy="1021497"/>
          </a:xfrm>
          <a:prstGeom prst="cloud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76200"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s-E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cs typeface="Aharoni" panose="02010803020104030203" pitchFamily="2" charset="-79"/>
              </a:rPr>
              <a:t>如今</a:t>
            </a:r>
          </a:p>
        </p:txBody>
      </p:sp>
      <p:sp>
        <p:nvSpPr>
          <p:cNvPr id="11" name="圆角矩形标注 10"/>
          <p:cNvSpPr/>
          <p:nvPr/>
        </p:nvSpPr>
        <p:spPr>
          <a:xfrm>
            <a:off x="2446020" y="1209040"/>
            <a:ext cx="8442325" cy="918210"/>
          </a:xfrm>
          <a:prstGeom prst="wedgeRoundRectCallout">
            <a:avLst>
              <a:gd name="adj1" fmla="val -57398"/>
              <a:gd name="adj2" fmla="val 56298"/>
              <a:gd name="adj3" fmla="val 16667"/>
            </a:avLst>
          </a:prstGeom>
          <a:solidFill>
            <a:srgbClr val="E2AEAB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zh-CN" sz="3200" b="1" u="sng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TKaiti" panose="02010600040101010101" charset="-122"/>
                <a:ea typeface="STKaiti" panose="02010600040101010101" charset="-122"/>
                <a:cs typeface="STKaiti" panose="02010600040101010101" charset="-122"/>
                <a:sym typeface="STXihei" panose="02010600040101010101" pitchFamily="2" charset="-122"/>
              </a:rPr>
              <a:t>              </a:t>
            </a:r>
            <a:r>
              <a:rPr lang="zh-CN" altLang="zh-CN" sz="3200" b="1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TKaiti" panose="02010600040101010101" charset="-122"/>
                <a:ea typeface="STKaiti" panose="02010600040101010101" charset="-122"/>
                <a:cs typeface="STKaiti" panose="02010600040101010101" charset="-122"/>
                <a:sym typeface="STXihei" panose="02010600040101010101" pitchFamily="2" charset="-122"/>
              </a:rPr>
              <a:t>是五点，再过一刻钟小明就放学了。</a:t>
            </a:r>
          </a:p>
        </p:txBody>
      </p:sp>
      <p:sp>
        <p:nvSpPr>
          <p:cNvPr id="12" name="文本框 7"/>
          <p:cNvSpPr txBox="1"/>
          <p:nvPr/>
        </p:nvSpPr>
        <p:spPr>
          <a:xfrm>
            <a:off x="166805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3" name="文本框 7"/>
          <p:cNvSpPr txBox="1"/>
          <p:nvPr/>
        </p:nvSpPr>
        <p:spPr>
          <a:xfrm>
            <a:off x="238243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Source Han Sans CN Regular" panose="020B0500000000000000" pitchFamily="34" charset="-122"/>
                <a:ea typeface="Source Han Sans CN Regular" panose="020B0500000000000000" pitchFamily="34" charset="-122"/>
              </a:rPr>
              <a:t>Practise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Source Han Sans CN Regular" panose="020B0500000000000000" pitchFamily="34" charset="-122"/>
              <a:ea typeface="Source Han Sans CN Regular" panose="020B0500000000000000" pitchFamily="34" charset="-122"/>
            </a:endParaRPr>
          </a:p>
        </p:txBody>
      </p:sp>
      <p:pic>
        <p:nvPicPr>
          <p:cNvPr id="34" name="图片 33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pic>
        <p:nvPicPr>
          <p:cNvPr id="14" name="图片 13" descr="人物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851660"/>
            <a:ext cx="3337560" cy="5006340"/>
          </a:xfrm>
          <a:prstGeom prst="rect">
            <a:avLst/>
          </a:prstGeom>
        </p:spPr>
      </p:pic>
      <p:sp>
        <p:nvSpPr>
          <p:cNvPr id="9" name="8 CuadroTexto"/>
          <p:cNvSpPr txBox="1"/>
          <p:nvPr/>
        </p:nvSpPr>
        <p:spPr>
          <a:xfrm>
            <a:off x="2629873" y="1268115"/>
            <a:ext cx="15615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s-ES_tradnl" sz="3200" b="1" dirty="0">
                <a:solidFill>
                  <a:srgbClr val="C00000"/>
                </a:solidFill>
                <a:effectLst/>
                <a:latin typeface="STKaiti" panose="02010600040101010101" charset="-122"/>
                <a:ea typeface="STKaiti" panose="02010600040101010101" charset="-122"/>
              </a:rPr>
              <a:t>现在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Nube"/>
          <p:cNvSpPr/>
          <p:nvPr/>
        </p:nvSpPr>
        <p:spPr>
          <a:xfrm>
            <a:off x="6919272" y="3495057"/>
            <a:ext cx="2232249" cy="1032364"/>
          </a:xfrm>
          <a:prstGeom prst="cloud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76200"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s-ES_tradnl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cs typeface="Aharoni" panose="02010803020104030203" pitchFamily="2" charset="-79"/>
              </a:rPr>
              <a:t>独特</a:t>
            </a:r>
          </a:p>
        </p:txBody>
      </p:sp>
      <p:sp>
        <p:nvSpPr>
          <p:cNvPr id="6" name="5 Nube"/>
          <p:cNvSpPr/>
          <p:nvPr/>
        </p:nvSpPr>
        <p:spPr>
          <a:xfrm>
            <a:off x="4005590" y="3500864"/>
            <a:ext cx="2212865" cy="1021497"/>
          </a:xfrm>
          <a:prstGeom prst="cloud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76200"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s-E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cs typeface="Aharoni" panose="02010803020104030203" pitchFamily="2" charset="-79"/>
              </a:rPr>
              <a:t>特别</a:t>
            </a:r>
          </a:p>
        </p:txBody>
      </p:sp>
      <p:sp>
        <p:nvSpPr>
          <p:cNvPr id="11" name="圆角矩形标注 10"/>
          <p:cNvSpPr/>
          <p:nvPr/>
        </p:nvSpPr>
        <p:spPr>
          <a:xfrm>
            <a:off x="1891030" y="1209040"/>
            <a:ext cx="8997315" cy="918210"/>
          </a:xfrm>
          <a:prstGeom prst="wedgeRoundRectCallout">
            <a:avLst>
              <a:gd name="adj1" fmla="val -47805"/>
              <a:gd name="adj2" fmla="val 97164"/>
              <a:gd name="adj3" fmla="val 16667"/>
            </a:avLst>
          </a:prstGeom>
          <a:solidFill>
            <a:srgbClr val="E2AEAB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zh-CN" sz="3200" b="1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TKaiti" panose="02010600040101010101" charset="-122"/>
                <a:ea typeface="STKaiti" panose="02010600040101010101" charset="-122"/>
                <a:cs typeface="STKaiti" panose="02010600040101010101" charset="-122"/>
                <a:sym typeface="STXihei" panose="02010600040101010101" pitchFamily="2" charset="-122"/>
              </a:rPr>
              <a:t>严芳长得不是</a:t>
            </a:r>
            <a:r>
              <a:rPr lang="zh-CN" altLang="zh-CN" sz="3200" b="1" u="sng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TKaiti" panose="02010600040101010101" charset="-122"/>
                <a:ea typeface="STKaiti" panose="02010600040101010101" charset="-122"/>
                <a:cs typeface="STKaiti" panose="02010600040101010101" charset="-122"/>
                <a:sym typeface="STXihei" panose="02010600040101010101" pitchFamily="2" charset="-122"/>
              </a:rPr>
              <a:t>          </a:t>
            </a:r>
            <a:r>
              <a:rPr lang="en-US" altLang="zh-CN" sz="3200" b="1" u="sng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TKaiti" panose="02010600040101010101" charset="-122"/>
                <a:ea typeface="STKaiti" panose="02010600040101010101" charset="-122"/>
                <a:cs typeface="STKaiti" panose="02010600040101010101" charset="-122"/>
                <a:sym typeface="STXihei" panose="02010600040101010101" pitchFamily="2" charset="-122"/>
              </a:rPr>
              <a:t>  </a:t>
            </a:r>
            <a:r>
              <a:rPr lang="zh-CN" altLang="zh-CN" sz="3200" b="1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TKaiti" panose="02010600040101010101" charset="-122"/>
                <a:ea typeface="STKaiti" panose="02010600040101010101" charset="-122"/>
                <a:cs typeface="STKaiti" panose="02010600040101010101" charset="-122"/>
                <a:sym typeface="STXihei" panose="02010600040101010101" pitchFamily="2" charset="-122"/>
              </a:rPr>
              <a:t>漂亮，但仔细看却很有味道。</a:t>
            </a:r>
          </a:p>
        </p:txBody>
      </p:sp>
      <p:sp>
        <p:nvSpPr>
          <p:cNvPr id="12" name="文本框 7"/>
          <p:cNvSpPr txBox="1"/>
          <p:nvPr/>
        </p:nvSpPr>
        <p:spPr>
          <a:xfrm>
            <a:off x="166805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3" name="文本框 7"/>
          <p:cNvSpPr txBox="1"/>
          <p:nvPr/>
        </p:nvSpPr>
        <p:spPr>
          <a:xfrm>
            <a:off x="238243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Source Han Sans CN Regular" panose="020B0500000000000000" pitchFamily="34" charset="-122"/>
                <a:ea typeface="Source Han Sans CN Regular" panose="020B0500000000000000" pitchFamily="34" charset="-122"/>
              </a:rPr>
              <a:t>Practise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Source Han Sans CN Regular" panose="020B0500000000000000" pitchFamily="34" charset="-122"/>
              <a:ea typeface="Source Han Sans CN Regular" panose="020B0500000000000000" pitchFamily="34" charset="-122"/>
            </a:endParaRPr>
          </a:p>
        </p:txBody>
      </p:sp>
      <p:pic>
        <p:nvPicPr>
          <p:cNvPr id="34" name="图片 33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pic>
        <p:nvPicPr>
          <p:cNvPr id="14" name="图片 13" descr="人物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851660"/>
            <a:ext cx="3337560" cy="5006340"/>
          </a:xfrm>
          <a:prstGeom prst="rect">
            <a:avLst/>
          </a:prstGeom>
        </p:spPr>
      </p:pic>
      <p:sp>
        <p:nvSpPr>
          <p:cNvPr id="9" name="8 CuadroTexto"/>
          <p:cNvSpPr txBox="1"/>
          <p:nvPr/>
        </p:nvSpPr>
        <p:spPr>
          <a:xfrm>
            <a:off x="4184988" y="1268115"/>
            <a:ext cx="15615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s-ES_tradnl" sz="3200" b="1" dirty="0">
                <a:solidFill>
                  <a:srgbClr val="C00000"/>
                </a:solidFill>
                <a:effectLst/>
                <a:latin typeface="STKaiti" panose="02010600040101010101" charset="-122"/>
                <a:ea typeface="STKaiti" panose="02010600040101010101" charset="-122"/>
              </a:rPr>
              <a:t>特别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Nube"/>
          <p:cNvSpPr/>
          <p:nvPr/>
        </p:nvSpPr>
        <p:spPr>
          <a:xfrm>
            <a:off x="7318052" y="2457467"/>
            <a:ext cx="2232249" cy="1032364"/>
          </a:xfrm>
          <a:prstGeom prst="cloud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76200"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s-ES_tradnl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cs typeface="Aharoni" panose="02010803020104030203" pitchFamily="2" charset="-79"/>
              </a:rPr>
              <a:t>感激</a:t>
            </a:r>
          </a:p>
        </p:txBody>
      </p:sp>
      <p:sp>
        <p:nvSpPr>
          <p:cNvPr id="6" name="5 Nube"/>
          <p:cNvSpPr/>
          <p:nvPr/>
        </p:nvSpPr>
        <p:spPr>
          <a:xfrm>
            <a:off x="3883035" y="2644884"/>
            <a:ext cx="2212865" cy="1021497"/>
          </a:xfrm>
          <a:prstGeom prst="cloud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76200"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s-E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cs typeface="Aharoni" panose="02010803020104030203" pitchFamily="2" charset="-79"/>
              </a:rPr>
              <a:t>感谢</a:t>
            </a:r>
          </a:p>
        </p:txBody>
      </p:sp>
      <p:sp>
        <p:nvSpPr>
          <p:cNvPr id="11" name="圆角矩形标注 10"/>
          <p:cNvSpPr/>
          <p:nvPr/>
        </p:nvSpPr>
        <p:spPr>
          <a:xfrm>
            <a:off x="2446020" y="1209040"/>
            <a:ext cx="8442325" cy="918210"/>
          </a:xfrm>
          <a:prstGeom prst="wedgeRoundRectCallout">
            <a:avLst>
              <a:gd name="adj1" fmla="val -57398"/>
              <a:gd name="adj2" fmla="val 56298"/>
              <a:gd name="adj3" fmla="val 16667"/>
            </a:avLst>
          </a:prstGeom>
          <a:solidFill>
            <a:srgbClr val="E2AEAB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zh-CN" sz="3200" b="1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TKaiti" panose="02010600040101010101" charset="-122"/>
                <a:ea typeface="STKaiti" panose="02010600040101010101" charset="-122"/>
                <a:cs typeface="STKaiti" panose="02010600040101010101" charset="-122"/>
                <a:sym typeface="STXihei" panose="02010600040101010101" pitchFamily="2" charset="-122"/>
              </a:rPr>
              <a:t>我这次来是想当面向你表示</a:t>
            </a:r>
            <a:r>
              <a:rPr lang="zh-CN" altLang="zh-CN" sz="3200" b="1" u="sng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TKaiti" panose="02010600040101010101" charset="-122"/>
                <a:ea typeface="STKaiti" panose="02010600040101010101" charset="-122"/>
                <a:cs typeface="STKaiti" panose="02010600040101010101" charset="-122"/>
                <a:sym typeface="STXihei" panose="02010600040101010101" pitchFamily="2" charset="-122"/>
              </a:rPr>
              <a:t>              </a:t>
            </a:r>
            <a:r>
              <a:rPr lang="zh-CN" altLang="zh-CN" sz="3200" b="1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TKaiti" panose="02010600040101010101" charset="-122"/>
                <a:ea typeface="STKaiti" panose="02010600040101010101" charset="-122"/>
                <a:cs typeface="STKaiti" panose="02010600040101010101" charset="-122"/>
                <a:sym typeface="STXihei" panose="02010600040101010101" pitchFamily="2" charset="-122"/>
              </a:rPr>
              <a:t>的。</a:t>
            </a:r>
          </a:p>
        </p:txBody>
      </p:sp>
      <p:sp>
        <p:nvSpPr>
          <p:cNvPr id="12" name="文本框 7"/>
          <p:cNvSpPr txBox="1"/>
          <p:nvPr/>
        </p:nvSpPr>
        <p:spPr>
          <a:xfrm>
            <a:off x="166805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3" name="文本框 7"/>
          <p:cNvSpPr txBox="1"/>
          <p:nvPr/>
        </p:nvSpPr>
        <p:spPr>
          <a:xfrm>
            <a:off x="238243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Source Han Sans CN Regular" panose="020B0500000000000000" pitchFamily="34" charset="-122"/>
                <a:ea typeface="Source Han Sans CN Regular" panose="020B0500000000000000" pitchFamily="34" charset="-122"/>
              </a:rPr>
              <a:t>Practise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Source Han Sans CN Regular" panose="020B0500000000000000" pitchFamily="34" charset="-122"/>
              <a:ea typeface="Source Han Sans CN Regular" panose="020B0500000000000000" pitchFamily="34" charset="-122"/>
            </a:endParaRPr>
          </a:p>
        </p:txBody>
      </p:sp>
      <p:pic>
        <p:nvPicPr>
          <p:cNvPr id="34" name="图片 33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pic>
        <p:nvPicPr>
          <p:cNvPr id="14" name="图片 13" descr="人物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851660"/>
            <a:ext cx="3337560" cy="5006340"/>
          </a:xfrm>
          <a:prstGeom prst="rect">
            <a:avLst/>
          </a:prstGeom>
        </p:spPr>
      </p:pic>
      <p:sp>
        <p:nvSpPr>
          <p:cNvPr id="9" name="8 CuadroTexto"/>
          <p:cNvSpPr txBox="1"/>
          <p:nvPr/>
        </p:nvSpPr>
        <p:spPr>
          <a:xfrm>
            <a:off x="7876878" y="1268115"/>
            <a:ext cx="15615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s-ES_tradnl" sz="3200" b="1" dirty="0">
                <a:solidFill>
                  <a:srgbClr val="C00000"/>
                </a:solidFill>
                <a:effectLst/>
                <a:latin typeface="STKaiti" panose="02010600040101010101" charset="-122"/>
                <a:ea typeface="STKaiti" panose="02010600040101010101" charset="-122"/>
              </a:rPr>
              <a:t>感谢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173095" y="3820160"/>
            <a:ext cx="67157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相同点</a:t>
            </a:r>
            <a:r>
              <a:rPr lang="en-US" altLang="zh-CN" sz="2400" dirty="0"/>
              <a:t>：</a:t>
            </a:r>
            <a:r>
              <a:rPr lang="zh-CN" altLang="en-US" sz="2400" dirty="0"/>
              <a:t>都表示对他人的好意或帮助</a:t>
            </a:r>
            <a:r>
              <a:rPr lang="zh-CN" altLang="en-US" sz="2400" dirty="0">
                <a:solidFill>
                  <a:srgbClr val="FF0000"/>
                </a:solidFill>
              </a:rPr>
              <a:t>表达谢意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173095" y="4291965"/>
            <a:ext cx="630301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不同点</a:t>
            </a:r>
            <a:r>
              <a:rPr lang="en-US" altLang="zh-CN" dirty="0"/>
              <a:t>：</a:t>
            </a:r>
          </a:p>
          <a:p>
            <a:r>
              <a:rPr lang="zh-CN" altLang="en-US" dirty="0"/>
              <a:t>感激</a:t>
            </a:r>
            <a:r>
              <a:rPr lang="en-US" altLang="zh-CN" dirty="0"/>
              <a:t>：</a:t>
            </a:r>
            <a:r>
              <a:rPr lang="zh-CN" altLang="en-US" dirty="0"/>
              <a:t>强调发自内心的感恩之情，带有</a:t>
            </a:r>
            <a:r>
              <a:rPr lang="zh-CN" altLang="en-US" dirty="0">
                <a:solidFill>
                  <a:srgbClr val="FF0000"/>
                </a:solidFill>
              </a:rPr>
              <a:t>强烈的情感共鸣</a:t>
            </a:r>
            <a:r>
              <a:rPr lang="vi-VN" altLang="zh-CN" dirty="0">
                <a:solidFill>
                  <a:srgbClr val="FF0000"/>
                </a:solidFill>
              </a:rPr>
              <a:t>  nhấn mạnh tình cảm nội tâm( cảm kích)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感谢</a:t>
            </a:r>
            <a:r>
              <a:rPr lang="en-US" altLang="zh-CN" dirty="0"/>
              <a:t>：</a:t>
            </a:r>
            <a:r>
              <a:rPr lang="zh-CN" altLang="en-US" dirty="0"/>
              <a:t>对具体行为或帮助的</a:t>
            </a:r>
            <a:r>
              <a:rPr lang="zh-CN" altLang="en-US" dirty="0">
                <a:solidFill>
                  <a:srgbClr val="FF0000"/>
                </a:solidFill>
              </a:rPr>
              <a:t>礼貌回应</a:t>
            </a:r>
            <a:r>
              <a:rPr lang="vi-VN" altLang="zh-CN" dirty="0">
                <a:solidFill>
                  <a:srgbClr val="FF0000"/>
                </a:solidFill>
              </a:rPr>
              <a:t> đối với hành vi cụ thể hoặc giúp đỡ có phản hồi lịch sự( cảm tạ)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Nube"/>
          <p:cNvSpPr/>
          <p:nvPr/>
        </p:nvSpPr>
        <p:spPr>
          <a:xfrm>
            <a:off x="7599357" y="2809257"/>
            <a:ext cx="2232249" cy="1032364"/>
          </a:xfrm>
          <a:prstGeom prst="cloud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76200"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s-ES_tradnl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cs typeface="Aharoni" panose="02010803020104030203" pitchFamily="2" charset="-79"/>
              </a:rPr>
              <a:t>表扬</a:t>
            </a:r>
          </a:p>
        </p:txBody>
      </p:sp>
      <p:sp>
        <p:nvSpPr>
          <p:cNvPr id="6" name="5 Nube"/>
          <p:cNvSpPr/>
          <p:nvPr/>
        </p:nvSpPr>
        <p:spPr>
          <a:xfrm>
            <a:off x="4020195" y="2809349"/>
            <a:ext cx="2212865" cy="1021497"/>
          </a:xfrm>
          <a:prstGeom prst="cloud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76200"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s-E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cs typeface="Aharoni" panose="02010803020104030203" pitchFamily="2" charset="-79"/>
              </a:rPr>
              <a:t>赞美</a:t>
            </a:r>
          </a:p>
        </p:txBody>
      </p:sp>
      <p:sp>
        <p:nvSpPr>
          <p:cNvPr id="11" name="圆角矩形标注 10"/>
          <p:cNvSpPr/>
          <p:nvPr/>
        </p:nvSpPr>
        <p:spPr>
          <a:xfrm>
            <a:off x="2446020" y="1209040"/>
            <a:ext cx="8442325" cy="918210"/>
          </a:xfrm>
          <a:prstGeom prst="wedgeRoundRectCallout">
            <a:avLst>
              <a:gd name="adj1" fmla="val -57398"/>
              <a:gd name="adj2" fmla="val 56298"/>
              <a:gd name="adj3" fmla="val 16667"/>
            </a:avLst>
          </a:prstGeom>
          <a:solidFill>
            <a:srgbClr val="E2AEAB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r>
              <a:rPr lang="zh-CN" altLang="zh-CN" sz="2800" b="1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TKaiti" panose="02010600040101010101" charset="-122"/>
                <a:ea typeface="STKaiti" panose="02010600040101010101" charset="-122"/>
                <a:cs typeface="STKaiti" panose="02010600040101010101" charset="-122"/>
                <a:sym typeface="STXihei" panose="02010600040101010101" pitchFamily="2" charset="-122"/>
              </a:rPr>
              <a:t>护士小姐</a:t>
            </a:r>
            <a:r>
              <a:rPr lang="zh-CN" altLang="zh-CN" sz="2800" b="1" u="sng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TKaiti" panose="02010600040101010101" charset="-122"/>
                <a:ea typeface="STKaiti" panose="02010600040101010101" charset="-122"/>
                <a:cs typeface="STKaiti" panose="02010600040101010101" charset="-122"/>
                <a:sym typeface="STXihei" panose="02010600040101010101" pitchFamily="2" charset="-122"/>
              </a:rPr>
              <a:t>              </a:t>
            </a:r>
            <a:r>
              <a:rPr lang="zh-CN" altLang="zh-CN" sz="2800" b="1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TKaiti" panose="02010600040101010101" charset="-122"/>
                <a:ea typeface="STKaiti" panose="02010600040101010101" charset="-122"/>
                <a:cs typeface="STKaiti" panose="02010600040101010101" charset="-122"/>
                <a:sym typeface="STXihei" panose="02010600040101010101" pitchFamily="2" charset="-122"/>
              </a:rPr>
              <a:t>女儿很勇敢，本来很怕打针的她这次竟然没哭。</a:t>
            </a:r>
          </a:p>
        </p:txBody>
      </p:sp>
      <p:sp>
        <p:nvSpPr>
          <p:cNvPr id="12" name="文本框 7"/>
          <p:cNvSpPr txBox="1"/>
          <p:nvPr/>
        </p:nvSpPr>
        <p:spPr>
          <a:xfrm>
            <a:off x="166805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3" name="文本框 7"/>
          <p:cNvSpPr txBox="1"/>
          <p:nvPr/>
        </p:nvSpPr>
        <p:spPr>
          <a:xfrm>
            <a:off x="238243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Source Han Sans CN Regular" panose="020B0500000000000000" pitchFamily="34" charset="-122"/>
                <a:ea typeface="Source Han Sans CN Regular" panose="020B0500000000000000" pitchFamily="34" charset="-122"/>
              </a:rPr>
              <a:t>Practise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Source Han Sans CN Regular" panose="020B0500000000000000" pitchFamily="34" charset="-122"/>
              <a:ea typeface="Source Han Sans CN Regular" panose="020B0500000000000000" pitchFamily="34" charset="-122"/>
            </a:endParaRPr>
          </a:p>
        </p:txBody>
      </p:sp>
      <p:pic>
        <p:nvPicPr>
          <p:cNvPr id="34" name="图片 33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pic>
        <p:nvPicPr>
          <p:cNvPr id="14" name="图片 13" descr="人物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851660"/>
            <a:ext cx="3337560" cy="5006340"/>
          </a:xfrm>
          <a:prstGeom prst="rect">
            <a:avLst/>
          </a:prstGeom>
        </p:spPr>
      </p:pic>
      <p:sp>
        <p:nvSpPr>
          <p:cNvPr id="9" name="8 CuadroTexto"/>
          <p:cNvSpPr txBox="1"/>
          <p:nvPr/>
        </p:nvSpPr>
        <p:spPr>
          <a:xfrm>
            <a:off x="3805893" y="1143655"/>
            <a:ext cx="15615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s-ES_tradnl" sz="3200" b="1" dirty="0">
                <a:solidFill>
                  <a:srgbClr val="C00000"/>
                </a:solidFill>
                <a:effectLst/>
                <a:latin typeface="STKaiti" panose="02010600040101010101" charset="-122"/>
                <a:ea typeface="STKaiti" panose="02010600040101010101" charset="-122"/>
              </a:rPr>
              <a:t>表扬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641690" y="3921227"/>
            <a:ext cx="86677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赞美</a:t>
            </a:r>
            <a:r>
              <a:rPr lang="en-US" altLang="zh-CN" sz="2800" dirty="0"/>
              <a:t>：</a:t>
            </a:r>
            <a:r>
              <a:rPr lang="zh-CN" altLang="en-US" sz="2800" dirty="0"/>
              <a:t>侧重于对人或事物</a:t>
            </a:r>
            <a:r>
              <a:rPr lang="zh-CN" altLang="en-US" sz="2800" dirty="0">
                <a:solidFill>
                  <a:srgbClr val="FF0000"/>
                </a:solidFill>
              </a:rPr>
              <a:t>内在品质、优点或美好之处</a:t>
            </a:r>
            <a:r>
              <a:rPr lang="zh-CN" altLang="en-US" sz="2800" dirty="0"/>
              <a:t>的由衷欣赏，带有</a:t>
            </a:r>
            <a:r>
              <a:rPr lang="zh-CN" altLang="en-US" sz="2800" dirty="0">
                <a:solidFill>
                  <a:srgbClr val="FF0000"/>
                </a:solidFill>
              </a:rPr>
              <a:t>主观情感</a:t>
            </a:r>
            <a:r>
              <a:rPr lang="zh-CN" altLang="en-US" sz="2800" dirty="0"/>
              <a:t>色彩</a:t>
            </a:r>
            <a:r>
              <a:rPr lang="vi-VN" altLang="zh-CN" sz="2800" dirty="0"/>
              <a:t>(nhấn mạnh khen ngợi đối vs phẩm chất tốt đẹp bên trong của ng, vật, tình cảm khách quan( khen ngợi)</a:t>
            </a:r>
            <a:endParaRPr lang="zh-CN" altLang="en-US" sz="2800" dirty="0"/>
          </a:p>
        </p:txBody>
      </p:sp>
      <p:sp>
        <p:nvSpPr>
          <p:cNvPr id="3" name="文本框 2"/>
          <p:cNvSpPr txBox="1"/>
          <p:nvPr/>
        </p:nvSpPr>
        <p:spPr>
          <a:xfrm>
            <a:off x="2745105" y="5678805"/>
            <a:ext cx="799973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表扬</a:t>
            </a:r>
            <a:r>
              <a:rPr lang="en-US" altLang="zh-CN" sz="2000" dirty="0"/>
              <a:t>：</a:t>
            </a:r>
            <a:r>
              <a:rPr lang="zh-CN" altLang="en-US" sz="2000" dirty="0"/>
              <a:t>侧重于对</a:t>
            </a:r>
            <a:r>
              <a:rPr lang="zh-CN" altLang="en-US" sz="2000" dirty="0">
                <a:solidFill>
                  <a:srgbClr val="FF0000"/>
                </a:solidFill>
              </a:rPr>
              <a:t>具体行为、成就或表现的公开认可</a:t>
            </a:r>
            <a:r>
              <a:rPr lang="zh-CN" altLang="en-US" sz="2000" dirty="0"/>
              <a:t>，带有</a:t>
            </a:r>
            <a:r>
              <a:rPr lang="zh-CN" altLang="en-US" sz="2000" dirty="0">
                <a:solidFill>
                  <a:srgbClr val="FF0000"/>
                </a:solidFill>
              </a:rPr>
              <a:t>客观评价性质</a:t>
            </a:r>
            <a:r>
              <a:rPr lang="zh-CN" altLang="en-US" sz="2000" dirty="0"/>
              <a:t>，常用于</a:t>
            </a:r>
            <a:r>
              <a:rPr lang="zh-CN" altLang="en-US" sz="2000" dirty="0">
                <a:solidFill>
                  <a:srgbClr val="FF0000"/>
                </a:solidFill>
              </a:rPr>
              <a:t>鼓励或树立榜样</a:t>
            </a:r>
            <a:r>
              <a:rPr lang="vi-VN" altLang="zh-CN" sz="2000" dirty="0">
                <a:solidFill>
                  <a:srgbClr val="FF0000"/>
                </a:solidFill>
              </a:rPr>
              <a:t>. Nhấn mạnh hành động cụ thể, thành tự hoặc biểu hiện được công nhận công khai, đánh giá khách quan, thường dùng để cổ vũ( biểu dương)</a:t>
            </a:r>
          </a:p>
          <a:p>
            <a:r>
              <a:rPr lang="zh-CN" altLang="en-US" sz="2000" dirty="0">
                <a:solidFill>
                  <a:srgbClr val="FF0000"/>
                </a:solidFill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  <p:bldP spid="2" grpId="0"/>
      <p:bldP spid="2" grpId="1"/>
      <p:bldP spid="3" grpId="0"/>
      <p:bldP spid="3" grpId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7"/>
          <p:cNvSpPr txBox="1"/>
          <p:nvPr/>
        </p:nvSpPr>
        <p:spPr>
          <a:xfrm>
            <a:off x="166805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5" name="文本框 7"/>
          <p:cNvSpPr txBox="1"/>
          <p:nvPr/>
        </p:nvSpPr>
        <p:spPr>
          <a:xfrm>
            <a:off x="238243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Source Han Sans CN Regular" panose="020B0500000000000000" pitchFamily="34" charset="-122"/>
                <a:ea typeface="Source Han Sans CN Regular" panose="020B0500000000000000" pitchFamily="34" charset="-122"/>
              </a:rPr>
              <a:t>Practise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Source Han Sans CN Regular" panose="020B0500000000000000" pitchFamily="34" charset="-122"/>
              <a:ea typeface="Source Han Sans CN Regular" panose="020B0500000000000000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2475865" y="363855"/>
            <a:ext cx="7989552" cy="706755"/>
            <a:chOff x="4428" y="434"/>
            <a:chExt cx="3123" cy="1113"/>
          </a:xfrm>
        </p:grpSpPr>
        <p:sp>
          <p:nvSpPr>
            <p:cNvPr id="43" name="圆角矩形 42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4428" y="434"/>
              <a:ext cx="3123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sz="4000" b="1" dirty="0">
                  <a:solidFill>
                    <a:schemeClr val="bg1"/>
                  </a:solidFill>
                  <a:latin typeface="STKaiti" panose="02010600040101010101" charset="-122"/>
                  <a:ea typeface="STKaiti" panose="02010600040101010101" charset="-122"/>
                  <a:sym typeface="宋体" panose="02010600030101010101" pitchFamily="2" charset="-122"/>
                </a:rPr>
                <a:t>于</a:t>
              </a:r>
              <a:r>
                <a:rPr lang="en-US" altLang="zh-CN" sz="4000" b="1" dirty="0">
                  <a:solidFill>
                    <a:schemeClr val="bg1"/>
                  </a:solidFill>
                  <a:latin typeface="STKaiti" panose="02010600040101010101" charset="-122"/>
                  <a:ea typeface="STKaiti" panose="02010600040101010101" charset="-122"/>
                  <a:sym typeface="宋体" panose="02010600030101010101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STKaiti" panose="02010600040101010101" charset="-122"/>
                  <a:ea typeface="STKaiti" panose="02010600040101010101" charset="-122"/>
                  <a:sym typeface="宋体" panose="02010600030101010101" pitchFamily="2" charset="-122"/>
                </a:rPr>
                <a:t>为</a:t>
              </a:r>
              <a:r>
                <a:rPr lang="en-US" altLang="zh-CN" sz="4000" b="1" dirty="0">
                  <a:solidFill>
                    <a:schemeClr val="bg1"/>
                  </a:solidFill>
                  <a:latin typeface="STKaiti" panose="02010600040101010101" charset="-122"/>
                  <a:ea typeface="STKaiti" panose="02010600040101010101" charset="-122"/>
                  <a:sym typeface="宋体" panose="02010600030101010101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STKaiti" panose="02010600040101010101" charset="-122"/>
                  <a:ea typeface="STKaiti" panose="02010600040101010101" charset="-122"/>
                  <a:sym typeface="宋体" panose="02010600030101010101" pitchFamily="2" charset="-122"/>
                </a:rPr>
                <a:t>充满</a:t>
              </a:r>
              <a:r>
                <a:rPr lang="en-US" altLang="zh-CN" sz="4000" b="1" dirty="0">
                  <a:solidFill>
                    <a:schemeClr val="bg1"/>
                  </a:solidFill>
                  <a:latin typeface="STKaiti" panose="02010600040101010101" charset="-122"/>
                  <a:ea typeface="STKaiti" panose="02010600040101010101" charset="-122"/>
                  <a:sym typeface="宋体" panose="02010600030101010101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STKaiti" panose="02010600040101010101" charset="-122"/>
                  <a:ea typeface="STKaiti" panose="02010600040101010101" charset="-122"/>
                  <a:sym typeface="宋体" panose="02010600030101010101" pitchFamily="2" charset="-122"/>
                </a:rPr>
                <a:t>从而</a:t>
              </a:r>
              <a:r>
                <a:rPr lang="en-US" altLang="zh-CN" sz="4000" b="1" dirty="0">
                  <a:solidFill>
                    <a:schemeClr val="bg1"/>
                  </a:solidFill>
                  <a:latin typeface="STKaiti" panose="02010600040101010101" charset="-122"/>
                  <a:ea typeface="STKaiti" panose="02010600040101010101" charset="-122"/>
                  <a:sym typeface="宋体" panose="02010600030101010101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STKaiti" panose="02010600040101010101" charset="-122"/>
                  <a:ea typeface="STKaiti" panose="02010600040101010101" charset="-122"/>
                  <a:sym typeface="宋体" panose="02010600030101010101" pitchFamily="2" charset="-122"/>
                </a:rPr>
                <a:t>产生</a:t>
              </a:r>
              <a:r>
                <a:rPr lang="en-US" altLang="zh-CN" sz="4000" b="1" dirty="0">
                  <a:solidFill>
                    <a:schemeClr val="bg1"/>
                  </a:solidFill>
                  <a:latin typeface="STKaiti" panose="02010600040101010101" charset="-122"/>
                  <a:ea typeface="STKaiti" panose="02010600040101010101" charset="-122"/>
                  <a:sym typeface="宋体" panose="02010600030101010101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STKaiti" panose="02010600040101010101" charset="-122"/>
                  <a:ea typeface="STKaiti" panose="02010600040101010101" charset="-122"/>
                  <a:sym typeface="宋体" panose="02010600030101010101" pitchFamily="2" charset="-122"/>
                </a:rPr>
                <a:t>描写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-349885" y="1278255"/>
            <a:ext cx="12430760" cy="1628140"/>
            <a:chOff x="-443" y="1654"/>
            <a:chExt cx="19576" cy="2564"/>
          </a:xfrm>
        </p:grpSpPr>
        <p:sp>
          <p:nvSpPr>
            <p:cNvPr id="2" name="矩形 1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sz="3600" b="1">
                  <a:solidFill>
                    <a:schemeClr val="tx1"/>
                  </a:solidFill>
                  <a:latin typeface="STKaiti" panose="02010600040101010101" charset="-122"/>
                  <a:ea typeface="STKaiti" panose="02010600040101010101" charset="-122"/>
                  <a:cs typeface="STKaiti" panose="02010600040101010101" charset="-122"/>
                </a:rPr>
                <a:t>这首诗主要</a:t>
              </a:r>
              <a:r>
                <a:rPr lang="en-US" altLang="zh-CN" sz="3600" b="1">
                  <a:solidFill>
                    <a:srgbClr val="C00000"/>
                  </a:solidFill>
                  <a:latin typeface="STKaiti" panose="02010600040101010101" charset="-122"/>
                  <a:ea typeface="STKaiti" panose="02010600040101010101" charset="-122"/>
                  <a:cs typeface="STKaiti" panose="02010600040101010101" charset="-122"/>
                  <a:sym typeface="+mn-ea"/>
                </a:rPr>
                <a:t>______</a:t>
              </a:r>
              <a:r>
                <a:rPr sz="3600" b="1">
                  <a:solidFill>
                    <a:schemeClr val="tx1"/>
                  </a:solidFill>
                  <a:latin typeface="STKaiti" panose="02010600040101010101" charset="-122"/>
                  <a:ea typeface="STKaiti" panose="02010600040101010101" charset="-122"/>
                  <a:cs typeface="STKaiti" panose="02010600040101010101" charset="-122"/>
                </a:rPr>
                <a:t>了一对年轻人的恋爱经历。</a:t>
              </a:r>
            </a:p>
          </p:txBody>
        </p:sp>
        <p:pic>
          <p:nvPicPr>
            <p:cNvPr id="6" name="图片 5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grpSp>
        <p:nvGrpSpPr>
          <p:cNvPr id="7" name="组合 6"/>
          <p:cNvGrpSpPr/>
          <p:nvPr/>
        </p:nvGrpSpPr>
        <p:grpSpPr>
          <a:xfrm>
            <a:off x="-349885" y="2957195"/>
            <a:ext cx="12430760" cy="1628140"/>
            <a:chOff x="-443" y="1654"/>
            <a:chExt cx="19576" cy="2564"/>
          </a:xfrm>
        </p:grpSpPr>
        <p:sp>
          <p:nvSpPr>
            <p:cNvPr id="8" name="矩形 7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marL="0" marR="0" lvl="0" indent="0" algn="ctr" defTabSz="130048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sz="3600" b="1">
                  <a:solidFill>
                    <a:schemeClr val="tx1"/>
                  </a:solidFill>
                  <a:latin typeface="STKaiti" panose="02010600040101010101" charset="-122"/>
                  <a:ea typeface="STKaiti" panose="02010600040101010101" charset="-122"/>
                  <a:cs typeface="STKaiti" panose="02010600040101010101" charset="-122"/>
                </a:rPr>
                <a:t>新产品很受顾客欢迎，使我对公司的未来</a:t>
              </a:r>
              <a:r>
                <a:rPr lang="en-US" altLang="zh-CN" sz="3600" b="1">
                  <a:solidFill>
                    <a:srgbClr val="C00000"/>
                  </a:solidFill>
                  <a:latin typeface="STKaiti" panose="02010600040101010101" charset="-122"/>
                  <a:ea typeface="STKaiti" panose="02010600040101010101" charset="-122"/>
                  <a:cs typeface="STKaiti" panose="02010600040101010101" charset="-122"/>
                  <a:sym typeface="+mn-ea"/>
                </a:rPr>
                <a:t>_____</a:t>
              </a:r>
              <a:r>
                <a:rPr sz="3600" b="1">
                  <a:solidFill>
                    <a:schemeClr val="tx1"/>
                  </a:solidFill>
                  <a:latin typeface="STKaiti" panose="02010600040101010101" charset="-122"/>
                  <a:ea typeface="STKaiti" panose="02010600040101010101" charset="-122"/>
                  <a:cs typeface="STKaiti" panose="02010600040101010101" charset="-122"/>
                </a:rPr>
                <a:t>信心。</a:t>
              </a:r>
            </a:p>
          </p:txBody>
        </p:sp>
        <p:pic>
          <p:nvPicPr>
            <p:cNvPr id="16" name="图片 15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grpSp>
        <p:nvGrpSpPr>
          <p:cNvPr id="17" name="组合 16"/>
          <p:cNvGrpSpPr/>
          <p:nvPr/>
        </p:nvGrpSpPr>
        <p:grpSpPr>
          <a:xfrm>
            <a:off x="-406400" y="4636135"/>
            <a:ext cx="12430760" cy="1628140"/>
            <a:chOff x="-443" y="1654"/>
            <a:chExt cx="19576" cy="2564"/>
          </a:xfrm>
        </p:grpSpPr>
        <p:sp>
          <p:nvSpPr>
            <p:cNvPr id="18" name="矩形 17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sz="3600" b="1">
                  <a:solidFill>
                    <a:schemeClr val="tx1"/>
                  </a:solidFill>
                  <a:latin typeface="STKaiti" panose="02010600040101010101" charset="-122"/>
                  <a:ea typeface="STKaiti" panose="02010600040101010101" charset="-122"/>
                  <a:cs typeface="STKaiti" panose="02010600040101010101" charset="-122"/>
                </a:rPr>
                <a:t>我担心长期吃这种药会对身体</a:t>
              </a:r>
              <a:r>
                <a:rPr lang="en-US" altLang="zh-CN" sz="3600" b="1">
                  <a:solidFill>
                    <a:srgbClr val="C00000"/>
                  </a:solidFill>
                  <a:latin typeface="STKaiti" panose="02010600040101010101" charset="-122"/>
                  <a:ea typeface="STKaiti" panose="02010600040101010101" charset="-122"/>
                  <a:cs typeface="STKaiti" panose="02010600040101010101" charset="-122"/>
                  <a:sym typeface="+mn-ea"/>
                </a:rPr>
                <a:t>______</a:t>
              </a:r>
              <a:r>
                <a:rPr sz="3600" b="1">
                  <a:solidFill>
                    <a:schemeClr val="tx1"/>
                  </a:solidFill>
                  <a:latin typeface="STKaiti" panose="02010600040101010101" charset="-122"/>
                  <a:ea typeface="STKaiti" panose="02010600040101010101" charset="-122"/>
                  <a:cs typeface="STKaiti" panose="02010600040101010101" charset="-122"/>
                </a:rPr>
                <a:t>不好的影响</a:t>
              </a:r>
              <a:r>
                <a:rPr lang="zh-CN" altLang="en-US" sz="3600" b="1">
                  <a:solidFill>
                    <a:schemeClr val="tx1"/>
                  </a:solidFill>
                  <a:latin typeface="STKaiti" panose="02010600040101010101" charset="-122"/>
                  <a:ea typeface="STKaiti" panose="02010600040101010101" charset="-122"/>
                  <a:cs typeface="STKaiti" panose="02010600040101010101" charset="-122"/>
                  <a:sym typeface="STXihei" panose="02010600040101010101" pitchFamily="2" charset="-122"/>
                </a:rPr>
                <a:t>。</a:t>
              </a:r>
            </a:p>
          </p:txBody>
        </p:sp>
        <p:pic>
          <p:nvPicPr>
            <p:cNvPr id="23" name="图片 22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sp>
        <p:nvSpPr>
          <p:cNvPr id="24" name="文本框 23"/>
          <p:cNvSpPr txBox="1"/>
          <p:nvPr/>
        </p:nvSpPr>
        <p:spPr>
          <a:xfrm>
            <a:off x="8864600" y="3705225"/>
            <a:ext cx="199517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4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TKaiti" panose="02010600040101010101" charset="-122"/>
                <a:ea typeface="STKaiti" panose="02010600040101010101" charset="-122"/>
                <a:cs typeface="Source Han Sans CN Regular" panose="020B0500000000000000" pitchFamily="34" charset="-122"/>
                <a:sym typeface="宋体" panose="02010600030101010101" pitchFamily="2" charset="-122"/>
              </a:rPr>
              <a:t>充满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7015480" y="5339080"/>
            <a:ext cx="199517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4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TKaiti" panose="02010600040101010101" charset="-122"/>
                <a:ea typeface="STKaiti" panose="02010600040101010101" charset="-122"/>
                <a:cs typeface="Source Han Sans CN Regular" panose="020B0500000000000000" pitchFamily="34" charset="-122"/>
                <a:sym typeface="宋体" panose="02010600030101010101" pitchFamily="2" charset="-122"/>
              </a:rPr>
              <a:t>产生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3883025" y="1991995"/>
            <a:ext cx="199517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4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TKaiti" panose="02010600040101010101" charset="-122"/>
                <a:ea typeface="STKaiti" panose="02010600040101010101" charset="-122"/>
                <a:cs typeface="Source Han Sans CN Regular" panose="020B0500000000000000" pitchFamily="34" charset="-122"/>
                <a:sym typeface="宋体" panose="02010600030101010101" pitchFamily="2" charset="-122"/>
              </a:rPr>
              <a:t>描写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34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7"/>
          <p:cNvSpPr txBox="1"/>
          <p:nvPr/>
        </p:nvSpPr>
        <p:spPr>
          <a:xfrm>
            <a:off x="166805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5" name="文本框 7"/>
          <p:cNvSpPr txBox="1"/>
          <p:nvPr/>
        </p:nvSpPr>
        <p:spPr>
          <a:xfrm>
            <a:off x="238243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Source Han Sans CN Regular" panose="020B0500000000000000" pitchFamily="34" charset="-122"/>
                <a:ea typeface="Source Han Sans CN Regular" panose="020B0500000000000000" pitchFamily="34" charset="-122"/>
              </a:rPr>
              <a:t>Practise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Source Han Sans CN Regular" panose="020B0500000000000000" pitchFamily="34" charset="-122"/>
              <a:ea typeface="Source Han Sans CN Regular" panose="020B0500000000000000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2475865" y="363855"/>
            <a:ext cx="7989552" cy="706755"/>
            <a:chOff x="4428" y="434"/>
            <a:chExt cx="3123" cy="1113"/>
          </a:xfrm>
        </p:grpSpPr>
        <p:sp>
          <p:nvSpPr>
            <p:cNvPr id="43" name="圆角矩形 42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4428" y="434"/>
              <a:ext cx="3123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sz="4000" b="1" dirty="0">
                  <a:solidFill>
                    <a:schemeClr val="bg1"/>
                  </a:solidFill>
                  <a:latin typeface="STKaiti" panose="02010600040101010101" charset="-122"/>
                  <a:ea typeface="STKaiti" panose="02010600040101010101" charset="-122"/>
                  <a:sym typeface="宋体" panose="02010600030101010101" pitchFamily="2" charset="-122"/>
                </a:rPr>
                <a:t>于</a:t>
              </a:r>
              <a:r>
                <a:rPr lang="en-US" altLang="zh-CN" sz="4000" b="1" dirty="0">
                  <a:solidFill>
                    <a:schemeClr val="bg1"/>
                  </a:solidFill>
                  <a:latin typeface="STKaiti" panose="02010600040101010101" charset="-122"/>
                  <a:ea typeface="STKaiti" panose="02010600040101010101" charset="-122"/>
                  <a:sym typeface="宋体" panose="02010600030101010101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STKaiti" panose="02010600040101010101" charset="-122"/>
                  <a:ea typeface="STKaiti" panose="02010600040101010101" charset="-122"/>
                  <a:sym typeface="宋体" panose="02010600030101010101" pitchFamily="2" charset="-122"/>
                </a:rPr>
                <a:t>为</a:t>
              </a:r>
              <a:r>
                <a:rPr lang="en-US" altLang="zh-CN" sz="4000" b="1" dirty="0">
                  <a:solidFill>
                    <a:schemeClr val="bg1"/>
                  </a:solidFill>
                  <a:latin typeface="STKaiti" panose="02010600040101010101" charset="-122"/>
                  <a:ea typeface="STKaiti" panose="02010600040101010101" charset="-122"/>
                  <a:sym typeface="宋体" panose="02010600030101010101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STKaiti" panose="02010600040101010101" charset="-122"/>
                  <a:ea typeface="STKaiti" panose="02010600040101010101" charset="-122"/>
                  <a:sym typeface="宋体" panose="02010600030101010101" pitchFamily="2" charset="-122"/>
                </a:rPr>
                <a:t>充满</a:t>
              </a:r>
              <a:r>
                <a:rPr lang="en-US" altLang="zh-CN" sz="4000" b="1" dirty="0">
                  <a:solidFill>
                    <a:schemeClr val="bg1"/>
                  </a:solidFill>
                  <a:latin typeface="STKaiti" panose="02010600040101010101" charset="-122"/>
                  <a:ea typeface="STKaiti" panose="02010600040101010101" charset="-122"/>
                  <a:sym typeface="宋体" panose="02010600030101010101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STKaiti" panose="02010600040101010101" charset="-122"/>
                  <a:ea typeface="STKaiti" panose="02010600040101010101" charset="-122"/>
                  <a:sym typeface="宋体" panose="02010600030101010101" pitchFamily="2" charset="-122"/>
                </a:rPr>
                <a:t>从而</a:t>
              </a:r>
              <a:r>
                <a:rPr lang="en-US" altLang="zh-CN" sz="4000" b="1" dirty="0">
                  <a:solidFill>
                    <a:schemeClr val="bg1"/>
                  </a:solidFill>
                  <a:latin typeface="STKaiti" panose="02010600040101010101" charset="-122"/>
                  <a:ea typeface="STKaiti" panose="02010600040101010101" charset="-122"/>
                  <a:sym typeface="宋体" panose="02010600030101010101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STKaiti" panose="02010600040101010101" charset="-122"/>
                  <a:ea typeface="STKaiti" panose="02010600040101010101" charset="-122"/>
                  <a:sym typeface="宋体" panose="02010600030101010101" pitchFamily="2" charset="-122"/>
                </a:rPr>
                <a:t>产生</a:t>
              </a:r>
              <a:r>
                <a:rPr lang="en-US" altLang="zh-CN" sz="4000" b="1" dirty="0">
                  <a:solidFill>
                    <a:schemeClr val="bg1"/>
                  </a:solidFill>
                  <a:latin typeface="STKaiti" panose="02010600040101010101" charset="-122"/>
                  <a:ea typeface="STKaiti" panose="02010600040101010101" charset="-122"/>
                  <a:sym typeface="宋体" panose="02010600030101010101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STKaiti" panose="02010600040101010101" charset="-122"/>
                  <a:ea typeface="STKaiti" panose="02010600040101010101" charset="-122"/>
                  <a:sym typeface="宋体" panose="02010600030101010101" pitchFamily="2" charset="-122"/>
                </a:rPr>
                <a:t>描写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-349885" y="1278255"/>
            <a:ext cx="12430760" cy="1628140"/>
            <a:chOff x="-443" y="1654"/>
            <a:chExt cx="19576" cy="2564"/>
          </a:xfrm>
        </p:grpSpPr>
        <p:sp>
          <p:nvSpPr>
            <p:cNvPr id="2" name="矩形 1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sz="3600" b="1">
                  <a:solidFill>
                    <a:schemeClr val="tx1"/>
                  </a:solidFill>
                  <a:latin typeface="STKaiti" panose="02010600040101010101" charset="-122"/>
                  <a:ea typeface="STKaiti" panose="02010600040101010101" charset="-122"/>
                  <a:cs typeface="STKaiti" panose="02010600040101010101" charset="-122"/>
                </a:rPr>
                <a:t>办公室让我通知你明天下午的活动改</a:t>
              </a:r>
              <a:r>
                <a:rPr lang="en-US" altLang="zh-CN" sz="3600" b="1">
                  <a:solidFill>
                    <a:srgbClr val="C00000"/>
                  </a:solidFill>
                  <a:latin typeface="STKaiti" panose="02010600040101010101" charset="-122"/>
                  <a:ea typeface="STKaiti" panose="02010600040101010101" charset="-122"/>
                  <a:cs typeface="STKaiti" panose="02010600040101010101" charset="-122"/>
                  <a:sym typeface="+mn-ea"/>
                </a:rPr>
                <a:t>_____</a:t>
              </a:r>
              <a:r>
                <a:rPr sz="3600" b="1">
                  <a:solidFill>
                    <a:schemeClr val="tx1"/>
                  </a:solidFill>
                  <a:latin typeface="STKaiti" panose="02010600040101010101" charset="-122"/>
                  <a:ea typeface="STKaiti" panose="02010600040101010101" charset="-122"/>
                  <a:cs typeface="STKaiti" panose="02010600040101010101" charset="-122"/>
                </a:rPr>
                <a:t>下周一了。</a:t>
              </a:r>
            </a:p>
          </p:txBody>
        </p:sp>
        <p:pic>
          <p:nvPicPr>
            <p:cNvPr id="6" name="图片 5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grpSp>
        <p:nvGrpSpPr>
          <p:cNvPr id="7" name="组合 6"/>
          <p:cNvGrpSpPr/>
          <p:nvPr/>
        </p:nvGrpSpPr>
        <p:grpSpPr>
          <a:xfrm>
            <a:off x="-349885" y="2957195"/>
            <a:ext cx="12430760" cy="1628140"/>
            <a:chOff x="-443" y="1654"/>
            <a:chExt cx="19576" cy="2564"/>
          </a:xfrm>
        </p:grpSpPr>
        <p:sp>
          <p:nvSpPr>
            <p:cNvPr id="8" name="矩形 7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marL="0" marR="0" lvl="0" indent="0" algn="ctr" defTabSz="130048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sz="3600" b="1">
                  <a:solidFill>
                    <a:schemeClr val="tx1"/>
                  </a:solidFill>
                  <a:latin typeface="STKaiti" panose="02010600040101010101" charset="-122"/>
                  <a:ea typeface="STKaiti" panose="02010600040101010101" charset="-122"/>
                  <a:cs typeface="STKaiti" panose="02010600040101010101" charset="-122"/>
                </a:rPr>
                <a:t>刘经理毕业</a:t>
              </a:r>
              <a:r>
                <a:rPr lang="en-US" altLang="zh-CN" sz="3600" b="1">
                  <a:solidFill>
                    <a:srgbClr val="C00000"/>
                  </a:solidFill>
                  <a:latin typeface="STKaiti" panose="02010600040101010101" charset="-122"/>
                  <a:ea typeface="STKaiti" panose="02010600040101010101" charset="-122"/>
                  <a:cs typeface="STKaiti" panose="02010600040101010101" charset="-122"/>
                  <a:sym typeface="+mn-ea"/>
                </a:rPr>
                <a:t>________</a:t>
              </a:r>
              <a:r>
                <a:rPr sz="3600" b="1">
                  <a:solidFill>
                    <a:schemeClr val="tx1"/>
                  </a:solidFill>
                  <a:latin typeface="STKaiti" panose="02010600040101010101" charset="-122"/>
                  <a:ea typeface="STKaiti" panose="02010600040101010101" charset="-122"/>
                  <a:cs typeface="STKaiti" panose="02010600040101010101" charset="-122"/>
                </a:rPr>
                <a:t>北京大学经济学院。</a:t>
              </a:r>
            </a:p>
          </p:txBody>
        </p:sp>
        <p:pic>
          <p:nvPicPr>
            <p:cNvPr id="16" name="图片 15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grpSp>
        <p:nvGrpSpPr>
          <p:cNvPr id="17" name="组合 16"/>
          <p:cNvGrpSpPr/>
          <p:nvPr/>
        </p:nvGrpSpPr>
        <p:grpSpPr>
          <a:xfrm>
            <a:off x="-406400" y="4636135"/>
            <a:ext cx="12430760" cy="1868170"/>
            <a:chOff x="-443" y="1654"/>
            <a:chExt cx="19576" cy="2942"/>
          </a:xfrm>
        </p:grpSpPr>
        <p:sp>
          <p:nvSpPr>
            <p:cNvPr id="18" name="矩形 17"/>
            <p:cNvSpPr/>
            <p:nvPr/>
          </p:nvSpPr>
          <p:spPr>
            <a:xfrm>
              <a:off x="1460" y="2610"/>
              <a:ext cx="17673" cy="1986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l"/>
              <a:r>
                <a:rPr sz="3600" b="1">
                  <a:solidFill>
                    <a:schemeClr val="tx1"/>
                  </a:solidFill>
                  <a:latin typeface="STKaiti" panose="02010600040101010101" charset="-122"/>
                  <a:ea typeface="STKaiti" panose="02010600040101010101" charset="-122"/>
                  <a:cs typeface="STKaiti" panose="02010600040101010101" charset="-122"/>
                </a:rPr>
                <a:t>换一个角度考虑，也许正好就能发现问题的关键，</a:t>
              </a:r>
              <a:r>
                <a:rPr lang="en-US" sz="3600" b="1">
                  <a:solidFill>
                    <a:schemeClr val="tx1"/>
                  </a:solidFill>
                  <a:latin typeface="STKaiti" panose="02010600040101010101" charset="-122"/>
                  <a:ea typeface="STKaiti" panose="02010600040101010101" charset="-122"/>
                  <a:cs typeface="STKaiti" panose="02010600040101010101" charset="-122"/>
                </a:rPr>
                <a:t>____</a:t>
              </a:r>
              <a:r>
                <a:rPr sz="3600" b="1">
                  <a:solidFill>
                    <a:schemeClr val="tx1"/>
                  </a:solidFill>
                  <a:latin typeface="STKaiti" panose="02010600040101010101" charset="-122"/>
                  <a:ea typeface="STKaiti" panose="02010600040101010101" charset="-122"/>
                  <a:cs typeface="STKaiti" panose="02010600040101010101" charset="-122"/>
                </a:rPr>
                <a:t>找到解决问题的答案。</a:t>
              </a:r>
            </a:p>
          </p:txBody>
        </p:sp>
        <p:pic>
          <p:nvPicPr>
            <p:cNvPr id="23" name="图片 22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sp>
        <p:nvSpPr>
          <p:cNvPr id="24" name="文本框 23"/>
          <p:cNvSpPr txBox="1"/>
          <p:nvPr/>
        </p:nvSpPr>
        <p:spPr>
          <a:xfrm>
            <a:off x="4577715" y="3653790"/>
            <a:ext cx="199517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4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TKaiti" panose="02010600040101010101" charset="-122"/>
                <a:ea typeface="STKaiti" panose="02010600040101010101" charset="-122"/>
                <a:cs typeface="Source Han Sans CN Regular" panose="020B0500000000000000" pitchFamily="34" charset="-122"/>
                <a:sym typeface="宋体" panose="02010600030101010101" pitchFamily="2" charset="-122"/>
              </a:rPr>
              <a:t>于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10450195" y="5140960"/>
            <a:ext cx="199517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4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TKaiti" panose="02010600040101010101" charset="-122"/>
                <a:ea typeface="STKaiti" panose="02010600040101010101" charset="-122"/>
                <a:cs typeface="Source Han Sans CN Regular" panose="020B0500000000000000" pitchFamily="34" charset="-122"/>
                <a:sym typeface="宋体" panose="02010600030101010101" pitchFamily="2" charset="-122"/>
              </a:rPr>
              <a:t>从而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7972425" y="2022475"/>
            <a:ext cx="199517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4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TKaiti" panose="02010600040101010101" charset="-122"/>
                <a:ea typeface="STKaiti" panose="02010600040101010101" charset="-122"/>
                <a:cs typeface="Source Han Sans CN Regular" panose="020B0500000000000000" pitchFamily="34" charset="-122"/>
                <a:sym typeface="宋体" panose="02010600030101010101" pitchFamily="2" charset="-122"/>
              </a:rPr>
              <a:t>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34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C:\Users\38577\Desktop\黑板.jpg黑板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5205" y="1005840"/>
            <a:ext cx="9963150" cy="57048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96060" y="2007235"/>
            <a:ext cx="90176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用“于”改写下列句子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192530" y="1205230"/>
            <a:ext cx="954151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4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作业</a:t>
            </a:r>
            <a:endParaRPr lang="zh-CN" sz="44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</a:endParaRPr>
          </a:p>
        </p:txBody>
      </p:sp>
      <p:pic>
        <p:nvPicPr>
          <p:cNvPr id="10" name="图片 9" descr="老师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-43180" y="4780915"/>
            <a:ext cx="2011045" cy="207708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448560" y="2981960"/>
            <a:ext cx="7294880" cy="245364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457200" indent="-457200" algn="l" eaLnBrk="1">
              <a:lnSpc>
                <a:spcPct val="120000"/>
              </a:lnSpc>
              <a:buFont typeface="Arial" panose="020B0704020202020204" pitchFamily="34" charset="0"/>
              <a:buChar char="•"/>
            </a:pPr>
            <a:r>
              <a:rPr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乒乓球运动是在19世纪末产生的，</a:t>
            </a:r>
          </a:p>
          <a:p>
            <a:pPr algn="l" eaLnBrk="1">
              <a:lnSpc>
                <a:spcPct val="120000"/>
              </a:lnSpc>
            </a:pPr>
            <a:r>
              <a:rPr 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    </a:t>
            </a:r>
            <a:r>
              <a:rPr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说起来还有一段有趣的故事呢。</a:t>
            </a:r>
          </a:p>
          <a:p>
            <a:pPr algn="l" eaLnBrk="1">
              <a:lnSpc>
                <a:spcPct val="120000"/>
              </a:lnSpc>
            </a:pPr>
            <a:r>
              <a:rPr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      </a:t>
            </a:r>
          </a:p>
          <a:p>
            <a:pPr marL="457200" indent="-457200" algn="l" eaLnBrk="1">
              <a:lnSpc>
                <a:spcPct val="120000"/>
              </a:lnSpc>
              <a:buFont typeface="Arial" panose="020B0704020202020204" pitchFamily="34" charset="0"/>
              <a:buChar char="•"/>
            </a:pPr>
            <a:r>
              <a:rPr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乒乓球运动</a:t>
            </a:r>
            <a:r>
              <a:rPr 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 ____________________</a:t>
            </a:r>
            <a:r>
              <a:rPr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。</a:t>
            </a:r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11" name="文本框 7"/>
          <p:cNvSpPr txBox="1"/>
          <p:nvPr/>
        </p:nvSpPr>
        <p:spPr>
          <a:xfrm>
            <a:off x="165852" y="214290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作业</a:t>
            </a:r>
          </a:p>
        </p:txBody>
      </p:sp>
      <p:sp>
        <p:nvSpPr>
          <p:cNvPr id="12" name="文本框 7"/>
          <p:cNvSpPr txBox="1"/>
          <p:nvPr/>
        </p:nvSpPr>
        <p:spPr>
          <a:xfrm>
            <a:off x="237290" y="702214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lvl="0" indent="0" algn="l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Source Han Sans CN Regular" panose="020B0500000000000000" pitchFamily="34" charset="-122"/>
                <a:ea typeface="Source Han Sans CN Regular" panose="020B0500000000000000" pitchFamily="34" charset="-122"/>
                <a:sym typeface="+mn-ea"/>
              </a:rPr>
              <a:t>Homework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Source Han Sans CN Regular" panose="020B0500000000000000" pitchFamily="34" charset="-122"/>
              <a:ea typeface="Source Han Sans CN Regular" panose="020B0500000000000000" pitchFamily="34" charset="-122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C:\Users\38577\Desktop\黑板.jpg黑板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5205" y="1005840"/>
            <a:ext cx="9963150" cy="57048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96060" y="2007235"/>
            <a:ext cx="90176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用“于”改写下列句子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192530" y="1205230"/>
            <a:ext cx="954151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4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作业</a:t>
            </a:r>
            <a:endParaRPr lang="zh-CN" sz="44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</a:endParaRPr>
          </a:p>
        </p:txBody>
      </p:sp>
      <p:pic>
        <p:nvPicPr>
          <p:cNvPr id="10" name="图片 9" descr="老师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-43180" y="4780915"/>
            <a:ext cx="2011045" cy="207708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637155" y="2696210"/>
            <a:ext cx="7955280" cy="30441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457200" indent="-457200" algn="l" eaLnBrk="1">
              <a:lnSpc>
                <a:spcPct val="120000"/>
              </a:lnSpc>
              <a:buFont typeface="Arial" panose="020B0704020202020204" pitchFamily="34" charset="0"/>
              <a:buChar char="•"/>
            </a:pPr>
            <a:r>
              <a:rPr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工作上，对已取得的成功，他从不满足，</a:t>
            </a:r>
          </a:p>
          <a:p>
            <a:pPr algn="l" eaLnBrk="1">
              <a:lnSpc>
                <a:spcPct val="120000"/>
              </a:lnSpc>
            </a:pPr>
            <a:r>
              <a:rPr 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    </a:t>
            </a:r>
            <a:r>
              <a:rPr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而是给自己提出更高的要求。</a:t>
            </a:r>
          </a:p>
          <a:p>
            <a:pPr algn="l" eaLnBrk="1">
              <a:lnSpc>
                <a:spcPct val="120000"/>
              </a:lnSpc>
            </a:pPr>
            <a:endParaRPr sz="32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STXihei" panose="02010600040101010101" pitchFamily="2" charset="-122"/>
            </a:endParaRPr>
          </a:p>
          <a:p>
            <a:pPr marL="457200" indent="-457200" algn="l" eaLnBrk="1">
              <a:lnSpc>
                <a:spcPct val="120000"/>
              </a:lnSpc>
              <a:buFont typeface="Arial" panose="020B0704020202020204" pitchFamily="34" charset="0"/>
              <a:buChar char="•"/>
            </a:pPr>
            <a:r>
              <a:rPr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 </a:t>
            </a:r>
            <a:r>
              <a:rPr 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_______________________</a:t>
            </a:r>
            <a:r>
              <a:rPr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，</a:t>
            </a:r>
          </a:p>
          <a:p>
            <a:pPr algn="l" eaLnBrk="1">
              <a:lnSpc>
                <a:spcPct val="120000"/>
              </a:lnSpc>
            </a:pPr>
            <a:r>
              <a:rPr 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    </a:t>
            </a:r>
            <a:r>
              <a:rPr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而是给自己提出更高的要求。</a:t>
            </a:r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11" name="文本框 7"/>
          <p:cNvSpPr txBox="1"/>
          <p:nvPr/>
        </p:nvSpPr>
        <p:spPr>
          <a:xfrm>
            <a:off x="165852" y="214290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作业</a:t>
            </a:r>
          </a:p>
        </p:txBody>
      </p:sp>
      <p:sp>
        <p:nvSpPr>
          <p:cNvPr id="12" name="文本框 7"/>
          <p:cNvSpPr txBox="1"/>
          <p:nvPr/>
        </p:nvSpPr>
        <p:spPr>
          <a:xfrm>
            <a:off x="237290" y="702214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lvl="0" indent="0" algn="l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Source Han Sans CN Regular" panose="020B0500000000000000" pitchFamily="34" charset="-122"/>
                <a:ea typeface="Source Han Sans CN Regular" panose="020B0500000000000000" pitchFamily="34" charset="-122"/>
                <a:sym typeface="+mn-ea"/>
              </a:rPr>
              <a:t>Homework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Source Han Sans CN Regular" panose="020B0500000000000000" pitchFamily="34" charset="-122"/>
              <a:ea typeface="Source Han Sans CN Regular" panose="020B0500000000000000" pitchFamily="34" charset="-122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C:\Users\38577\Desktop\黑板.jpg黑板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5205" y="1005840"/>
            <a:ext cx="9963150" cy="57048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96060" y="2007235"/>
            <a:ext cx="90176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用“为”改写下列句子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192530" y="1205230"/>
            <a:ext cx="954151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4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作业</a:t>
            </a:r>
            <a:endParaRPr lang="zh-CN" sz="44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</a:endParaRPr>
          </a:p>
        </p:txBody>
      </p:sp>
      <p:pic>
        <p:nvPicPr>
          <p:cNvPr id="10" name="图片 9" descr="老师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-43180" y="4780915"/>
            <a:ext cx="2011045" cy="207708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967865" y="2926715"/>
            <a:ext cx="8112760" cy="245364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457200" indent="-457200" algn="l" eaLnBrk="1">
              <a:lnSpc>
                <a:spcPct val="120000"/>
              </a:lnSpc>
              <a:buFont typeface="Arial" panose="020B0704020202020204" pitchFamily="34" charset="0"/>
              <a:buChar char="•"/>
            </a:pPr>
            <a:r>
              <a:rPr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在影视作品中，常常把鲨鱼(shāyú, shark)</a:t>
            </a:r>
          </a:p>
          <a:p>
            <a:pPr indent="0" algn="l" eaLnBrk="1">
              <a:lnSpc>
                <a:spcPct val="120000"/>
              </a:lnSpc>
              <a:buFont typeface="Arial" panose="020B0704020202020204" pitchFamily="34" charset="0"/>
              <a:buNone/>
            </a:pPr>
            <a:r>
              <a:rPr 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     </a:t>
            </a:r>
            <a:r>
              <a:rPr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描写成可怕的海洋杀手。</a:t>
            </a:r>
          </a:p>
          <a:p>
            <a:pPr algn="l" eaLnBrk="1">
              <a:lnSpc>
                <a:spcPct val="120000"/>
              </a:lnSpc>
            </a:pPr>
            <a:r>
              <a:rPr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      </a:t>
            </a:r>
          </a:p>
          <a:p>
            <a:pPr marL="457200" indent="-457200" algn="l" eaLnBrk="1">
              <a:lnSpc>
                <a:spcPct val="120000"/>
              </a:lnSpc>
              <a:buFont typeface="Arial" panose="020B0704020202020204" pitchFamily="34" charset="0"/>
              <a:buChar char="•"/>
            </a:pPr>
            <a:r>
              <a:rPr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在影视作品中</a:t>
            </a:r>
            <a:r>
              <a:rPr 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 ______________________</a:t>
            </a:r>
            <a:r>
              <a:rPr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。</a:t>
            </a:r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11" name="文本框 7"/>
          <p:cNvSpPr txBox="1"/>
          <p:nvPr/>
        </p:nvSpPr>
        <p:spPr>
          <a:xfrm>
            <a:off x="165852" y="214290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作业</a:t>
            </a:r>
          </a:p>
        </p:txBody>
      </p:sp>
      <p:sp>
        <p:nvSpPr>
          <p:cNvPr id="12" name="文本框 7"/>
          <p:cNvSpPr txBox="1"/>
          <p:nvPr/>
        </p:nvSpPr>
        <p:spPr>
          <a:xfrm>
            <a:off x="237290" y="702214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lvl="0" indent="0" algn="l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Source Han Sans CN Regular" panose="020B0500000000000000" pitchFamily="34" charset="-122"/>
                <a:ea typeface="Source Han Sans CN Regular" panose="020B0500000000000000" pitchFamily="34" charset="-122"/>
                <a:sym typeface="+mn-ea"/>
              </a:rPr>
              <a:t>Homework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Source Han Sans CN Regular" panose="020B0500000000000000" pitchFamily="34" charset="-122"/>
              <a:ea typeface="Source Han Sans CN Regular" panose="020B0500000000000000" pitchFamily="34" charset="-122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C:\Users\38577\Desktop\黑板.jpg黑板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5205" y="1005840"/>
            <a:ext cx="9963150" cy="57048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96060" y="2007235"/>
            <a:ext cx="90176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用“为”改写下列句子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192530" y="1205230"/>
            <a:ext cx="954151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4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作业</a:t>
            </a:r>
            <a:endParaRPr lang="zh-CN" sz="44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</a:endParaRPr>
          </a:p>
        </p:txBody>
      </p:sp>
      <p:pic>
        <p:nvPicPr>
          <p:cNvPr id="10" name="图片 9" descr="老师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-43180" y="4780915"/>
            <a:ext cx="2011045" cy="207708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967865" y="2926715"/>
            <a:ext cx="8493760" cy="245364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457200" indent="-457200" algn="l" eaLnBrk="1">
              <a:lnSpc>
                <a:spcPct val="120000"/>
              </a:lnSpc>
              <a:buFont typeface="Arial" panose="020B0704020202020204" pitchFamily="34" charset="0"/>
              <a:buChar char="•"/>
            </a:pPr>
            <a:r>
              <a:rPr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为了方便同学们报名，办公室改变了报名</a:t>
            </a:r>
          </a:p>
          <a:p>
            <a:pPr indent="0" algn="l" eaLnBrk="1">
              <a:lnSpc>
                <a:spcPct val="120000"/>
              </a:lnSpc>
              <a:buFont typeface="Arial" panose="020B0704020202020204" pitchFamily="34" charset="0"/>
              <a:buNone/>
            </a:pPr>
            <a:r>
              <a:rPr 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     </a:t>
            </a:r>
            <a:r>
              <a:rPr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时间，从本月一日到十日，周六、日不休。</a:t>
            </a:r>
          </a:p>
          <a:p>
            <a:pPr algn="l" eaLnBrk="1">
              <a:lnSpc>
                <a:spcPct val="120000"/>
              </a:lnSpc>
            </a:pPr>
            <a:r>
              <a:rPr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      </a:t>
            </a:r>
          </a:p>
          <a:p>
            <a:pPr marL="457200" indent="-457200" algn="l" eaLnBrk="1">
              <a:lnSpc>
                <a:spcPct val="120000"/>
              </a:lnSpc>
              <a:buFont typeface="Arial" panose="020B0704020202020204" pitchFamily="34" charset="0"/>
              <a:buChar char="•"/>
            </a:pPr>
            <a:r>
              <a:rPr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为了方便同学们报名</a:t>
            </a:r>
            <a:r>
              <a:rPr 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,  _________________</a:t>
            </a:r>
            <a:r>
              <a:rPr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。</a:t>
            </a:r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11" name="文本框 7"/>
          <p:cNvSpPr txBox="1"/>
          <p:nvPr/>
        </p:nvSpPr>
        <p:spPr>
          <a:xfrm>
            <a:off x="165852" y="214290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作业</a:t>
            </a:r>
          </a:p>
        </p:txBody>
      </p:sp>
      <p:sp>
        <p:nvSpPr>
          <p:cNvPr id="12" name="文本框 7"/>
          <p:cNvSpPr txBox="1"/>
          <p:nvPr/>
        </p:nvSpPr>
        <p:spPr>
          <a:xfrm>
            <a:off x="237290" y="702214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lvl="0" indent="0" algn="l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Source Han Sans CN Regular" panose="020B0500000000000000" pitchFamily="34" charset="-122"/>
                <a:ea typeface="Source Han Sans CN Regular" panose="020B0500000000000000" pitchFamily="34" charset="-122"/>
                <a:sym typeface="+mn-ea"/>
              </a:rPr>
              <a:t>Homework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Source Han Sans CN Regular" panose="020B0500000000000000" pitchFamily="34" charset="-122"/>
              <a:ea typeface="Source Han Sans CN Regular" panose="020B0500000000000000" pitchFamily="34" charset="-122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图片 601" descr="C:\Users\38577\Desktop\11.jpg11"/>
          <p:cNvPicPr>
            <a:picLocks noChangeAspect="1"/>
          </p:cNvPicPr>
          <p:nvPr/>
        </p:nvPicPr>
        <p:blipFill rotWithShape="1">
          <a:blip r:embed="rId118"/>
          <a:srcRect/>
          <a:stretch>
            <a:fillRect/>
          </a:stretch>
        </p:blipFill>
        <p:spPr>
          <a:xfrm>
            <a:off x="-190500" y="-578802"/>
            <a:ext cx="12573635" cy="8015605"/>
          </a:xfrm>
          <a:prstGeom prst="rect">
            <a:avLst/>
          </a:prstGeom>
        </p:spPr>
      </p:pic>
      <p:sp>
        <p:nvSpPr>
          <p:cNvPr id="34" name="PA-4-Point Star 33"/>
          <p:cNvSpPr/>
          <p:nvPr>
            <p:custDataLst>
              <p:tags r:id="rId1"/>
            </p:custDataLst>
          </p:nvPr>
        </p:nvSpPr>
        <p:spPr>
          <a:xfrm rot="8294776">
            <a:off x="5002837" y="21462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PA-4-Point Star 34"/>
          <p:cNvSpPr/>
          <p:nvPr>
            <p:custDataLst>
              <p:tags r:id="rId2"/>
            </p:custDataLst>
          </p:nvPr>
        </p:nvSpPr>
        <p:spPr>
          <a:xfrm rot="8294776">
            <a:off x="5483061" y="23699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PA-4-Point Star 35"/>
          <p:cNvSpPr/>
          <p:nvPr>
            <p:custDataLst>
              <p:tags r:id="rId3"/>
            </p:custDataLst>
          </p:nvPr>
        </p:nvSpPr>
        <p:spPr>
          <a:xfrm rot="8294776">
            <a:off x="5344914" y="268566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PA-4-Point Star 36"/>
          <p:cNvSpPr/>
          <p:nvPr>
            <p:custDataLst>
              <p:tags r:id="rId4"/>
            </p:custDataLst>
          </p:nvPr>
        </p:nvSpPr>
        <p:spPr>
          <a:xfrm rot="16200000">
            <a:off x="243104" y="-6551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PA-4-Point Star 77"/>
          <p:cNvSpPr/>
          <p:nvPr>
            <p:custDataLst>
              <p:tags r:id="rId5"/>
            </p:custDataLst>
          </p:nvPr>
        </p:nvSpPr>
        <p:spPr>
          <a:xfrm rot="16200000">
            <a:off x="6457747" y="229694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PA-4-Point Star 96"/>
          <p:cNvSpPr/>
          <p:nvPr>
            <p:custDataLst>
              <p:tags r:id="rId6"/>
            </p:custDataLst>
          </p:nvPr>
        </p:nvSpPr>
        <p:spPr>
          <a:xfrm rot="8294776">
            <a:off x="5628180" y="262724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PA-4-Point Star 97"/>
          <p:cNvSpPr/>
          <p:nvPr>
            <p:custDataLst>
              <p:tags r:id="rId7"/>
            </p:custDataLst>
          </p:nvPr>
        </p:nvSpPr>
        <p:spPr>
          <a:xfrm rot="16200000">
            <a:off x="11913218" y="758020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PA-4-Point Star 108"/>
          <p:cNvSpPr/>
          <p:nvPr>
            <p:custDataLst>
              <p:tags r:id="rId8"/>
            </p:custDataLst>
          </p:nvPr>
        </p:nvSpPr>
        <p:spPr>
          <a:xfrm rot="16200000">
            <a:off x="6141590" y="24737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PA-4-Point Star 133"/>
          <p:cNvSpPr/>
          <p:nvPr>
            <p:custDataLst>
              <p:tags r:id="rId9"/>
            </p:custDataLst>
          </p:nvPr>
        </p:nvSpPr>
        <p:spPr>
          <a:xfrm rot="16200000">
            <a:off x="4653787" y="3063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PA-4-Point Star 134"/>
          <p:cNvSpPr/>
          <p:nvPr>
            <p:custDataLst>
              <p:tags r:id="rId10"/>
            </p:custDataLst>
          </p:nvPr>
        </p:nvSpPr>
        <p:spPr>
          <a:xfrm rot="8294776">
            <a:off x="5693570" y="219228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PA-4-Point Star 135"/>
          <p:cNvSpPr/>
          <p:nvPr>
            <p:custDataLst>
              <p:tags r:id="rId11"/>
            </p:custDataLst>
          </p:nvPr>
        </p:nvSpPr>
        <p:spPr>
          <a:xfrm rot="8294776">
            <a:off x="5555423" y="250804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PA-4-Point Star 136"/>
          <p:cNvSpPr/>
          <p:nvPr>
            <p:custDataLst>
              <p:tags r:id="rId12"/>
            </p:custDataLst>
          </p:nvPr>
        </p:nvSpPr>
        <p:spPr>
          <a:xfrm rot="8294776">
            <a:off x="4594974" y="26725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PA-4-Point Star 138"/>
          <p:cNvSpPr/>
          <p:nvPr>
            <p:custDataLst>
              <p:tags r:id="rId13"/>
            </p:custDataLst>
          </p:nvPr>
        </p:nvSpPr>
        <p:spPr>
          <a:xfrm rot="16200000">
            <a:off x="6686518" y="4379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PA-4-Point Star 139"/>
          <p:cNvSpPr/>
          <p:nvPr>
            <p:custDataLst>
              <p:tags r:id="rId14"/>
            </p:custDataLst>
          </p:nvPr>
        </p:nvSpPr>
        <p:spPr>
          <a:xfrm rot="7352446">
            <a:off x="9882647" y="687283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PA-4-Point Star 140"/>
          <p:cNvSpPr/>
          <p:nvPr>
            <p:custDataLst>
              <p:tags r:id="rId15"/>
            </p:custDataLst>
          </p:nvPr>
        </p:nvSpPr>
        <p:spPr>
          <a:xfrm rot="7352446">
            <a:off x="9744500" y="718859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PA-4-Point Star 141"/>
          <p:cNvSpPr/>
          <p:nvPr>
            <p:custDataLst>
              <p:tags r:id="rId16"/>
            </p:custDataLst>
          </p:nvPr>
        </p:nvSpPr>
        <p:spPr>
          <a:xfrm rot="8294776">
            <a:off x="7009842" y="177126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PA-4-Point Star 153"/>
          <p:cNvSpPr/>
          <p:nvPr>
            <p:custDataLst>
              <p:tags r:id="rId17"/>
            </p:custDataLst>
          </p:nvPr>
        </p:nvSpPr>
        <p:spPr>
          <a:xfrm rot="13694776">
            <a:off x="-716950" y="476562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PA-4-Point Star 154"/>
          <p:cNvSpPr/>
          <p:nvPr>
            <p:custDataLst>
              <p:tags r:id="rId18"/>
            </p:custDataLst>
          </p:nvPr>
        </p:nvSpPr>
        <p:spPr>
          <a:xfrm rot="13694776">
            <a:off x="275801" y="-113633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PA-4-Point Star 155"/>
          <p:cNvSpPr/>
          <p:nvPr>
            <p:custDataLst>
              <p:tags r:id="rId19"/>
            </p:custDataLst>
          </p:nvPr>
        </p:nvSpPr>
        <p:spPr>
          <a:xfrm>
            <a:off x="506143" y="-49301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6" name="PA-4-Point Star 225"/>
          <p:cNvSpPr/>
          <p:nvPr>
            <p:custDataLst>
              <p:tags r:id="rId20"/>
            </p:custDataLst>
          </p:nvPr>
        </p:nvSpPr>
        <p:spPr>
          <a:xfrm rot="13694776">
            <a:off x="-209233" y="15781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7" name="PA-4-Point Star 236"/>
          <p:cNvSpPr/>
          <p:nvPr>
            <p:custDataLst>
              <p:tags r:id="rId21"/>
            </p:custDataLst>
          </p:nvPr>
        </p:nvSpPr>
        <p:spPr>
          <a:xfrm rot="13694776">
            <a:off x="5239957" y="26512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8" name="PA-4-Point Star 237"/>
          <p:cNvSpPr/>
          <p:nvPr>
            <p:custDataLst>
              <p:tags r:id="rId22"/>
            </p:custDataLst>
          </p:nvPr>
        </p:nvSpPr>
        <p:spPr>
          <a:xfrm>
            <a:off x="960449" y="-53828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9" name="PA-4-Point Star 238"/>
          <p:cNvSpPr/>
          <p:nvPr>
            <p:custDataLst>
              <p:tags r:id="rId23"/>
            </p:custDataLst>
          </p:nvPr>
        </p:nvSpPr>
        <p:spPr>
          <a:xfrm>
            <a:off x="0" y="-3738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0" name="PA-4-Point Star 239"/>
          <p:cNvSpPr/>
          <p:nvPr>
            <p:custDataLst>
              <p:tags r:id="rId24"/>
            </p:custDataLst>
          </p:nvPr>
        </p:nvSpPr>
        <p:spPr>
          <a:xfrm>
            <a:off x="5390375" y="71836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2" name="PA-4-Point Star 241"/>
          <p:cNvSpPr/>
          <p:nvPr>
            <p:custDataLst>
              <p:tags r:id="rId25"/>
            </p:custDataLst>
          </p:nvPr>
        </p:nvSpPr>
        <p:spPr>
          <a:xfrm rot="13694776">
            <a:off x="-209232" y="14334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3" name="PA-4-Point Star 242"/>
          <p:cNvSpPr/>
          <p:nvPr>
            <p:custDataLst>
              <p:tags r:id="rId26"/>
            </p:custDataLst>
          </p:nvPr>
        </p:nvSpPr>
        <p:spPr>
          <a:xfrm>
            <a:off x="-1098007" y="548865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4" name="PA-4-Point Star 243"/>
          <p:cNvSpPr/>
          <p:nvPr>
            <p:custDataLst>
              <p:tags r:id="rId27"/>
            </p:custDataLst>
          </p:nvPr>
        </p:nvSpPr>
        <p:spPr>
          <a:xfrm>
            <a:off x="3844446" y="708495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5" name="PA-4-Point Star 244"/>
          <p:cNvSpPr/>
          <p:nvPr>
            <p:custDataLst>
              <p:tags r:id="rId28"/>
            </p:custDataLst>
          </p:nvPr>
        </p:nvSpPr>
        <p:spPr>
          <a:xfrm rot="13694776">
            <a:off x="-696034" y="157813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6" name="PA-4-Point Star 245"/>
          <p:cNvSpPr/>
          <p:nvPr>
            <p:custDataLst>
              <p:tags r:id="rId29"/>
            </p:custDataLst>
          </p:nvPr>
        </p:nvSpPr>
        <p:spPr>
          <a:xfrm>
            <a:off x="-966438" y="554128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7" name="PA-4-Point Star 246"/>
          <p:cNvSpPr/>
          <p:nvPr>
            <p:custDataLst>
              <p:tags r:id="rId30"/>
            </p:custDataLst>
          </p:nvPr>
        </p:nvSpPr>
        <p:spPr>
          <a:xfrm>
            <a:off x="-1104585" y="58570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8" name="PA-4-Point Star 247"/>
          <p:cNvSpPr/>
          <p:nvPr>
            <p:custDataLst>
              <p:tags r:id="rId31"/>
            </p:custDataLst>
          </p:nvPr>
        </p:nvSpPr>
        <p:spPr>
          <a:xfrm>
            <a:off x="3837868" y="745334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2" name="PA-4-Point Star 251"/>
          <p:cNvSpPr/>
          <p:nvPr>
            <p:custDataLst>
              <p:tags r:id="rId32"/>
            </p:custDataLst>
          </p:nvPr>
        </p:nvSpPr>
        <p:spPr>
          <a:xfrm>
            <a:off x="10170037" y="-720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7" name="PA-4-Point Star 256"/>
          <p:cNvSpPr/>
          <p:nvPr>
            <p:custDataLst>
              <p:tags r:id="rId33"/>
            </p:custDataLst>
          </p:nvPr>
        </p:nvSpPr>
        <p:spPr>
          <a:xfrm>
            <a:off x="730203" y="-70274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2" name="PA-4-Point Star 261"/>
          <p:cNvSpPr/>
          <p:nvPr>
            <p:custDataLst>
              <p:tags r:id="rId34"/>
            </p:custDataLst>
          </p:nvPr>
        </p:nvSpPr>
        <p:spPr>
          <a:xfrm>
            <a:off x="10321341" y="-28909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5" name="PA-4-Point Star 264"/>
          <p:cNvSpPr/>
          <p:nvPr>
            <p:custDataLst>
              <p:tags r:id="rId35"/>
            </p:custDataLst>
          </p:nvPr>
        </p:nvSpPr>
        <p:spPr>
          <a:xfrm>
            <a:off x="4844366" y="741387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6" name="PA-4-Point Star 265"/>
          <p:cNvSpPr/>
          <p:nvPr>
            <p:custDataLst>
              <p:tags r:id="rId36"/>
            </p:custDataLst>
          </p:nvPr>
        </p:nvSpPr>
        <p:spPr>
          <a:xfrm>
            <a:off x="-913810" y="582415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7" name="PA-4-Point Star 266"/>
          <p:cNvSpPr/>
          <p:nvPr>
            <p:custDataLst>
              <p:tags r:id="rId37"/>
            </p:custDataLst>
          </p:nvPr>
        </p:nvSpPr>
        <p:spPr>
          <a:xfrm>
            <a:off x="9420098" y="-28251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8" name="PA-4-Point Star 267"/>
          <p:cNvSpPr/>
          <p:nvPr>
            <p:custDataLst>
              <p:tags r:id="rId38"/>
            </p:custDataLst>
          </p:nvPr>
        </p:nvSpPr>
        <p:spPr>
          <a:xfrm>
            <a:off x="4423348" y="70323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9" name="PA-4-Point Star 268"/>
          <p:cNvSpPr/>
          <p:nvPr>
            <p:custDataLst>
              <p:tags r:id="rId39"/>
            </p:custDataLst>
          </p:nvPr>
        </p:nvSpPr>
        <p:spPr>
          <a:xfrm>
            <a:off x="5456160" y="707837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4" name="PA-4-Point Star 383"/>
          <p:cNvSpPr/>
          <p:nvPr>
            <p:custDataLst>
              <p:tags r:id="rId40"/>
            </p:custDataLst>
          </p:nvPr>
        </p:nvSpPr>
        <p:spPr>
          <a:xfrm rot="8294776">
            <a:off x="6733943" y="169968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8" name="PA-4-Point Star 387"/>
          <p:cNvSpPr/>
          <p:nvPr>
            <p:custDataLst>
              <p:tags r:id="rId41"/>
            </p:custDataLst>
          </p:nvPr>
        </p:nvSpPr>
        <p:spPr>
          <a:xfrm rot="8294776">
            <a:off x="4805877" y="251540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2" name="PA-4-Point Star 391"/>
          <p:cNvSpPr/>
          <p:nvPr>
            <p:custDataLst>
              <p:tags r:id="rId42"/>
            </p:custDataLst>
          </p:nvPr>
        </p:nvSpPr>
        <p:spPr>
          <a:xfrm rot="16200000">
            <a:off x="657938" y="-62144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7" name="PA-4-Point Star 396"/>
          <p:cNvSpPr/>
          <p:nvPr>
            <p:custDataLst>
              <p:tags r:id="rId43"/>
            </p:custDataLst>
          </p:nvPr>
        </p:nvSpPr>
        <p:spPr>
          <a:xfrm rot="15257670">
            <a:off x="12926393" y="53587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2" name="PA-4-Point Star 401"/>
          <p:cNvSpPr/>
          <p:nvPr>
            <p:custDataLst>
              <p:tags r:id="rId44"/>
            </p:custDataLst>
          </p:nvPr>
        </p:nvSpPr>
        <p:spPr>
          <a:xfrm rot="8294776">
            <a:off x="5865005" y="26140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3" name="PA-4-Point Star 402"/>
          <p:cNvSpPr/>
          <p:nvPr>
            <p:custDataLst>
              <p:tags r:id="rId45"/>
            </p:custDataLst>
          </p:nvPr>
        </p:nvSpPr>
        <p:spPr>
          <a:xfrm rot="16200000">
            <a:off x="7095855" y="22509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4" name="PA-4-Point Star 403"/>
          <p:cNvSpPr/>
          <p:nvPr>
            <p:custDataLst>
              <p:tags r:id="rId46"/>
            </p:custDataLst>
          </p:nvPr>
        </p:nvSpPr>
        <p:spPr>
          <a:xfrm rot="16200000">
            <a:off x="6957708" y="256666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5" name="PA-4-Point Star 404"/>
          <p:cNvSpPr/>
          <p:nvPr>
            <p:custDataLst>
              <p:tags r:id="rId47"/>
            </p:custDataLst>
          </p:nvPr>
        </p:nvSpPr>
        <p:spPr>
          <a:xfrm rot="16200000">
            <a:off x="10446429" y="-39198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6" name="PA-4-Point Star 405"/>
          <p:cNvSpPr/>
          <p:nvPr>
            <p:custDataLst>
              <p:tags r:id="rId48"/>
            </p:custDataLst>
          </p:nvPr>
        </p:nvSpPr>
        <p:spPr>
          <a:xfrm rot="16200000">
            <a:off x="6495647" y="73701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8" name="PA-4-Point Star 407"/>
          <p:cNvSpPr/>
          <p:nvPr>
            <p:custDataLst>
              <p:tags r:id="rId49"/>
            </p:custDataLst>
          </p:nvPr>
        </p:nvSpPr>
        <p:spPr>
          <a:xfrm rot="16200000">
            <a:off x="657939" y="-76617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9" name="PA-4-Point Star 408"/>
          <p:cNvSpPr/>
          <p:nvPr>
            <p:custDataLst>
              <p:tags r:id="rId50"/>
            </p:custDataLst>
          </p:nvPr>
        </p:nvSpPr>
        <p:spPr>
          <a:xfrm rot="16200000">
            <a:off x="519792" y="-45040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2" name="PA-4-Point Star 411"/>
          <p:cNvSpPr/>
          <p:nvPr>
            <p:custDataLst>
              <p:tags r:id="rId51"/>
            </p:custDataLst>
          </p:nvPr>
        </p:nvSpPr>
        <p:spPr>
          <a:xfrm rot="16200000">
            <a:off x="651361" y="-3977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3" name="PA-4-Point Star 412"/>
          <p:cNvSpPr/>
          <p:nvPr>
            <p:custDataLst>
              <p:tags r:id="rId52"/>
            </p:custDataLst>
          </p:nvPr>
        </p:nvSpPr>
        <p:spPr>
          <a:xfrm rot="16200000">
            <a:off x="9854371" y="-28673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5" name="PA-4-Point Star 414"/>
          <p:cNvSpPr/>
          <p:nvPr>
            <p:custDataLst>
              <p:tags r:id="rId53"/>
            </p:custDataLst>
          </p:nvPr>
        </p:nvSpPr>
        <p:spPr>
          <a:xfrm rot="16200000">
            <a:off x="12071102" y="731048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6" name="PA-4-Point Star 415"/>
          <p:cNvSpPr/>
          <p:nvPr>
            <p:custDataLst>
              <p:tags r:id="rId54"/>
            </p:custDataLst>
          </p:nvPr>
        </p:nvSpPr>
        <p:spPr>
          <a:xfrm rot="15257670">
            <a:off x="12919816" y="55823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7" name="PA-4-Point Star 416"/>
          <p:cNvSpPr/>
          <p:nvPr>
            <p:custDataLst>
              <p:tags r:id="rId55"/>
            </p:custDataLst>
          </p:nvPr>
        </p:nvSpPr>
        <p:spPr>
          <a:xfrm rot="15257670">
            <a:off x="12781669" y="589814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8" name="PA-4-Point Star 417"/>
          <p:cNvSpPr/>
          <p:nvPr>
            <p:custDataLst>
              <p:tags r:id="rId56"/>
            </p:custDataLst>
          </p:nvPr>
        </p:nvSpPr>
        <p:spPr>
          <a:xfrm rot="16200000">
            <a:off x="6416706" y="711362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3" name="PA-4-Point Star 422"/>
          <p:cNvSpPr/>
          <p:nvPr>
            <p:custDataLst>
              <p:tags r:id="rId57"/>
            </p:custDataLst>
          </p:nvPr>
        </p:nvSpPr>
        <p:spPr>
          <a:xfrm rot="16200000">
            <a:off x="6727462" y="240220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6" name="PA-4-Point Star 425"/>
          <p:cNvSpPr/>
          <p:nvPr>
            <p:custDataLst>
              <p:tags r:id="rId58"/>
            </p:custDataLst>
          </p:nvPr>
        </p:nvSpPr>
        <p:spPr>
          <a:xfrm rot="16200000">
            <a:off x="8113939" y="69952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7" name="PA-4-Point Star 426"/>
          <p:cNvSpPr/>
          <p:nvPr>
            <p:custDataLst>
              <p:tags r:id="rId59"/>
            </p:custDataLst>
          </p:nvPr>
        </p:nvSpPr>
        <p:spPr>
          <a:xfrm rot="16200000">
            <a:off x="2295770" y="708495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8" name="PA-4-Point Star 427"/>
          <p:cNvSpPr/>
          <p:nvPr>
            <p:custDataLst>
              <p:tags r:id="rId60"/>
            </p:custDataLst>
          </p:nvPr>
        </p:nvSpPr>
        <p:spPr>
          <a:xfrm rot="16200000">
            <a:off x="6977443" y="302057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9" name="PA-4-Point Star 428"/>
          <p:cNvSpPr/>
          <p:nvPr>
            <p:custDataLst>
              <p:tags r:id="rId61"/>
            </p:custDataLst>
          </p:nvPr>
        </p:nvSpPr>
        <p:spPr>
          <a:xfrm rot="16200000">
            <a:off x="7048234" y="712020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0" name="PA-4-Point Star 429"/>
          <p:cNvSpPr/>
          <p:nvPr>
            <p:custDataLst>
              <p:tags r:id="rId62"/>
            </p:custDataLst>
          </p:nvPr>
        </p:nvSpPr>
        <p:spPr>
          <a:xfrm rot="16200000">
            <a:off x="6910087" y="743596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1" name="PA-4-Point Star 430"/>
          <p:cNvSpPr/>
          <p:nvPr>
            <p:custDataLst>
              <p:tags r:id="rId63"/>
            </p:custDataLst>
          </p:nvPr>
        </p:nvSpPr>
        <p:spPr>
          <a:xfrm rot="16200000">
            <a:off x="5949638" y="76004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2" name="PA-4-Point Star 431"/>
          <p:cNvSpPr/>
          <p:nvPr>
            <p:custDataLst>
              <p:tags r:id="rId64"/>
            </p:custDataLst>
          </p:nvPr>
        </p:nvSpPr>
        <p:spPr>
          <a:xfrm rot="16200000">
            <a:off x="10045146" y="-31962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3" name="PA-4-Point Star 432"/>
          <p:cNvSpPr/>
          <p:nvPr>
            <p:custDataLst>
              <p:tags r:id="rId65"/>
            </p:custDataLst>
          </p:nvPr>
        </p:nvSpPr>
        <p:spPr>
          <a:xfrm rot="16200000">
            <a:off x="6076200" y="302715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4" name="PA-4-Point Star 433"/>
          <p:cNvSpPr/>
          <p:nvPr>
            <p:custDataLst>
              <p:tags r:id="rId66"/>
            </p:custDataLst>
          </p:nvPr>
        </p:nvSpPr>
        <p:spPr>
          <a:xfrm rot="16200000">
            <a:off x="5528620" y="721888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5" name="PA-4-Point Star 434"/>
          <p:cNvSpPr/>
          <p:nvPr>
            <p:custDataLst>
              <p:tags r:id="rId67"/>
            </p:custDataLst>
          </p:nvPr>
        </p:nvSpPr>
        <p:spPr>
          <a:xfrm rot="16200000">
            <a:off x="6561432" y="72649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6" name="PA-4-Point Star 435"/>
          <p:cNvSpPr/>
          <p:nvPr>
            <p:custDataLst>
              <p:tags r:id="rId68"/>
            </p:custDataLst>
          </p:nvPr>
        </p:nvSpPr>
        <p:spPr>
          <a:xfrm rot="16200000">
            <a:off x="7041656" y="748859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7" name="PA-4-Point Star 436"/>
          <p:cNvSpPr/>
          <p:nvPr>
            <p:custDataLst>
              <p:tags r:id="rId69"/>
            </p:custDataLst>
          </p:nvPr>
        </p:nvSpPr>
        <p:spPr>
          <a:xfrm rot="16200000">
            <a:off x="1703712" y="719021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8" name="PA-4-Point Star 437"/>
          <p:cNvSpPr/>
          <p:nvPr>
            <p:custDataLst>
              <p:tags r:id="rId70"/>
            </p:custDataLst>
          </p:nvPr>
        </p:nvSpPr>
        <p:spPr>
          <a:xfrm rot="7352446">
            <a:off x="9751474" y="728147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9" name="PA-4-Point Star 438"/>
          <p:cNvSpPr/>
          <p:nvPr>
            <p:custDataLst>
              <p:tags r:id="rId71"/>
            </p:custDataLst>
          </p:nvPr>
        </p:nvSpPr>
        <p:spPr>
          <a:xfrm rot="16200000">
            <a:off x="12475404" y="357659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0" name="PA-4-Point Star 439"/>
          <p:cNvSpPr/>
          <p:nvPr>
            <p:custDataLst>
              <p:tags r:id="rId72"/>
            </p:custDataLst>
          </p:nvPr>
        </p:nvSpPr>
        <p:spPr>
          <a:xfrm rot="15257670">
            <a:off x="12722463" y="555606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1" name="PA-4-Point Star 440"/>
          <p:cNvSpPr/>
          <p:nvPr>
            <p:custDataLst>
              <p:tags r:id="rId73"/>
            </p:custDataLst>
          </p:nvPr>
        </p:nvSpPr>
        <p:spPr>
          <a:xfrm rot="16200000">
            <a:off x="8225770" y="73701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7" name="PA-4-Point Star 456"/>
          <p:cNvSpPr/>
          <p:nvPr>
            <p:custDataLst>
              <p:tags r:id="rId74"/>
            </p:custDataLst>
          </p:nvPr>
        </p:nvSpPr>
        <p:spPr>
          <a:xfrm rot="15257670">
            <a:off x="9567374" y="771427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3" name="PA-4-Point Star 462"/>
          <p:cNvSpPr/>
          <p:nvPr>
            <p:custDataLst>
              <p:tags r:id="rId75"/>
            </p:custDataLst>
          </p:nvPr>
        </p:nvSpPr>
        <p:spPr>
          <a:xfrm>
            <a:off x="3837967" y="6117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5" name="PA-4-Point Star 464"/>
          <p:cNvSpPr/>
          <p:nvPr>
            <p:custDataLst>
              <p:tags r:id="rId76"/>
            </p:custDataLst>
          </p:nvPr>
        </p:nvSpPr>
        <p:spPr>
          <a:xfrm rot="13694776">
            <a:off x="4739603" y="253858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6" name="PA-4-Point Star 465"/>
          <p:cNvSpPr/>
          <p:nvPr>
            <p:custDataLst>
              <p:tags r:id="rId77"/>
            </p:custDataLst>
          </p:nvPr>
        </p:nvSpPr>
        <p:spPr>
          <a:xfrm>
            <a:off x="-874734" y="53234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8" name="PA-4-Point Star 467"/>
          <p:cNvSpPr/>
          <p:nvPr>
            <p:custDataLst>
              <p:tags r:id="rId78"/>
            </p:custDataLst>
          </p:nvPr>
        </p:nvSpPr>
        <p:spPr>
          <a:xfrm>
            <a:off x="2292038" y="-375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9" name="PA-4-Point Star 468"/>
          <p:cNvSpPr/>
          <p:nvPr>
            <p:custDataLst>
              <p:tags r:id="rId79"/>
            </p:custDataLst>
          </p:nvPr>
        </p:nvSpPr>
        <p:spPr>
          <a:xfrm rot="13694776">
            <a:off x="-571439" y="100502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0" name="PA-4-Point Star 469"/>
          <p:cNvSpPr/>
          <p:nvPr>
            <p:custDataLst>
              <p:tags r:id="rId80"/>
            </p:custDataLst>
          </p:nvPr>
        </p:nvSpPr>
        <p:spPr>
          <a:xfrm rot="13694776">
            <a:off x="-709586" y="132078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2" name="PA-4-Point Star 471"/>
          <p:cNvSpPr/>
          <p:nvPr>
            <p:custDataLst>
              <p:tags r:id="rId81"/>
            </p:custDataLst>
          </p:nvPr>
        </p:nvSpPr>
        <p:spPr>
          <a:xfrm rot="13694776">
            <a:off x="-1058241" y="11497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3" name="PA-4-Point Star 472"/>
          <p:cNvSpPr/>
          <p:nvPr>
            <p:custDataLst>
              <p:tags r:id="rId82"/>
            </p:custDataLst>
          </p:nvPr>
        </p:nvSpPr>
        <p:spPr>
          <a:xfrm rot="13694776">
            <a:off x="-578017" y="137341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4" name="PA-4-Point Star 473"/>
          <p:cNvSpPr/>
          <p:nvPr>
            <p:custDataLst>
              <p:tags r:id="rId83"/>
            </p:custDataLst>
          </p:nvPr>
        </p:nvSpPr>
        <p:spPr>
          <a:xfrm>
            <a:off x="-347675" y="201672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1" name="PA-4-Point Star 480"/>
          <p:cNvSpPr/>
          <p:nvPr>
            <p:custDataLst>
              <p:tags r:id="rId84"/>
            </p:custDataLst>
          </p:nvPr>
        </p:nvSpPr>
        <p:spPr>
          <a:xfrm>
            <a:off x="4002426" y="-49141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2" name="PA-4-Point Star 481"/>
          <p:cNvSpPr/>
          <p:nvPr>
            <p:custDataLst>
              <p:tags r:id="rId85"/>
            </p:custDataLst>
          </p:nvPr>
        </p:nvSpPr>
        <p:spPr>
          <a:xfrm>
            <a:off x="3041977" y="-32695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3" name="PA-4-Point Star 482"/>
          <p:cNvSpPr/>
          <p:nvPr>
            <p:custDataLst>
              <p:tags r:id="rId86"/>
            </p:custDataLst>
          </p:nvPr>
        </p:nvSpPr>
        <p:spPr>
          <a:xfrm rot="13694776">
            <a:off x="4509357" y="23741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2" name="PA-4-Point Star 501"/>
          <p:cNvSpPr/>
          <p:nvPr>
            <p:custDataLst>
              <p:tags r:id="rId87"/>
            </p:custDataLst>
          </p:nvPr>
        </p:nvSpPr>
        <p:spPr>
          <a:xfrm rot="13694776">
            <a:off x="-999821" y="466694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3" name="PA-4-Point Star 502"/>
          <p:cNvSpPr/>
          <p:nvPr>
            <p:custDataLst>
              <p:tags r:id="rId88"/>
            </p:custDataLst>
          </p:nvPr>
        </p:nvSpPr>
        <p:spPr>
          <a:xfrm rot="13694776">
            <a:off x="4502780" y="259778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4" name="PA-4-Point Star 503"/>
          <p:cNvSpPr/>
          <p:nvPr>
            <p:custDataLst>
              <p:tags r:id="rId89"/>
            </p:custDataLst>
          </p:nvPr>
        </p:nvSpPr>
        <p:spPr>
          <a:xfrm>
            <a:off x="223272" y="-59169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5" name="PA-4-Point Star 504"/>
          <p:cNvSpPr/>
          <p:nvPr>
            <p:custDataLst>
              <p:tags r:id="rId90"/>
            </p:custDataLst>
          </p:nvPr>
        </p:nvSpPr>
        <p:spPr>
          <a:xfrm>
            <a:off x="-1249704" y="569838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9" name="PA-4-Point Star 528"/>
          <p:cNvSpPr/>
          <p:nvPr>
            <p:custDataLst>
              <p:tags r:id="rId91"/>
            </p:custDataLst>
          </p:nvPr>
        </p:nvSpPr>
        <p:spPr>
          <a:xfrm rot="13694776">
            <a:off x="4476465" y="243990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1" name="PA-4-Point Star 530"/>
          <p:cNvSpPr/>
          <p:nvPr>
            <p:custDataLst>
              <p:tags r:id="rId92"/>
            </p:custDataLst>
          </p:nvPr>
        </p:nvSpPr>
        <p:spPr>
          <a:xfrm>
            <a:off x="3153811" y="-41905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2" name="PA-4-Point Star 531"/>
          <p:cNvSpPr/>
          <p:nvPr>
            <p:custDataLst>
              <p:tags r:id="rId93"/>
            </p:custDataLst>
          </p:nvPr>
        </p:nvSpPr>
        <p:spPr>
          <a:xfrm>
            <a:off x="3634035" y="-19538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3" name="PA-4-Point Star 532"/>
          <p:cNvSpPr/>
          <p:nvPr>
            <p:custDataLst>
              <p:tags r:id="rId94"/>
            </p:custDataLst>
          </p:nvPr>
        </p:nvSpPr>
        <p:spPr>
          <a:xfrm rot="13694776">
            <a:off x="-966930" y="435118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4" name="PA-4-Point Star 533"/>
          <p:cNvSpPr/>
          <p:nvPr>
            <p:custDataLst>
              <p:tags r:id="rId95"/>
            </p:custDataLst>
          </p:nvPr>
        </p:nvSpPr>
        <p:spPr>
          <a:xfrm rot="13694776">
            <a:off x="-808262" y="110370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5" name="PA-4-Point Star 534"/>
          <p:cNvSpPr/>
          <p:nvPr>
            <p:custDataLst>
              <p:tags r:id="rId96"/>
            </p:custDataLst>
          </p:nvPr>
        </p:nvSpPr>
        <p:spPr>
          <a:xfrm>
            <a:off x="-651069" y="56062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9" name="PA-4-Point Star 538"/>
          <p:cNvSpPr/>
          <p:nvPr>
            <p:custDataLst>
              <p:tags r:id="rId97"/>
            </p:custDataLst>
          </p:nvPr>
        </p:nvSpPr>
        <p:spPr>
          <a:xfrm>
            <a:off x="328526" y="-6969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2" name="PA-4-Point Star 541"/>
          <p:cNvSpPr/>
          <p:nvPr>
            <p:custDataLst>
              <p:tags r:id="rId98"/>
            </p:custDataLst>
          </p:nvPr>
        </p:nvSpPr>
        <p:spPr>
          <a:xfrm>
            <a:off x="2285459" y="5459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3" name="PA-4-Point Star 542"/>
          <p:cNvSpPr/>
          <p:nvPr>
            <p:custDataLst>
              <p:tags r:id="rId99"/>
            </p:custDataLst>
          </p:nvPr>
        </p:nvSpPr>
        <p:spPr>
          <a:xfrm rot="13694776">
            <a:off x="-1196389" y="118922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5" name="PA-4-Point Star 544"/>
          <p:cNvSpPr/>
          <p:nvPr>
            <p:custDataLst>
              <p:tags r:id="rId100"/>
            </p:custDataLst>
          </p:nvPr>
        </p:nvSpPr>
        <p:spPr>
          <a:xfrm>
            <a:off x="3120917" y="-2874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0" name="PA-4-Point Star 559"/>
          <p:cNvSpPr/>
          <p:nvPr>
            <p:custDataLst>
              <p:tags r:id="rId101"/>
            </p:custDataLst>
          </p:nvPr>
        </p:nvSpPr>
        <p:spPr>
          <a:xfrm>
            <a:off x="3361858" y="-66142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1" name="PA-4-Point Star 560"/>
          <p:cNvSpPr/>
          <p:nvPr>
            <p:custDataLst>
              <p:tags r:id="rId102"/>
            </p:custDataLst>
          </p:nvPr>
        </p:nvSpPr>
        <p:spPr>
          <a:xfrm>
            <a:off x="2479263" y="-66142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2" name="PA-4-Point Star 561"/>
          <p:cNvSpPr/>
          <p:nvPr>
            <p:custDataLst>
              <p:tags r:id="rId103"/>
            </p:custDataLst>
          </p:nvPr>
        </p:nvSpPr>
        <p:spPr>
          <a:xfrm>
            <a:off x="-694732" y="185261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8" name="PA-4-Point Star 567"/>
          <p:cNvSpPr/>
          <p:nvPr>
            <p:custDataLst>
              <p:tags r:id="rId104"/>
            </p:custDataLst>
          </p:nvPr>
        </p:nvSpPr>
        <p:spPr>
          <a:xfrm>
            <a:off x="-993911" y="177903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0" name="PA-4-Point Star 569"/>
          <p:cNvSpPr/>
          <p:nvPr>
            <p:custDataLst>
              <p:tags r:id="rId105"/>
            </p:custDataLst>
          </p:nvPr>
        </p:nvSpPr>
        <p:spPr>
          <a:xfrm>
            <a:off x="-811031" y="2152744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1" name="PA-4-Point Star 570"/>
          <p:cNvSpPr/>
          <p:nvPr>
            <p:custDataLst>
              <p:tags r:id="rId106"/>
            </p:custDataLst>
          </p:nvPr>
        </p:nvSpPr>
        <p:spPr>
          <a:xfrm>
            <a:off x="-842836" y="2780897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2" name="PA-4-Point Star 571"/>
          <p:cNvSpPr/>
          <p:nvPr>
            <p:custDataLst>
              <p:tags r:id="rId107"/>
            </p:custDataLst>
          </p:nvPr>
        </p:nvSpPr>
        <p:spPr>
          <a:xfrm>
            <a:off x="-1411295" y="7320855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3" name="PA-4-Point Star 572"/>
          <p:cNvSpPr/>
          <p:nvPr>
            <p:custDataLst>
              <p:tags r:id="rId108"/>
            </p:custDataLst>
          </p:nvPr>
        </p:nvSpPr>
        <p:spPr>
          <a:xfrm>
            <a:off x="4225824" y="740226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7" name="PA-4-Point Star 586"/>
          <p:cNvSpPr/>
          <p:nvPr>
            <p:custDataLst>
              <p:tags r:id="rId109"/>
            </p:custDataLst>
          </p:nvPr>
        </p:nvSpPr>
        <p:spPr>
          <a:xfrm rot="8294776">
            <a:off x="-859688" y="4374360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0" name="PA-4-Point Star 589"/>
          <p:cNvSpPr/>
          <p:nvPr>
            <p:custDataLst>
              <p:tags r:id="rId110"/>
            </p:custDataLst>
          </p:nvPr>
        </p:nvSpPr>
        <p:spPr>
          <a:xfrm rot="8294776">
            <a:off x="12236491" y="82012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1" name="PA-4-Point Star 590"/>
          <p:cNvSpPr/>
          <p:nvPr>
            <p:custDataLst>
              <p:tags r:id="rId111"/>
            </p:custDataLst>
          </p:nvPr>
        </p:nvSpPr>
        <p:spPr>
          <a:xfrm rot="16200000">
            <a:off x="12604980" y="1720167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2" name="PA-4-Point Star 591"/>
          <p:cNvSpPr/>
          <p:nvPr>
            <p:custDataLst>
              <p:tags r:id="rId112"/>
            </p:custDataLst>
          </p:nvPr>
        </p:nvSpPr>
        <p:spPr>
          <a:xfrm rot="16200000">
            <a:off x="3004408" y="704445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6" name="PA-4-Point Star 595"/>
          <p:cNvSpPr/>
          <p:nvPr>
            <p:custDataLst>
              <p:tags r:id="rId113"/>
            </p:custDataLst>
          </p:nvPr>
        </p:nvSpPr>
        <p:spPr>
          <a:xfrm rot="8294776">
            <a:off x="12236490" y="2495122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7" name="PA-4-Point Star 596"/>
          <p:cNvSpPr/>
          <p:nvPr>
            <p:custDataLst>
              <p:tags r:id="rId114"/>
            </p:custDataLst>
          </p:nvPr>
        </p:nvSpPr>
        <p:spPr>
          <a:xfrm rot="16200000">
            <a:off x="7117397" y="-64362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8" name="PA-4-Point Star 597"/>
          <p:cNvSpPr/>
          <p:nvPr>
            <p:custDataLst>
              <p:tags r:id="rId115"/>
            </p:custDataLst>
          </p:nvPr>
        </p:nvSpPr>
        <p:spPr>
          <a:xfrm rot="16200000">
            <a:off x="5058009" y="-715188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9" name="PA-4-Point Star 598"/>
          <p:cNvSpPr/>
          <p:nvPr>
            <p:custDataLst>
              <p:tags r:id="rId116"/>
            </p:custDataLst>
          </p:nvPr>
        </p:nvSpPr>
        <p:spPr>
          <a:xfrm rot="16200000">
            <a:off x="3602920" y="-659529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7"/>
          <p:cNvSpPr txBox="1"/>
          <p:nvPr/>
        </p:nvSpPr>
        <p:spPr>
          <a:xfrm>
            <a:off x="-48577" y="213995"/>
            <a:ext cx="508571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《HSK</a:t>
            </a:r>
            <a:r>
              <a:rPr lang="zh-CN" altLang="en-US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标准教程</a:t>
            </a: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5--</a:t>
            </a:r>
            <a:r>
              <a:rPr lang="zh-CN" altLang="en-US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第五课</a:t>
            </a: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》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38243" y="702214"/>
            <a:ext cx="374777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Han Sans CN Regular" panose="020B0500000000000000" pitchFamily="34" charset="-122"/>
                <a:ea typeface="Source Han Sans CN Regular" panose="020B0500000000000000" pitchFamily="34" charset="-122"/>
                <a:sym typeface="+mn-ea"/>
              </a:rPr>
              <a:t>HSK Standard  Course 5  Lesson 5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1156193" y="2564765"/>
            <a:ext cx="9659087" cy="2916646"/>
            <a:chOff x="1893" y="4058"/>
            <a:chExt cx="15211" cy="4593"/>
          </a:xfrm>
        </p:grpSpPr>
        <p:grpSp>
          <p:nvGrpSpPr>
            <p:cNvPr id="14" name="组合 13"/>
            <p:cNvGrpSpPr/>
            <p:nvPr/>
          </p:nvGrpSpPr>
          <p:grpSpPr>
            <a:xfrm>
              <a:off x="1893" y="4058"/>
              <a:ext cx="15211" cy="4593"/>
              <a:chOff x="-96" y="3669"/>
              <a:chExt cx="18916" cy="5713"/>
            </a:xfrm>
          </p:grpSpPr>
          <p:sp>
            <p:nvSpPr>
              <p:cNvPr id="10" name="圆角矩形 9"/>
              <p:cNvSpPr/>
              <p:nvPr/>
            </p:nvSpPr>
            <p:spPr>
              <a:xfrm>
                <a:off x="-96" y="3669"/>
                <a:ext cx="18744" cy="5713"/>
              </a:xfrm>
              <a:prstGeom prst="roundRect">
                <a:avLst/>
              </a:prstGeom>
              <a:solidFill>
                <a:schemeClr val="bg1">
                  <a:alpha val="6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8" name="组合 7"/>
              <p:cNvGrpSpPr/>
              <p:nvPr/>
            </p:nvGrpSpPr>
            <p:grpSpPr>
              <a:xfrm>
                <a:off x="-96" y="4499"/>
                <a:ext cx="18916" cy="2928"/>
                <a:chOff x="3051" y="4499"/>
                <a:chExt cx="18916" cy="2928"/>
              </a:xfrm>
            </p:grpSpPr>
            <p:grpSp>
              <p:nvGrpSpPr>
                <p:cNvPr id="3" name="组合 2"/>
                <p:cNvGrpSpPr/>
                <p:nvPr/>
              </p:nvGrpSpPr>
              <p:grpSpPr>
                <a:xfrm>
                  <a:off x="6731" y="6525"/>
                  <a:ext cx="12856" cy="902"/>
                  <a:chOff x="8865" y="6525"/>
                  <a:chExt cx="12856" cy="902"/>
                </a:xfrm>
              </p:grpSpPr>
              <p:sp>
                <p:nvSpPr>
                  <p:cNvPr id="15" name="矩形 14"/>
                  <p:cNvSpPr/>
                  <p:nvPr/>
                </p:nvSpPr>
                <p:spPr>
                  <a:xfrm>
                    <a:off x="8865" y="6525"/>
                    <a:ext cx="3417" cy="90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l"/>
                    <a:r>
                      <a:rPr lang="en-US" altLang="zh-CN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STXihei" panose="02010600040101010101" pitchFamily="2" charset="-122"/>
                        <a:ea typeface="STXihei" panose="02010600040101010101" pitchFamily="2" charset="-122"/>
                      </a:rPr>
                      <a:t>Lesson 5</a:t>
                    </a:r>
                  </a:p>
                </p:txBody>
              </p:sp>
              <p:sp>
                <p:nvSpPr>
                  <p:cNvPr id="18" name="矩形 17"/>
                  <p:cNvSpPr/>
                  <p:nvPr/>
                </p:nvSpPr>
                <p:spPr>
                  <a:xfrm>
                    <a:off x="12925" y="6525"/>
                    <a:ext cx="8796" cy="90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STXihei" panose="02010600040101010101" pitchFamily="2" charset="-122"/>
                        <a:ea typeface="STXihei" panose="02010600040101010101" pitchFamily="2" charset="-122"/>
                        <a:sym typeface="+mn-ea"/>
                      </a:rPr>
                      <a:t>Spring Water in Ji</a:t>
                    </a:r>
                    <a:r>
                      <a:rPr lang="zh-CN" altLang="en-US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STXihei" panose="02010600040101010101" pitchFamily="2" charset="-122"/>
                        <a:ea typeface="STXihei" panose="02010600040101010101" pitchFamily="2" charset="-122"/>
                        <a:sym typeface="+mn-ea"/>
                      </a:rPr>
                      <a:t>’</a:t>
                    </a:r>
                    <a:r>
                      <a:rPr lang="en-US" altLang="zh-CN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STXihei" panose="02010600040101010101" pitchFamily="2" charset="-122"/>
                        <a:ea typeface="STXihei" panose="02010600040101010101" pitchFamily="2" charset="-122"/>
                        <a:sym typeface="+mn-ea"/>
                      </a:rPr>
                      <a:t>nan</a:t>
                    </a:r>
                    <a:endParaRPr lang="en-US" sz="2400" dirty="0">
                      <a:solidFill>
                        <a:schemeClr val="bg1">
                          <a:lumMod val="50000"/>
                        </a:schemeClr>
                      </a:solidFill>
                      <a:latin typeface="STXihei" panose="02010600040101010101" pitchFamily="2" charset="-122"/>
                      <a:ea typeface="STXihei" panose="02010600040101010101" pitchFamily="2" charset="-122"/>
                    </a:endParaRPr>
                  </a:p>
                </p:txBody>
              </p:sp>
            </p:grpSp>
            <p:sp>
              <p:nvSpPr>
                <p:cNvPr id="6" name="文本框 7"/>
                <p:cNvSpPr txBox="1"/>
                <p:nvPr/>
              </p:nvSpPr>
              <p:spPr>
                <a:xfrm>
                  <a:off x="3051" y="4499"/>
                  <a:ext cx="18916" cy="24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fontAlgn="auto">
                    <a:lnSpc>
                      <a:spcPts val="902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lang="zh-CN" altLang="en-US" sz="6600" b="1" noProof="0" dirty="0">
                      <a:ln>
                        <a:noFill/>
                      </a:ln>
                      <a:effectLst/>
                      <a:uLnTx/>
                      <a:uFillTx/>
                      <a:latin typeface="STKaiti" panose="02010600040101010101" charset="-122"/>
                      <a:ea typeface="STKaiti" panose="02010600040101010101" charset="-122"/>
                      <a:cs typeface="STKaiti" panose="02010600040101010101" charset="-122"/>
                      <a:sym typeface="+mn-ea"/>
                    </a:rPr>
                    <a:t>第</a:t>
                  </a:r>
                  <a:r>
                    <a:rPr lang="en-US" altLang="zh-CN" sz="6600" b="1" noProof="0" dirty="0">
                      <a:ln>
                        <a:noFill/>
                      </a:ln>
                      <a:effectLst/>
                      <a:uLnTx/>
                      <a:uFillTx/>
                      <a:latin typeface="STKaiti" panose="02010600040101010101" charset="-122"/>
                      <a:ea typeface="STKaiti" panose="02010600040101010101" charset="-122"/>
                      <a:cs typeface="STKaiti" panose="02010600040101010101" charset="-122"/>
                      <a:sym typeface="+mn-ea"/>
                    </a:rPr>
                    <a:t>5</a:t>
                  </a:r>
                  <a:r>
                    <a:rPr lang="zh-CN" altLang="en-US" sz="6600" b="1" noProof="0" dirty="0">
                      <a:ln>
                        <a:noFill/>
                      </a:ln>
                      <a:effectLst/>
                      <a:uLnTx/>
                      <a:uFillTx/>
                      <a:latin typeface="STKaiti" panose="02010600040101010101" charset="-122"/>
                      <a:ea typeface="STKaiti" panose="02010600040101010101" charset="-122"/>
                      <a:cs typeface="STKaiti" panose="02010600040101010101" charset="-122"/>
                      <a:sym typeface="+mn-ea"/>
                    </a:rPr>
                    <a:t>课  济南的泉水</a:t>
                  </a:r>
                  <a:endParaRPr kumimoji="0" lang="zh-CN" altLang="en-US" sz="66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STKaiti" panose="02010600040101010101" charset="-122"/>
                    <a:ea typeface="STKaiti" panose="02010600040101010101" charset="-122"/>
                    <a:cs typeface="STKaiti" panose="02010600040101010101" charset="-122"/>
                  </a:endParaRPr>
                </a:p>
              </p:txBody>
            </p:sp>
          </p:grpSp>
        </p:grpSp>
        <p:sp>
          <p:nvSpPr>
            <p:cNvPr id="7" name="矩形 6"/>
            <p:cNvSpPr/>
            <p:nvPr/>
          </p:nvSpPr>
          <p:spPr>
            <a:xfrm>
              <a:off x="2071" y="7368"/>
              <a:ext cx="14751" cy="11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4000" b="1" noProof="0" dirty="0">
                  <a:ln>
                    <a:noFill/>
                  </a:ln>
                  <a:solidFill>
                    <a:srgbClr val="9F313C"/>
                  </a:solidFill>
                  <a:effectLst/>
                  <a:uLnTx/>
                  <a:uFillTx/>
                  <a:latin typeface="STKaiti" panose="02010600040101010101" charset="-122"/>
                  <a:ea typeface="STKaiti" panose="02010600040101010101" charset="-122"/>
                  <a:cs typeface="STKaiti" panose="02010600040101010101" charset="-122"/>
                  <a:sym typeface="+mn-ea"/>
                </a:rPr>
                <a:t>Part 3</a:t>
              </a:r>
              <a:endParaRPr lang="en-US" sz="4000" dirty="0">
                <a:solidFill>
                  <a:schemeClr val="bg1">
                    <a:lumMod val="50000"/>
                  </a:schemeClr>
                </a:solidFill>
                <a:latin typeface="STXihei" panose="02010600040101010101" pitchFamily="2" charset="-122"/>
                <a:ea typeface="STXihei" panose="02010600040101010101" pitchFamily="2" charset="-122"/>
              </a:endParaRPr>
            </a:p>
          </p:txBody>
        </p:sp>
      </p:grpSp>
      <p:pic>
        <p:nvPicPr>
          <p:cNvPr id="4" name="图片 3" descr="1"/>
          <p:cNvPicPr>
            <a:picLocks noChangeAspect="1"/>
          </p:cNvPicPr>
          <p:nvPr/>
        </p:nvPicPr>
        <p:blipFill>
          <a:blip r:embed="rId119"/>
          <a:stretch>
            <a:fillRect/>
          </a:stretch>
        </p:blipFill>
        <p:spPr>
          <a:xfrm>
            <a:off x="10681970" y="5398770"/>
            <a:ext cx="1459230" cy="14592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9700"/>
    </mc:Choice>
    <mc:Fallback xmlns="">
      <p:transition spd="slow" advTm="5097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repeatCount="indefinite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5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528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5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53" presetClass="entr" presetSubtype="528" repeatCount="indefinite" fill="hold" grpId="0" nodeType="withEffect">
                                  <p:stCondLst>
                                    <p:cond delay="507"/>
                                  </p:stCondLst>
                                  <p:childTnLst>
                                    <p:set>
                                      <p:cBhvr>
                                        <p:cTn id="20" dur="6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6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53" presetClass="entr" presetSubtype="528" repeatCount="indefinite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5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8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53" presetClass="entr" presetSubtype="528" repeatCount="indefinite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6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6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528" repeatCount="indefinite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6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68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53" presetClass="entr" presetSubtype="528" repeatCount="indefinite" fill="hold" grpId="0" nodeType="withEffect">
                                  <p:stCondLst>
                                    <p:cond delay="244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153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53" presetClass="entr" presetSubtype="528" repeatCount="indefinite" fill="hold" grpId="0" nodeType="withEffect">
                                  <p:stCondLst>
                                    <p:cond delay="1334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6175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53" presetClass="entr" presetSubtype="528" repeatCount="indefinite" fill="hold" grpId="0" nodeType="withEffect">
                                  <p:stCondLst>
                                    <p:cond delay="1892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142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53" presetClass="entr" presetSubtype="528" repeatCount="indefinite" fill="hold" grpId="0" nodeType="withEffect">
                                  <p:stCondLst>
                                    <p:cond delay="907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232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53" presetClass="entr" presetSubtype="528" repeatCount="indefinite" fill="hold" grpId="0" nodeType="withEffect">
                                  <p:stCondLst>
                                    <p:cond delay="317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737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53" presetClass="entr" presetSubtype="528" repeatCount="indefinite" fill="hold" grpId="0" nodeType="withEffect">
                                  <p:stCondLst>
                                    <p:cond delay="1699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6663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53" presetClass="entr" presetSubtype="528" repeatCount="indefinite" fill="hold" grpId="0" nodeType="withEffect">
                                  <p:stCondLst>
                                    <p:cond delay="1993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24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53" presetClass="entr" presetSubtype="528" repeatCount="indefinite" fill="hold" grpId="0" nodeType="withEffect">
                                  <p:stCondLst>
                                    <p:cond delay="1408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7466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53" presetClass="entr" presetSubtype="528" repeatCount="indefinite" fill="hold" grpId="0" nodeType="withEffect">
                                  <p:stCondLst>
                                    <p:cond delay="1034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6672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53" presetClass="entr" presetSubtype="528" repeatCount="indefinite" fill="hold" grpId="0" nodeType="withEffect">
                                  <p:stCondLst>
                                    <p:cond delay="57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637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53" presetClass="entr" presetSubtype="528" repeatCount="indefinite" fill="hold" grpId="0" nodeType="withEffect">
                                  <p:stCondLst>
                                    <p:cond delay="1978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644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53" presetClass="entr" presetSubtype="528" repeatCount="indefinite" fill="hold" grpId="0" nodeType="withEffect">
                                  <p:stCondLst>
                                    <p:cond delay="136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6172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53" presetClass="entr" presetSubtype="528" repeatCount="indefinite" fill="hold" grpId="0" nodeType="withEffect">
                                  <p:stCondLst>
                                    <p:cond delay="177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618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53" presetClass="entr" presetSubtype="528" repeatCount="indefinite" fill="hold" grpId="0" nodeType="withEffect">
                                  <p:stCondLst>
                                    <p:cond delay="1791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546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53" presetClass="entr" presetSubtype="528" repeatCount="indefinite" fill="hold" grpId="0" nodeType="withEffect">
                                  <p:stCondLst>
                                    <p:cond delay="731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6797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53" presetClass="entr" presetSubtype="528" repeatCount="indefinite" fill="hold" grpId="0" nodeType="withEffect">
                                  <p:stCondLst>
                                    <p:cond delay="1855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7034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53" presetClass="entr" presetSubtype="528" repeatCount="indefinite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6907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53" presetClass="entr" presetSubtype="528" repeatCount="indefinite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506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1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53" presetClass="entr" presetSubtype="528" repeatCount="indefinite" fill="hold" grpId="0" nodeType="withEffect">
                                  <p:stCondLst>
                                    <p:cond delay="1481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366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53" presetClass="entr" presetSubtype="528" repeatCount="indefinite" fill="hold" grpId="0" nodeType="withEffect">
                                  <p:stCondLst>
                                    <p:cond delay="1091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5755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53" presetClass="entr" presetSubtype="528" repeatCount="indefinite" fill="hold" grpId="0" nodeType="withEffect">
                                  <p:stCondLst>
                                    <p:cond delay="334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746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53" presetClass="entr" presetSubtype="528" repeatCount="indefinite" fill="hold" grpId="0" nodeType="withEffect">
                                  <p:stCondLst>
                                    <p:cond delay="1852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6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8" dur="5254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53" presetClass="entr" presetSubtype="528" repeatCount="indefinite" fill="hold" grpId="0" nodeType="withEffect">
                                  <p:stCondLst>
                                    <p:cond delay="657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3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5" dur="6642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8" presetID="53" presetClass="entr" presetSubtype="528" repeatCount="indefinite" fill="hold" grpId="0" nodeType="withEffect">
                                  <p:stCondLst>
                                    <p:cond delay="1083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2" dur="5889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53" presetClass="entr" presetSubtype="528" repeatCount="indefinite" fill="hold" grpId="0" nodeType="withEffect">
                                  <p:stCondLst>
                                    <p:cond delay="854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7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9" dur="5408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0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2" presetID="53" presetClass="entr" presetSubtype="528" repeatCount="indefinite" fill="hold" grpId="0" nodeType="withEffect">
                                  <p:stCondLst>
                                    <p:cond delay="793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4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6" dur="5173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7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53" presetClass="entr" presetSubtype="528" repeatCount="indefinite" fill="hold" grpId="0" nodeType="withEffect">
                                  <p:stCondLst>
                                    <p:cond delay="367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1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3" dur="6982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53" presetClass="entr" presetSubtype="528" repeatCount="indefinite" fill="hold" grpId="0" nodeType="withEffect">
                                  <p:stCondLst>
                                    <p:cond delay="232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8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0" dur="6854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1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3" presetID="53" presetClass="entr" presetSubtype="528" repeatCount="indefinite" fill="hold" grpId="0" nodeType="withEffect">
                                  <p:stCondLst>
                                    <p:cond delay="1449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5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7" dur="704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8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0" presetID="53" presetClass="entr" presetSubtype="528" repeatCount="indefinite" fill="hold" grpId="0" nodeType="withEffect">
                                  <p:stCondLst>
                                    <p:cond delay="1214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2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4" dur="6173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5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7" presetID="53" presetClass="entr" presetSubtype="528" repeatCount="indefinite" fill="hold" grpId="0" nodeType="withEffect">
                                  <p:stCondLst>
                                    <p:cond delay="1303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9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1" dur="6273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2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4" presetID="53" presetClass="entr" presetSubtype="528" repeatCount="indefinite" fill="hold" grpId="0" nodeType="withEffect">
                                  <p:stCondLst>
                                    <p:cond delay="1802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6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7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8" dur="6866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9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0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1" presetID="53" presetClass="entr" presetSubtype="528" repeatCount="indefinite" fill="hold" grpId="0" nodeType="withEffect">
                                  <p:stCondLst>
                                    <p:cond delay="1083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3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4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5" dur="5969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6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7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8" presetID="53" presetClass="entr" presetSubtype="528" repeatCount="indefinite" fill="hold" grpId="0" nodeType="withEffect">
                                  <p:stCondLst>
                                    <p:cond delay="127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0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1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2" dur="7002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3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4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5" presetID="53" presetClass="entr" presetSubtype="528" repeatCount="indefinite" fill="hold" grpId="0" nodeType="withEffect">
                                  <p:stCondLst>
                                    <p:cond delay="1739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7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8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9" dur="737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0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1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2" presetID="53" presetClass="entr" presetSubtype="528" repeatCount="indefinite" fill="hold" grpId="0" nodeType="withEffect">
                                  <p:stCondLst>
                                    <p:cond delay="1018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4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5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6" dur="5261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7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8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9" presetID="53" presetClass="entr" presetSubtype="528" repeatCount="indefinite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1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2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3" dur="6177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4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5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6" presetID="53" presetClass="entr" presetSubtype="528" repeatCount="indefinite" fill="hold" grpId="0" nodeType="withEffect">
                                  <p:stCondLst>
                                    <p:cond delay="149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8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9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0" dur="5255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1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2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3" presetID="53" presetClass="entr" presetSubtype="528" repeatCount="indefinite" fill="hold" grpId="0" nodeType="withEffect">
                                  <p:stCondLst>
                                    <p:cond delay="633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5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6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7" dur="5534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8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9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0" presetID="53" presetClass="entr" presetSubtype="528" repeatCount="indefinite" fill="hold" grpId="0" nodeType="withEffect">
                                  <p:stCondLst>
                                    <p:cond delay="377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2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3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4" dur="6932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5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6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7" presetID="53" presetClass="entr" presetSubtype="528" repeatCount="indefinite" fill="hold" grpId="0" nodeType="withEffect">
                                  <p:stCondLst>
                                    <p:cond delay="1461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9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0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1" dur="7218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2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3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4" presetID="53" presetClass="entr" presetSubtype="528" repeatCount="indefinite" fill="hold" grpId="0" nodeType="withEffect">
                                  <p:stCondLst>
                                    <p:cond delay="1078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6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7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8" dur="6826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9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0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1" presetID="53" presetClass="entr" presetSubtype="528" repeatCount="indefinite" fill="hold" grpId="0" nodeType="withEffect">
                                  <p:stCondLst>
                                    <p:cond delay="1447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3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4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5" dur="5322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6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7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8" presetID="53" presetClass="entr" presetSubtype="528" repeatCount="indefinite" fill="hold" grpId="0" nodeType="withEffect">
                                  <p:stCondLst>
                                    <p:cond delay="1654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0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1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2" dur="6922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3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4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5" presetID="53" presetClass="entr" presetSubtype="528" repeatCount="indefinite" fill="hold" grpId="0" nodeType="withEffect">
                                  <p:stCondLst>
                                    <p:cond delay="487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7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8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9" dur="7039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0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1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2" presetID="53" presetClass="entr" presetSubtype="528" repeatCount="indefinite" fill="hold" grpId="0" nodeType="withEffect">
                                  <p:stCondLst>
                                    <p:cond delay="1043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4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5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6" dur="6539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7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8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9" presetID="53" presetClass="entr" presetSubtype="528" repeatCount="indefinite" fill="hold" grpId="0" nodeType="withEffect">
                                  <p:stCondLst>
                                    <p:cond delay="502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1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2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3" dur="5392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4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5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6" presetID="53" presetClass="entr" presetSubtype="528" repeatCount="indefinite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8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9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0" dur="5326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1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2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3" presetID="53" presetClass="entr" presetSubtype="528" repeatCount="indefinite" fill="hold" grpId="0" nodeType="withEffect">
                                  <p:stCondLst>
                                    <p:cond delay="1436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5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6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7" dur="5561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8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9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0" presetID="53" presetClass="entr" presetSubtype="528" repeatCount="indefinite" fill="hold" grpId="0" nodeType="withEffect">
                                  <p:stCondLst>
                                    <p:cond delay="1228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2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3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4" dur="6911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5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6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7" presetID="53" presetClass="entr" presetSubtype="528" repeatCount="indefinite" fill="hold" grpId="0" nodeType="withEffect">
                                  <p:stCondLst>
                                    <p:cond delay="904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9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0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1" dur="5869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2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3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4" presetID="53" presetClass="entr" presetSubtype="528" repeatCount="indefinite" fill="hold" grpId="0" nodeType="withEffect">
                                  <p:stCondLst>
                                    <p:cond delay="603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6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7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8" dur="6813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9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0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1" presetID="53" presetClass="entr" presetSubtype="528" repeatCount="indefinite" fill="hold" grpId="0" nodeType="withEffect">
                                  <p:stCondLst>
                                    <p:cond delay="857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3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4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5" dur="5399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6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7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8" presetID="53" presetClass="entr" presetSubtype="528" repeatCount="indefinite" fill="hold" grpId="0" nodeType="withEffect">
                                  <p:stCondLst>
                                    <p:cond delay="1332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0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1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2" dur="698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3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4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5" presetID="53" presetClass="entr" presetSubtype="528" repeatCount="indefinite" fill="hold" grpId="0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7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8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9" dur="596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0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1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2" presetID="53" presetClass="entr" presetSubtype="528" repeatCount="indefinite" fill="hold" grpId="0" nodeType="withEffect">
                                  <p:stCondLst>
                                    <p:cond delay="464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4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5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6" dur="6406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7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8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9" presetID="53" presetClass="entr" presetSubtype="528" repeatCount="indefinite" fill="hold" grpId="0" nodeType="withEffect">
                                  <p:stCondLst>
                                    <p:cond delay="1093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1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2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3" dur="6713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4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5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6" presetID="53" presetClass="entr" presetSubtype="528" repeatCount="indefinite" fill="hold" grpId="0" nodeType="withEffect">
                                  <p:stCondLst>
                                    <p:cond delay="1754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8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9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0" dur="6271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1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2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3" presetID="53" presetClass="entr" presetSubtype="528" repeatCount="indefinite" fill="hold" grpId="0" nodeType="withEffect">
                                  <p:stCondLst>
                                    <p:cond delay="331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5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6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7" dur="6081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8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9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0" presetID="53" presetClass="entr" presetSubtype="528" repeatCount="indefinite" fill="hold" grpId="0" nodeType="withEffect">
                                  <p:stCondLst>
                                    <p:cond delay="52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2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3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4" dur="6712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5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6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7" presetID="53" presetClass="entr" presetSubtype="528" repeatCount="indefinite" fill="hold" grpId="0" nodeType="withEffect">
                                  <p:stCondLst>
                                    <p:cond delay="35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9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0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1" dur="5135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2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3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4" presetID="53" presetClass="entr" presetSubtype="528" repeatCount="indefinite" fill="hold" grpId="0" nodeType="withEffect">
                                  <p:stCondLst>
                                    <p:cond delay="181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6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7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8" dur="5463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9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0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1" presetID="53" presetClass="entr" presetSubtype="528" repeatCount="indefinite" fill="hold" grpId="0" nodeType="withEffect">
                                  <p:stCondLst>
                                    <p:cond delay="207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3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4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5" dur="5327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6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7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8" presetID="53" presetClass="entr" presetSubtype="528" repeatCount="indefinite" fill="hold" grpId="0" nodeType="withEffect">
                                  <p:stCondLst>
                                    <p:cond delay="852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0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1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2" dur="5099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3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4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5" presetID="53" presetClass="entr" presetSubtype="528" repeatCount="indefinite" fill="hold" grpId="0" nodeType="withEffect">
                                  <p:stCondLst>
                                    <p:cond delay="1482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7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8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9" dur="7073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0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1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2" presetID="53" presetClass="entr" presetSubtype="528" repeatCount="indefinite" fill="hold" grpId="0" nodeType="withEffect">
                                  <p:stCondLst>
                                    <p:cond delay="176"/>
                                  </p:stCondLst>
                                  <p:childTnLs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4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5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6" dur="7201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7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8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9" presetID="53" presetClass="entr" presetSubtype="528" repeatCount="indefinite" fill="hold" grpId="0" nodeType="withEffect">
                                  <p:stCondLst>
                                    <p:cond delay="157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1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2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3" dur="7468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4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5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6" presetID="53" presetClass="entr" presetSubtype="528" repeatCount="indefinite" fill="hold" grpId="0" nodeType="withEffect">
                                  <p:stCondLst>
                                    <p:cond delay="234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8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9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0" dur="7485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1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2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3" presetID="53" presetClass="entr" presetSubtype="528" repeatCount="indefinite" fill="hold" grpId="0" nodeType="withEffect">
                                  <p:stCondLst>
                                    <p:cond delay="1802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5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6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7" dur="6432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8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9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0" presetID="53" presetClass="entr" presetSubtype="528" repeatCount="indefinite" fill="hold" grpId="0" nodeType="withEffect">
                                  <p:stCondLst>
                                    <p:cond delay="736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2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3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4" dur="5423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5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6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7" presetID="53" presetClass="entr" presetSubtype="528" repeatCount="indefinite" fill="hold" grpId="0" nodeType="withEffect">
                                  <p:stCondLst>
                                    <p:cond delay="482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9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0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1" dur="5102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2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3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4" presetID="53" presetClass="entr" presetSubtype="528" repeatCount="indefinite" fill="hold" grpId="0" nodeType="withEffect">
                                  <p:stCondLst>
                                    <p:cond delay="399"/>
                                  </p:stCondLst>
                                  <p:childTnLs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6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7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8" dur="5819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9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0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1" presetID="53" presetClass="entr" presetSubtype="528" repeatCount="indefinite" fill="hold" grpId="0" nodeType="withEffect">
                                  <p:stCondLst>
                                    <p:cond delay="1338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3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4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5" dur="6554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6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7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8" presetID="53" presetClass="entr" presetSubtype="528" repeatCount="indefinite" fill="hold" grpId="0" nodeType="withEffect">
                                  <p:stCondLst>
                                    <p:cond delay="245"/>
                                  </p:stCondLst>
                                  <p:childTnLst>
                                    <p:set>
                                      <p:cBhvr>
                                        <p:cTn id="5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0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1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2" dur="5853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3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4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5" presetID="53" presetClass="entr" presetSubtype="528" repeatCount="indefinite" fill="hold" grpId="0" nodeType="withEffect">
                                  <p:stCondLst>
                                    <p:cond delay="1555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7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8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9" dur="5653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0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1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2" presetID="53" presetClass="entr" presetSubtype="528" repeatCount="indefinite" fill="hold" grpId="0" nodeType="withEffect">
                                  <p:stCondLst>
                                    <p:cond delay="1065"/>
                                  </p:stCondLst>
                                  <p:childTnLs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4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5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6" dur="7301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7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8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9" presetID="53" presetClass="entr" presetSubtype="528" repeatCount="indefinite" fill="hold" grpId="0" nodeType="withEffect">
                                  <p:stCondLst>
                                    <p:cond delay="1298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1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2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3" dur="7173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4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5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6" presetID="53" presetClass="entr" presetSubtype="528" repeatCount="indefinite" fill="hold" grpId="0" nodeType="withEffect">
                                  <p:stCondLst>
                                    <p:cond delay="1367"/>
                                  </p:stCondLst>
                                  <p:childTnLst>
                                    <p:set>
                                      <p:cBhvr>
                                        <p:cTn id="5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8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9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0" dur="6011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1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2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3" presetID="53" presetClass="entr" presetSubtype="528" repeatCount="indefinite" fill="hold" grpId="0" nodeType="withEffect">
                                  <p:stCondLst>
                                    <p:cond delay="1243"/>
                                  </p:stCondLst>
                                  <p:childTnLs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5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6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7" dur="5785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8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9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0" presetID="53" presetClass="entr" presetSubtype="528" repeatCount="indefinite" fill="hold" grpId="0" nodeType="withEffect">
                                  <p:stCondLst>
                                    <p:cond delay="273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2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3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4" dur="6234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5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6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7" presetID="53" presetClass="entr" presetSubtype="528" repeatCount="indefinite" fill="hold" grpId="0" nodeType="withEffect">
                                  <p:stCondLst>
                                    <p:cond delay="1910"/>
                                  </p:stCondLst>
                                  <p:childTnLst>
                                    <p:set>
                                      <p:cBhvr>
                                        <p:cTn id="6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9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0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1" dur="7063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2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3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4" presetID="53" presetClass="entr" presetSubtype="528" repeatCount="indefinite" fill="hold" grpId="0" nodeType="withEffect">
                                  <p:stCondLst>
                                    <p:cond delay="633"/>
                                  </p:stCondLst>
                                  <p:childTnLs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6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7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8" dur="5494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9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0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1" presetID="53" presetClass="entr" presetSubtype="528" repeatCount="indefinite" fill="hold" grpId="0" nodeType="withEffect">
                                  <p:stCondLst>
                                    <p:cond delay="1769"/>
                                  </p:stCondLst>
                                  <p:childTnLs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3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4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5" dur="7135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6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7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8" presetID="53" presetClass="entr" presetSubtype="528" repeatCount="indefinite" fill="hold" grpId="0" nodeType="withEffect">
                                  <p:stCondLst>
                                    <p:cond delay="552"/>
                                  </p:stCondLst>
                                  <p:childTnLst>
                                    <p:set>
                                      <p:cBhvr>
                                        <p:cTn id="6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0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1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2" dur="7132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3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4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5" presetID="53" presetClass="entr" presetSubtype="528" repeatCount="indefinite" fill="hold" grpId="0" nodeType="withEffect">
                                  <p:stCondLst>
                                    <p:cond delay="1645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7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8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9" dur="5041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0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1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2" presetID="53" presetClass="entr" presetSubtype="528" repeatCount="indefinite" fill="hold" grpId="0" nodeType="withEffect">
                                  <p:stCondLst>
                                    <p:cond delay="1934"/>
                                  </p:stCondLst>
                                  <p:childTnLst>
                                    <p:set>
                                      <p:cBhvr>
                                        <p:cTn id="6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4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5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6" dur="6965"/>
                                        <p:tgtEl>
                                          <p:spTgt spid="5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7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8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9" presetID="53" presetClass="entr" presetSubtype="528" repeatCount="indefinite" fill="hold" grpId="0" nodeType="withEffect">
                                  <p:stCondLst>
                                    <p:cond delay="775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1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2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3" dur="5313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4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5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6" presetID="53" presetClass="entr" presetSubtype="528" repeatCount="indefinite" fill="hold" grpId="0" nodeType="withEffect">
                                  <p:stCondLst>
                                    <p:cond delay="178"/>
                                  </p:stCondLst>
                                  <p:childTnLst>
                                    <p:set>
                                      <p:cBhvr>
                                        <p:cTn id="6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8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9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0" dur="563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1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2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3" presetID="53" presetClass="entr" presetSubtype="528" repeatCount="indefinite" fill="hold" grpId="0" nodeType="withEffect">
                                  <p:stCondLst>
                                    <p:cond delay="1402"/>
                                  </p:stCondLst>
                                  <p:childTnLst>
                                    <p:set>
                                      <p:cBhvr>
                                        <p:cTn id="6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5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6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7" dur="5437"/>
                                        <p:tgtEl>
                                          <p:spTgt spid="5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8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9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0" presetID="53" presetClass="entr" presetSubtype="528" repeatCount="indefinite" fill="hold" grpId="0" nodeType="withEffect">
                                  <p:stCondLst>
                                    <p:cond delay="441"/>
                                  </p:stCondLst>
                                  <p:childTnLst>
                                    <p:set>
                                      <p:cBhvr>
                                        <p:cTn id="6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2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3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4" dur="566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5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6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7" presetID="53" presetClass="entr" presetSubtype="528" repeatCount="indefinite" fill="hold" grpId="0" nodeType="withEffect">
                                  <p:stCondLst>
                                    <p:cond delay="1747"/>
                                  </p:stCondLst>
                                  <p:childTnLs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9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0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1" dur="6723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2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3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4" presetID="53" presetClass="entr" presetSubtype="528" repeatCount="indefinite" fill="hold" grpId="0" nodeType="withEffect">
                                  <p:stCondLst>
                                    <p:cond delay="1402"/>
                                  </p:stCondLst>
                                  <p:childTnLst>
                                    <p:set>
                                      <p:cBhvr>
                                        <p:cTn id="6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6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7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8" dur="5888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9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0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1" presetID="53" presetClass="entr" presetSubtype="528" repeatCount="indefinite" fill="hold" grpId="0" nodeType="withEffect">
                                  <p:stCondLst>
                                    <p:cond delay="809"/>
                                  </p:stCondLst>
                                  <p:childTnLs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3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4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5" dur="5356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6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7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8" presetID="53" presetClass="entr" presetSubtype="528" repeatCount="indefinite" fill="hold" grpId="0" nodeType="withEffect">
                                  <p:stCondLst>
                                    <p:cond delay="351"/>
                                  </p:stCondLst>
                                  <p:childTnLst>
                                    <p:set>
                                      <p:cBhvr>
                                        <p:cTn id="6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0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1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2" dur="7274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3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4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5" presetID="53" presetClass="entr" presetSubtype="528" repeatCount="indefinite" fill="hold" grpId="0" nodeType="withEffect">
                                  <p:stCondLst>
                                    <p:cond delay="1594"/>
                                  </p:stCondLst>
                                  <p:childTnLst>
                                    <p:set>
                                      <p:cBhvr>
                                        <p:cTn id="7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7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8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9" dur="5069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0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1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2" presetID="53" presetClass="entr" presetSubtype="528" repeatCount="indefinite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7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4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5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6" dur="5443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7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8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9" presetID="53" presetClass="entr" presetSubtype="528" repeatCount="indefinite" fill="hold" grpId="0" nodeType="withEffect">
                                  <p:stCondLst>
                                    <p:cond delay="1243"/>
                                  </p:stCondLst>
                                  <p:childTnLst>
                                    <p:set>
                                      <p:cBhvr>
                                        <p:cTn id="7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1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2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3" dur="6959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4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5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6" presetID="53" presetClass="entr" presetSubtype="528" repeatCount="indefinite" fill="hold" grpId="0" nodeType="withEffect">
                                  <p:stCondLst>
                                    <p:cond delay="1388"/>
                                  </p:stCondLst>
                                  <p:childTnLst>
                                    <p:set>
                                      <p:cBhvr>
                                        <p:cTn id="7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8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9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0" dur="5861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1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2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3" presetID="53" presetClass="entr" presetSubtype="528" repeatCount="indefinite" fill="hold" grpId="0" nodeType="withEffect">
                                  <p:stCondLst>
                                    <p:cond delay="278"/>
                                  </p:stCondLst>
                                  <p:childTnLst>
                                    <p:set>
                                      <p:cBhvr>
                                        <p:cTn id="7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5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6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7" dur="5961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8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9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0" presetID="53" presetClass="entr" presetSubtype="528" repeatCount="indefinite" fill="hold" grpId="0" nodeType="withEffect">
                                  <p:stCondLst>
                                    <p:cond delay="954"/>
                                  </p:stCondLst>
                                  <p:childTnLst>
                                    <p:set>
                                      <p:cBhvr>
                                        <p:cTn id="7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2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3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4" dur="5261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5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6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7" presetID="53" presetClass="entr" presetSubtype="528" repeatCount="indefinite" fill="hold" grpId="0" nodeType="withEffect">
                                  <p:stCondLst>
                                    <p:cond delay="494"/>
                                  </p:stCondLst>
                                  <p:childTnLst>
                                    <p:set>
                                      <p:cBhvr>
                                        <p:cTn id="7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9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0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1" dur="6404"/>
                                        <p:tgtEl>
                                          <p:spTgt spid="5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2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3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4" presetID="53" presetClass="entr" presetSubtype="528" repeatCount="indefinite" fill="hold" grpId="0" nodeType="withEffect">
                                  <p:stCondLst>
                                    <p:cond delay="1901"/>
                                  </p:stCondLst>
                                  <p:childTnLst>
                                    <p:set>
                                      <p:cBhvr>
                                        <p:cTn id="7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6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7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8" dur="6419"/>
                                        <p:tgtEl>
                                          <p:spTgt spid="5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9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0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1" presetID="53" presetClass="entr" presetSubtype="528" repeatCount="indefinite" fill="hold" grpId="0" nodeType="withEffect">
                                  <p:stCondLst>
                                    <p:cond delay="367"/>
                                  </p:stCondLst>
                                  <p:childTnLst>
                                    <p:set>
                                      <p:cBhvr>
                                        <p:cTn id="7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3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4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5" dur="7266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6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7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8" presetID="53" presetClass="entr" presetSubtype="528" repeatCount="indefinite" fill="hold" grpId="0" nodeType="withEffect">
                                  <p:stCondLst>
                                    <p:cond delay="961"/>
                                  </p:stCondLst>
                                  <p:childTnLst>
                                    <p:set>
                                      <p:cBhvr>
                                        <p:cTn id="7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0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1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2" dur="6578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3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4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5" presetID="53" presetClass="entr" presetSubtype="528" repeatCount="indefinite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7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8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9" dur="5112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0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1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2" presetID="53" presetClass="entr" presetSubtype="528" repeatCount="indefinite" fill="hold" grpId="0" nodeType="withEffect">
                                  <p:stCondLst>
                                    <p:cond delay="1664"/>
                                  </p:stCondLst>
                                  <p:childTnLst>
                                    <p:set>
                                      <p:cBhvr>
                                        <p:cTn id="7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4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5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6" dur="5239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7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8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9" presetID="53" presetClass="entr" presetSubtype="528" repeatCount="indefinite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7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1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2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3" dur="5535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4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5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6" presetID="53" presetClass="entr" presetSubtype="528" repeatCount="indefinite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7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8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9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0" dur="5003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1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2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3" presetID="53" presetClass="entr" presetSubtype="528" repeatCount="indefinite" fill="hold" grpId="0" nodeType="withEffect">
                                  <p:stCondLst>
                                    <p:cond delay="1048"/>
                                  </p:stCondLst>
                                  <p:childTnLst>
                                    <p:set>
                                      <p:cBhvr>
                                        <p:cTn id="8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5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6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7" dur="5033"/>
                                        <p:tgtEl>
                                          <p:spTgt spid="5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8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9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0" presetID="53" presetClass="entr" presetSubtype="528" repeatCount="indefinite" fill="hold" grpId="0" nodeType="withEffect">
                                  <p:stCondLst>
                                    <p:cond delay="1359"/>
                                  </p:stCondLst>
                                  <p:childTnLst>
                                    <p:set>
                                      <p:cBhvr>
                                        <p:cTn id="8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2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3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4" dur="6787"/>
                                        <p:tgtEl>
                                          <p:spTgt spid="5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5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6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7" presetID="2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8" dur="3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9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0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1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2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3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25 0.0564815 L -0.000833333 -0.258611 " pathEditMode="relative" rAng="0" ptsTypes="">
                                      <p:cBhvr>
                                        <p:cTn id="824" dur="5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ldLvl="0" animBg="1"/>
      <p:bldP spid="35" grpId="0" bldLvl="0" animBg="1"/>
      <p:bldP spid="36" grpId="0" bldLvl="0" animBg="1"/>
      <p:bldP spid="37" grpId="0" bldLvl="0" animBg="1"/>
      <p:bldP spid="78" grpId="0" bldLvl="0" animBg="1"/>
      <p:bldP spid="97" grpId="0" bldLvl="0" animBg="1"/>
      <p:bldP spid="98" grpId="0" bldLvl="0" animBg="1"/>
      <p:bldP spid="109" grpId="0" bldLvl="0" animBg="1"/>
      <p:bldP spid="134" grpId="0" bldLvl="0" animBg="1"/>
      <p:bldP spid="135" grpId="0" bldLvl="0" animBg="1"/>
      <p:bldP spid="136" grpId="0" bldLvl="0" animBg="1"/>
      <p:bldP spid="137" grpId="0" bldLvl="0" animBg="1"/>
      <p:bldP spid="139" grpId="0" bldLvl="0" animBg="1"/>
      <p:bldP spid="140" grpId="0" bldLvl="0" animBg="1"/>
      <p:bldP spid="141" grpId="0" bldLvl="0" animBg="1"/>
      <p:bldP spid="142" grpId="0" bldLvl="0" animBg="1"/>
      <p:bldP spid="154" grpId="0" bldLvl="0" animBg="1"/>
      <p:bldP spid="155" grpId="0" bldLvl="0" animBg="1"/>
      <p:bldP spid="156" grpId="0" bldLvl="0" animBg="1"/>
      <p:bldP spid="226" grpId="0" bldLvl="0" animBg="1"/>
      <p:bldP spid="237" grpId="0" bldLvl="0" animBg="1"/>
      <p:bldP spid="238" grpId="0" bldLvl="0" animBg="1"/>
      <p:bldP spid="239" grpId="0" bldLvl="0" animBg="1"/>
      <p:bldP spid="240" grpId="0" bldLvl="0" animBg="1"/>
      <p:bldP spid="242" grpId="0" bldLvl="0" animBg="1"/>
      <p:bldP spid="243" grpId="0" bldLvl="0" animBg="1"/>
      <p:bldP spid="244" grpId="0" bldLvl="0" animBg="1"/>
      <p:bldP spid="245" grpId="0" bldLvl="0" animBg="1"/>
      <p:bldP spid="246" grpId="0" bldLvl="0" animBg="1"/>
      <p:bldP spid="247" grpId="0" bldLvl="0" animBg="1"/>
      <p:bldP spid="248" grpId="0" bldLvl="0" animBg="1"/>
      <p:bldP spid="252" grpId="0" bldLvl="0" animBg="1"/>
      <p:bldP spid="257" grpId="0" bldLvl="0" animBg="1"/>
      <p:bldP spid="262" grpId="0" bldLvl="0" animBg="1"/>
      <p:bldP spid="265" grpId="0" bldLvl="0" animBg="1"/>
      <p:bldP spid="266" grpId="0" bldLvl="0" animBg="1"/>
      <p:bldP spid="267" grpId="0" bldLvl="0" animBg="1"/>
      <p:bldP spid="268" grpId="0" bldLvl="0" animBg="1"/>
      <p:bldP spid="269" grpId="0" bldLvl="0" animBg="1"/>
      <p:bldP spid="384" grpId="0" bldLvl="0" animBg="1"/>
      <p:bldP spid="388" grpId="0" bldLvl="0" animBg="1"/>
      <p:bldP spid="392" grpId="0" bldLvl="0" animBg="1"/>
      <p:bldP spid="397" grpId="0" bldLvl="0" animBg="1"/>
      <p:bldP spid="402" grpId="0" bldLvl="0" animBg="1"/>
      <p:bldP spid="403" grpId="0" bldLvl="0" animBg="1"/>
      <p:bldP spid="404" grpId="0" bldLvl="0" animBg="1"/>
      <p:bldP spid="405" grpId="0" bldLvl="0" animBg="1"/>
      <p:bldP spid="406" grpId="0" bldLvl="0" animBg="1"/>
      <p:bldP spid="408" grpId="0" bldLvl="0" animBg="1"/>
      <p:bldP spid="409" grpId="0" bldLvl="0" animBg="1"/>
      <p:bldP spid="412" grpId="0" bldLvl="0" animBg="1"/>
      <p:bldP spid="413" grpId="0" bldLvl="0" animBg="1"/>
      <p:bldP spid="415" grpId="0" bldLvl="0" animBg="1"/>
      <p:bldP spid="416" grpId="0" bldLvl="0" animBg="1"/>
      <p:bldP spid="417" grpId="0" bldLvl="0" animBg="1"/>
      <p:bldP spid="418" grpId="0" bldLvl="0" animBg="1"/>
      <p:bldP spid="423" grpId="0" bldLvl="0" animBg="1"/>
      <p:bldP spid="426" grpId="0" bldLvl="0" animBg="1"/>
      <p:bldP spid="427" grpId="0" bldLvl="0" animBg="1"/>
      <p:bldP spid="428" grpId="0" bldLvl="0" animBg="1"/>
      <p:bldP spid="429" grpId="0" bldLvl="0" animBg="1"/>
      <p:bldP spid="430" grpId="0" bldLvl="0" animBg="1"/>
      <p:bldP spid="431" grpId="0" bldLvl="0" animBg="1"/>
      <p:bldP spid="432" grpId="0" bldLvl="0" animBg="1"/>
      <p:bldP spid="433" grpId="0" bldLvl="0" animBg="1"/>
      <p:bldP spid="434" grpId="0" bldLvl="0" animBg="1"/>
      <p:bldP spid="435" grpId="0" bldLvl="0" animBg="1"/>
      <p:bldP spid="436" grpId="0" bldLvl="0" animBg="1"/>
      <p:bldP spid="437" grpId="0" bldLvl="0" animBg="1"/>
      <p:bldP spid="438" grpId="0" bldLvl="0" animBg="1"/>
      <p:bldP spid="439" grpId="0" bldLvl="0" animBg="1"/>
      <p:bldP spid="440" grpId="0" bldLvl="0" animBg="1"/>
      <p:bldP spid="441" grpId="0" bldLvl="0" animBg="1"/>
      <p:bldP spid="457" grpId="0" bldLvl="0" animBg="1"/>
      <p:bldP spid="463" grpId="0" bldLvl="0" animBg="1"/>
      <p:bldP spid="465" grpId="0" bldLvl="0" animBg="1"/>
      <p:bldP spid="466" grpId="0" bldLvl="0" animBg="1"/>
      <p:bldP spid="468" grpId="0" bldLvl="0" animBg="1"/>
      <p:bldP spid="469" grpId="0" bldLvl="0" animBg="1"/>
      <p:bldP spid="470" grpId="0" bldLvl="0" animBg="1"/>
      <p:bldP spid="472" grpId="0" bldLvl="0" animBg="1"/>
      <p:bldP spid="473" grpId="0" bldLvl="0" animBg="1"/>
      <p:bldP spid="474" grpId="0" bldLvl="0" animBg="1"/>
      <p:bldP spid="481" grpId="0" bldLvl="0" animBg="1"/>
      <p:bldP spid="482" grpId="0" bldLvl="0" animBg="1"/>
      <p:bldP spid="483" grpId="0" bldLvl="0" animBg="1"/>
      <p:bldP spid="502" grpId="0" bldLvl="0" animBg="1"/>
      <p:bldP spid="503" grpId="0" bldLvl="0" animBg="1"/>
      <p:bldP spid="504" grpId="0" bldLvl="0" animBg="1"/>
      <p:bldP spid="505" grpId="0" bldLvl="0" animBg="1"/>
      <p:bldP spid="529" grpId="0" bldLvl="0" animBg="1"/>
      <p:bldP spid="531" grpId="0" bldLvl="0" animBg="1"/>
      <p:bldP spid="532" grpId="0" bldLvl="0" animBg="1"/>
      <p:bldP spid="533" grpId="0" bldLvl="0" animBg="1"/>
      <p:bldP spid="534" grpId="0" bldLvl="0" animBg="1"/>
      <p:bldP spid="535" grpId="0" bldLvl="0" animBg="1"/>
      <p:bldP spid="539" grpId="0" bldLvl="0" animBg="1"/>
      <p:bldP spid="542" grpId="0" bldLvl="0" animBg="1"/>
      <p:bldP spid="543" grpId="0" bldLvl="0" animBg="1"/>
      <p:bldP spid="545" grpId="0" bldLvl="0" animBg="1"/>
      <p:bldP spid="560" grpId="0" bldLvl="0" animBg="1"/>
      <p:bldP spid="561" grpId="0" bldLvl="0" animBg="1"/>
      <p:bldP spid="562" grpId="0" bldLvl="0" animBg="1"/>
      <p:bldP spid="568" grpId="0" bldLvl="0" animBg="1"/>
      <p:bldP spid="570" grpId="0" bldLvl="0" animBg="1"/>
      <p:bldP spid="571" grpId="0" bldLvl="0" animBg="1"/>
      <p:bldP spid="572" grpId="0" bldLvl="0" animBg="1"/>
      <p:bldP spid="573" grpId="0" bldLvl="0" animBg="1"/>
      <p:bldP spid="587" grpId="0" bldLvl="0" animBg="1"/>
      <p:bldP spid="590" grpId="0" bldLvl="0" animBg="1"/>
      <p:bldP spid="591" grpId="0" bldLvl="0" animBg="1"/>
      <p:bldP spid="592" grpId="0" bldLvl="0" animBg="1"/>
      <p:bldP spid="596" grpId="0" bldLvl="0" animBg="1"/>
      <p:bldP spid="597" grpId="0" bldLvl="0" animBg="1"/>
      <p:bldP spid="598" grpId="0" bldLvl="0" animBg="1"/>
      <p:bldP spid="599" grpId="0" bldLvl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图片 49" descr="手拿遥控器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8997950" y="3854450"/>
            <a:ext cx="3194050" cy="3003550"/>
          </a:xfrm>
          <a:prstGeom prst="rect">
            <a:avLst/>
          </a:prstGeom>
        </p:spPr>
      </p:pic>
      <p:grpSp>
        <p:nvGrpSpPr>
          <p:cNvPr id="55" name="组合 54"/>
          <p:cNvGrpSpPr/>
          <p:nvPr/>
        </p:nvGrpSpPr>
        <p:grpSpPr>
          <a:xfrm>
            <a:off x="676910" y="946785"/>
            <a:ext cx="7586980" cy="5412105"/>
            <a:chOff x="1066" y="1491"/>
            <a:chExt cx="11948" cy="8523"/>
          </a:xfrm>
        </p:grpSpPr>
        <p:grpSp>
          <p:nvGrpSpPr>
            <p:cNvPr id="2" name="组合 1"/>
            <p:cNvGrpSpPr/>
            <p:nvPr/>
          </p:nvGrpSpPr>
          <p:grpSpPr>
            <a:xfrm>
              <a:off x="1066" y="1491"/>
              <a:ext cx="11948" cy="8523"/>
              <a:chOff x="1066" y="1491"/>
              <a:chExt cx="11948" cy="8523"/>
            </a:xfrm>
          </p:grpSpPr>
          <p:pic>
            <p:nvPicPr>
              <p:cNvPr id="3" name="图片 2" descr="电视机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6" y="1491"/>
                <a:ext cx="11948" cy="8523"/>
              </a:xfrm>
              <a:prstGeom prst="rect">
                <a:avLst/>
              </a:prstGeom>
            </p:spPr>
          </p:pic>
          <p:sp>
            <p:nvSpPr>
              <p:cNvPr id="9" name="矩形 8"/>
              <p:cNvSpPr/>
              <p:nvPr/>
            </p:nvSpPr>
            <p:spPr>
              <a:xfrm>
                <a:off x="5675" y="8209"/>
                <a:ext cx="2939" cy="1013"/>
              </a:xfrm>
              <a:prstGeom prst="rect">
                <a:avLst/>
              </a:prstGeom>
              <a:solidFill>
                <a:srgbClr val="FD431C"/>
              </a:solidFill>
              <a:ln>
                <a:solidFill>
                  <a:srgbClr val="FD43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pic>
          <p:nvPicPr>
            <p:cNvPr id="54" name="图片 53" descr="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83" y="8073"/>
              <a:ext cx="1661" cy="1661"/>
            </a:xfrm>
            <a:prstGeom prst="rect">
              <a:avLst/>
            </a:prstGeom>
          </p:spPr>
        </p:pic>
      </p:grpSp>
      <p:grpSp>
        <p:nvGrpSpPr>
          <p:cNvPr id="10" name="组合 9"/>
          <p:cNvGrpSpPr/>
          <p:nvPr/>
        </p:nvGrpSpPr>
        <p:grpSpPr>
          <a:xfrm>
            <a:off x="7587590" y="-493395"/>
            <a:ext cx="4788873" cy="2945130"/>
            <a:chOff x="9276" y="6028"/>
            <a:chExt cx="6716" cy="4638"/>
          </a:xfrm>
        </p:grpSpPr>
        <p:pic>
          <p:nvPicPr>
            <p:cNvPr id="11" name="图片 10" descr="0f19f38c4d898577ade8f7c1d044040e (1)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300000">
              <a:off x="9317" y="6028"/>
              <a:ext cx="6480" cy="4638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/>
          </p:nvSpPr>
          <p:spPr>
            <a:xfrm>
              <a:off x="9276" y="7799"/>
              <a:ext cx="6716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300480" eaLnBrk="1"/>
              <a:r>
                <a:rPr lang="zh-CN" altLang="en-US" sz="2000" b="1" dirty="0">
                  <a:latin typeface="STXihei" panose="02010600040101010101" pitchFamily="2" charset="-122"/>
                  <a:ea typeface="STXihei" panose="02010600040101010101" pitchFamily="2" charset="-122"/>
                  <a:cs typeface="宋体" panose="02010600030101010101" pitchFamily="2" charset="-122"/>
                  <a:sym typeface="Calibri" panose="020F0502020204030204" charset="0"/>
                </a:rPr>
                <a:t>说一说：</a:t>
              </a:r>
            </a:p>
            <a:p>
              <a:pPr algn="ctr" defTabSz="1300480" eaLnBrk="1"/>
              <a:endParaRPr lang="zh-CN" altLang="en-US" sz="2000" b="1" dirty="0">
                <a:latin typeface="STXihei" panose="02010600040101010101" pitchFamily="2" charset="-122"/>
                <a:ea typeface="STXihei" panose="02010600040101010101" pitchFamily="2" charset="-122"/>
                <a:cs typeface="宋体" panose="02010600030101010101" pitchFamily="2" charset="-122"/>
                <a:sym typeface="Calibri" panose="020F0502020204030204" charset="0"/>
              </a:endParaRPr>
            </a:p>
            <a:p>
              <a:pPr algn="ctr" defTabSz="1300480" eaLnBrk="1"/>
              <a:r>
                <a:rPr lang="zh-CN" altLang="en-US" sz="2000" b="1" dirty="0">
                  <a:latin typeface="STXihei" panose="02010600040101010101" pitchFamily="2" charset="-122"/>
                  <a:ea typeface="STXihei" panose="02010600040101010101" pitchFamily="2" charset="-122"/>
                  <a:cs typeface="宋体" panose="02010600030101010101" pitchFamily="2" charset="-122"/>
                  <a:sym typeface="+mn-ea"/>
                </a:rPr>
                <a:t>在你的国家，有关于“龙”的传说吗？</a:t>
              </a:r>
            </a:p>
          </p:txBody>
        </p:sp>
      </p:grpSp>
      <p:sp>
        <p:nvSpPr>
          <p:cNvPr id="4" name="文本框 7"/>
          <p:cNvSpPr txBox="1"/>
          <p:nvPr/>
        </p:nvSpPr>
        <p:spPr>
          <a:xfrm>
            <a:off x="165735" y="2139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热身</a:t>
            </a:r>
          </a:p>
        </p:txBody>
      </p:sp>
      <p:sp>
        <p:nvSpPr>
          <p:cNvPr id="6" name="文本框 7"/>
          <p:cNvSpPr txBox="1"/>
          <p:nvPr/>
        </p:nvSpPr>
        <p:spPr>
          <a:xfrm>
            <a:off x="237490" y="702310"/>
            <a:ext cx="117729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Source Han Sans CN Regular" panose="020B0500000000000000" pitchFamily="34" charset="-122"/>
                <a:ea typeface="Source Han Sans CN Regular" panose="020B0500000000000000" pitchFamily="34" charset="-122"/>
              </a:rPr>
              <a:t>Warm-up</a:t>
            </a:r>
          </a:p>
        </p:txBody>
      </p:sp>
      <p:pic>
        <p:nvPicPr>
          <p:cNvPr id="30726" name="Picture 7" descr="/Users/huangkafi/Downloads/不抠图 /IMG_7120.jpgIMG_7120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327150" y="1844675"/>
            <a:ext cx="5650230" cy="3310890"/>
          </a:xfrm>
          <a:prstGeom prst="rect">
            <a:avLst/>
          </a:prstGeom>
          <a:noFill/>
          <a:ln w="1270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715767" y="1839293"/>
            <a:ext cx="221742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STKaiti" panose="02010600040101010101" charset="-122"/>
                <a:ea typeface="STKaiti" panose="02010600040101010101" charset="-122"/>
                <a:cs typeface="Comic Sans MS" panose="030F0902030302020204" pitchFamily="66" charset="0"/>
              </a:rPr>
              <a:t>岩石</a:t>
            </a: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1914522" y="1153493"/>
            <a:ext cx="201422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4400">
                <a:solidFill>
                  <a:schemeClr val="tx1"/>
                </a:solidFill>
                <a:latin typeface="STXihei" panose="02010600040101010101" pitchFamily="2" charset="-122"/>
                <a:ea typeface="STXihei" panose="02010600040101010101" pitchFamily="2" charset="-122"/>
                <a:cs typeface="Comic Sans MS" panose="030F0902030302020204" pitchFamily="66" charset="0"/>
              </a:rPr>
              <a:t>yán shí</a:t>
            </a:r>
          </a:p>
        </p:txBody>
      </p:sp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Source Han Sans CN Regular" panose="020B0500000000000000" pitchFamily="34" charset="-122"/>
                <a:ea typeface="Source Han Sans CN Regular" panose="020B0500000000000000" pitchFamily="34" charset="-122"/>
              </a:rPr>
              <a:t>New Word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321557" y="2991183"/>
            <a:ext cx="100647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000">
                <a:solidFill>
                  <a:schemeClr val="tx1"/>
                </a:solidFill>
                <a:latin typeface="STXihei" panose="02010600040101010101" pitchFamily="2" charset="-122"/>
                <a:ea typeface="STXihei" panose="02010600040101010101" pitchFamily="2" charset="-122"/>
                <a:cs typeface="Comic Sans MS" panose="030F0902030302020204" pitchFamily="66" charset="0"/>
              </a:rPr>
              <a:t>n. rock</a:t>
            </a:r>
          </a:p>
        </p:txBody>
      </p:sp>
      <p:pic>
        <p:nvPicPr>
          <p:cNvPr id="5121" name="Picture 1" descr="pasted-image.png"/>
          <p:cNvPicPr>
            <a:picLocks noChangeAspect="1"/>
          </p:cNvPicPr>
          <p:nvPr/>
        </p:nvPicPr>
        <p:blipFill>
          <a:blip r:embed="rId5"/>
          <a:srcRect r="30276" b="7141"/>
          <a:stretch>
            <a:fillRect/>
          </a:stretch>
        </p:blipFill>
        <p:spPr>
          <a:xfrm>
            <a:off x="4635500" y="2022475"/>
            <a:ext cx="3665220" cy="3241040"/>
          </a:xfrm>
          <a:prstGeom prst="rect">
            <a:avLst/>
          </a:prstGeom>
          <a:noFill/>
          <a:ln w="12700">
            <a:noFill/>
          </a:ln>
        </p:spPr>
      </p:pic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8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715767" y="1839293"/>
            <a:ext cx="323469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8000" b="1">
                <a:solidFill>
                  <a:schemeClr val="tx1"/>
                </a:solidFill>
                <a:latin typeface="STKaiti" panose="02010600040101010101" charset="-122"/>
                <a:ea typeface="STKaiti" panose="02010600040101010101" charset="-122"/>
                <a:cs typeface="Comic Sans MS" panose="030F0902030302020204" pitchFamily="66" charset="0"/>
              </a:rPr>
              <a:t>石灰岩</a:t>
            </a: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1914522" y="1153493"/>
            <a:ext cx="24434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3600">
                <a:solidFill>
                  <a:schemeClr val="tx1"/>
                </a:solidFill>
                <a:latin typeface="STXihei" panose="02010600040101010101" pitchFamily="2" charset="-122"/>
                <a:ea typeface="STXihei" panose="02010600040101010101" pitchFamily="2" charset="-122"/>
                <a:cs typeface="Comic Sans MS" panose="030F0902030302020204" pitchFamily="66" charset="0"/>
              </a:rPr>
              <a:t>shí huī yán</a:t>
            </a:r>
          </a:p>
        </p:txBody>
      </p:sp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Source Han Sans CN Regular" panose="020B0500000000000000" pitchFamily="34" charset="-122"/>
                <a:ea typeface="Source Han Sans CN Regular" panose="020B0500000000000000" pitchFamily="34" charset="-122"/>
              </a:rPr>
              <a:t>New Word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321557" y="2991183"/>
            <a:ext cx="164782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000">
                <a:solidFill>
                  <a:schemeClr val="tx1"/>
                </a:solidFill>
                <a:latin typeface="STXihei" panose="02010600040101010101" pitchFamily="2" charset="-122"/>
                <a:ea typeface="STXihei" panose="02010600040101010101" pitchFamily="2" charset="-122"/>
                <a:cs typeface="Comic Sans MS" panose="030F0902030302020204" pitchFamily="66" charset="0"/>
              </a:rPr>
              <a:t>n. limestone</a:t>
            </a:r>
          </a:p>
        </p:txBody>
      </p:sp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1171"/>
            <a:ext cx="9180665" cy="6856928"/>
          </a:xfrm>
          <a:prstGeom prst="rect">
            <a:avLst/>
          </a:prstGeom>
        </p:spPr>
      </p:pic>
      <p:pic>
        <p:nvPicPr>
          <p:cNvPr id="5135" name="Picture 15" descr="/Users/huangkafi/Downloads/IMG_7132 (1).jpgIMG_7132 (1)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015230" y="2022475"/>
            <a:ext cx="3576955" cy="3241040"/>
          </a:xfrm>
          <a:prstGeom prst="rect">
            <a:avLst/>
          </a:prstGeom>
          <a:noFill/>
          <a:ln w="12700">
            <a:noFill/>
          </a:ln>
        </p:spPr>
      </p:pic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8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6" name="Picture 16" descr="pasted-image.png"/>
          <p:cNvPicPr>
            <a:picLocks noChangeAspect="1"/>
          </p:cNvPicPr>
          <p:nvPr/>
        </p:nvPicPr>
        <p:blipFill>
          <a:blip r:embed="rId3"/>
          <a:srcRect l="4975" r="376" b="13548"/>
          <a:stretch>
            <a:fillRect/>
          </a:stretch>
        </p:blipFill>
        <p:spPr>
          <a:xfrm>
            <a:off x="4948555" y="2022475"/>
            <a:ext cx="3679190" cy="3241040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715767" y="1839293"/>
            <a:ext cx="323469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8000" b="1">
                <a:solidFill>
                  <a:schemeClr val="tx1"/>
                </a:solidFill>
                <a:latin typeface="STKaiti" panose="02010600040101010101" charset="-122"/>
                <a:ea typeface="STKaiti" panose="02010600040101010101" charset="-122"/>
                <a:cs typeface="Comic Sans MS" panose="030F0902030302020204" pitchFamily="66" charset="0"/>
              </a:rPr>
              <a:t>火成岩</a:t>
            </a: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1914522" y="1226518"/>
            <a:ext cx="318579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3200">
                <a:solidFill>
                  <a:schemeClr val="tx1"/>
                </a:solidFill>
                <a:latin typeface="STXihei" panose="02010600040101010101" pitchFamily="2" charset="-122"/>
                <a:ea typeface="STXihei" panose="02010600040101010101" pitchFamily="2" charset="-122"/>
                <a:cs typeface="Comic Sans MS" panose="030F0902030302020204" pitchFamily="66" charset="0"/>
              </a:rPr>
              <a:t>huǒ chéng yán</a:t>
            </a:r>
          </a:p>
        </p:txBody>
      </p:sp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Source Han Sans CN Regular" panose="020B0500000000000000" pitchFamily="34" charset="-122"/>
                <a:ea typeface="Source Han Sans CN Regular" panose="020B0500000000000000" pitchFamily="34" charset="-122"/>
              </a:rPr>
              <a:t>New Word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321557" y="2991183"/>
            <a:ext cx="174244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1"/>
            <a:r>
              <a:rPr lang="zh-CN" altLang="zh-CN" sz="2000" dirty="0">
                <a:solidFill>
                  <a:srgbClr val="2A2A2B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n. igneous rock</a:t>
            </a:r>
            <a:endParaRPr lang="en-US" altLang="zh-CN" sz="2000">
              <a:solidFill>
                <a:schemeClr val="tx1"/>
              </a:solidFill>
              <a:latin typeface="STXihei" panose="02010600040101010101" pitchFamily="2" charset="-122"/>
              <a:ea typeface="STXihei" panose="02010600040101010101" pitchFamily="2" charset="-122"/>
              <a:cs typeface="Comic Sans MS" panose="030F0902030302020204" pitchFamily="66" charset="0"/>
            </a:endParaRPr>
          </a:p>
        </p:txBody>
      </p: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8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END"/>
          <p:cNvGrpSpPr/>
          <p:nvPr/>
        </p:nvGrpSpPr>
        <p:grpSpPr>
          <a:xfrm>
            <a:off x="6093143" y="77025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25" name="圆角矩形 2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9628" y="4441"/>
              <a:ext cx="7429" cy="2470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6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END</a:t>
              </a:r>
              <a:endParaRPr lang="en-US" sz="9600" b="1" kern="100" dirty="0">
                <a:solidFill>
                  <a:schemeClr val="bg1"/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TXihei" panose="02010600040101010101" pitchFamily="2" charset="-122"/>
                <a:sym typeface="+mn-ea"/>
              </a:endParaRPr>
            </a:p>
          </p:txBody>
        </p:sp>
      </p:grpSp>
      <p:grpSp>
        <p:nvGrpSpPr>
          <p:cNvPr id="70" name="冲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71" name="圆角矩形 70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9628" y="3387"/>
              <a:ext cx="7429" cy="460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chōng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冲</a:t>
              </a:r>
              <a:endParaRPr lang="en-US" altLang="zh-CN" sz="2400" b="1" kern="100" dirty="0">
                <a:solidFill>
                  <a:schemeClr val="bg1"/>
                </a:solidFill>
                <a:latin typeface="STXihei" panose="02010600040101010101" pitchFamily="2" charset="-122"/>
                <a:ea typeface="STXihei" panose="02010600040101010101" pitchFamily="2" charset="-122"/>
                <a:cs typeface="STXihei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v. to rush, to dash</a:t>
              </a:r>
            </a:p>
          </p:txBody>
        </p:sp>
      </p:grpSp>
      <p:grpSp>
        <p:nvGrpSpPr>
          <p:cNvPr id="64" name="地势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1"/>
          </a:solidFill>
        </p:grpSpPr>
        <p:sp>
          <p:nvSpPr>
            <p:cNvPr id="65" name="圆角矩形 6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dì shì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地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 </a:t>
              </a:r>
              <a:r>
                <a:rPr 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势</a:t>
              </a:r>
              <a:endParaRPr lang="en-US" altLang="zh-CN" sz="2400" b="1" kern="100" dirty="0">
                <a:solidFill>
                  <a:schemeClr val="bg1"/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TXihei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Source Han Sans CN Regular" panose="020B0500000000000000" pitchFamily="34" charset="-122"/>
                  <a:ea typeface="Source Han Sans CN Regular" panose="020B0500000000000000" pitchFamily="34" charset="-122"/>
                  <a:cs typeface="STXihei" panose="02010600040101010101" pitchFamily="2" charset="-122"/>
                  <a:sym typeface="+mn-ea"/>
                </a:rPr>
                <a:t>n. terrain, topography</a:t>
              </a:r>
            </a:p>
          </p:txBody>
        </p:sp>
      </p:grpSp>
      <p:grpSp>
        <p:nvGrpSpPr>
          <p:cNvPr id="58" name="挡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3"/>
          </a:solidFill>
        </p:grpSpPr>
        <p:sp>
          <p:nvSpPr>
            <p:cNvPr id="59" name="圆角矩形 58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9628" y="3587"/>
              <a:ext cx="7429" cy="4118"/>
            </a:xfrm>
            <a:prstGeom prst="rect">
              <a:avLst/>
            </a:prstGeom>
            <a:grpFill/>
            <a:ln>
              <a:solidFill>
                <a:schemeClr val="accent3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dǎng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挡</a:t>
              </a:r>
            </a:p>
            <a:p>
              <a:pPr algn="ctr"/>
              <a:r>
                <a:rPr lang="en-US" sz="2400" b="1" kern="100" dirty="0">
                  <a:solidFill>
                    <a:schemeClr val="bg1"/>
                  </a:solidFill>
                  <a:latin typeface="Source Han Sans CN Regular" panose="020B0500000000000000" pitchFamily="34" charset="-122"/>
                  <a:ea typeface="Source Han Sans CN Regular" panose="020B0500000000000000" pitchFamily="34" charset="-122"/>
                  <a:cs typeface="STXihei" panose="02010600040101010101" pitchFamily="2" charset="-122"/>
                  <a:sym typeface="+mn-ea"/>
                </a:rPr>
                <a:t>v. to block, to get in the way of</a:t>
              </a:r>
            </a:p>
          </p:txBody>
        </p:sp>
      </p:grpSp>
      <p:grpSp>
        <p:nvGrpSpPr>
          <p:cNvPr id="34" name="斜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chemeClr val="accent5"/>
          </a:solidFill>
        </p:grpSpPr>
        <p:sp>
          <p:nvSpPr>
            <p:cNvPr id="35" name="圆角矩形 34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9628" y="3807"/>
              <a:ext cx="7429" cy="3973"/>
            </a:xfrm>
            <a:prstGeom prst="rect">
              <a:avLst/>
            </a:prstGeom>
            <a:grpFill/>
            <a:ln>
              <a:solidFill>
                <a:schemeClr val="accent5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4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xié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斜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adj. oblique, slanting</a:t>
              </a:r>
            </a:p>
          </p:txBody>
        </p:sp>
      </p:grpSp>
      <p:grpSp>
        <p:nvGrpSpPr>
          <p:cNvPr id="16" name="角度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18" name="圆角矩形 17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ln>
              <a:solidFill>
                <a:schemeClr val="accent3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9628" y="3587"/>
              <a:ext cx="7429" cy="4603"/>
            </a:xfrm>
            <a:prstGeom prst="rect">
              <a:avLst/>
            </a:prstGeom>
            <a:ln>
              <a:solidFill>
                <a:schemeClr val="accent3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jiǎo dù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角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 </a:t>
              </a:r>
              <a:r>
                <a:rPr 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度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n. angle, degree of angle</a:t>
              </a:r>
            </a:p>
          </p:txBody>
        </p:sp>
      </p:grpSp>
      <p:grpSp>
        <p:nvGrpSpPr>
          <p:cNvPr id="29" name="所以-有问题不显示"/>
          <p:cNvGrpSpPr/>
          <p:nvPr/>
        </p:nvGrpSpPr>
        <p:grpSpPr>
          <a:xfrm>
            <a:off x="6114733" y="735965"/>
            <a:ext cx="4739005" cy="5817235"/>
            <a:chOff x="9628" y="1159"/>
            <a:chExt cx="7463" cy="9161"/>
          </a:xfrm>
          <a:solidFill>
            <a:srgbClr val="E2AEAB"/>
          </a:solidFill>
        </p:grpSpPr>
        <p:sp>
          <p:nvSpPr>
            <p:cNvPr id="30" name="圆角矩形 29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9628" y="3587"/>
              <a:ext cx="7429" cy="4603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suǒ yǐ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所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 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以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so</a:t>
              </a:r>
            </a:p>
          </p:txBody>
        </p:sp>
      </p:grpSp>
      <p:grpSp>
        <p:nvGrpSpPr>
          <p:cNvPr id="2" name="表面"/>
          <p:cNvGrpSpPr/>
          <p:nvPr/>
        </p:nvGrpSpPr>
        <p:grpSpPr>
          <a:xfrm>
            <a:off x="6093143" y="735965"/>
            <a:ext cx="4760595" cy="5817235"/>
            <a:chOff x="9594" y="1159"/>
            <a:chExt cx="7497" cy="9161"/>
          </a:xfrm>
          <a:solidFill>
            <a:srgbClr val="E2AEAB"/>
          </a:solidFill>
        </p:grpSpPr>
        <p:sp>
          <p:nvSpPr>
            <p:cNvPr id="3" name="圆角矩形 2"/>
            <p:cNvSpPr/>
            <p:nvPr/>
          </p:nvSpPr>
          <p:spPr>
            <a:xfrm>
              <a:off x="9663" y="1159"/>
              <a:ext cx="7428" cy="9161"/>
            </a:xfrm>
            <a:prstGeom prst="roundRect">
              <a:avLst/>
            </a:prstGeom>
            <a:grpFill/>
            <a:ln>
              <a:solidFill>
                <a:srgbClr val="E2AE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9594" y="3992"/>
              <a:ext cx="7429" cy="4118"/>
            </a:xfrm>
            <a:prstGeom prst="rect">
              <a:avLst/>
            </a:prstGeom>
            <a:grpFill/>
            <a:ln>
              <a:solidFill>
                <a:srgbClr val="E2AEAB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biǎo miàn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表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 </a:t>
              </a:r>
              <a:r>
                <a:rPr 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面</a:t>
              </a:r>
              <a:endParaRPr lang="zh-CN" altLang="en-US" sz="8000" b="1" kern="100" dirty="0">
                <a:solidFill>
                  <a:schemeClr val="bg1"/>
                </a:solidFill>
                <a:latin typeface="STXihei" panose="02010600040101010101" pitchFamily="2" charset="-122"/>
                <a:ea typeface="STXihei" panose="02010600040101010101" pitchFamily="2" charset="-122"/>
                <a:cs typeface="STXihei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Source Han Sans CN Regular" panose="020B0500000000000000" pitchFamily="34" charset="-122"/>
                  <a:ea typeface="Source Han Sans CN Regular" panose="020B0500000000000000" pitchFamily="34" charset="-122"/>
                  <a:cs typeface="STXihei" panose="02010600040101010101" pitchFamily="2" charset="-122"/>
                  <a:sym typeface="+mn-ea"/>
                </a:rPr>
                <a:t>n. surface</a:t>
              </a:r>
            </a:p>
          </p:txBody>
        </p:sp>
      </p:grpSp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Source Han Sans CN Regular" panose="020B0500000000000000" pitchFamily="34" charset="-122"/>
                <a:ea typeface="Source Han Sans CN Regular" panose="020B0500000000000000" pitchFamily="34" charset="-122"/>
              </a:rPr>
              <a:t>New Word</a:t>
            </a:r>
          </a:p>
        </p:txBody>
      </p:sp>
      <p:grpSp>
        <p:nvGrpSpPr>
          <p:cNvPr id="23" name="地区"/>
          <p:cNvGrpSpPr/>
          <p:nvPr/>
        </p:nvGrpSpPr>
        <p:grpSpPr>
          <a:xfrm>
            <a:off x="1338263" y="735965"/>
            <a:ext cx="4717415" cy="5817235"/>
            <a:chOff x="2106" y="1159"/>
            <a:chExt cx="7429" cy="9161"/>
          </a:xfrm>
        </p:grpSpPr>
        <p:sp>
          <p:nvSpPr>
            <p:cNvPr id="5" name="圆角矩形 4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solidFill>
              <a:srgbClr val="558ED5"/>
            </a:solidFill>
            <a:ln>
              <a:solidFill>
                <a:srgbClr val="558E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dì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 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qū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地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 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区</a:t>
              </a:r>
              <a:endParaRPr lang="zh-CN" sz="8000" b="1" kern="100" dirty="0">
                <a:solidFill>
                  <a:schemeClr val="bg1"/>
                </a:solidFill>
                <a:latin typeface="STXihei" panose="02010600040101010101" pitchFamily="2" charset="-122"/>
                <a:ea typeface="STXihei" panose="02010600040101010101" pitchFamily="2" charset="-122"/>
                <a:cs typeface="STXihei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n. area, region</a:t>
              </a:r>
            </a:p>
          </p:txBody>
        </p:sp>
      </p:grpSp>
      <p:grpSp>
        <p:nvGrpSpPr>
          <p:cNvPr id="6" name="亿"/>
          <p:cNvGrpSpPr/>
          <p:nvPr/>
        </p:nvGrpSpPr>
        <p:grpSpPr>
          <a:xfrm>
            <a:off x="1338263" y="735965"/>
            <a:ext cx="4717415" cy="5817235"/>
            <a:chOff x="2106" y="1159"/>
            <a:chExt cx="7429" cy="9161"/>
          </a:xfrm>
          <a:solidFill>
            <a:srgbClr val="558ED5"/>
          </a:solidFill>
        </p:grpSpPr>
        <p:sp>
          <p:nvSpPr>
            <p:cNvPr id="9" name="圆角矩形 8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558E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2106" y="3587"/>
              <a:ext cx="7429" cy="4263"/>
            </a:xfrm>
            <a:prstGeom prst="rect">
              <a:avLst/>
            </a:prstGeom>
            <a:grpFill/>
            <a:ln>
              <a:solidFill>
                <a:srgbClr val="558ED5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6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yì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亿</a:t>
              </a:r>
              <a:endParaRPr lang="zh-CN" sz="8000" b="1" kern="100" dirty="0">
                <a:solidFill>
                  <a:schemeClr val="bg1"/>
                </a:solidFill>
                <a:latin typeface="STXihei" panose="02010600040101010101" pitchFamily="2" charset="-122"/>
                <a:ea typeface="STXihei" panose="02010600040101010101" pitchFamily="2" charset="-122"/>
                <a:cs typeface="STXihei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num. hundred million</a:t>
              </a:r>
            </a:p>
          </p:txBody>
        </p:sp>
      </p:grpSp>
      <p:grpSp>
        <p:nvGrpSpPr>
          <p:cNvPr id="21" name="广大"/>
          <p:cNvGrpSpPr/>
          <p:nvPr/>
        </p:nvGrpSpPr>
        <p:grpSpPr>
          <a:xfrm>
            <a:off x="1338263" y="735965"/>
            <a:ext cx="4717415" cy="5817235"/>
            <a:chOff x="2106" y="1159"/>
            <a:chExt cx="7429" cy="9161"/>
          </a:xfrm>
          <a:solidFill>
            <a:srgbClr val="558ED5"/>
          </a:solidFill>
        </p:grpSpPr>
        <p:sp>
          <p:nvSpPr>
            <p:cNvPr id="32" name="圆角矩形 31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ln>
              <a:solidFill>
                <a:srgbClr val="58B6E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2106" y="3587"/>
              <a:ext cx="7429" cy="4263"/>
            </a:xfrm>
            <a:prstGeom prst="rect">
              <a:avLst/>
            </a:prstGeom>
            <a:ln>
              <a:solidFill>
                <a:srgbClr val="58B6E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66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guǎng dà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广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 </a:t>
              </a:r>
              <a:r>
                <a:rPr lang="zh-CN" altLang="en-US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大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adj. vast, extensive</a:t>
              </a:r>
            </a:p>
          </p:txBody>
        </p:sp>
      </p:grpSp>
      <p:grpSp>
        <p:nvGrpSpPr>
          <p:cNvPr id="37" name="壶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38" name="圆角矩形 3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2106" y="3441"/>
              <a:ext cx="7429" cy="4603"/>
            </a:xfrm>
            <a:prstGeom prst="rect">
              <a:avLst/>
            </a:prstGeom>
            <a:grpFill/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54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hú</a:t>
              </a:r>
              <a:r>
                <a:rPr lang="en-US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壶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Source Han Sans CN Regular" panose="020B0500000000000000" pitchFamily="34" charset="-122"/>
                  <a:ea typeface="Source Han Sans CN Regular" panose="020B0500000000000000" pitchFamily="34" charset="-122"/>
                  <a:cs typeface="STXihei" panose="02010600040101010101" pitchFamily="2" charset="-122"/>
                  <a:sym typeface="+mn-ea"/>
                </a:rPr>
                <a:t>n. pot, kettle</a:t>
              </a:r>
            </a:p>
          </p:txBody>
        </p:sp>
      </p:grpSp>
      <p:grpSp>
        <p:nvGrpSpPr>
          <p:cNvPr id="61" name="玉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chemeClr val="accent5"/>
          </a:solidFill>
        </p:grpSpPr>
        <p:sp>
          <p:nvSpPr>
            <p:cNvPr id="62" name="圆角矩形 61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2106" y="3610"/>
              <a:ext cx="7429" cy="4603"/>
            </a:xfrm>
            <a:prstGeom prst="rect">
              <a:avLst/>
            </a:prstGeom>
            <a:grpFill/>
            <a:ln>
              <a:solidFill>
                <a:schemeClr val="accent5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6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yù</a:t>
              </a:r>
              <a:r>
                <a:rPr lang="en-US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altLang="en-US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玉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Source Han Sans CN Regular" panose="020B0500000000000000" pitchFamily="34" charset="-122"/>
                  <a:ea typeface="Source Han Sans CN Regular" panose="020B0500000000000000" pitchFamily="34" charset="-122"/>
                  <a:cs typeface="STXihei" panose="02010600040101010101" pitchFamily="2" charset="-122"/>
                  <a:sym typeface="+mn-ea"/>
                </a:rPr>
                <a:t>n. jade</a:t>
              </a:r>
            </a:p>
          </p:txBody>
        </p:sp>
      </p:grpSp>
      <p:grpSp>
        <p:nvGrpSpPr>
          <p:cNvPr id="67" name="治疗"/>
          <p:cNvGrpSpPr/>
          <p:nvPr/>
        </p:nvGrpSpPr>
        <p:grpSpPr>
          <a:xfrm>
            <a:off x="1337628" y="728206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68" name="圆角矩形 6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66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zhì(liáo)</a:t>
              </a:r>
              <a:r>
                <a:rPr lang="en-US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治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(</a:t>
              </a:r>
              <a:r>
                <a:rPr 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疗</a:t>
              </a:r>
              <a:r>
                <a:rPr lang="en-US" alt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)</a:t>
              </a:r>
              <a:endParaRPr lang="zh-CN" sz="8000" b="1" kern="100" dirty="0">
                <a:solidFill>
                  <a:schemeClr val="bg1"/>
                </a:solidFill>
                <a:latin typeface="STXihei" panose="02010600040101010101" pitchFamily="2" charset="-122"/>
                <a:ea typeface="STXihei" panose="02010600040101010101" pitchFamily="2" charset="-122"/>
                <a:cs typeface="STXihei" panose="02010600040101010101" pitchFamily="2" charset="-122"/>
                <a:sym typeface="+mn-ea"/>
              </a:endParaRP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Source Han Sans CN Regular" panose="020B0500000000000000" pitchFamily="34" charset="-122"/>
                  <a:ea typeface="Source Han Sans CN Regular" panose="020B0500000000000000" pitchFamily="34" charset="-122"/>
                  <a:cs typeface="STXihei" panose="02010600040101010101" pitchFamily="2" charset="-122"/>
                  <a:sym typeface="+mn-ea"/>
                </a:rPr>
                <a:t>v. to treat, to cure</a:t>
              </a:r>
            </a:p>
          </p:txBody>
        </p:sp>
      </p:grpSp>
      <p:grpSp>
        <p:nvGrpSpPr>
          <p:cNvPr id="27" name="龙"/>
          <p:cNvGrpSpPr/>
          <p:nvPr/>
        </p:nvGrpSpPr>
        <p:grpSpPr>
          <a:xfrm>
            <a:off x="1337628" y="711061"/>
            <a:ext cx="4717415" cy="5817235"/>
            <a:chOff x="2106" y="1159"/>
            <a:chExt cx="7429" cy="9161"/>
          </a:xfrm>
          <a:solidFill>
            <a:srgbClr val="C00000"/>
          </a:solidFill>
        </p:grpSpPr>
        <p:sp>
          <p:nvSpPr>
            <p:cNvPr id="28" name="圆角矩形 27"/>
            <p:cNvSpPr/>
            <p:nvPr/>
          </p:nvSpPr>
          <p:spPr>
            <a:xfrm>
              <a:off x="2106" y="1159"/>
              <a:ext cx="7428" cy="9161"/>
            </a:xfrm>
            <a:prstGeom prst="round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2106" y="3587"/>
              <a:ext cx="7429" cy="4603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66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lóng</a:t>
              </a:r>
              <a:r>
                <a:rPr lang="en-US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 </a:t>
              </a:r>
            </a:p>
            <a:p>
              <a:pPr algn="ctr"/>
              <a:r>
                <a:rPr lang="zh-CN" sz="8000" b="1" kern="100" dirty="0">
                  <a:solidFill>
                    <a:schemeClr val="bg1"/>
                  </a:solidFill>
                  <a:latin typeface="STXihei" panose="02010600040101010101" pitchFamily="2" charset="-122"/>
                  <a:ea typeface="STXihei" panose="02010600040101010101" pitchFamily="2" charset="-122"/>
                  <a:cs typeface="STXihei" panose="02010600040101010101" pitchFamily="2" charset="-122"/>
                  <a:sym typeface="+mn-ea"/>
                </a:rPr>
                <a:t>龙</a:t>
              </a:r>
            </a:p>
            <a:p>
              <a:pPr algn="ctr"/>
              <a:r>
                <a:rPr lang="en-US" altLang="zh-CN" sz="2400" b="1" kern="100" dirty="0">
                  <a:solidFill>
                    <a:schemeClr val="bg1"/>
                  </a:solidFill>
                  <a:latin typeface="Source Han Sans CN Regular" panose="020B0500000000000000" pitchFamily="34" charset="-122"/>
                  <a:ea typeface="Source Han Sans CN Regular" panose="020B0500000000000000" pitchFamily="34" charset="-122"/>
                  <a:cs typeface="STXihei" panose="02010600040101010101" pitchFamily="2" charset="-122"/>
                  <a:sym typeface="+mn-ea"/>
                </a:rPr>
                <a:t>n. dragon</a:t>
              </a:r>
            </a:p>
          </p:txBody>
        </p:sp>
      </p:grpSp>
      <p:grpSp>
        <p:nvGrpSpPr>
          <p:cNvPr id="76" name="组合 75"/>
          <p:cNvGrpSpPr/>
          <p:nvPr/>
        </p:nvGrpSpPr>
        <p:grpSpPr>
          <a:xfrm>
            <a:off x="1337945" y="702310"/>
            <a:ext cx="4716780" cy="5816600"/>
            <a:chOff x="2107" y="1159"/>
            <a:chExt cx="7428" cy="9160"/>
          </a:xfrm>
        </p:grpSpPr>
        <p:sp>
          <p:nvSpPr>
            <p:cNvPr id="74" name="圆角矩形 73"/>
            <p:cNvSpPr/>
            <p:nvPr/>
          </p:nvSpPr>
          <p:spPr>
            <a:xfrm>
              <a:off x="2107" y="1159"/>
              <a:ext cx="7428" cy="9161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9" name="图片 18" descr="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72" y="3070"/>
              <a:ext cx="4898" cy="4898"/>
            </a:xfrm>
            <a:prstGeom prst="rect">
              <a:avLst/>
            </a:prstGeom>
          </p:spPr>
        </p:pic>
      </p:grpSp>
      <p:grpSp>
        <p:nvGrpSpPr>
          <p:cNvPr id="15" name="组合 14"/>
          <p:cNvGrpSpPr/>
          <p:nvPr/>
        </p:nvGrpSpPr>
        <p:grpSpPr>
          <a:xfrm>
            <a:off x="5628323" y="1699260"/>
            <a:ext cx="935990" cy="4041140"/>
            <a:chOff x="8862" y="2676"/>
            <a:chExt cx="1474" cy="6364"/>
          </a:xfrm>
        </p:grpSpPr>
        <p:sp>
          <p:nvSpPr>
            <p:cNvPr id="10" name="空心弧 9"/>
            <p:cNvSpPr/>
            <p:nvPr/>
          </p:nvSpPr>
          <p:spPr>
            <a:xfrm>
              <a:off x="8862" y="2676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空心弧 11"/>
            <p:cNvSpPr/>
            <p:nvPr/>
          </p:nvSpPr>
          <p:spPr>
            <a:xfrm>
              <a:off x="8862" y="4571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空心弧 12"/>
            <p:cNvSpPr/>
            <p:nvPr/>
          </p:nvSpPr>
          <p:spPr>
            <a:xfrm>
              <a:off x="8862" y="6466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空心弧 13"/>
            <p:cNvSpPr/>
            <p:nvPr/>
          </p:nvSpPr>
          <p:spPr>
            <a:xfrm>
              <a:off x="8862" y="8248"/>
              <a:ext cx="1474" cy="793"/>
            </a:xfrm>
            <a:prstGeom prst="blockArc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7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7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7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9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2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0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翻书声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7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7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500"/>
                            </p:stCondLst>
                            <p:childTnLst>
                              <p:par>
                                <p:cTn id="12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000"/>
                            </p:stCondLst>
                            <p:childTnLst>
                              <p:par>
                                <p:cTn id="130" presetID="17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719580" y="138430"/>
            <a:ext cx="2216785" cy="3194050"/>
            <a:chOff x="304" y="2028"/>
            <a:chExt cx="3491" cy="5030"/>
          </a:xfrm>
        </p:grpSpPr>
        <p:grpSp>
          <p:nvGrpSpPr>
            <p:cNvPr id="43" name="组合 42"/>
            <p:cNvGrpSpPr/>
            <p:nvPr/>
          </p:nvGrpSpPr>
          <p:grpSpPr>
            <a:xfrm>
              <a:off x="330" y="2028"/>
              <a:ext cx="3465" cy="5030"/>
              <a:chOff x="1486086" y="120403"/>
              <a:chExt cx="2200089" cy="3194297"/>
            </a:xfrm>
          </p:grpSpPr>
          <p:sp>
            <p:nvSpPr>
              <p:cNvPr id="44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STXihei" panose="02010600040101010101" pitchFamily="2" charset="-122"/>
                  <a:ea typeface="STXihei" panose="02010600040101010101" pitchFamily="2" charset="-122"/>
                </a:endParaRPr>
              </a:p>
            </p:txBody>
          </p:sp>
          <p:pic>
            <p:nvPicPr>
              <p:cNvPr id="45" name="图片 44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9" name="文本框 7"/>
            <p:cNvSpPr txBox="1"/>
            <p:nvPr/>
          </p:nvSpPr>
          <p:spPr>
            <a:xfrm>
              <a:off x="304" y="4252"/>
              <a:ext cx="3491" cy="19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5400" b="1" noProof="0" dirty="0">
                  <a:ln>
                    <a:noFill/>
                  </a:ln>
                  <a:effectLst/>
                  <a:uLnTx/>
                  <a:uFillTx/>
                  <a:latin typeface="STXihei" panose="02010600040101010101" pitchFamily="2" charset="-122"/>
                  <a:ea typeface="STXihei" panose="02010600040101010101" pitchFamily="2" charset="-122"/>
                  <a:sym typeface="+mn-ea"/>
                </a:rPr>
                <a:t>广大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adj. vast, extensive</a:t>
              </a:r>
            </a:p>
          </p:txBody>
        </p:sp>
      </p:grpSp>
      <p:sp>
        <p:nvSpPr>
          <p:cNvPr id="10" name="文本框 7"/>
          <p:cNvSpPr txBox="1"/>
          <p:nvPr/>
        </p:nvSpPr>
        <p:spPr>
          <a:xfrm>
            <a:off x="1676400" y="874395"/>
            <a:ext cx="2386965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/>
            <a:r>
              <a:rPr altLang="zh-CN" sz="3200" dirty="0">
                <a:solidFill>
                  <a:srgbClr val="2A2A2B"/>
                </a:solidFill>
                <a:latin typeface="STXihei" panose="02010600040101010101" pitchFamily="2" charset="-122"/>
                <a:ea typeface="STXihei" panose="02010600040101010101" pitchFamily="2" charset="-122"/>
                <a:sym typeface="STXihei" panose="02010600040101010101" pitchFamily="2" charset="-122"/>
              </a:rPr>
              <a:t>guǎng</a:t>
            </a:r>
            <a:r>
              <a:rPr lang="en-US" sz="3200" dirty="0">
                <a:solidFill>
                  <a:srgbClr val="2A2A2B"/>
                </a:solidFill>
                <a:latin typeface="STXihei" panose="02010600040101010101" pitchFamily="2" charset="-122"/>
                <a:ea typeface="STXihei" panose="02010600040101010101" pitchFamily="2" charset="-122"/>
                <a:sym typeface="STXihei" panose="02010600040101010101" pitchFamily="2" charset="-122"/>
              </a:rPr>
              <a:t> </a:t>
            </a:r>
            <a:r>
              <a:rPr altLang="zh-CN" sz="3200" dirty="0">
                <a:solidFill>
                  <a:srgbClr val="2A2A2B"/>
                </a:solidFill>
                <a:latin typeface="STXihei" panose="02010600040101010101" pitchFamily="2" charset="-122"/>
                <a:ea typeface="STXihei" panose="02010600040101010101" pitchFamily="2" charset="-122"/>
                <a:sym typeface="STXihei" panose="02010600040101010101" pitchFamily="2" charset="-122"/>
              </a:rPr>
              <a:t>dà</a:t>
            </a:r>
          </a:p>
        </p:txBody>
      </p:sp>
      <p:sp>
        <p:nvSpPr>
          <p:cNvPr id="5" name="文本框 7"/>
          <p:cNvSpPr txBox="1"/>
          <p:nvPr/>
        </p:nvSpPr>
        <p:spPr>
          <a:xfrm>
            <a:off x="165735" y="213995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237490" y="702310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Source Han Sans CN Regular" panose="020B0500000000000000" pitchFamily="34" charset="-122"/>
                <a:ea typeface="Source Han Sans CN Regular" panose="020B0500000000000000" pitchFamily="34" charset="-122"/>
                <a:sym typeface="+mn-ea"/>
              </a:rPr>
              <a:t>Practise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Source Han Sans CN Regular" panose="020B0500000000000000" pitchFamily="34" charset="-122"/>
              <a:ea typeface="Source Han Sans CN Regular" panose="020B0500000000000000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374380" y="165100"/>
            <a:ext cx="2200275" cy="3194050"/>
            <a:chOff x="9330" y="2028"/>
            <a:chExt cx="3465" cy="5030"/>
          </a:xfrm>
        </p:grpSpPr>
        <p:grpSp>
          <p:nvGrpSpPr>
            <p:cNvPr id="57" name="组合 56"/>
            <p:cNvGrpSpPr/>
            <p:nvPr/>
          </p:nvGrpSpPr>
          <p:grpSpPr>
            <a:xfrm>
              <a:off x="9330" y="2028"/>
              <a:ext cx="3465" cy="5030"/>
              <a:chOff x="1486086" y="120403"/>
              <a:chExt cx="2200089" cy="3194297"/>
            </a:xfrm>
          </p:grpSpPr>
          <p:sp>
            <p:nvSpPr>
              <p:cNvPr id="58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STXihei" panose="02010600040101010101" pitchFamily="2" charset="-122"/>
                  <a:ea typeface="STXihei" panose="02010600040101010101" pitchFamily="2" charset="-122"/>
                </a:endParaRPr>
              </a:p>
            </p:txBody>
          </p:sp>
          <p:pic>
            <p:nvPicPr>
              <p:cNvPr id="59" name="图片 58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60" name="文本框 7"/>
            <p:cNvSpPr txBox="1"/>
            <p:nvPr/>
          </p:nvSpPr>
          <p:spPr>
            <a:xfrm>
              <a:off x="9385" y="4252"/>
              <a:ext cx="3353" cy="19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5400" b="1" noProof="0" dirty="0">
                  <a:ln>
                    <a:noFill/>
                  </a:ln>
                  <a:effectLst/>
                  <a:uLnTx/>
                  <a:uFillTx/>
                  <a:latin typeface="STXihei" panose="02010600040101010101" pitchFamily="2" charset="-122"/>
                  <a:ea typeface="STXihei" panose="02010600040101010101" pitchFamily="2" charset="-122"/>
                  <a:sym typeface="+mn-ea"/>
                </a:rPr>
                <a:t>表面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n. surface</a:t>
              </a:r>
            </a:p>
          </p:txBody>
        </p:sp>
      </p:grpSp>
      <p:sp>
        <p:nvSpPr>
          <p:cNvPr id="62" name="文本框 7"/>
          <p:cNvSpPr txBox="1"/>
          <p:nvPr/>
        </p:nvSpPr>
        <p:spPr>
          <a:xfrm>
            <a:off x="8277860" y="901065"/>
            <a:ext cx="2385695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/>
            <a:r>
              <a:rPr altLang="zh-CN" sz="3200" dirty="0">
                <a:solidFill>
                  <a:srgbClr val="2A2A2B"/>
                </a:solidFill>
                <a:latin typeface="STXihei" panose="02010600040101010101" pitchFamily="2" charset="-122"/>
                <a:ea typeface="STXihei" panose="02010600040101010101" pitchFamily="2" charset="-122"/>
                <a:sym typeface="STXihei" panose="02010600040101010101" pitchFamily="2" charset="-122"/>
              </a:rPr>
              <a:t>biǎo</a:t>
            </a:r>
            <a:r>
              <a:rPr lang="en-US" sz="3200" dirty="0">
                <a:solidFill>
                  <a:srgbClr val="2A2A2B"/>
                </a:solidFill>
                <a:latin typeface="STXihei" panose="02010600040101010101" pitchFamily="2" charset="-122"/>
                <a:ea typeface="STXihei" panose="02010600040101010101" pitchFamily="2" charset="-122"/>
                <a:sym typeface="STXihei" panose="02010600040101010101" pitchFamily="2" charset="-122"/>
              </a:rPr>
              <a:t> </a:t>
            </a:r>
            <a:r>
              <a:rPr altLang="zh-CN" sz="3200" dirty="0">
                <a:solidFill>
                  <a:srgbClr val="2A2A2B"/>
                </a:solidFill>
                <a:latin typeface="STXihei" panose="02010600040101010101" pitchFamily="2" charset="-122"/>
                <a:ea typeface="STXihei" panose="02010600040101010101" pitchFamily="2" charset="-122"/>
                <a:sym typeface="STXihei" panose="02010600040101010101" pitchFamily="2" charset="-122"/>
              </a:rPr>
              <a:t>miàn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5026660" y="127635"/>
            <a:ext cx="2209165" cy="3194050"/>
            <a:chOff x="9330" y="2028"/>
            <a:chExt cx="3479" cy="5030"/>
          </a:xfrm>
        </p:grpSpPr>
        <p:grpSp>
          <p:nvGrpSpPr>
            <p:cNvPr id="7" name="组合 6"/>
            <p:cNvGrpSpPr/>
            <p:nvPr/>
          </p:nvGrpSpPr>
          <p:grpSpPr>
            <a:xfrm>
              <a:off x="9330" y="2028"/>
              <a:ext cx="3465" cy="5030"/>
              <a:chOff x="1486086" y="120403"/>
              <a:chExt cx="2200089" cy="3194297"/>
            </a:xfrm>
          </p:grpSpPr>
          <p:sp>
            <p:nvSpPr>
              <p:cNvPr id="8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STXihei" panose="02010600040101010101" pitchFamily="2" charset="-122"/>
                  <a:ea typeface="STXihei" panose="02010600040101010101" pitchFamily="2" charset="-122"/>
                </a:endParaRPr>
              </a:p>
            </p:txBody>
          </p:sp>
          <p:pic>
            <p:nvPicPr>
              <p:cNvPr id="11" name="图片 10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12" name="文本框 7"/>
            <p:cNvSpPr txBox="1"/>
            <p:nvPr/>
          </p:nvSpPr>
          <p:spPr>
            <a:xfrm>
              <a:off x="9330" y="4252"/>
              <a:ext cx="3479" cy="19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sz="5400" b="1" noProof="0" dirty="0">
                  <a:ln>
                    <a:noFill/>
                  </a:ln>
                  <a:effectLst/>
                  <a:uLnTx/>
                  <a:uFillTx/>
                  <a:latin typeface="STXihei" panose="02010600040101010101" pitchFamily="2" charset="-122"/>
                  <a:ea typeface="STXihei" panose="02010600040101010101" pitchFamily="2" charset="-122"/>
                  <a:sym typeface="+mn-ea"/>
                </a:rPr>
                <a:t>地区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n. area, region</a:t>
              </a:r>
            </a:p>
          </p:txBody>
        </p:sp>
      </p:grpSp>
      <p:sp>
        <p:nvSpPr>
          <p:cNvPr id="13" name="文本框 7"/>
          <p:cNvSpPr txBox="1"/>
          <p:nvPr/>
        </p:nvSpPr>
        <p:spPr>
          <a:xfrm>
            <a:off x="5038725" y="863600"/>
            <a:ext cx="219519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/>
            <a:r>
              <a:rPr altLang="zh-CN" sz="3600" dirty="0">
                <a:solidFill>
                  <a:srgbClr val="2A2A2B"/>
                </a:solidFill>
                <a:latin typeface="STXihei" panose="02010600040101010101" pitchFamily="2" charset="-122"/>
                <a:ea typeface="STXihei" panose="02010600040101010101" pitchFamily="2" charset="-122"/>
                <a:sym typeface="STXihei" panose="02010600040101010101" pitchFamily="2" charset="-122"/>
              </a:rPr>
              <a:t>dì</a:t>
            </a:r>
            <a:r>
              <a:rPr lang="en-US" sz="3600" dirty="0">
                <a:solidFill>
                  <a:srgbClr val="2A2A2B"/>
                </a:solidFill>
                <a:latin typeface="STXihei" panose="02010600040101010101" pitchFamily="2" charset="-122"/>
                <a:ea typeface="STXihei" panose="02010600040101010101" pitchFamily="2" charset="-122"/>
                <a:sym typeface="STXihei" panose="02010600040101010101" pitchFamily="2" charset="-122"/>
              </a:rPr>
              <a:t> </a:t>
            </a:r>
            <a:r>
              <a:rPr altLang="zh-CN" sz="3600" dirty="0">
                <a:solidFill>
                  <a:srgbClr val="2A2A2B"/>
                </a:solidFill>
                <a:latin typeface="STXihei" panose="02010600040101010101" pitchFamily="2" charset="-122"/>
                <a:ea typeface="STXihei" panose="02010600040101010101" pitchFamily="2" charset="-122"/>
                <a:sym typeface="STXihei" panose="02010600040101010101" pitchFamily="2" charset="-122"/>
              </a:rPr>
              <a:t>qū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259080" y="3610610"/>
            <a:ext cx="2243455" cy="3194050"/>
            <a:chOff x="9262" y="2028"/>
            <a:chExt cx="3533" cy="5030"/>
          </a:xfrm>
        </p:grpSpPr>
        <p:grpSp>
          <p:nvGrpSpPr>
            <p:cNvPr id="26" name="组合 25"/>
            <p:cNvGrpSpPr/>
            <p:nvPr/>
          </p:nvGrpSpPr>
          <p:grpSpPr>
            <a:xfrm>
              <a:off x="9330" y="2028"/>
              <a:ext cx="3465" cy="5030"/>
              <a:chOff x="1486086" y="120403"/>
              <a:chExt cx="2200089" cy="3194297"/>
            </a:xfrm>
          </p:grpSpPr>
          <p:sp>
            <p:nvSpPr>
              <p:cNvPr id="27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STXihei" panose="02010600040101010101" pitchFamily="2" charset="-122"/>
                  <a:ea typeface="STXihei" panose="02010600040101010101" pitchFamily="2" charset="-122"/>
                </a:endParaRPr>
              </a:p>
            </p:txBody>
          </p:sp>
          <p:pic>
            <p:nvPicPr>
              <p:cNvPr id="28" name="图片 27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29" name="文本框 7"/>
            <p:cNvSpPr txBox="1"/>
            <p:nvPr/>
          </p:nvSpPr>
          <p:spPr>
            <a:xfrm>
              <a:off x="9262" y="4252"/>
              <a:ext cx="3532" cy="24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TXihei" panose="02010600040101010101" pitchFamily="2" charset="-122"/>
                  <a:ea typeface="STXihei" panose="02010600040101010101" pitchFamily="2" charset="-122"/>
                  <a:sym typeface="+mn-ea"/>
                </a:rPr>
                <a:t>角度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n. angle,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degree of angle</a:t>
              </a:r>
            </a:p>
          </p:txBody>
        </p:sp>
      </p:grpSp>
      <p:sp>
        <p:nvSpPr>
          <p:cNvPr id="37" name="文本框 7"/>
          <p:cNvSpPr txBox="1"/>
          <p:nvPr/>
        </p:nvSpPr>
        <p:spPr>
          <a:xfrm>
            <a:off x="34925" y="4429125"/>
            <a:ext cx="275463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/>
            <a:r>
              <a:rPr altLang="zh-CN" sz="3600" dirty="0">
                <a:solidFill>
                  <a:srgbClr val="2A2A2B"/>
                </a:solidFill>
                <a:latin typeface="STXihei" panose="02010600040101010101" pitchFamily="2" charset="-122"/>
                <a:ea typeface="STXihei" panose="02010600040101010101" pitchFamily="2" charset="-122"/>
                <a:sym typeface="STXihei" panose="02010600040101010101" pitchFamily="2" charset="-122"/>
              </a:rPr>
              <a:t>jiǎo</a:t>
            </a:r>
            <a:r>
              <a:rPr lang="en-US" sz="3600" dirty="0">
                <a:solidFill>
                  <a:srgbClr val="2A2A2B"/>
                </a:solidFill>
                <a:latin typeface="STXihei" panose="02010600040101010101" pitchFamily="2" charset="-122"/>
                <a:ea typeface="STXihei" panose="02010600040101010101" pitchFamily="2" charset="-122"/>
                <a:sym typeface="STXihei" panose="02010600040101010101" pitchFamily="2" charset="-122"/>
              </a:rPr>
              <a:t> </a:t>
            </a:r>
            <a:r>
              <a:rPr altLang="zh-CN" sz="3600" dirty="0">
                <a:solidFill>
                  <a:srgbClr val="2A2A2B"/>
                </a:solidFill>
                <a:latin typeface="STXihei" panose="02010600040101010101" pitchFamily="2" charset="-122"/>
                <a:ea typeface="STXihei" panose="02010600040101010101" pitchFamily="2" charset="-122"/>
                <a:sym typeface="STXihei" panose="02010600040101010101" pitchFamily="2" charset="-122"/>
              </a:rPr>
              <a:t>dù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3586480" y="3628390"/>
            <a:ext cx="2229485" cy="3194050"/>
            <a:chOff x="4717" y="1909"/>
            <a:chExt cx="3511" cy="5030"/>
          </a:xfrm>
        </p:grpSpPr>
        <p:grpSp>
          <p:nvGrpSpPr>
            <p:cNvPr id="15" name="组合 14"/>
            <p:cNvGrpSpPr/>
            <p:nvPr/>
          </p:nvGrpSpPr>
          <p:grpSpPr>
            <a:xfrm>
              <a:off x="4718" y="1909"/>
              <a:ext cx="3465" cy="5030"/>
              <a:chOff x="1486086" y="120403"/>
              <a:chExt cx="2200089" cy="3194297"/>
            </a:xfrm>
          </p:grpSpPr>
          <p:sp>
            <p:nvSpPr>
              <p:cNvPr id="18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STXihei" panose="02010600040101010101" pitchFamily="2" charset="-122"/>
                  <a:ea typeface="STXihei" panose="02010600040101010101" pitchFamily="2" charset="-122"/>
                </a:endParaRPr>
              </a:p>
            </p:txBody>
          </p:sp>
          <p:pic>
            <p:nvPicPr>
              <p:cNvPr id="19" name="图片 18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20" name="文本框 7"/>
            <p:cNvSpPr txBox="1"/>
            <p:nvPr/>
          </p:nvSpPr>
          <p:spPr>
            <a:xfrm>
              <a:off x="4717" y="4133"/>
              <a:ext cx="3511" cy="24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TXihei" panose="02010600040101010101" pitchFamily="2" charset="-122"/>
                  <a:ea typeface="STXihei" panose="02010600040101010101" pitchFamily="2" charset="-122"/>
                  <a:sym typeface="+mn-ea"/>
                </a:rPr>
                <a:t>斜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adj. oblique, slanting</a:t>
              </a:r>
            </a:p>
          </p:txBody>
        </p:sp>
      </p:grpSp>
      <p:sp>
        <p:nvSpPr>
          <p:cNvPr id="21" name="文本框 7"/>
          <p:cNvSpPr txBox="1"/>
          <p:nvPr/>
        </p:nvSpPr>
        <p:spPr>
          <a:xfrm>
            <a:off x="3586480" y="4364355"/>
            <a:ext cx="222948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/>
            <a:r>
              <a:rPr altLang="zh-CN" sz="3600" dirty="0">
                <a:solidFill>
                  <a:srgbClr val="2A2A2B"/>
                </a:solidFill>
                <a:latin typeface="STXihei" panose="02010600040101010101" pitchFamily="2" charset="-122"/>
                <a:ea typeface="STXihei" panose="02010600040101010101" pitchFamily="2" charset="-122"/>
                <a:sym typeface="STXihei" panose="02010600040101010101" pitchFamily="2" charset="-122"/>
              </a:rPr>
              <a:t>xié</a:t>
            </a:r>
          </a:p>
        </p:txBody>
      </p:sp>
      <p:pic>
        <p:nvPicPr>
          <p:cNvPr id="34" name="图片 33" descr="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6529070" y="3628390"/>
            <a:ext cx="2243455" cy="3194050"/>
            <a:chOff x="9262" y="2028"/>
            <a:chExt cx="3533" cy="5030"/>
          </a:xfrm>
        </p:grpSpPr>
        <p:grpSp>
          <p:nvGrpSpPr>
            <p:cNvPr id="17" name="组合 16"/>
            <p:cNvGrpSpPr/>
            <p:nvPr/>
          </p:nvGrpSpPr>
          <p:grpSpPr>
            <a:xfrm>
              <a:off x="9330" y="2028"/>
              <a:ext cx="3465" cy="5030"/>
              <a:chOff x="1486086" y="120403"/>
              <a:chExt cx="2200089" cy="3194297"/>
            </a:xfrm>
          </p:grpSpPr>
          <p:sp>
            <p:nvSpPr>
              <p:cNvPr id="22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STXihei" panose="02010600040101010101" pitchFamily="2" charset="-122"/>
                  <a:ea typeface="STXihei" panose="02010600040101010101" pitchFamily="2" charset="-122"/>
                </a:endParaRPr>
              </a:p>
            </p:txBody>
          </p:sp>
          <p:pic>
            <p:nvPicPr>
              <p:cNvPr id="23" name="图片 22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24" name="文本框 7"/>
            <p:cNvSpPr txBox="1"/>
            <p:nvPr/>
          </p:nvSpPr>
          <p:spPr>
            <a:xfrm>
              <a:off x="9262" y="4252"/>
              <a:ext cx="3532" cy="24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TXihei" panose="02010600040101010101" pitchFamily="2" charset="-122"/>
                  <a:ea typeface="STXihei" panose="02010600040101010101" pitchFamily="2" charset="-122"/>
                  <a:sym typeface="+mn-ea"/>
                </a:rPr>
                <a:t>挡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2000" i="0" u="none" strike="noStrike" kern="1200" cap="none" spc="0" normalizeH="0" baseline="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+mn-ea"/>
                </a:rPr>
                <a:t>v. to block, to get in the way of</a:t>
              </a:r>
            </a:p>
          </p:txBody>
        </p:sp>
      </p:grpSp>
      <p:sp>
        <p:nvSpPr>
          <p:cNvPr id="30" name="文本框 7"/>
          <p:cNvSpPr txBox="1"/>
          <p:nvPr/>
        </p:nvSpPr>
        <p:spPr>
          <a:xfrm>
            <a:off x="6289675" y="4373880"/>
            <a:ext cx="275463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/>
            <a:r>
              <a:rPr altLang="zh-CN" sz="3600" dirty="0">
                <a:solidFill>
                  <a:srgbClr val="2A2A2B"/>
                </a:solidFill>
                <a:latin typeface="STXihei" panose="02010600040101010101" pitchFamily="2" charset="-122"/>
                <a:ea typeface="STXihei" panose="02010600040101010101" pitchFamily="2" charset="-122"/>
                <a:sym typeface="STXihei" panose="02010600040101010101" pitchFamily="2" charset="-122"/>
              </a:rPr>
              <a:t>dǎng</a:t>
            </a:r>
          </a:p>
        </p:txBody>
      </p:sp>
      <p:grpSp>
        <p:nvGrpSpPr>
          <p:cNvPr id="31" name="组合 30"/>
          <p:cNvGrpSpPr/>
          <p:nvPr/>
        </p:nvGrpSpPr>
        <p:grpSpPr>
          <a:xfrm>
            <a:off x="9841230" y="3646170"/>
            <a:ext cx="2229485" cy="3194050"/>
            <a:chOff x="4717" y="1909"/>
            <a:chExt cx="3511" cy="5030"/>
          </a:xfrm>
        </p:grpSpPr>
        <p:grpSp>
          <p:nvGrpSpPr>
            <p:cNvPr id="32" name="组合 31"/>
            <p:cNvGrpSpPr/>
            <p:nvPr/>
          </p:nvGrpSpPr>
          <p:grpSpPr>
            <a:xfrm>
              <a:off x="4718" y="1909"/>
              <a:ext cx="3465" cy="5030"/>
              <a:chOff x="1486086" y="120403"/>
              <a:chExt cx="2200089" cy="3194297"/>
            </a:xfrm>
          </p:grpSpPr>
          <p:sp>
            <p:nvSpPr>
              <p:cNvPr id="33" name="矩形: 圆角 76"/>
              <p:cNvSpPr/>
              <p:nvPr/>
            </p:nvSpPr>
            <p:spPr>
              <a:xfrm>
                <a:off x="1486086" y="120403"/>
                <a:ext cx="2200089" cy="3194297"/>
              </a:xfrm>
              <a:prstGeom prst="roundRect">
                <a:avLst/>
              </a:prstGeom>
              <a:solidFill>
                <a:srgbClr val="E2AEAB"/>
              </a:solidFill>
              <a:ln>
                <a:noFill/>
              </a:ln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STXihei" panose="02010600040101010101" pitchFamily="2" charset="-122"/>
                  <a:ea typeface="STXihei" panose="02010600040101010101" pitchFamily="2" charset="-122"/>
                </a:endParaRPr>
              </a:p>
            </p:txBody>
          </p:sp>
          <p:pic>
            <p:nvPicPr>
              <p:cNvPr id="35" name="图片 34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14281" y="196147"/>
                <a:ext cx="2124195" cy="3004708"/>
              </a:xfrm>
              <a:prstGeom prst="rect">
                <a:avLst/>
              </a:prstGeom>
            </p:spPr>
          </p:pic>
        </p:grpSp>
        <p:sp>
          <p:nvSpPr>
            <p:cNvPr id="36" name="文本框 7"/>
            <p:cNvSpPr txBox="1"/>
            <p:nvPr/>
          </p:nvSpPr>
          <p:spPr>
            <a:xfrm>
              <a:off x="4717" y="4133"/>
              <a:ext cx="3511" cy="24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TXihei" panose="02010600040101010101" pitchFamily="2" charset="-122"/>
                  <a:ea typeface="STXihei" panose="02010600040101010101" pitchFamily="2" charset="-122"/>
                  <a:sym typeface="+mn-ea"/>
                </a:rPr>
                <a:t>地势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 pitchFamily="18" charset="0"/>
                </a:rPr>
                <a:t>n. terrain, topography</a:t>
              </a:r>
            </a:p>
          </p:txBody>
        </p:sp>
      </p:grpSp>
      <p:sp>
        <p:nvSpPr>
          <p:cNvPr id="38" name="文本框 7"/>
          <p:cNvSpPr txBox="1"/>
          <p:nvPr/>
        </p:nvSpPr>
        <p:spPr>
          <a:xfrm>
            <a:off x="9841230" y="4382135"/>
            <a:ext cx="222948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/>
            <a:r>
              <a:rPr altLang="zh-CN" sz="3600" dirty="0">
                <a:solidFill>
                  <a:srgbClr val="2A2A2B"/>
                </a:solidFill>
                <a:latin typeface="STXihei" panose="02010600040101010101" pitchFamily="2" charset="-122"/>
                <a:ea typeface="STXihei" panose="02010600040101010101" pitchFamily="2" charset="-122"/>
                <a:sym typeface="STXihei" panose="02010600040101010101" pitchFamily="2" charset="-122"/>
              </a:rPr>
              <a:t>dì</a:t>
            </a:r>
            <a:r>
              <a:rPr lang="en-US" sz="3600" dirty="0">
                <a:solidFill>
                  <a:srgbClr val="2A2A2B"/>
                </a:solidFill>
                <a:latin typeface="STXihei" panose="02010600040101010101" pitchFamily="2" charset="-122"/>
                <a:ea typeface="STXihei" panose="02010600040101010101" pitchFamily="2" charset="-122"/>
                <a:sym typeface="STXihei" panose="02010600040101010101" pitchFamily="2" charset="-122"/>
              </a:rPr>
              <a:t> </a:t>
            </a:r>
            <a:r>
              <a:rPr altLang="zh-CN" sz="3600" dirty="0">
                <a:solidFill>
                  <a:srgbClr val="2A2A2B"/>
                </a:solidFill>
                <a:latin typeface="STXihei" panose="02010600040101010101" pitchFamily="2" charset="-122"/>
                <a:ea typeface="STXihei" panose="02010600040101010101" pitchFamily="2" charset="-122"/>
                <a:sym typeface="STXihei" panose="02010600040101010101" pitchFamily="2" charset="-122"/>
              </a:rPr>
              <a:t>shì</a:t>
            </a:r>
          </a:p>
        </p:txBody>
      </p:sp>
    </p:spTree>
    <p:custDataLst>
      <p:tags r:id="rId1"/>
    </p:custDataLst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70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" fill="hold">
                      <p:stCondLst>
                        <p:cond delay="0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76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" fill="hold">
                      <p:stCondLst>
                        <p:cond delay="0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7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</p:childTnLst>
        </p:cTn>
      </p:par>
    </p:tnLst>
    <p:bldLst>
      <p:bldP spid="10" grpId="0"/>
      <p:bldP spid="62" grpId="0"/>
      <p:bldP spid="13" grpId="0"/>
      <p:bldP spid="37" grpId="0"/>
      <p:bldP spid="21" grpId="0"/>
      <p:bldP spid="30" grpId="0"/>
      <p:bldP spid="38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>
            <a:off x="165735" y="138430"/>
            <a:ext cx="2754630" cy="3194050"/>
            <a:chOff x="55" y="5686"/>
            <a:chExt cx="4338" cy="5030"/>
          </a:xfrm>
        </p:grpSpPr>
        <p:grpSp>
          <p:nvGrpSpPr>
            <p:cNvPr id="25" name="组合 24"/>
            <p:cNvGrpSpPr/>
            <p:nvPr/>
          </p:nvGrpSpPr>
          <p:grpSpPr>
            <a:xfrm>
              <a:off x="408" y="5686"/>
              <a:ext cx="3533" cy="5030"/>
              <a:chOff x="9262" y="2028"/>
              <a:chExt cx="3533" cy="5030"/>
            </a:xfrm>
          </p:grpSpPr>
          <p:grpSp>
            <p:nvGrpSpPr>
              <p:cNvPr id="26" name="组合 25"/>
              <p:cNvGrpSpPr/>
              <p:nvPr/>
            </p:nvGrpSpPr>
            <p:grpSpPr>
              <a:xfrm>
                <a:off x="9330" y="2028"/>
                <a:ext cx="3465" cy="5030"/>
                <a:chOff x="1486086" y="120403"/>
                <a:chExt cx="2200089" cy="3194297"/>
              </a:xfrm>
            </p:grpSpPr>
            <p:sp>
              <p:nvSpPr>
                <p:cNvPr id="27" name="矩形: 圆角 76"/>
                <p:cNvSpPr/>
                <p:nvPr/>
              </p:nvSpPr>
              <p:spPr>
                <a:xfrm>
                  <a:off x="1486086" y="120403"/>
                  <a:ext cx="2200089" cy="3194297"/>
                </a:xfrm>
                <a:prstGeom prst="roundRect">
                  <a:avLst/>
                </a:prstGeom>
                <a:solidFill>
                  <a:srgbClr val="E2AEAB"/>
                </a:solidFill>
                <a:ln>
                  <a:noFill/>
                </a:ln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STXihei" panose="02010600040101010101" pitchFamily="2" charset="-122"/>
                    <a:ea typeface="STXihei" panose="02010600040101010101" pitchFamily="2" charset="-122"/>
                  </a:endParaRPr>
                </a:p>
              </p:txBody>
            </p:sp>
            <p:pic>
              <p:nvPicPr>
                <p:cNvPr id="28" name="图片 27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14281" y="196147"/>
                  <a:ext cx="2124195" cy="3004708"/>
                </a:xfrm>
                <a:prstGeom prst="rect">
                  <a:avLst/>
                </a:prstGeom>
              </p:spPr>
            </p:pic>
          </p:grpSp>
          <p:sp>
            <p:nvSpPr>
              <p:cNvPr id="29" name="文本框 7"/>
              <p:cNvSpPr txBox="1"/>
              <p:nvPr/>
            </p:nvSpPr>
            <p:spPr>
              <a:xfrm>
                <a:off x="9262" y="4252"/>
                <a:ext cx="3532" cy="24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STXihei" panose="02010600040101010101" pitchFamily="2" charset="-122"/>
                    <a:ea typeface="STXihei" panose="02010600040101010101" pitchFamily="2" charset="-122"/>
                    <a:sym typeface="+mn-ea"/>
                  </a:rPr>
                  <a:t>角度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sz="2000" dirty="0" err="1">
                    <a:solidFill>
                      <a:schemeClr val="bg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 pitchFamily="18" charset="0"/>
                  </a:rPr>
                  <a:t>n. angle, 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sz="2000" dirty="0" err="1">
                    <a:solidFill>
                      <a:schemeClr val="bg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 pitchFamily="18" charset="0"/>
                  </a:rPr>
                  <a:t>degree of angle</a:t>
                </a:r>
              </a:p>
            </p:txBody>
          </p:sp>
        </p:grpSp>
        <p:sp>
          <p:nvSpPr>
            <p:cNvPr id="37" name="文本框 7"/>
            <p:cNvSpPr txBox="1"/>
            <p:nvPr/>
          </p:nvSpPr>
          <p:spPr>
            <a:xfrm>
              <a:off x="55" y="6975"/>
              <a:ext cx="4338" cy="10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/>
              <a:r>
                <a:rPr altLang="zh-CN" sz="3600" dirty="0">
                  <a:solidFill>
                    <a:srgbClr val="2A2A2B"/>
                  </a:solidFill>
                  <a:latin typeface="STXihei" panose="02010600040101010101" pitchFamily="2" charset="-122"/>
                  <a:ea typeface="STXihei" panose="02010600040101010101" pitchFamily="2" charset="-122"/>
                  <a:sym typeface="STXihei" panose="02010600040101010101" pitchFamily="2" charset="-122"/>
                </a:rPr>
                <a:t>jiǎo</a:t>
              </a:r>
              <a:r>
                <a:rPr lang="en-US" sz="3600" dirty="0">
                  <a:solidFill>
                    <a:srgbClr val="2A2A2B"/>
                  </a:solidFill>
                  <a:latin typeface="STXihei" panose="02010600040101010101" pitchFamily="2" charset="-122"/>
                  <a:ea typeface="STXihei" panose="02010600040101010101" pitchFamily="2" charset="-122"/>
                  <a:sym typeface="STXihei" panose="02010600040101010101" pitchFamily="2" charset="-122"/>
                </a:rPr>
                <a:t> </a:t>
              </a:r>
              <a:r>
                <a:rPr altLang="zh-CN" sz="3600" dirty="0">
                  <a:solidFill>
                    <a:srgbClr val="2A2A2B"/>
                  </a:solidFill>
                  <a:latin typeface="STXihei" panose="02010600040101010101" pitchFamily="2" charset="-122"/>
                  <a:ea typeface="STXihei" panose="02010600040101010101" pitchFamily="2" charset="-122"/>
                  <a:sym typeface="STXihei" panose="02010600040101010101" pitchFamily="2" charset="-122"/>
                </a:rPr>
                <a:t>dù</a:t>
              </a:r>
            </a:p>
          </p:txBody>
        </p:sp>
      </p:grpSp>
      <p:pic>
        <p:nvPicPr>
          <p:cNvPr id="34" name="图片 33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grpSp>
        <p:nvGrpSpPr>
          <p:cNvPr id="40" name="组合 39"/>
          <p:cNvGrpSpPr/>
          <p:nvPr/>
        </p:nvGrpSpPr>
        <p:grpSpPr>
          <a:xfrm>
            <a:off x="389890" y="3652520"/>
            <a:ext cx="2228850" cy="3194050"/>
            <a:chOff x="15498" y="5742"/>
            <a:chExt cx="3510" cy="5030"/>
          </a:xfrm>
        </p:grpSpPr>
        <p:grpSp>
          <p:nvGrpSpPr>
            <p:cNvPr id="31" name="组合 30"/>
            <p:cNvGrpSpPr/>
            <p:nvPr/>
          </p:nvGrpSpPr>
          <p:grpSpPr>
            <a:xfrm>
              <a:off x="15498" y="5742"/>
              <a:ext cx="3511" cy="5030"/>
              <a:chOff x="4717" y="1909"/>
              <a:chExt cx="3511" cy="5030"/>
            </a:xfrm>
          </p:grpSpPr>
          <p:grpSp>
            <p:nvGrpSpPr>
              <p:cNvPr id="32" name="组合 31"/>
              <p:cNvGrpSpPr/>
              <p:nvPr/>
            </p:nvGrpSpPr>
            <p:grpSpPr>
              <a:xfrm>
                <a:off x="4718" y="1909"/>
                <a:ext cx="3465" cy="5030"/>
                <a:chOff x="1486086" y="120403"/>
                <a:chExt cx="2200089" cy="3194297"/>
              </a:xfrm>
            </p:grpSpPr>
            <p:sp>
              <p:nvSpPr>
                <p:cNvPr id="33" name="矩形: 圆角 76"/>
                <p:cNvSpPr/>
                <p:nvPr/>
              </p:nvSpPr>
              <p:spPr>
                <a:xfrm>
                  <a:off x="1486086" y="120403"/>
                  <a:ext cx="2200089" cy="3194297"/>
                </a:xfrm>
                <a:prstGeom prst="roundRect">
                  <a:avLst/>
                </a:prstGeom>
                <a:solidFill>
                  <a:srgbClr val="E2AEAB"/>
                </a:solidFill>
                <a:ln>
                  <a:noFill/>
                </a:ln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STXihei" panose="02010600040101010101" pitchFamily="2" charset="-122"/>
                    <a:ea typeface="STXihei" panose="02010600040101010101" pitchFamily="2" charset="-122"/>
                  </a:endParaRPr>
                </a:p>
              </p:txBody>
            </p:sp>
            <p:pic>
              <p:nvPicPr>
                <p:cNvPr id="35" name="图片 34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14281" y="196147"/>
                  <a:ext cx="2124195" cy="3004708"/>
                </a:xfrm>
                <a:prstGeom prst="rect">
                  <a:avLst/>
                </a:prstGeom>
              </p:spPr>
            </p:pic>
          </p:grpSp>
          <p:sp>
            <p:nvSpPr>
              <p:cNvPr id="36" name="文本框 7"/>
              <p:cNvSpPr txBox="1"/>
              <p:nvPr/>
            </p:nvSpPr>
            <p:spPr>
              <a:xfrm>
                <a:off x="4717" y="4133"/>
                <a:ext cx="3511" cy="24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STXihei" panose="02010600040101010101" pitchFamily="2" charset="-122"/>
                    <a:ea typeface="STXihei" panose="02010600040101010101" pitchFamily="2" charset="-122"/>
                    <a:sym typeface="+mn-ea"/>
                  </a:rPr>
                  <a:t>地势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sz="2000" dirty="0" err="1">
                    <a:solidFill>
                      <a:schemeClr val="bg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 pitchFamily="18" charset="0"/>
                  </a:rPr>
                  <a:t>n. terrain, topography</a:t>
                </a:r>
              </a:p>
            </p:txBody>
          </p:sp>
        </p:grpSp>
        <p:sp>
          <p:nvSpPr>
            <p:cNvPr id="38" name="文本框 7"/>
            <p:cNvSpPr txBox="1"/>
            <p:nvPr/>
          </p:nvSpPr>
          <p:spPr>
            <a:xfrm>
              <a:off x="15498" y="6901"/>
              <a:ext cx="3511" cy="10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/>
              <a:r>
                <a:rPr altLang="zh-CN" sz="3600" dirty="0">
                  <a:solidFill>
                    <a:srgbClr val="2A2A2B"/>
                  </a:solidFill>
                  <a:latin typeface="STXihei" panose="02010600040101010101" pitchFamily="2" charset="-122"/>
                  <a:ea typeface="STXihei" panose="02010600040101010101" pitchFamily="2" charset="-122"/>
                  <a:sym typeface="STXihei" panose="02010600040101010101" pitchFamily="2" charset="-122"/>
                </a:rPr>
                <a:t>dì</a:t>
              </a:r>
              <a:r>
                <a:rPr lang="en-US" sz="3600" dirty="0">
                  <a:solidFill>
                    <a:srgbClr val="2A2A2B"/>
                  </a:solidFill>
                  <a:latin typeface="STXihei" panose="02010600040101010101" pitchFamily="2" charset="-122"/>
                  <a:ea typeface="STXihei" panose="02010600040101010101" pitchFamily="2" charset="-122"/>
                  <a:sym typeface="STXihei" panose="02010600040101010101" pitchFamily="2" charset="-122"/>
                </a:rPr>
                <a:t> </a:t>
              </a:r>
              <a:r>
                <a:rPr altLang="zh-CN" sz="3600" dirty="0">
                  <a:solidFill>
                    <a:srgbClr val="2A2A2B"/>
                  </a:solidFill>
                  <a:latin typeface="STXihei" panose="02010600040101010101" pitchFamily="2" charset="-122"/>
                  <a:ea typeface="STXihei" panose="02010600040101010101" pitchFamily="2" charset="-122"/>
                  <a:sym typeface="STXihei" panose="02010600040101010101" pitchFamily="2" charset="-122"/>
                </a:rPr>
                <a:t>shì</a:t>
              </a:r>
            </a:p>
          </p:txBody>
        </p:sp>
      </p:grpSp>
      <p:pic>
        <p:nvPicPr>
          <p:cNvPr id="41" name="图片 40"/>
          <p:cNvPicPr/>
          <p:nvPr/>
        </p:nvPicPr>
        <p:blipFill>
          <a:blip r:embed="rId6"/>
          <a:stretch>
            <a:fillRect/>
          </a:stretch>
        </p:blipFill>
        <p:spPr>
          <a:xfrm>
            <a:off x="3061970" y="485140"/>
            <a:ext cx="3931920" cy="2603500"/>
          </a:xfrm>
          <a:prstGeom prst="rect">
            <a:avLst/>
          </a:prstGeom>
        </p:spPr>
      </p:pic>
      <p:sp>
        <p:nvSpPr>
          <p:cNvPr id="42" name="文本框 41"/>
          <p:cNvSpPr txBox="1"/>
          <p:nvPr/>
        </p:nvSpPr>
        <p:spPr>
          <a:xfrm>
            <a:off x="7555230" y="1376045"/>
            <a:ext cx="42246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我们要从</a:t>
            </a:r>
            <a:r>
              <a:rPr lang="zh-CN" altLang="en-US" sz="2400">
                <a:solidFill>
                  <a:srgbClr val="FF0000"/>
                </a:solidFill>
              </a:rPr>
              <a:t>不同角度</a:t>
            </a:r>
            <a:r>
              <a:rPr lang="zh-CN" altLang="en-US" sz="2400"/>
              <a:t>思考问题</a:t>
            </a:r>
            <a:r>
              <a:rPr lang="en-US" altLang="zh-CN" sz="2400"/>
              <a:t>。</a:t>
            </a:r>
          </a:p>
        </p:txBody>
      </p:sp>
      <p:pic>
        <p:nvPicPr>
          <p:cNvPr id="46" name="图片 45"/>
          <p:cNvPicPr/>
          <p:nvPr/>
        </p:nvPicPr>
        <p:blipFill>
          <a:blip r:embed="rId7"/>
          <a:stretch>
            <a:fillRect/>
          </a:stretch>
        </p:blipFill>
        <p:spPr>
          <a:xfrm>
            <a:off x="2633345" y="3170555"/>
            <a:ext cx="6985000" cy="3194685"/>
          </a:xfrm>
          <a:prstGeom prst="rect">
            <a:avLst/>
          </a:prstGeom>
        </p:spPr>
      </p:pic>
      <p:sp>
        <p:nvSpPr>
          <p:cNvPr id="47" name="文本框 46"/>
          <p:cNvSpPr txBox="1"/>
          <p:nvPr/>
        </p:nvSpPr>
        <p:spPr>
          <a:xfrm>
            <a:off x="7357745" y="2217420"/>
            <a:ext cx="413321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高原山地</a:t>
            </a:r>
            <a:r>
              <a:rPr lang="zh-CN" altLang="en-US" sz="2800">
                <a:solidFill>
                  <a:srgbClr val="FF0000"/>
                </a:solidFill>
              </a:rPr>
              <a:t>地势高</a:t>
            </a:r>
            <a:r>
              <a:rPr lang="en-US" altLang="zh-CN" sz="2800"/>
              <a:t>。</a:t>
            </a:r>
          </a:p>
          <a:p>
            <a:r>
              <a:rPr lang="zh-CN" altLang="en-US" sz="2800"/>
              <a:t>平原</a:t>
            </a:r>
            <a:r>
              <a:rPr lang="zh-CN" altLang="en-US" sz="2800">
                <a:solidFill>
                  <a:srgbClr val="FF0000"/>
                </a:solidFill>
              </a:rPr>
              <a:t>地势低</a:t>
            </a:r>
            <a:r>
              <a:rPr lang="en-US" altLang="zh-CN" sz="2800"/>
              <a:t>。</a:t>
            </a:r>
          </a:p>
        </p:txBody>
      </p:sp>
      <p:sp>
        <p:nvSpPr>
          <p:cNvPr id="48" name="矩形 47"/>
          <p:cNvSpPr/>
          <p:nvPr/>
        </p:nvSpPr>
        <p:spPr>
          <a:xfrm>
            <a:off x="3033395" y="6260465"/>
            <a:ext cx="6022340" cy="47244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/>
              <a:t>地表形态起伏的高低与险峻的态势</a:t>
            </a:r>
          </a:p>
        </p:txBody>
      </p:sp>
    </p:spTree>
    <p:custDataLst>
      <p:tags r:id="rId1"/>
    </p:custDataLst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2" grpId="1"/>
      <p:bldP spid="47" grpId="0"/>
      <p:bldP spid="47" grpId="1"/>
      <p:bldP spid="48" grpId="0" animBg="1"/>
      <p:bldP spid="48" grpId="1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: 圆角 53"/>
          <p:cNvSpPr/>
          <p:nvPr/>
        </p:nvSpPr>
        <p:spPr>
          <a:xfrm>
            <a:off x="8547735" y="454660"/>
            <a:ext cx="2025015" cy="1003935"/>
          </a:xfrm>
          <a:prstGeom prst="roundRect">
            <a:avLst/>
          </a:prstGeom>
          <a:solidFill>
            <a:srgbClr val="FF4910"/>
          </a:solidFill>
          <a:ln w="19050">
            <a:solidFill>
              <a:srgbClr val="FF49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ffectLst>
                <a:glow rad="635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57" name="矩形: 圆角 56"/>
          <p:cNvSpPr/>
          <p:nvPr/>
        </p:nvSpPr>
        <p:spPr>
          <a:xfrm>
            <a:off x="8548370" y="2139315"/>
            <a:ext cx="2018665" cy="958215"/>
          </a:xfrm>
          <a:prstGeom prst="roundRect">
            <a:avLst/>
          </a:prstGeom>
          <a:solidFill>
            <a:srgbClr val="FF4910"/>
          </a:solidFill>
          <a:ln w="19050">
            <a:solidFill>
              <a:srgbClr val="FF49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ffectLst>
                <a:glow rad="635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58" name="矩形: 圆角 57"/>
          <p:cNvSpPr/>
          <p:nvPr/>
        </p:nvSpPr>
        <p:spPr>
          <a:xfrm>
            <a:off x="8547735" y="3867785"/>
            <a:ext cx="2085975" cy="989965"/>
          </a:xfrm>
          <a:prstGeom prst="roundRect">
            <a:avLst/>
          </a:prstGeom>
          <a:solidFill>
            <a:srgbClr val="FF4910"/>
          </a:solidFill>
          <a:ln w="19050">
            <a:solidFill>
              <a:srgbClr val="FF49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ffectLst>
                <a:glow rad="635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60" name="矩形: 圆角 59"/>
          <p:cNvSpPr/>
          <p:nvPr/>
        </p:nvSpPr>
        <p:spPr>
          <a:xfrm>
            <a:off x="8523605" y="5549265"/>
            <a:ext cx="2131060" cy="999490"/>
          </a:xfrm>
          <a:prstGeom prst="roundRect">
            <a:avLst/>
          </a:prstGeom>
          <a:solidFill>
            <a:srgbClr val="FF4910"/>
          </a:solidFill>
          <a:ln w="19050">
            <a:solidFill>
              <a:srgbClr val="FF49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ffectLst>
                <a:glow rad="635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  <p:cxnSp>
        <p:nvCxnSpPr>
          <p:cNvPr id="67" name="直接连接符 66"/>
          <p:cNvCxnSpPr/>
          <p:nvPr/>
        </p:nvCxnSpPr>
        <p:spPr>
          <a:xfrm>
            <a:off x="3478511" y="1000897"/>
            <a:ext cx="5045710" cy="3333750"/>
          </a:xfrm>
          <a:prstGeom prst="line">
            <a:avLst/>
          </a:prstGeom>
          <a:ln w="38100">
            <a:solidFill>
              <a:srgbClr val="FF491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9" name="直接连接符 68"/>
          <p:cNvCxnSpPr>
            <a:stCxn id="18" idx="3"/>
            <a:endCxn id="60" idx="1"/>
          </p:cNvCxnSpPr>
          <p:nvPr/>
        </p:nvCxnSpPr>
        <p:spPr>
          <a:xfrm>
            <a:off x="3487006" y="2764557"/>
            <a:ext cx="5036820" cy="3284220"/>
          </a:xfrm>
          <a:prstGeom prst="line">
            <a:avLst/>
          </a:prstGeom>
          <a:ln w="38100">
            <a:solidFill>
              <a:srgbClr val="FF491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1" name="直接连接符 70"/>
          <p:cNvCxnSpPr>
            <a:stCxn id="19" idx="3"/>
            <a:endCxn id="57" idx="1"/>
          </p:cNvCxnSpPr>
          <p:nvPr/>
        </p:nvCxnSpPr>
        <p:spPr>
          <a:xfrm flipV="1">
            <a:off x="3472997" y="2618518"/>
            <a:ext cx="5075555" cy="1856740"/>
          </a:xfrm>
          <a:prstGeom prst="line">
            <a:avLst/>
          </a:prstGeom>
          <a:ln w="38100">
            <a:solidFill>
              <a:srgbClr val="FF491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3" name="直接连接符 72"/>
          <p:cNvCxnSpPr>
            <a:stCxn id="20" idx="3"/>
            <a:endCxn id="54" idx="1"/>
          </p:cNvCxnSpPr>
          <p:nvPr/>
        </p:nvCxnSpPr>
        <p:spPr>
          <a:xfrm flipV="1">
            <a:off x="3486967" y="956732"/>
            <a:ext cx="5060950" cy="5182235"/>
          </a:xfrm>
          <a:prstGeom prst="line">
            <a:avLst/>
          </a:prstGeom>
          <a:ln w="38100">
            <a:solidFill>
              <a:srgbClr val="FF491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" name="图片 1" descr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sp>
        <p:nvSpPr>
          <p:cNvPr id="5" name="文本框 7"/>
          <p:cNvSpPr txBox="1"/>
          <p:nvPr/>
        </p:nvSpPr>
        <p:spPr>
          <a:xfrm>
            <a:off x="62865" y="227965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134620" y="716280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Source Han Sans CN Regular" panose="020B0500000000000000" pitchFamily="34" charset="-122"/>
                <a:ea typeface="Source Han Sans CN Regular" panose="020B0500000000000000" pitchFamily="34" charset="-122"/>
                <a:sym typeface="+mn-ea"/>
              </a:rPr>
              <a:t>Practise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Source Han Sans CN Regular" panose="020B0500000000000000" pitchFamily="34" charset="-122"/>
              <a:ea typeface="Source Han Sans CN Regular" panose="020B0500000000000000" pitchFamily="34" charset="-122"/>
            </a:endParaRPr>
          </a:p>
        </p:txBody>
      </p:sp>
      <p:sp>
        <p:nvSpPr>
          <p:cNvPr id="10" name="矩形: 圆角 53"/>
          <p:cNvSpPr/>
          <p:nvPr/>
        </p:nvSpPr>
        <p:spPr>
          <a:xfrm>
            <a:off x="1710055" y="454660"/>
            <a:ext cx="2025015" cy="1003935"/>
          </a:xfrm>
          <a:prstGeom prst="roundRect">
            <a:avLst/>
          </a:prstGeom>
          <a:solidFill>
            <a:srgbClr val="FF4910"/>
          </a:solidFill>
          <a:ln w="19050">
            <a:solidFill>
              <a:srgbClr val="FF49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ffectLst>
                <a:glow rad="635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11" name="矩形: 圆角 53"/>
          <p:cNvSpPr/>
          <p:nvPr/>
        </p:nvSpPr>
        <p:spPr>
          <a:xfrm>
            <a:off x="1710055" y="2234565"/>
            <a:ext cx="2025015" cy="1003935"/>
          </a:xfrm>
          <a:prstGeom prst="roundRect">
            <a:avLst/>
          </a:prstGeom>
          <a:solidFill>
            <a:srgbClr val="FF4910"/>
          </a:solidFill>
          <a:ln w="19050">
            <a:solidFill>
              <a:srgbClr val="FF49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ffectLst>
                <a:glow rad="635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12" name="矩形: 圆角 53"/>
          <p:cNvSpPr/>
          <p:nvPr/>
        </p:nvSpPr>
        <p:spPr>
          <a:xfrm>
            <a:off x="1710055" y="3987800"/>
            <a:ext cx="2025015" cy="1003935"/>
          </a:xfrm>
          <a:prstGeom prst="roundRect">
            <a:avLst/>
          </a:prstGeom>
          <a:solidFill>
            <a:srgbClr val="FF4910"/>
          </a:solidFill>
          <a:ln w="19050">
            <a:solidFill>
              <a:srgbClr val="FF49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ffectLst>
                <a:glow rad="635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13" name="矩形: 圆角 53"/>
          <p:cNvSpPr/>
          <p:nvPr/>
        </p:nvSpPr>
        <p:spPr>
          <a:xfrm>
            <a:off x="1710055" y="5635625"/>
            <a:ext cx="2025015" cy="1003935"/>
          </a:xfrm>
          <a:prstGeom prst="roundRect">
            <a:avLst/>
          </a:prstGeom>
          <a:solidFill>
            <a:srgbClr val="FF4910"/>
          </a:solidFill>
          <a:ln w="19050">
            <a:solidFill>
              <a:srgbClr val="FF49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ffectLst>
                <a:glow rad="635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710055" y="575945"/>
            <a:ext cx="202438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bg1"/>
                </a:solidFill>
                <a:latin typeface="STXihei" panose="02010600040101010101" pitchFamily="2" charset="-122"/>
                <a:ea typeface="STXihei" panose="02010600040101010101" pitchFamily="2" charset="-122"/>
                <a:cs typeface="STXihei" panose="02010600040101010101" pitchFamily="2" charset="-122"/>
                <a:sym typeface="+mn-ea"/>
              </a:rPr>
              <a:t>打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1710690" y="2328545"/>
            <a:ext cx="202438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bg1"/>
                </a:solidFill>
                <a:latin typeface="STXihei" panose="02010600040101010101" pitchFamily="2" charset="-122"/>
                <a:ea typeface="STXihei" panose="02010600040101010101" pitchFamily="2" charset="-122"/>
                <a:cs typeface="STXihei" panose="02010600040101010101" pitchFamily="2" charset="-122"/>
                <a:sym typeface="+mn-ea"/>
              </a:rPr>
              <a:t>碰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1710690" y="4067175"/>
            <a:ext cx="202438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bg1"/>
                </a:solidFill>
                <a:latin typeface="STXihei" panose="02010600040101010101" pitchFamily="2" charset="-122"/>
                <a:ea typeface="STXihei" panose="02010600040101010101" pitchFamily="2" charset="-122"/>
                <a:cs typeface="STXihei" panose="02010600040101010101" pitchFamily="2" charset="-122"/>
                <a:sym typeface="+mn-ea"/>
              </a:rPr>
              <a:t>救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1710690" y="5725795"/>
            <a:ext cx="202438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bg1"/>
                </a:solidFill>
                <a:latin typeface="STXihei" panose="02010600040101010101" pitchFamily="2" charset="-122"/>
                <a:ea typeface="STXihei" panose="02010600040101010101" pitchFamily="2" charset="-122"/>
                <a:cs typeface="STXihei" panose="02010600040101010101" pitchFamily="2" charset="-122"/>
                <a:sym typeface="+mn-ea"/>
              </a:rPr>
              <a:t>抢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8542655" y="499110"/>
            <a:ext cx="202438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bg1"/>
                </a:solidFill>
                <a:latin typeface="STXihei" panose="02010600040101010101" pitchFamily="2" charset="-122"/>
                <a:ea typeface="STXihei" panose="02010600040101010101" pitchFamily="2" charset="-122"/>
                <a:cs typeface="STXihei" panose="02010600040101010101" pitchFamily="2" charset="-122"/>
                <a:sym typeface="+mn-ea"/>
              </a:rPr>
              <a:t>光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8576945" y="2183130"/>
            <a:ext cx="202438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bg1"/>
                </a:solidFill>
                <a:latin typeface="STXihei" panose="02010600040101010101" pitchFamily="2" charset="-122"/>
                <a:ea typeface="STXihei" panose="02010600040101010101" pitchFamily="2" charset="-122"/>
                <a:cs typeface="STXihei" panose="02010600040101010101" pitchFamily="2" charset="-122"/>
                <a:sym typeface="+mn-ea"/>
              </a:rPr>
              <a:t>活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8578850" y="3966210"/>
            <a:ext cx="202438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bg1"/>
                </a:solidFill>
                <a:latin typeface="STXihei" panose="02010600040101010101" pitchFamily="2" charset="-122"/>
                <a:ea typeface="STXihei" panose="02010600040101010101" pitchFamily="2" charset="-122"/>
                <a:cs typeface="STXihei" panose="02010600040101010101" pitchFamily="2" charset="-122"/>
                <a:sym typeface="+mn-ea"/>
              </a:rPr>
              <a:t>晕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8576945" y="5628005"/>
            <a:ext cx="202438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bg1"/>
                </a:solidFill>
                <a:latin typeface="STXihei" panose="02010600040101010101" pitchFamily="2" charset="-122"/>
                <a:ea typeface="STXihei" panose="02010600040101010101" pitchFamily="2" charset="-122"/>
                <a:cs typeface="STXihei" panose="02010600040101010101" pitchFamily="2" charset="-122"/>
                <a:sym typeface="+mn-ea"/>
              </a:rPr>
              <a:t>见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doors dir="ver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: 圆角 53"/>
          <p:cNvSpPr/>
          <p:nvPr/>
        </p:nvSpPr>
        <p:spPr>
          <a:xfrm>
            <a:off x="8547735" y="454660"/>
            <a:ext cx="2025015" cy="1003935"/>
          </a:xfrm>
          <a:prstGeom prst="roundRect">
            <a:avLst/>
          </a:prstGeom>
          <a:solidFill>
            <a:srgbClr val="FF4910"/>
          </a:solidFill>
          <a:ln w="19050">
            <a:solidFill>
              <a:srgbClr val="FF49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ffectLst>
                <a:glow rad="635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57" name="矩形: 圆角 56"/>
          <p:cNvSpPr/>
          <p:nvPr/>
        </p:nvSpPr>
        <p:spPr>
          <a:xfrm>
            <a:off x="8548370" y="2139315"/>
            <a:ext cx="2018665" cy="958215"/>
          </a:xfrm>
          <a:prstGeom prst="roundRect">
            <a:avLst/>
          </a:prstGeom>
          <a:solidFill>
            <a:srgbClr val="FF4910"/>
          </a:solidFill>
          <a:ln w="19050">
            <a:solidFill>
              <a:srgbClr val="FF49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ffectLst>
                <a:glow rad="635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58" name="矩形: 圆角 57"/>
          <p:cNvSpPr/>
          <p:nvPr/>
        </p:nvSpPr>
        <p:spPr>
          <a:xfrm>
            <a:off x="8547735" y="3867785"/>
            <a:ext cx="2085975" cy="989965"/>
          </a:xfrm>
          <a:prstGeom prst="roundRect">
            <a:avLst/>
          </a:prstGeom>
          <a:solidFill>
            <a:srgbClr val="FF4910"/>
          </a:solidFill>
          <a:ln w="19050">
            <a:solidFill>
              <a:srgbClr val="FF49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ffectLst>
                <a:glow rad="635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60" name="矩形: 圆角 59"/>
          <p:cNvSpPr/>
          <p:nvPr/>
        </p:nvSpPr>
        <p:spPr>
          <a:xfrm>
            <a:off x="8523605" y="5549265"/>
            <a:ext cx="2131060" cy="999490"/>
          </a:xfrm>
          <a:prstGeom prst="roundRect">
            <a:avLst/>
          </a:prstGeom>
          <a:solidFill>
            <a:srgbClr val="FF4910"/>
          </a:solidFill>
          <a:ln w="19050">
            <a:solidFill>
              <a:srgbClr val="FF49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ffectLst>
                <a:glow rad="635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  <p:cxnSp>
        <p:nvCxnSpPr>
          <p:cNvPr id="67" name="直接连接符 66"/>
          <p:cNvCxnSpPr/>
          <p:nvPr/>
        </p:nvCxnSpPr>
        <p:spPr>
          <a:xfrm>
            <a:off x="3478511" y="1000897"/>
            <a:ext cx="5045710" cy="3333750"/>
          </a:xfrm>
          <a:prstGeom prst="line">
            <a:avLst/>
          </a:prstGeom>
          <a:ln w="38100">
            <a:solidFill>
              <a:srgbClr val="FF491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9" name="直接连接符 68"/>
          <p:cNvCxnSpPr>
            <a:stCxn id="18" idx="3"/>
            <a:endCxn id="60" idx="1"/>
          </p:cNvCxnSpPr>
          <p:nvPr/>
        </p:nvCxnSpPr>
        <p:spPr>
          <a:xfrm>
            <a:off x="3487006" y="2764557"/>
            <a:ext cx="5036820" cy="3284220"/>
          </a:xfrm>
          <a:prstGeom prst="line">
            <a:avLst/>
          </a:prstGeom>
          <a:ln w="38100">
            <a:solidFill>
              <a:srgbClr val="FF491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1" name="直接连接符 70"/>
          <p:cNvCxnSpPr>
            <a:stCxn id="19" idx="3"/>
            <a:endCxn id="57" idx="1"/>
          </p:cNvCxnSpPr>
          <p:nvPr/>
        </p:nvCxnSpPr>
        <p:spPr>
          <a:xfrm flipV="1">
            <a:off x="3472997" y="2618518"/>
            <a:ext cx="5075555" cy="1856740"/>
          </a:xfrm>
          <a:prstGeom prst="line">
            <a:avLst/>
          </a:prstGeom>
          <a:ln w="38100">
            <a:solidFill>
              <a:srgbClr val="FF491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3" name="直接连接符 72"/>
          <p:cNvCxnSpPr>
            <a:stCxn id="20" idx="3"/>
            <a:endCxn id="54" idx="1"/>
          </p:cNvCxnSpPr>
          <p:nvPr/>
        </p:nvCxnSpPr>
        <p:spPr>
          <a:xfrm flipV="1">
            <a:off x="3486967" y="956732"/>
            <a:ext cx="5060950" cy="5182235"/>
          </a:xfrm>
          <a:prstGeom prst="line">
            <a:avLst/>
          </a:prstGeom>
          <a:ln w="38100">
            <a:solidFill>
              <a:srgbClr val="FF491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" name="图片 1" descr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sp>
        <p:nvSpPr>
          <p:cNvPr id="5" name="文本框 7"/>
          <p:cNvSpPr txBox="1"/>
          <p:nvPr/>
        </p:nvSpPr>
        <p:spPr>
          <a:xfrm>
            <a:off x="62865" y="227965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134620" y="716280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Source Han Sans CN Regular" panose="020B0500000000000000" pitchFamily="34" charset="-122"/>
                <a:ea typeface="Source Han Sans CN Regular" panose="020B0500000000000000" pitchFamily="34" charset="-122"/>
                <a:sym typeface="+mn-ea"/>
              </a:rPr>
              <a:t>Practise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Source Han Sans CN Regular" panose="020B0500000000000000" pitchFamily="34" charset="-122"/>
              <a:ea typeface="Source Han Sans CN Regular" panose="020B0500000000000000" pitchFamily="34" charset="-122"/>
            </a:endParaRPr>
          </a:p>
        </p:txBody>
      </p:sp>
      <p:sp>
        <p:nvSpPr>
          <p:cNvPr id="10" name="矩形: 圆角 53"/>
          <p:cNvSpPr/>
          <p:nvPr/>
        </p:nvSpPr>
        <p:spPr>
          <a:xfrm>
            <a:off x="1710055" y="454660"/>
            <a:ext cx="2025015" cy="1003935"/>
          </a:xfrm>
          <a:prstGeom prst="roundRect">
            <a:avLst/>
          </a:prstGeom>
          <a:solidFill>
            <a:srgbClr val="FF4910"/>
          </a:solidFill>
          <a:ln w="19050">
            <a:solidFill>
              <a:srgbClr val="FF49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ffectLst>
                <a:glow rad="635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11" name="矩形: 圆角 53"/>
          <p:cNvSpPr/>
          <p:nvPr/>
        </p:nvSpPr>
        <p:spPr>
          <a:xfrm>
            <a:off x="1710055" y="2234565"/>
            <a:ext cx="2025015" cy="1003935"/>
          </a:xfrm>
          <a:prstGeom prst="roundRect">
            <a:avLst/>
          </a:prstGeom>
          <a:solidFill>
            <a:srgbClr val="FF4910"/>
          </a:solidFill>
          <a:ln w="19050">
            <a:solidFill>
              <a:srgbClr val="FF49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ffectLst>
                <a:glow rad="635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12" name="矩形: 圆角 53"/>
          <p:cNvSpPr/>
          <p:nvPr/>
        </p:nvSpPr>
        <p:spPr>
          <a:xfrm>
            <a:off x="1710055" y="3987800"/>
            <a:ext cx="2025015" cy="1003935"/>
          </a:xfrm>
          <a:prstGeom prst="roundRect">
            <a:avLst/>
          </a:prstGeom>
          <a:solidFill>
            <a:srgbClr val="FF4910"/>
          </a:solidFill>
          <a:ln w="19050">
            <a:solidFill>
              <a:srgbClr val="FF49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ffectLst>
                <a:glow rad="635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13" name="矩形: 圆角 53"/>
          <p:cNvSpPr/>
          <p:nvPr/>
        </p:nvSpPr>
        <p:spPr>
          <a:xfrm>
            <a:off x="1710055" y="5635625"/>
            <a:ext cx="2025015" cy="1003935"/>
          </a:xfrm>
          <a:prstGeom prst="roundRect">
            <a:avLst/>
          </a:prstGeom>
          <a:solidFill>
            <a:srgbClr val="FF4910"/>
          </a:solidFill>
          <a:ln w="19050">
            <a:solidFill>
              <a:srgbClr val="FF49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ffectLst>
                <a:glow rad="635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710055" y="663575"/>
            <a:ext cx="20243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STXihei" panose="02010600040101010101" pitchFamily="2" charset="-122"/>
                <a:ea typeface="STXihei" panose="02010600040101010101" pitchFamily="2" charset="-122"/>
                <a:cs typeface="STXihei" panose="02010600040101010101" pitchFamily="2" charset="-122"/>
                <a:sym typeface="+mn-ea"/>
              </a:rPr>
              <a:t>悠久的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1710690" y="2416175"/>
            <a:ext cx="20243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STXihei" panose="02010600040101010101" pitchFamily="2" charset="-122"/>
                <a:ea typeface="STXihei" panose="02010600040101010101" pitchFamily="2" charset="-122"/>
                <a:cs typeface="STXihei" panose="02010600040101010101" pitchFamily="2" charset="-122"/>
                <a:sym typeface="+mn-ea"/>
              </a:rPr>
              <a:t>善良的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1710690" y="4154805"/>
            <a:ext cx="20243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STXihei" panose="02010600040101010101" pitchFamily="2" charset="-122"/>
                <a:ea typeface="STXihei" panose="02010600040101010101" pitchFamily="2" charset="-122"/>
                <a:cs typeface="STXihei" panose="02010600040101010101" pitchFamily="2" charset="-122"/>
                <a:sym typeface="+mn-ea"/>
              </a:rPr>
              <a:t>独特的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1710690" y="5813425"/>
            <a:ext cx="20243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STXihei" panose="02010600040101010101" pitchFamily="2" charset="-122"/>
                <a:ea typeface="STXihei" panose="02010600040101010101" pitchFamily="2" charset="-122"/>
                <a:cs typeface="STXihei" panose="02010600040101010101" pitchFamily="2" charset="-122"/>
                <a:sym typeface="+mn-ea"/>
              </a:rPr>
              <a:t>广大的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8542655" y="586740"/>
            <a:ext cx="20243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STXihei" panose="02010600040101010101" pitchFamily="2" charset="-122"/>
                <a:ea typeface="STXihei" panose="02010600040101010101" pitchFamily="2" charset="-122"/>
                <a:cs typeface="STXihei" panose="02010600040101010101" pitchFamily="2" charset="-122"/>
                <a:sym typeface="+mn-ea"/>
              </a:rPr>
              <a:t>农村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8576945" y="2270760"/>
            <a:ext cx="20243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STXihei" panose="02010600040101010101" pitchFamily="2" charset="-122"/>
                <a:ea typeface="STXihei" panose="02010600040101010101" pitchFamily="2" charset="-122"/>
                <a:cs typeface="STXihei" panose="02010600040101010101" pitchFamily="2" charset="-122"/>
                <a:sym typeface="+mn-ea"/>
              </a:rPr>
              <a:t>味道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8578850" y="4053840"/>
            <a:ext cx="20243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STXihei" panose="02010600040101010101" pitchFamily="2" charset="-122"/>
                <a:ea typeface="STXihei" panose="02010600040101010101" pitchFamily="2" charset="-122"/>
                <a:cs typeface="STXihei" panose="02010600040101010101" pitchFamily="2" charset="-122"/>
                <a:sym typeface="+mn-ea"/>
              </a:rPr>
              <a:t>文化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8576945" y="5715635"/>
            <a:ext cx="20243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STXihei" panose="02010600040101010101" pitchFamily="2" charset="-122"/>
                <a:ea typeface="STXihei" panose="02010600040101010101" pitchFamily="2" charset="-122"/>
                <a:cs typeface="STXihei" panose="02010600040101010101" pitchFamily="2" charset="-122"/>
                <a:sym typeface="+mn-ea"/>
              </a:rPr>
              <a:t>性格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doors dir="ver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底图" descr="/Users/huangkafi/Downloads/不抠图 /IMG_7104.jpgIMG_710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黑色遮罩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7" name="卡通人像" descr="D:\大敏\C盘东西\小红书\对外汉语战略搞钱计划\教学素材\图片素材\我压缩.png我压缩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116830" y="601869"/>
            <a:ext cx="1958340" cy="1958451"/>
          </a:xfrm>
          <a:custGeom>
            <a:avLst/>
            <a:gdLst>
              <a:gd name="connsiteX0" fmla="*/ 2019868 w 4039736"/>
              <a:gd name="connsiteY0" fmla="*/ 0 h 4039736"/>
              <a:gd name="connsiteX1" fmla="*/ 4039736 w 4039736"/>
              <a:gd name="connsiteY1" fmla="*/ 2019868 h 4039736"/>
              <a:gd name="connsiteX2" fmla="*/ 2019868 w 4039736"/>
              <a:gd name="connsiteY2" fmla="*/ 4039736 h 4039736"/>
              <a:gd name="connsiteX3" fmla="*/ 0 w 4039736"/>
              <a:gd name="connsiteY3" fmla="*/ 2019868 h 4039736"/>
              <a:gd name="connsiteX4" fmla="*/ 2019868 w 4039736"/>
              <a:gd name="connsiteY4" fmla="*/ 0 h 4039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39736" h="4039736">
                <a:moveTo>
                  <a:pt x="2019868" y="0"/>
                </a:moveTo>
                <a:cubicBezTo>
                  <a:pt x="3135410" y="0"/>
                  <a:pt x="4039736" y="904326"/>
                  <a:pt x="4039736" y="2019868"/>
                </a:cubicBezTo>
                <a:cubicBezTo>
                  <a:pt x="4039736" y="3135410"/>
                  <a:pt x="3135410" y="4039736"/>
                  <a:pt x="2019868" y="4039736"/>
                </a:cubicBezTo>
                <a:cubicBezTo>
                  <a:pt x="904326" y="4039736"/>
                  <a:pt x="0" y="3135410"/>
                  <a:pt x="0" y="2019868"/>
                </a:cubicBezTo>
                <a:cubicBezTo>
                  <a:pt x="0" y="904326"/>
                  <a:pt x="904326" y="0"/>
                  <a:pt x="2019868" y="0"/>
                </a:cubicBezTo>
                <a:close/>
              </a:path>
            </a:pathLst>
          </a:custGeom>
          <a:ln cap="rnd">
            <a:solidFill>
              <a:srgbClr val="E2AEAB"/>
            </a:solidFill>
          </a:ln>
          <a:effectLst>
            <a:glow rad="152400">
              <a:srgbClr val="FEADBB">
                <a:alpha val="40000"/>
              </a:srgbClr>
            </a:glow>
          </a:effectLst>
        </p:spPr>
      </p:pic>
      <p:sp>
        <p:nvSpPr>
          <p:cNvPr id="14" name="文本框 13"/>
          <p:cNvSpPr txBox="1"/>
          <p:nvPr/>
        </p:nvSpPr>
        <p:spPr>
          <a:xfrm>
            <a:off x="257175" y="3214370"/>
            <a:ext cx="11678285" cy="27584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algn="l" fontAlgn="auto">
              <a:lnSpc>
                <a:spcPts val="4160"/>
              </a:lnSpc>
              <a:buFont typeface="Arial" panose="020B0704020202020204" pitchFamily="34" charset="0"/>
              <a:buChar char="•"/>
            </a:pPr>
            <a:r>
              <a:rPr lang="zh-CN" altLang="en-US" sz="2800" dirty="0">
                <a:solidFill>
                  <a:schemeClr val="bg1"/>
                </a:solidFill>
                <a:latin typeface="STXihei" panose="02010600040101010101" pitchFamily="2" charset="-122"/>
                <a:ea typeface="STXihei" panose="02010600040101010101" pitchFamily="2" charset="-122"/>
                <a:cs typeface="Source Han Sans CN Regular" panose="020B0500000000000000" pitchFamily="34" charset="-122"/>
                <a:sym typeface="STKaiti" panose="02010600040101010101" charset="-122"/>
              </a:rPr>
              <a:t>济南泉水的历史怎么样？文人为什么赞美它？老百姓又为什么感激它？</a:t>
            </a:r>
          </a:p>
          <a:p>
            <a:pPr marL="457200" indent="-457200" algn="l" fontAlgn="auto">
              <a:lnSpc>
                <a:spcPts val="4160"/>
              </a:lnSpc>
              <a:buFont typeface="Arial" panose="020B0704020202020204" pitchFamily="34" charset="0"/>
              <a:buChar char="•"/>
            </a:pPr>
            <a:r>
              <a:rPr lang="zh-CN" altLang="en-US" sz="2800" dirty="0">
                <a:solidFill>
                  <a:schemeClr val="bg1"/>
                </a:solidFill>
                <a:latin typeface="STXihei" panose="02010600040101010101" pitchFamily="2" charset="-122"/>
                <a:ea typeface="STXihei" panose="02010600040101010101" pitchFamily="2" charset="-122"/>
                <a:cs typeface="Source Han Sans CN Regular" panose="020B0500000000000000" pitchFamily="34" charset="-122"/>
                <a:sym typeface="STKaiti" panose="02010600040101010101" charset="-122"/>
              </a:rPr>
              <a:t>趵突泉有一个怎样的美名？青年鲍全跟它有什么关系？</a:t>
            </a:r>
          </a:p>
          <a:p>
            <a:pPr marL="457200" indent="-457200" algn="l" fontAlgn="auto">
              <a:lnSpc>
                <a:spcPts val="4160"/>
              </a:lnSpc>
              <a:buFont typeface="Arial" panose="020B0704020202020204" pitchFamily="34" charset="0"/>
              <a:buChar char="•"/>
            </a:pPr>
            <a:r>
              <a:rPr lang="zh-CN" altLang="en-US" sz="2800" dirty="0">
                <a:solidFill>
                  <a:schemeClr val="bg1"/>
                </a:solidFill>
                <a:latin typeface="STXihei" panose="02010600040101010101" pitchFamily="2" charset="-122"/>
                <a:ea typeface="STXihei" panose="02010600040101010101" pitchFamily="2" charset="-122"/>
                <a:cs typeface="Source Han Sans CN Regular" panose="020B0500000000000000" pitchFamily="34" charset="-122"/>
                <a:sym typeface="STKaiti" panose="02010600040101010101" charset="-122"/>
              </a:rPr>
              <a:t>如今的济南城有多少天然泉？举例说明它们是怎么命名的？</a:t>
            </a:r>
          </a:p>
          <a:p>
            <a:pPr marL="457200" indent="-457200" algn="l" fontAlgn="auto">
              <a:lnSpc>
                <a:spcPts val="4160"/>
              </a:lnSpc>
              <a:buFont typeface="Arial" panose="020B0704020202020204" pitchFamily="34" charset="0"/>
              <a:buChar char="•"/>
            </a:pPr>
            <a:r>
              <a:rPr lang="zh-CN" altLang="en-US" sz="2800" dirty="0">
                <a:solidFill>
                  <a:schemeClr val="bg1"/>
                </a:solidFill>
                <a:latin typeface="STXihei" panose="02010600040101010101" pitchFamily="2" charset="-122"/>
                <a:ea typeface="STXihei" panose="02010600040101010101" pitchFamily="2" charset="-122"/>
                <a:cs typeface="Source Han Sans CN Regular" panose="020B0500000000000000" pitchFamily="34" charset="-122"/>
                <a:sym typeface="STKaiti" panose="02010600040101010101" charset="-122"/>
              </a:rPr>
              <a:t>济南的泉水是从哪儿来的？</a:t>
            </a:r>
          </a:p>
          <a:p>
            <a:pPr marL="457200" indent="-457200" algn="l" fontAlgn="auto">
              <a:lnSpc>
                <a:spcPts val="4160"/>
              </a:lnSpc>
              <a:buFont typeface="Arial" panose="020B0704020202020204" pitchFamily="34" charset="0"/>
              <a:buChar char="•"/>
            </a:pPr>
            <a:r>
              <a:rPr lang="zh-CN" altLang="en-US" sz="2800" dirty="0">
                <a:solidFill>
                  <a:schemeClr val="bg1"/>
                </a:solidFill>
                <a:latin typeface="STXihei" panose="02010600040101010101" pitchFamily="2" charset="-122"/>
                <a:ea typeface="STXihei" panose="02010600040101010101" pitchFamily="2" charset="-122"/>
                <a:cs typeface="Source Han Sans CN Regular" panose="020B0500000000000000" pitchFamily="34" charset="-122"/>
                <a:sym typeface="STKaiti" panose="02010600040101010101" charset="-122"/>
              </a:rPr>
              <a:t>为什么济南会有这么多的泉水？</a:t>
            </a:r>
          </a:p>
        </p:txBody>
      </p:sp>
      <p:sp>
        <p:nvSpPr>
          <p:cNvPr id="34" name="文本框 7"/>
          <p:cNvSpPr txBox="1"/>
          <p:nvPr/>
        </p:nvSpPr>
        <p:spPr>
          <a:xfrm>
            <a:off x="165735" y="2139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课文</a:t>
            </a:r>
          </a:p>
        </p:txBody>
      </p:sp>
      <p:sp>
        <p:nvSpPr>
          <p:cNvPr id="35" name="文本框 7"/>
          <p:cNvSpPr txBox="1"/>
          <p:nvPr/>
        </p:nvSpPr>
        <p:spPr>
          <a:xfrm>
            <a:off x="237490" y="702310"/>
            <a:ext cx="80518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Source Han Sans CN Regular" panose="020B0500000000000000" pitchFamily="34" charset="-122"/>
                <a:ea typeface="Source Han Sans CN Regular" panose="020B0500000000000000" pitchFamily="34" charset="-122"/>
                <a:sym typeface="+mn-ea"/>
              </a:rPr>
              <a:t>Text   </a:t>
            </a:r>
          </a:p>
        </p:txBody>
      </p:sp>
      <p:pic>
        <p:nvPicPr>
          <p:cNvPr id="3" name="05-1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28065" y="1598930"/>
            <a:ext cx="1377315" cy="13773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0"/>
                            </p:stCondLst>
                            <p:childTnLst>
                              <p:par>
                                <p:cTn id="1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19" dur="19320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20" fill="hold" display="1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底图" descr="/Users/huangkafi/Downloads/不抠图 /IMG_7104.jpgIMG_710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-635" y="0"/>
            <a:ext cx="12192000" cy="6858000"/>
          </a:xfrm>
          <a:prstGeom prst="rect">
            <a:avLst/>
          </a:prstGeom>
        </p:spPr>
      </p:pic>
      <p:sp>
        <p:nvSpPr>
          <p:cNvPr id="9" name="黑色遮罩"/>
          <p:cNvSpPr/>
          <p:nvPr/>
        </p:nvSpPr>
        <p:spPr>
          <a:xfrm>
            <a:off x="-635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文本框 7"/>
          <p:cNvSpPr txBox="1"/>
          <p:nvPr/>
        </p:nvSpPr>
        <p:spPr>
          <a:xfrm>
            <a:off x="165735" y="2139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课文</a:t>
            </a:r>
          </a:p>
        </p:txBody>
      </p:sp>
      <p:sp>
        <p:nvSpPr>
          <p:cNvPr id="35" name="文本框 7"/>
          <p:cNvSpPr txBox="1"/>
          <p:nvPr/>
        </p:nvSpPr>
        <p:spPr>
          <a:xfrm>
            <a:off x="237490" y="702310"/>
            <a:ext cx="7010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Source Han Sans CN Regular" panose="020B0500000000000000" pitchFamily="34" charset="-122"/>
                <a:ea typeface="Source Han Sans CN Regular" panose="020B0500000000000000" pitchFamily="34" charset="-122"/>
                <a:sym typeface="+mn-ea"/>
              </a:rPr>
              <a:t>Text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65100" y="1208405"/>
            <a:ext cx="11882755" cy="3538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eaLnBrk="1">
              <a:lnSpc>
                <a:spcPct val="150000"/>
              </a:lnSpc>
            </a:pPr>
            <a:r>
              <a:rPr lang="en-US" altLang="zh-CN" sz="2800" dirty="0">
                <a:solidFill>
                  <a:schemeClr val="bg1"/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ource Han Sans CN Regular" panose="020B0500000000000000" pitchFamily="34" charset="-122"/>
                <a:sym typeface="+mn-ea"/>
              </a:rPr>
              <a:t>         </a:t>
            </a:r>
            <a:r>
              <a:rPr lang="zh-CN" altLang="en-US" sz="2800" dirty="0">
                <a:solidFill>
                  <a:schemeClr val="bg1"/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ource Han Sans CN Regular" panose="020B0500000000000000" pitchFamily="34" charset="-122"/>
                <a:sym typeface="STXihei" panose="02010600040101010101" pitchFamily="2" charset="-122"/>
              </a:rPr>
              <a:t>济南的泉水，历史</a:t>
            </a:r>
            <a:r>
              <a:rPr lang="zh-CN" altLang="en-US" sz="2800" dirty="0">
                <a:solidFill>
                  <a:schemeClr val="accent1"/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ource Han Sans CN Regular" panose="020B0500000000000000" pitchFamily="34" charset="-122"/>
                <a:sym typeface="STXihei" panose="02010600040101010101" pitchFamily="2" charset="-122"/>
              </a:rPr>
              <a:t>悠久</a:t>
            </a:r>
            <a:r>
              <a:rPr lang="zh-CN" altLang="en-US" sz="2800" dirty="0">
                <a:solidFill>
                  <a:schemeClr val="bg1"/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ource Han Sans CN Regular" panose="020B0500000000000000" pitchFamily="34" charset="-122"/>
                <a:sym typeface="STXihei" panose="02010600040101010101" pitchFamily="2" charset="-122"/>
              </a:rPr>
              <a:t>，最早的文字</a:t>
            </a:r>
            <a:r>
              <a:rPr lang="zh-CN" altLang="en-US" sz="2800" dirty="0">
                <a:solidFill>
                  <a:schemeClr val="accent1"/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ource Han Sans CN Regular" panose="020B0500000000000000" pitchFamily="34" charset="-122"/>
                <a:sym typeface="STXihei" panose="02010600040101010101" pitchFamily="2" charset="-122"/>
              </a:rPr>
              <a:t>记载</a:t>
            </a:r>
            <a:r>
              <a:rPr lang="zh-CN" altLang="en-US" sz="2800" dirty="0">
                <a:solidFill>
                  <a:schemeClr val="bg1"/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ource Han Sans CN Regular" panose="020B0500000000000000" pitchFamily="34" charset="-122"/>
                <a:sym typeface="STXihei" panose="02010600040101010101" pitchFamily="2" charset="-122"/>
              </a:rPr>
              <a:t>可以推到3000多年前。许多</a:t>
            </a:r>
            <a:r>
              <a:rPr lang="zh-CN" altLang="en-US" sz="2800" dirty="0">
                <a:solidFill>
                  <a:schemeClr val="accent1"/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ource Han Sans CN Regular" panose="020B0500000000000000" pitchFamily="34" charset="-122"/>
                <a:sym typeface="STXihei" panose="02010600040101010101" pitchFamily="2" charset="-122"/>
              </a:rPr>
              <a:t>文人</a:t>
            </a:r>
            <a:r>
              <a:rPr lang="zh-CN" altLang="en-US" sz="2800" dirty="0">
                <a:solidFill>
                  <a:schemeClr val="bg1"/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ource Han Sans CN Regular" panose="020B0500000000000000" pitchFamily="34" charset="-122"/>
                <a:sym typeface="STXihei" panose="02010600040101010101" pitchFamily="2" charset="-122"/>
              </a:rPr>
              <a:t>都对它的声音、颜色、形状、味道进行过描写，留下了许多</a:t>
            </a:r>
            <a:r>
              <a:rPr lang="zh-CN" altLang="en-US" sz="2800" dirty="0">
                <a:solidFill>
                  <a:schemeClr val="accent1"/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ource Han Sans CN Regular" panose="020B0500000000000000" pitchFamily="34" charset="-122"/>
                <a:sym typeface="STXihei" panose="02010600040101010101" pitchFamily="2" charset="-122"/>
              </a:rPr>
              <a:t>赞美</a:t>
            </a:r>
            <a:r>
              <a:rPr lang="zh-CN" altLang="en-US" sz="2800" dirty="0">
                <a:solidFill>
                  <a:schemeClr val="bg1"/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ource Han Sans CN Regular" panose="020B0500000000000000" pitchFamily="34" charset="-122"/>
                <a:sym typeface="STXihei" panose="02010600040101010101" pitchFamily="2" charset="-122"/>
              </a:rPr>
              <a:t>泉水的</a:t>
            </a:r>
            <a:r>
              <a:rPr lang="zh-CN" altLang="en-US" sz="2800" dirty="0">
                <a:solidFill>
                  <a:schemeClr val="accent1"/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ource Han Sans CN Regular" panose="020B0500000000000000" pitchFamily="34" charset="-122"/>
                <a:sym typeface="STXihei" panose="02010600040101010101" pitchFamily="2" charset="-122"/>
              </a:rPr>
              <a:t>诗文</a:t>
            </a:r>
            <a:r>
              <a:rPr lang="zh-CN" altLang="en-US" sz="2800" dirty="0">
                <a:solidFill>
                  <a:schemeClr val="bg1"/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ource Han Sans CN Regular" panose="020B0500000000000000" pitchFamily="34" charset="-122"/>
                <a:sym typeface="STXihei" panose="02010600040101010101" pitchFamily="2" charset="-122"/>
              </a:rPr>
              <a:t>。而济南的老百姓住在泉边，喝着这甜美的泉水，自然对它充满感激之情，从而也产生了许多关于泉水的美丽传说。</a:t>
            </a:r>
          </a:p>
          <a:p>
            <a:pPr algn="l" fontAlgn="auto">
              <a:lnSpc>
                <a:spcPct val="200000"/>
              </a:lnSpc>
            </a:pPr>
            <a:endParaRPr lang="zh-CN" altLang="en-US" sz="2800" dirty="0">
              <a:solidFill>
                <a:schemeClr val="bg1"/>
              </a:solidFill>
              <a:latin typeface="Source Han Sans CN Regular" panose="020B0500000000000000" pitchFamily="34" charset="-122"/>
              <a:ea typeface="Source Han Sans CN Regular" panose="020B0500000000000000" pitchFamily="34" charset="-122"/>
              <a:cs typeface="Source Han Sans CN Regular" panose="020B0500000000000000" pitchFamily="34" charset="-122"/>
              <a:sym typeface="+mn-ea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224155" y="5393690"/>
            <a:ext cx="11769090" cy="1242060"/>
          </a:xfrm>
          <a:prstGeom prst="roundRect">
            <a:avLst>
              <a:gd name="adj" fmla="val 47532"/>
            </a:avLst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STXihei" panose="02010600040101010101" pitchFamily="2" charset="-122"/>
              <a:ea typeface="STXihei" panose="02010600040101010101" pitchFamily="2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224155" y="5415915"/>
            <a:ext cx="11768455" cy="1212850"/>
          </a:xfrm>
          <a:prstGeom prst="roundRect">
            <a:avLst>
              <a:gd name="adj" fmla="val 47532"/>
            </a:avLst>
          </a:prstGeom>
          <a:solidFill>
            <a:srgbClr val="DABE79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STXihei" panose="02010600040101010101" pitchFamily="2" charset="-122"/>
              <a:ea typeface="STXihei" panose="02010600040101010101" pitchFamily="2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224155" y="5414645"/>
            <a:ext cx="1191895" cy="1214120"/>
            <a:chOff x="584" y="3210"/>
            <a:chExt cx="1353" cy="1378"/>
          </a:xfrm>
        </p:grpSpPr>
        <p:sp>
          <p:nvSpPr>
            <p:cNvPr id="24" name="椭圆 23"/>
            <p:cNvSpPr/>
            <p:nvPr/>
          </p:nvSpPr>
          <p:spPr>
            <a:xfrm>
              <a:off x="584" y="3246"/>
              <a:ext cx="1342" cy="1342"/>
            </a:xfrm>
            <a:prstGeom prst="ellipse">
              <a:avLst/>
            </a:prstGeom>
            <a:solidFill>
              <a:srgbClr val="DABE79"/>
            </a:solidFill>
            <a:ln>
              <a:solidFill>
                <a:schemeClr val="bg1"/>
              </a:solidFill>
            </a:ln>
            <a:effectLst>
              <a:outerShdw blurRad="76200" sx="102000" sy="102000" algn="l" rotWithShape="0">
                <a:prstClr val="black">
                  <a:alpha val="8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STXihei" panose="02010600040101010101" pitchFamily="2" charset="-122"/>
                <a:ea typeface="STXihei" panose="02010600040101010101" pitchFamily="2" charset="-122"/>
              </a:endParaRPr>
            </a:p>
          </p:txBody>
        </p:sp>
        <p:pic>
          <p:nvPicPr>
            <p:cNvPr id="25" name="图片 24" descr="我卡通1压缩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9" y="3210"/>
              <a:ext cx="1338" cy="1338"/>
            </a:xfrm>
            <a:prstGeom prst="rect">
              <a:avLst/>
            </a:prstGeom>
          </p:spPr>
        </p:pic>
      </p:grpSp>
      <p:sp>
        <p:nvSpPr>
          <p:cNvPr id="28" name="文本框 7"/>
          <p:cNvSpPr txBox="1"/>
          <p:nvPr/>
        </p:nvSpPr>
        <p:spPr>
          <a:xfrm>
            <a:off x="1246505" y="5279390"/>
            <a:ext cx="10945495" cy="1383665"/>
          </a:xfrm>
          <a:prstGeom prst="rect">
            <a:avLst/>
          </a:prstGeom>
          <a:noFill/>
          <a:effectLst>
            <a:outerShdw blurRad="127000" dir="5400000" sx="102000" sy="102000" algn="ctr" rotWithShape="0">
              <a:srgbClr val="4E98C7">
                <a:alpha val="68000"/>
              </a:srgbClr>
            </a:outerShdw>
          </a:effectLst>
        </p:spPr>
        <p:txBody>
          <a:bodyPr wrap="square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en-US" altLang="zh-CN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TXihei" panose="02010600040101010101" pitchFamily="2" charset="-122"/>
              </a:rPr>
              <a:t>1.</a:t>
            </a:r>
            <a:r>
              <a:rPr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TXihei" panose="02010600040101010101" pitchFamily="2" charset="-122"/>
              </a:rPr>
              <a:t>你觉得“文人”是什么意思？</a:t>
            </a:r>
          </a:p>
          <a:p>
            <a:pPr algn="l" fontAlgn="auto">
              <a:lnSpc>
                <a:spcPct val="150000"/>
              </a:lnSpc>
            </a:pPr>
            <a:r>
              <a:rPr lang="en-US" altLang="es-ES_tradnl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TXihei" panose="02010600040101010101" pitchFamily="2" charset="-122"/>
              </a:rPr>
              <a:t>2.</a:t>
            </a:r>
            <a:r>
              <a:rPr lang="zh-CN" altLang="en-US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TXihei" panose="02010600040101010101" pitchFamily="2" charset="-122"/>
              </a:rPr>
              <a:t>请用重点词语复述故事：悠久、记载、泡茶、赞美、诗文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246505" y="54864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2800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highlight>
                  <a:srgbClr val="FFFF00"/>
                </a:highlight>
                <a:latin typeface="STXihei" panose="02010600040101010101" pitchFamily="2" charset="-122"/>
                <a:ea typeface="STXihei" panose="02010600040101010101" pitchFamily="2" charset="-122"/>
                <a:cs typeface="Source Han Sans CN Regular" panose="020B0500000000000000" pitchFamily="34" charset="-122"/>
                <a:sym typeface="STKaiti" panose="02010600040101010101" charset="-122"/>
              </a:rPr>
              <a:t>济南泉水的历史怎么样？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236335" y="548640"/>
            <a:ext cx="3719830" cy="521970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280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highlight>
                  <a:srgbClr val="FFFF00"/>
                </a:highlight>
                <a:latin typeface="STXihei" panose="02010600040101010101" pitchFamily="2" charset="-122"/>
                <a:ea typeface="STXihei" panose="02010600040101010101" pitchFamily="2" charset="-122"/>
                <a:cs typeface="Source Han Sans CN Regular" panose="020B0500000000000000" pitchFamily="34" charset="-122"/>
                <a:sym typeface="STKaiti" panose="02010600040101010101" charset="-122"/>
              </a:rPr>
              <a:t>文人为什么赞美它？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246505" y="3979545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280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highlight>
                  <a:srgbClr val="FFFF00"/>
                </a:highlight>
                <a:latin typeface="STXihei" panose="02010600040101010101" pitchFamily="2" charset="-122"/>
                <a:ea typeface="STXihei" panose="02010600040101010101" pitchFamily="2" charset="-122"/>
                <a:cs typeface="Source Han Sans CN Regular" panose="020B0500000000000000" pitchFamily="34" charset="-122"/>
                <a:sym typeface="STKaiti" panose="02010600040101010101" charset="-122"/>
              </a:rPr>
              <a:t>老百姓又为什么感激它？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9687 0 L 0.867969 0.000833333 " pathEditMode="relative" rAng="0" ptsTypes="">
                                      <p:cBhvr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000" y="-100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ldLvl="0" animBg="1"/>
      <p:bldP spid="2" grpId="0"/>
      <p:bldP spid="2" grpId="1"/>
      <p:bldP spid="3" grpId="0"/>
      <p:bldP spid="3" grpId="1"/>
      <p:bldP spid="4" grpId="0"/>
      <p:bldP spid="4" grpId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底图" descr="/Users/huangkafi/Downloads/不抠图 /IMG_7104.jpgIMG_710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9" name="黑色遮罩"/>
          <p:cNvSpPr/>
          <p:nvPr/>
        </p:nvSpPr>
        <p:spPr>
          <a:xfrm>
            <a:off x="18415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文本框 7"/>
          <p:cNvSpPr txBox="1"/>
          <p:nvPr/>
        </p:nvSpPr>
        <p:spPr>
          <a:xfrm>
            <a:off x="165735" y="2139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课文</a:t>
            </a:r>
          </a:p>
        </p:txBody>
      </p:sp>
      <p:sp>
        <p:nvSpPr>
          <p:cNvPr id="35" name="文本框 7"/>
          <p:cNvSpPr txBox="1"/>
          <p:nvPr/>
        </p:nvSpPr>
        <p:spPr>
          <a:xfrm>
            <a:off x="237490" y="702310"/>
            <a:ext cx="7010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Source Han Sans CN Regular" panose="020B0500000000000000" pitchFamily="34" charset="-122"/>
                <a:ea typeface="Source Han Sans CN Regular" panose="020B0500000000000000" pitchFamily="34" charset="-122"/>
                <a:sym typeface="+mn-ea"/>
              </a:rPr>
              <a:t>Text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65100" y="1208405"/>
            <a:ext cx="11897995" cy="3322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eaLnBrk="1">
              <a:lnSpc>
                <a:spcPct val="150000"/>
              </a:lnSpc>
            </a:pPr>
            <a:r>
              <a:rPr lang="en-US" altLang="zh-CN" sz="2800" dirty="0">
                <a:solidFill>
                  <a:schemeClr val="bg1"/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ource Han Sans CN Regular" panose="020B0500000000000000" pitchFamily="34" charset="-122"/>
              </a:rPr>
              <a:t>        </a:t>
            </a:r>
            <a:r>
              <a:rPr lang="zh-CN" sz="2800" dirty="0">
                <a:solidFill>
                  <a:schemeClr val="bg1"/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ource Han Sans CN Regular" panose="020B0500000000000000" pitchFamily="34" charset="-122"/>
              </a:rPr>
              <a:t>相</a:t>
            </a:r>
            <a:r>
              <a:rPr sz="2800" dirty="0">
                <a:solidFill>
                  <a:schemeClr val="bg1"/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ource Han Sans CN Regular" panose="020B0500000000000000" pitchFamily="34" charset="-122"/>
              </a:rPr>
              <a:t>传很久以前，济南城里有个善良的青年，名叫</a:t>
            </a:r>
            <a:r>
              <a:rPr sz="2800" dirty="0">
                <a:solidFill>
                  <a:schemeClr val="accent1"/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ource Han Sans CN Regular" panose="020B0500000000000000" pitchFamily="34" charset="-122"/>
              </a:rPr>
              <a:t>鲍全</a:t>
            </a:r>
            <a:r>
              <a:rPr sz="2800" dirty="0">
                <a:solidFill>
                  <a:schemeClr val="bg1"/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ource Han Sans CN Regular" panose="020B0500000000000000" pitchFamily="34" charset="-122"/>
              </a:rPr>
              <a:t>，他学习医术，</a:t>
            </a:r>
            <a:r>
              <a:rPr sz="2800" dirty="0">
                <a:solidFill>
                  <a:schemeClr val="accent1"/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ource Han Sans CN Regular" panose="020B0500000000000000" pitchFamily="34" charset="-122"/>
              </a:rPr>
              <a:t>救</a:t>
            </a:r>
            <a:r>
              <a:rPr sz="2800" dirty="0">
                <a:solidFill>
                  <a:schemeClr val="bg1"/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ource Han Sans CN Regular" panose="020B0500000000000000" pitchFamily="34" charset="-122"/>
              </a:rPr>
              <a:t>了很多人。一次，他在路边救了一位晕倒的老人，并把老人接回家照顾。这老人其实是</a:t>
            </a:r>
            <a:r>
              <a:rPr sz="2800" dirty="0">
                <a:solidFill>
                  <a:schemeClr val="accent1"/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ource Han Sans CN Regular" panose="020B0500000000000000" pitchFamily="34" charset="-122"/>
              </a:rPr>
              <a:t>东海龙王</a:t>
            </a:r>
            <a:r>
              <a:rPr sz="2800" dirty="0">
                <a:solidFill>
                  <a:schemeClr val="bg1"/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ource Han Sans CN Regular" panose="020B0500000000000000" pitchFamily="34" charset="-122"/>
              </a:rPr>
              <a:t>的哥哥。通过老人的介绍，鲍全从龙王那儿求到了治病救人的</a:t>
            </a:r>
            <a:r>
              <a:rPr sz="2800" dirty="0">
                <a:solidFill>
                  <a:schemeClr val="accent1"/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ource Han Sans CN Regular" panose="020B0500000000000000" pitchFamily="34" charset="-122"/>
              </a:rPr>
              <a:t>白玉壶</a:t>
            </a:r>
            <a:r>
              <a:rPr sz="2800" dirty="0">
                <a:solidFill>
                  <a:schemeClr val="bg1"/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ource Han Sans CN Regular" panose="020B0500000000000000" pitchFamily="34" charset="-122"/>
              </a:rPr>
              <a:t>。为了不被坏人抢走，他把壶</a:t>
            </a:r>
            <a:r>
              <a:rPr sz="2800" dirty="0">
                <a:solidFill>
                  <a:schemeClr val="accent1"/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ource Han Sans CN Regular" panose="020B0500000000000000" pitchFamily="34" charset="-122"/>
              </a:rPr>
              <a:t>埋</a:t>
            </a:r>
            <a:r>
              <a:rPr sz="2800" dirty="0">
                <a:solidFill>
                  <a:schemeClr val="bg1"/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ource Han Sans CN Regular" panose="020B0500000000000000" pitchFamily="34" charset="-122"/>
              </a:rPr>
              <a:t>入地下藏了起来，于是就变成了今天有“天下第一泉”美名的趵突泉</a:t>
            </a:r>
            <a:r>
              <a:rPr lang="en-US" sz="2800" dirty="0">
                <a:solidFill>
                  <a:schemeClr val="bg1"/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ource Han Sans CN Regular" panose="020B0500000000000000" pitchFamily="34" charset="-122"/>
              </a:rPr>
              <a:t>（</a:t>
            </a:r>
            <a:r>
              <a:rPr lang="en-US" altLang="zh-CN" sz="2800" dirty="0">
                <a:solidFill>
                  <a:schemeClr val="bg1"/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ource Han Sans CN Regular" panose="020B0500000000000000" pitchFamily="34" charset="-122"/>
              </a:rPr>
              <a:t>bào t</a:t>
            </a:r>
            <a:r>
              <a:rPr lang="en-US" altLang="en-US" sz="2800" dirty="0">
                <a:solidFill>
                  <a:schemeClr val="bg1"/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ource Han Sans CN Regular" panose="020B0500000000000000" pitchFamily="34" charset="-122"/>
              </a:rPr>
              <a:t>ū</a:t>
            </a:r>
            <a:r>
              <a:rPr lang="en-US" altLang="zh-CN" sz="2800" dirty="0">
                <a:solidFill>
                  <a:schemeClr val="bg1"/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ource Han Sans CN Regular" panose="020B0500000000000000" pitchFamily="34" charset="-122"/>
              </a:rPr>
              <a:t> qu</a:t>
            </a:r>
            <a:r>
              <a:rPr lang="en-US" altLang="en-US" sz="2800" dirty="0">
                <a:solidFill>
                  <a:schemeClr val="bg1"/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ource Han Sans CN Regular" panose="020B0500000000000000" pitchFamily="34" charset="-122"/>
              </a:rPr>
              <a:t>á</a:t>
            </a:r>
            <a:r>
              <a:rPr lang="en-US" altLang="zh-CN" sz="2800" dirty="0">
                <a:solidFill>
                  <a:schemeClr val="bg1"/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ource Han Sans CN Regular" panose="020B0500000000000000" pitchFamily="34" charset="-122"/>
              </a:rPr>
              <a:t>n）</a:t>
            </a:r>
            <a:r>
              <a:rPr sz="2800" dirty="0">
                <a:solidFill>
                  <a:schemeClr val="bg1"/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ource Han Sans CN Regular" panose="020B0500000000000000" pitchFamily="34" charset="-122"/>
              </a:rPr>
              <a:t>。</a:t>
            </a:r>
          </a:p>
        </p:txBody>
      </p:sp>
      <p:sp>
        <p:nvSpPr>
          <p:cNvPr id="20" name="圆角矩形 19"/>
          <p:cNvSpPr/>
          <p:nvPr/>
        </p:nvSpPr>
        <p:spPr>
          <a:xfrm>
            <a:off x="224155" y="5393690"/>
            <a:ext cx="11769090" cy="1242060"/>
          </a:xfrm>
          <a:prstGeom prst="roundRect">
            <a:avLst>
              <a:gd name="adj" fmla="val 47532"/>
            </a:avLst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STXihei" panose="02010600040101010101" pitchFamily="2" charset="-122"/>
              <a:ea typeface="STXihei" panose="02010600040101010101" pitchFamily="2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224155" y="5415915"/>
            <a:ext cx="11768455" cy="1212850"/>
          </a:xfrm>
          <a:prstGeom prst="roundRect">
            <a:avLst>
              <a:gd name="adj" fmla="val 47532"/>
            </a:avLst>
          </a:prstGeom>
          <a:solidFill>
            <a:srgbClr val="DABE79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STXihei" panose="02010600040101010101" pitchFamily="2" charset="-122"/>
              <a:ea typeface="STXihei" panose="02010600040101010101" pitchFamily="2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224155" y="5414645"/>
            <a:ext cx="1191895" cy="1214120"/>
            <a:chOff x="584" y="3210"/>
            <a:chExt cx="1353" cy="1378"/>
          </a:xfrm>
        </p:grpSpPr>
        <p:sp>
          <p:nvSpPr>
            <p:cNvPr id="24" name="椭圆 23"/>
            <p:cNvSpPr/>
            <p:nvPr/>
          </p:nvSpPr>
          <p:spPr>
            <a:xfrm>
              <a:off x="584" y="3246"/>
              <a:ext cx="1342" cy="1342"/>
            </a:xfrm>
            <a:prstGeom prst="ellipse">
              <a:avLst/>
            </a:prstGeom>
            <a:solidFill>
              <a:srgbClr val="DABE79"/>
            </a:solidFill>
            <a:ln>
              <a:solidFill>
                <a:schemeClr val="bg1"/>
              </a:solidFill>
            </a:ln>
            <a:effectLst>
              <a:outerShdw blurRad="76200" sx="102000" sy="102000" algn="l" rotWithShape="0">
                <a:prstClr val="black">
                  <a:alpha val="8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STXihei" panose="02010600040101010101" pitchFamily="2" charset="-122"/>
                <a:ea typeface="STXihei" panose="02010600040101010101" pitchFamily="2" charset="-122"/>
              </a:endParaRPr>
            </a:p>
          </p:txBody>
        </p:sp>
        <p:pic>
          <p:nvPicPr>
            <p:cNvPr id="25" name="图片 24" descr="我卡通1压缩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9" y="3210"/>
              <a:ext cx="1338" cy="1338"/>
            </a:xfrm>
            <a:prstGeom prst="rect">
              <a:avLst/>
            </a:prstGeom>
          </p:spPr>
        </p:pic>
      </p:grpSp>
      <p:sp>
        <p:nvSpPr>
          <p:cNvPr id="28" name="文本框 7"/>
          <p:cNvSpPr txBox="1"/>
          <p:nvPr/>
        </p:nvSpPr>
        <p:spPr>
          <a:xfrm>
            <a:off x="1246505" y="5279390"/>
            <a:ext cx="10565130" cy="1383665"/>
          </a:xfrm>
          <a:prstGeom prst="rect">
            <a:avLst/>
          </a:prstGeom>
          <a:noFill/>
          <a:effectLst>
            <a:outerShdw blurRad="127000" dir="5400000" sx="102000" sy="102000" algn="ctr" rotWithShape="0">
              <a:srgbClr val="4E98C7">
                <a:alpha val="68000"/>
              </a:srgbClr>
            </a:outerShdw>
          </a:effectLst>
        </p:spPr>
        <p:txBody>
          <a:bodyPr wrap="square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en-US" altLang="zh-CN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TXihei" panose="02010600040101010101" pitchFamily="2" charset="-122"/>
              </a:rPr>
              <a:t>1.</a:t>
            </a:r>
            <a:r>
              <a:rPr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TXihei" panose="02010600040101010101" pitchFamily="2" charset="-122"/>
              </a:rPr>
              <a:t>你知道中国有多少“龙王”吗？</a:t>
            </a:r>
          </a:p>
          <a:p>
            <a:pPr algn="l" fontAlgn="auto">
              <a:lnSpc>
                <a:spcPct val="150000"/>
              </a:lnSpc>
            </a:pPr>
            <a:r>
              <a:rPr lang="en-US" altLang="es-ES_tradnl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TXihei" panose="02010600040101010101" pitchFamily="2" charset="-122"/>
              </a:rPr>
              <a:t>2.</a:t>
            </a:r>
            <a:r>
              <a:rPr lang="zh-CN" altLang="en-US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TXihei" panose="02010600040101010101" pitchFamily="2" charset="-122"/>
              </a:rPr>
              <a:t>请用重点词语复述故事：鲍全、救、龙王、白玉壶、埋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586865" y="45212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280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highlight>
                  <a:srgbClr val="FFFF00"/>
                </a:highlight>
                <a:latin typeface="STXihei" panose="02010600040101010101" pitchFamily="2" charset="-122"/>
                <a:ea typeface="STXihei" panose="02010600040101010101" pitchFamily="2" charset="-122"/>
                <a:cs typeface="Source Han Sans CN Regular" panose="020B0500000000000000" pitchFamily="34" charset="-122"/>
                <a:sym typeface="STKaiti" panose="02010600040101010101" charset="-122"/>
              </a:rPr>
              <a:t>趵突泉有一个怎样的美名？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114415" y="45212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280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highlight>
                  <a:srgbClr val="FFFF00"/>
                </a:highlight>
                <a:latin typeface="STXihei" panose="02010600040101010101" pitchFamily="2" charset="-122"/>
                <a:ea typeface="STXihei" panose="02010600040101010101" pitchFamily="2" charset="-122"/>
                <a:cs typeface="Source Han Sans CN Regular" panose="020B0500000000000000" pitchFamily="34" charset="-122"/>
                <a:sym typeface="STKaiti" panose="02010600040101010101" charset="-122"/>
              </a:rPr>
              <a:t>青年鲍全跟它有什么关系？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9687 0 L 0.867969 0.000833333 " pathEditMode="relative" rAng="0" ptsTypes="">
                                      <p:cBhvr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000" y="-100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ldLvl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底图" descr="/Users/huangkafi/Downloads/不抠图 /IMG_7104.jpgIMG_710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35" y="0"/>
            <a:ext cx="12192000" cy="6858000"/>
          </a:xfrm>
          <a:prstGeom prst="rect">
            <a:avLst/>
          </a:prstGeom>
        </p:spPr>
      </p:pic>
      <p:sp>
        <p:nvSpPr>
          <p:cNvPr id="9" name="黑色遮罩"/>
          <p:cNvSpPr/>
          <p:nvPr/>
        </p:nvSpPr>
        <p:spPr>
          <a:xfrm>
            <a:off x="18415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文本框 7"/>
          <p:cNvSpPr txBox="1"/>
          <p:nvPr/>
        </p:nvSpPr>
        <p:spPr>
          <a:xfrm>
            <a:off x="165735" y="2139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课文</a:t>
            </a:r>
          </a:p>
        </p:txBody>
      </p:sp>
      <p:sp>
        <p:nvSpPr>
          <p:cNvPr id="35" name="文本框 7"/>
          <p:cNvSpPr txBox="1"/>
          <p:nvPr/>
        </p:nvSpPr>
        <p:spPr>
          <a:xfrm>
            <a:off x="237490" y="702310"/>
            <a:ext cx="7010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Source Han Sans CN Regular" panose="020B0500000000000000" pitchFamily="34" charset="-122"/>
                <a:ea typeface="Source Han Sans CN Regular" panose="020B0500000000000000" pitchFamily="34" charset="-122"/>
                <a:sym typeface="+mn-ea"/>
              </a:rPr>
              <a:t>Text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65100" y="1208405"/>
            <a:ext cx="11897995" cy="2676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eaLnBrk="1">
              <a:lnSpc>
                <a:spcPct val="150000"/>
              </a:lnSpc>
            </a:pPr>
            <a:r>
              <a:rPr lang="en-US" altLang="zh-CN" sz="2800" dirty="0">
                <a:solidFill>
                  <a:schemeClr val="bg1"/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ource Han Sans CN Regular" panose="020B0500000000000000" pitchFamily="34" charset="-122"/>
              </a:rPr>
              <a:t>        </a:t>
            </a:r>
            <a:r>
              <a:rPr sz="2800" dirty="0">
                <a:solidFill>
                  <a:schemeClr val="bg1"/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ource Han Sans CN Regular" panose="020B0500000000000000" pitchFamily="34" charset="-122"/>
              </a:rPr>
              <a:t>  如今的济南市区内，分布着大大小小七百多个天然泉，这在国内外城市中是极为少有的。有如此之多的泉，名字当然也少不了。济南泉水的</a:t>
            </a:r>
            <a:r>
              <a:rPr sz="2800" dirty="0">
                <a:solidFill>
                  <a:schemeClr val="accent1"/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ource Han Sans CN Regular" panose="020B0500000000000000" pitchFamily="34" charset="-122"/>
              </a:rPr>
              <a:t>优美</a:t>
            </a:r>
            <a:r>
              <a:rPr sz="2800" dirty="0">
                <a:solidFill>
                  <a:schemeClr val="bg1"/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ource Han Sans CN Regular" panose="020B0500000000000000" pitchFamily="34" charset="-122"/>
              </a:rPr>
              <a:t>，还可从那</a:t>
            </a:r>
            <a:r>
              <a:rPr sz="2800" dirty="0">
                <a:solidFill>
                  <a:schemeClr val="accent1"/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ource Han Sans CN Regular" panose="020B0500000000000000" pitchFamily="34" charset="-122"/>
              </a:rPr>
              <a:t>独特</a:t>
            </a:r>
            <a:r>
              <a:rPr sz="2800" dirty="0">
                <a:solidFill>
                  <a:schemeClr val="bg1"/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ource Han Sans CN Regular" panose="020B0500000000000000" pitchFamily="34" charset="-122"/>
              </a:rPr>
              <a:t>的名字上反映出来，如：以人名</a:t>
            </a:r>
            <a:r>
              <a:rPr sz="2800" dirty="0">
                <a:solidFill>
                  <a:schemeClr val="accent1"/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ource Han Sans CN Regular" panose="020B0500000000000000" pitchFamily="34" charset="-122"/>
              </a:rPr>
              <a:t>命名</a:t>
            </a:r>
            <a:r>
              <a:rPr sz="2800" dirty="0">
                <a:solidFill>
                  <a:schemeClr val="bg1"/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ource Han Sans CN Regular" panose="020B0500000000000000" pitchFamily="34" charset="-122"/>
              </a:rPr>
              <a:t>的舜泉</a:t>
            </a:r>
            <a:r>
              <a:rPr lang="en-US" sz="2800" dirty="0">
                <a:solidFill>
                  <a:schemeClr val="bg1"/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ource Han Sans CN Regular" panose="020B0500000000000000" pitchFamily="34" charset="-122"/>
              </a:rPr>
              <a:t>（</a:t>
            </a:r>
            <a:r>
              <a:rPr lang="en-US" altLang="zh-CN" sz="2800" dirty="0">
                <a:solidFill>
                  <a:schemeClr val="bg1"/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ource Han Sans CN Regular" panose="020B0500000000000000" pitchFamily="34" charset="-122"/>
              </a:rPr>
              <a:t>sh</a:t>
            </a:r>
            <a:r>
              <a:rPr lang="en-US" altLang="en-US" sz="2800" dirty="0">
                <a:solidFill>
                  <a:schemeClr val="bg1"/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ource Han Sans CN Regular" panose="020B0500000000000000" pitchFamily="34" charset="-122"/>
              </a:rPr>
              <a:t>ù</a:t>
            </a:r>
            <a:r>
              <a:rPr lang="en-US" altLang="zh-CN" sz="2800" dirty="0">
                <a:solidFill>
                  <a:schemeClr val="bg1"/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ource Han Sans CN Regular" panose="020B0500000000000000" pitchFamily="34" charset="-122"/>
              </a:rPr>
              <a:t>n）</a:t>
            </a:r>
            <a:r>
              <a:rPr sz="2800" dirty="0">
                <a:solidFill>
                  <a:schemeClr val="bg1"/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ource Han Sans CN Regular" panose="020B0500000000000000" pitchFamily="34" charset="-122"/>
              </a:rPr>
              <a:t>，以</a:t>
            </a:r>
            <a:r>
              <a:rPr sz="2800" dirty="0">
                <a:solidFill>
                  <a:schemeClr val="accent1"/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ource Han Sans CN Regular" panose="020B0500000000000000" pitchFamily="34" charset="-122"/>
              </a:rPr>
              <a:t>动物</a:t>
            </a:r>
            <a:r>
              <a:rPr sz="2800" dirty="0">
                <a:solidFill>
                  <a:schemeClr val="bg1"/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ource Han Sans CN Regular" panose="020B0500000000000000" pitchFamily="34" charset="-122"/>
              </a:rPr>
              <a:t>命名的黑虎泉，以形状命名的</a:t>
            </a:r>
            <a:r>
              <a:rPr sz="2800" dirty="0">
                <a:solidFill>
                  <a:schemeClr val="accent1"/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ource Han Sans CN Regular" panose="020B0500000000000000" pitchFamily="34" charset="-122"/>
              </a:rPr>
              <a:t>珍珠</a:t>
            </a:r>
            <a:r>
              <a:rPr sz="2800" dirty="0">
                <a:solidFill>
                  <a:schemeClr val="bg1"/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ource Han Sans CN Regular" panose="020B0500000000000000" pitchFamily="34" charset="-122"/>
              </a:rPr>
              <a:t>泉，等等。</a:t>
            </a:r>
          </a:p>
        </p:txBody>
      </p:sp>
      <p:sp>
        <p:nvSpPr>
          <p:cNvPr id="20" name="圆角矩形 19"/>
          <p:cNvSpPr/>
          <p:nvPr/>
        </p:nvSpPr>
        <p:spPr>
          <a:xfrm>
            <a:off x="224155" y="5393690"/>
            <a:ext cx="11769090" cy="1242060"/>
          </a:xfrm>
          <a:prstGeom prst="roundRect">
            <a:avLst>
              <a:gd name="adj" fmla="val 47532"/>
            </a:avLst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STXihei" panose="02010600040101010101" pitchFamily="2" charset="-122"/>
              <a:ea typeface="STXihei" panose="02010600040101010101" pitchFamily="2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224155" y="5415915"/>
            <a:ext cx="11768455" cy="1212850"/>
          </a:xfrm>
          <a:prstGeom prst="roundRect">
            <a:avLst>
              <a:gd name="adj" fmla="val 47532"/>
            </a:avLst>
          </a:prstGeom>
          <a:solidFill>
            <a:srgbClr val="DABE79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STXihei" panose="02010600040101010101" pitchFamily="2" charset="-122"/>
              <a:ea typeface="STXihei" panose="02010600040101010101" pitchFamily="2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224155" y="5414645"/>
            <a:ext cx="1191895" cy="1214120"/>
            <a:chOff x="584" y="3210"/>
            <a:chExt cx="1353" cy="1378"/>
          </a:xfrm>
        </p:grpSpPr>
        <p:sp>
          <p:nvSpPr>
            <p:cNvPr id="24" name="椭圆 23"/>
            <p:cNvSpPr/>
            <p:nvPr/>
          </p:nvSpPr>
          <p:spPr>
            <a:xfrm>
              <a:off x="584" y="3246"/>
              <a:ext cx="1342" cy="1342"/>
            </a:xfrm>
            <a:prstGeom prst="ellipse">
              <a:avLst/>
            </a:prstGeom>
            <a:solidFill>
              <a:srgbClr val="DABE79"/>
            </a:solidFill>
            <a:ln>
              <a:solidFill>
                <a:schemeClr val="bg1"/>
              </a:solidFill>
            </a:ln>
            <a:effectLst>
              <a:outerShdw blurRad="76200" sx="102000" sy="102000" algn="l" rotWithShape="0">
                <a:prstClr val="black">
                  <a:alpha val="8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STXihei" panose="02010600040101010101" pitchFamily="2" charset="-122"/>
                <a:ea typeface="STXihei" panose="02010600040101010101" pitchFamily="2" charset="-122"/>
              </a:endParaRPr>
            </a:p>
          </p:txBody>
        </p:sp>
        <p:pic>
          <p:nvPicPr>
            <p:cNvPr id="25" name="图片 24" descr="我卡通1压缩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9" y="3210"/>
              <a:ext cx="1338" cy="1338"/>
            </a:xfrm>
            <a:prstGeom prst="rect">
              <a:avLst/>
            </a:prstGeom>
          </p:spPr>
        </p:pic>
      </p:grpSp>
      <p:sp>
        <p:nvSpPr>
          <p:cNvPr id="28" name="文本框 7"/>
          <p:cNvSpPr txBox="1"/>
          <p:nvPr/>
        </p:nvSpPr>
        <p:spPr>
          <a:xfrm>
            <a:off x="1962785" y="5264785"/>
            <a:ext cx="10565130" cy="1383665"/>
          </a:xfrm>
          <a:prstGeom prst="rect">
            <a:avLst/>
          </a:prstGeom>
          <a:noFill/>
          <a:effectLst>
            <a:outerShdw blurRad="127000" dir="5400000" sx="102000" sy="102000" algn="ctr" rotWithShape="0">
              <a:srgbClr val="4E98C7">
                <a:alpha val="68000"/>
              </a:srgbClr>
            </a:outerShdw>
          </a:effectLst>
        </p:spPr>
        <p:txBody>
          <a:bodyPr wrap="square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en-US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TXihei" panose="02010600040101010101" pitchFamily="2" charset="-122"/>
              </a:rPr>
              <a:t>请用重点词语复述故事：</a:t>
            </a:r>
          </a:p>
          <a:p>
            <a:pPr algn="l" fontAlgn="auto">
              <a:lnSpc>
                <a:spcPct val="150000"/>
              </a:lnSpc>
            </a:pPr>
            <a:r>
              <a:rPr lang="zh-CN" altLang="en-US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TXihei" panose="02010600040101010101" pitchFamily="2" charset="-122"/>
              </a:rPr>
              <a:t>优美、独特、命名、动物、珍珠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416050" y="422275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280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highlight>
                  <a:srgbClr val="FFFF00"/>
                </a:highlight>
                <a:latin typeface="STXihei" panose="02010600040101010101" pitchFamily="2" charset="-122"/>
                <a:ea typeface="STXihei" panose="02010600040101010101" pitchFamily="2" charset="-122"/>
                <a:cs typeface="Source Han Sans CN Regular" panose="020B0500000000000000" pitchFamily="34" charset="-122"/>
                <a:sym typeface="STKaiti" panose="02010600040101010101" charset="-122"/>
              </a:rPr>
              <a:t>如今的济南城有多少天然泉？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431915" y="319405"/>
            <a:ext cx="6096000" cy="624840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indent="0" algn="l" fontAlgn="auto">
              <a:lnSpc>
                <a:spcPts val="4160"/>
              </a:lnSpc>
              <a:buFont typeface="Arial" panose="020B0704020202020204" pitchFamily="34" charset="0"/>
              <a:buNone/>
            </a:pPr>
            <a:r>
              <a:rPr lang="zh-CN" altLang="en-US" sz="280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highlight>
                  <a:srgbClr val="FFFF00"/>
                </a:highlight>
                <a:latin typeface="STXihei" panose="02010600040101010101" pitchFamily="2" charset="-122"/>
                <a:ea typeface="STXihei" panose="02010600040101010101" pitchFamily="2" charset="-122"/>
                <a:cs typeface="Source Han Sans CN Regular" panose="020B0500000000000000" pitchFamily="34" charset="-122"/>
                <a:sym typeface="STKaiti" panose="02010600040101010101" charset="-122"/>
              </a:rPr>
              <a:t>举例说明它们是怎么命名的？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9687 0 L 0.867969 0.000833333 " pathEditMode="relative" rAng="0" ptsTypes="">
                                      <p:cBhvr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000" y="-100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ldLvl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底图" descr="/Users/huangkafi/Downloads/不抠图 /IMG_7104.jpgIMG_710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9" name="黑色遮罩"/>
          <p:cNvSpPr/>
          <p:nvPr/>
        </p:nvSpPr>
        <p:spPr>
          <a:xfrm>
            <a:off x="12700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文本框 7"/>
          <p:cNvSpPr txBox="1"/>
          <p:nvPr/>
        </p:nvSpPr>
        <p:spPr>
          <a:xfrm>
            <a:off x="165735" y="2139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课文</a:t>
            </a:r>
          </a:p>
        </p:txBody>
      </p:sp>
      <p:sp>
        <p:nvSpPr>
          <p:cNvPr id="35" name="文本框 7"/>
          <p:cNvSpPr txBox="1"/>
          <p:nvPr/>
        </p:nvSpPr>
        <p:spPr>
          <a:xfrm>
            <a:off x="237490" y="702310"/>
            <a:ext cx="7010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Source Han Sans CN Regular" panose="020B0500000000000000" pitchFamily="34" charset="-122"/>
                <a:ea typeface="Source Han Sans CN Regular" panose="020B0500000000000000" pitchFamily="34" charset="-122"/>
                <a:sym typeface="+mn-ea"/>
              </a:rPr>
              <a:t>Text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4135" y="1208405"/>
            <a:ext cx="12056110" cy="3969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eaLnBrk="1"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ource Han Sans CN Regular" panose="020B0500000000000000" pitchFamily="34" charset="-122"/>
                <a:sym typeface="STXihei" panose="02010600040101010101" pitchFamily="2" charset="-122"/>
              </a:rPr>
              <a:t>        </a:t>
            </a:r>
            <a:r>
              <a:rPr lang="zh-CN" altLang="zh-CN" sz="2400" dirty="0">
                <a:solidFill>
                  <a:schemeClr val="bg1"/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ource Han Sans CN Regular" panose="020B0500000000000000" pitchFamily="34" charset="-122"/>
                <a:sym typeface="STXihei" panose="02010600040101010101" pitchFamily="2" charset="-122"/>
              </a:rPr>
              <a:t>说到这里，您也许要问，这么多、这么好的泉水是如何形成的呢？济南的泉水，</a:t>
            </a:r>
            <a:r>
              <a:rPr lang="zh-CN" altLang="zh-CN" sz="2400" dirty="0">
                <a:solidFill>
                  <a:schemeClr val="accent1"/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ource Han Sans CN Regular" panose="020B0500000000000000" pitchFamily="34" charset="-122"/>
                <a:sym typeface="STXihei" panose="02010600040101010101" pitchFamily="2" charset="-122"/>
              </a:rPr>
              <a:t>来自于</a:t>
            </a:r>
            <a:r>
              <a:rPr lang="zh-CN" altLang="zh-CN" sz="2400" dirty="0">
                <a:solidFill>
                  <a:schemeClr val="bg1"/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ource Han Sans CN Regular" panose="020B0500000000000000" pitchFamily="34" charset="-122"/>
                <a:sym typeface="STXihei" panose="02010600040101010101" pitchFamily="2" charset="-122"/>
              </a:rPr>
              <a:t>济南市以南的广大山区，这些山区的</a:t>
            </a:r>
            <a:r>
              <a:rPr lang="zh-CN" altLang="zh-CN" sz="2400" dirty="0">
                <a:solidFill>
                  <a:schemeClr val="accent1"/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ource Han Sans CN Regular" panose="020B0500000000000000" pitchFamily="34" charset="-122"/>
                <a:sym typeface="STXihei" panose="02010600040101010101" pitchFamily="2" charset="-122"/>
              </a:rPr>
              <a:t>岩石</a:t>
            </a:r>
            <a:r>
              <a:rPr lang="zh-CN" altLang="zh-CN" sz="2400" dirty="0">
                <a:solidFill>
                  <a:schemeClr val="bg1"/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ource Han Sans CN Regular" panose="020B0500000000000000" pitchFamily="34" charset="-122"/>
                <a:sym typeface="STXihei" panose="02010600040101010101" pitchFamily="2" charset="-122"/>
              </a:rPr>
              <a:t>是大约四亿年前形成的一层厚厚的石灰岩。在这种石灰岩地区，陆地表面的水很容易进入地下。山区的石灰岩层，以大约三十度的</a:t>
            </a:r>
            <a:r>
              <a:rPr lang="zh-CN" altLang="zh-CN" sz="2400" dirty="0">
                <a:solidFill>
                  <a:schemeClr val="accent1"/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ource Han Sans CN Regular" panose="020B0500000000000000" pitchFamily="34" charset="-122"/>
                <a:sym typeface="STXihei" panose="02010600040101010101" pitchFamily="2" charset="-122"/>
              </a:rPr>
              <a:t>角度</a:t>
            </a:r>
            <a:r>
              <a:rPr lang="zh-CN" altLang="zh-CN" sz="2400" dirty="0">
                <a:solidFill>
                  <a:schemeClr val="bg1"/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ource Han Sans CN Regular" panose="020B0500000000000000" pitchFamily="34" charset="-122"/>
                <a:sym typeface="STXihei" panose="02010600040101010101" pitchFamily="2" charset="-122"/>
              </a:rPr>
              <a:t>，由南向北</a:t>
            </a:r>
            <a:r>
              <a:rPr lang="zh-CN" altLang="zh-CN" sz="2400" dirty="0">
                <a:solidFill>
                  <a:schemeClr val="accent1"/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ource Han Sans CN Regular" panose="020B0500000000000000" pitchFamily="34" charset="-122"/>
                <a:sym typeface="STXihei" panose="02010600040101010101" pitchFamily="2" charset="-122"/>
              </a:rPr>
              <a:t>斜</a:t>
            </a:r>
            <a:r>
              <a:rPr lang="zh-CN" altLang="zh-CN" sz="2400" dirty="0">
                <a:solidFill>
                  <a:schemeClr val="bg1"/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ource Han Sans CN Regular" panose="020B0500000000000000" pitchFamily="34" charset="-122"/>
                <a:sym typeface="STXihei" panose="02010600040101010101" pitchFamily="2" charset="-122"/>
              </a:rPr>
              <a:t>，因此大量的地下水向济南运动。而济南市区的地下岩石变为了火成岩，地下水流到这里，碰到火成岩</a:t>
            </a:r>
            <a:r>
              <a:rPr lang="zh-CN" altLang="zh-CN" sz="2400" dirty="0">
                <a:solidFill>
                  <a:schemeClr val="accent1"/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ource Han Sans CN Regular" panose="020B0500000000000000" pitchFamily="34" charset="-122"/>
                <a:sym typeface="STXihei" panose="02010600040101010101" pitchFamily="2" charset="-122"/>
              </a:rPr>
              <a:t>挡</a:t>
            </a:r>
            <a:r>
              <a:rPr lang="zh-CN" altLang="zh-CN" sz="2400" dirty="0">
                <a:solidFill>
                  <a:schemeClr val="bg1"/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ource Han Sans CN Regular" panose="020B0500000000000000" pitchFamily="34" charset="-122"/>
                <a:sym typeface="STXihei" panose="02010600040101010101" pitchFamily="2" charset="-122"/>
              </a:rPr>
              <a:t>住了路，就</a:t>
            </a:r>
            <a:r>
              <a:rPr lang="zh-CN" altLang="zh-CN" sz="2400" dirty="0">
                <a:solidFill>
                  <a:schemeClr val="accent1"/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ource Han Sans CN Regular" panose="020B0500000000000000" pitchFamily="34" charset="-122"/>
                <a:sym typeface="STXihei" panose="02010600040101010101" pitchFamily="2" charset="-122"/>
              </a:rPr>
              <a:t>积蓄</a:t>
            </a:r>
            <a:r>
              <a:rPr lang="zh-CN" altLang="zh-CN" sz="2400" dirty="0">
                <a:solidFill>
                  <a:schemeClr val="bg1"/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ource Han Sans CN Regular" panose="020B0500000000000000" pitchFamily="34" charset="-122"/>
                <a:sym typeface="STXihei" panose="02010600040101010101" pitchFamily="2" charset="-122"/>
              </a:rPr>
              <a:t>起来，越积越多。它无处可流，就得另找出路。济南旧城一带，地势低，有的地方甚至低过了地下水的水面，地下水就</a:t>
            </a:r>
            <a:r>
              <a:rPr lang="zh-CN" altLang="zh-CN" sz="2400" dirty="0">
                <a:solidFill>
                  <a:schemeClr val="accent1"/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ource Han Sans CN Regular" panose="020B0500000000000000" pitchFamily="34" charset="-122"/>
                <a:sym typeface="STXihei" panose="02010600040101010101" pitchFamily="2" charset="-122"/>
              </a:rPr>
              <a:t>冲</a:t>
            </a:r>
            <a:r>
              <a:rPr lang="zh-CN" altLang="zh-CN" sz="2400" dirty="0">
                <a:solidFill>
                  <a:schemeClr val="bg1"/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ource Han Sans CN Regular" panose="020B0500000000000000" pitchFamily="34" charset="-122"/>
                <a:sym typeface="STXihei" panose="02010600040101010101" pitchFamily="2" charset="-122"/>
              </a:rPr>
              <a:t>出地表，形成了众多的泉水。这就是济南“泉城”美名得来的原因。</a:t>
            </a:r>
          </a:p>
        </p:txBody>
      </p:sp>
      <p:sp>
        <p:nvSpPr>
          <p:cNvPr id="20" name="圆角矩形 19"/>
          <p:cNvSpPr/>
          <p:nvPr/>
        </p:nvSpPr>
        <p:spPr>
          <a:xfrm>
            <a:off x="224155" y="5393690"/>
            <a:ext cx="11769090" cy="1242060"/>
          </a:xfrm>
          <a:prstGeom prst="roundRect">
            <a:avLst>
              <a:gd name="adj" fmla="val 47532"/>
            </a:avLst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STXihei" panose="02010600040101010101" pitchFamily="2" charset="-122"/>
              <a:ea typeface="STXihei" panose="02010600040101010101" pitchFamily="2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224155" y="5415915"/>
            <a:ext cx="11768455" cy="1212850"/>
          </a:xfrm>
          <a:prstGeom prst="roundRect">
            <a:avLst>
              <a:gd name="adj" fmla="val 47532"/>
            </a:avLst>
          </a:prstGeom>
          <a:solidFill>
            <a:srgbClr val="DABE79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STXihei" panose="02010600040101010101" pitchFamily="2" charset="-122"/>
              <a:ea typeface="STXihei" panose="02010600040101010101" pitchFamily="2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224155" y="5414645"/>
            <a:ext cx="1191895" cy="1214120"/>
            <a:chOff x="584" y="3210"/>
            <a:chExt cx="1353" cy="1378"/>
          </a:xfrm>
        </p:grpSpPr>
        <p:sp>
          <p:nvSpPr>
            <p:cNvPr id="24" name="椭圆 23"/>
            <p:cNvSpPr/>
            <p:nvPr/>
          </p:nvSpPr>
          <p:spPr>
            <a:xfrm>
              <a:off x="584" y="3246"/>
              <a:ext cx="1342" cy="1342"/>
            </a:xfrm>
            <a:prstGeom prst="ellipse">
              <a:avLst/>
            </a:prstGeom>
            <a:solidFill>
              <a:srgbClr val="DABE79"/>
            </a:solidFill>
            <a:ln>
              <a:solidFill>
                <a:schemeClr val="bg1"/>
              </a:solidFill>
            </a:ln>
            <a:effectLst>
              <a:outerShdw blurRad="76200" sx="102000" sy="102000" algn="l" rotWithShape="0">
                <a:prstClr val="black">
                  <a:alpha val="8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STXihei" panose="02010600040101010101" pitchFamily="2" charset="-122"/>
                <a:ea typeface="STXihei" panose="02010600040101010101" pitchFamily="2" charset="-122"/>
              </a:endParaRPr>
            </a:p>
          </p:txBody>
        </p:sp>
        <p:pic>
          <p:nvPicPr>
            <p:cNvPr id="25" name="图片 24" descr="我卡通1压缩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9" y="3210"/>
              <a:ext cx="1338" cy="1338"/>
            </a:xfrm>
            <a:prstGeom prst="rect">
              <a:avLst/>
            </a:prstGeom>
          </p:spPr>
        </p:pic>
      </p:grpSp>
      <p:sp>
        <p:nvSpPr>
          <p:cNvPr id="28" name="文本框 7"/>
          <p:cNvSpPr txBox="1"/>
          <p:nvPr/>
        </p:nvSpPr>
        <p:spPr>
          <a:xfrm>
            <a:off x="2037080" y="5250815"/>
            <a:ext cx="9341485" cy="1383665"/>
          </a:xfrm>
          <a:prstGeom prst="rect">
            <a:avLst/>
          </a:prstGeom>
          <a:noFill/>
          <a:effectLst>
            <a:outerShdw blurRad="127000" dir="5400000" sx="102000" sy="102000" algn="ctr" rotWithShape="0">
              <a:srgbClr val="4E98C7">
                <a:alpha val="68000"/>
              </a:srgbClr>
            </a:outerShdw>
          </a:effectLst>
        </p:spPr>
        <p:txBody>
          <a:bodyPr wrap="square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en-US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TXihei" panose="02010600040101010101" pitchFamily="2" charset="-122"/>
              </a:rPr>
              <a:t>请用重点词语复述故事：</a:t>
            </a:r>
          </a:p>
          <a:p>
            <a:pPr algn="l" fontAlgn="auto">
              <a:lnSpc>
                <a:spcPct val="150000"/>
              </a:lnSpc>
            </a:pPr>
            <a:r>
              <a:rPr lang="zh-CN" altLang="en-US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TXihei" panose="02010600040101010101" pitchFamily="2" charset="-122"/>
              </a:rPr>
              <a:t>来自于、岩石、角度、斜、挡、积蓄、冲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406525" y="441325"/>
            <a:ext cx="6096000" cy="624840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marL="457200" indent="-457200" algn="l" fontAlgn="auto">
              <a:lnSpc>
                <a:spcPts val="4160"/>
              </a:lnSpc>
              <a:buFont typeface="Arial" panose="020B0704020202020204" pitchFamily="34" charset="0"/>
              <a:buChar char="•"/>
            </a:pPr>
            <a:r>
              <a:rPr lang="zh-CN" altLang="en-US" sz="280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highlight>
                  <a:srgbClr val="FFFF00"/>
                </a:highlight>
                <a:latin typeface="STXihei" panose="02010600040101010101" pitchFamily="2" charset="-122"/>
                <a:ea typeface="STXihei" panose="02010600040101010101" pitchFamily="2" charset="-122"/>
                <a:cs typeface="Source Han Sans CN Regular" panose="020B0500000000000000" pitchFamily="34" charset="-122"/>
                <a:sym typeface="STKaiti" panose="02010600040101010101" charset="-122"/>
              </a:rPr>
              <a:t>济南的泉水是从哪儿来的？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236335" y="415925"/>
            <a:ext cx="6096000" cy="624840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marL="457200" indent="-457200" algn="l" fontAlgn="auto">
              <a:lnSpc>
                <a:spcPts val="4160"/>
              </a:lnSpc>
              <a:buFont typeface="Arial" panose="020B0704020202020204" pitchFamily="34" charset="0"/>
              <a:buChar char="•"/>
            </a:pPr>
            <a:r>
              <a:rPr lang="zh-CN" altLang="en-US" sz="280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highlight>
                  <a:srgbClr val="FFFF00"/>
                </a:highlight>
                <a:latin typeface="STXihei" panose="02010600040101010101" pitchFamily="2" charset="-122"/>
                <a:ea typeface="STXihei" panose="02010600040101010101" pitchFamily="2" charset="-122"/>
                <a:cs typeface="Source Han Sans CN Regular" panose="020B0500000000000000" pitchFamily="34" charset="-122"/>
                <a:sym typeface="STKaiti" panose="02010600040101010101" charset="-122"/>
              </a:rPr>
              <a:t>为什么济南会有这么多的泉水？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9687 0 L 0.867969 0.000833333 " pathEditMode="relative" rAng="0" ptsTypes="">
                                      <p:cBhvr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000" y="-100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ldLvl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底图" descr="/Users/huangkafi/Downloads/不抠图 /IMG_7104.jpgIMG_710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9" name="黑色遮罩"/>
          <p:cNvSpPr/>
          <p:nvPr/>
        </p:nvSpPr>
        <p:spPr>
          <a:xfrm>
            <a:off x="12700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文本框 7"/>
          <p:cNvSpPr txBox="1"/>
          <p:nvPr/>
        </p:nvSpPr>
        <p:spPr>
          <a:xfrm>
            <a:off x="165735" y="2139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课文</a:t>
            </a:r>
          </a:p>
        </p:txBody>
      </p:sp>
      <p:sp>
        <p:nvSpPr>
          <p:cNvPr id="35" name="文本框 7"/>
          <p:cNvSpPr txBox="1"/>
          <p:nvPr/>
        </p:nvSpPr>
        <p:spPr>
          <a:xfrm>
            <a:off x="237490" y="702310"/>
            <a:ext cx="7010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Source Han Sans CN Regular" panose="020B0500000000000000" pitchFamily="34" charset="-122"/>
                <a:ea typeface="Source Han Sans CN Regular" panose="020B0500000000000000" pitchFamily="34" charset="-122"/>
                <a:sym typeface="+mn-ea"/>
              </a:rPr>
              <a:t>Text </a:t>
            </a:r>
          </a:p>
        </p:txBody>
      </p:sp>
      <p:pic>
        <p:nvPicPr>
          <p:cNvPr id="2" name="图片 1"/>
          <p:cNvPicPr/>
          <p:nvPr/>
        </p:nvPicPr>
        <p:blipFill>
          <a:blip r:embed="rId3"/>
          <a:stretch>
            <a:fillRect/>
          </a:stretch>
        </p:blipFill>
        <p:spPr>
          <a:xfrm>
            <a:off x="12700" y="1664335"/>
            <a:ext cx="6344920" cy="438594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938530" y="1019175"/>
            <a:ext cx="23806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>
                <a:solidFill>
                  <a:schemeClr val="bg1"/>
                </a:solidFill>
              </a:rPr>
              <a:t>趵突泉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0690" y="784860"/>
            <a:ext cx="4253865" cy="567563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8091170" y="213995"/>
            <a:ext cx="23806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>
                <a:solidFill>
                  <a:schemeClr val="bg1"/>
                </a:solidFill>
              </a:rPr>
              <a:t>舜泉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底图" descr="/Users/huangkafi/Downloads/不抠图 /IMG_7104.jpgIMG_710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9" name="黑色遮罩"/>
          <p:cNvSpPr/>
          <p:nvPr/>
        </p:nvSpPr>
        <p:spPr>
          <a:xfrm>
            <a:off x="12700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文本框 7"/>
          <p:cNvSpPr txBox="1"/>
          <p:nvPr/>
        </p:nvSpPr>
        <p:spPr>
          <a:xfrm>
            <a:off x="165735" y="2139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课文</a:t>
            </a:r>
          </a:p>
        </p:txBody>
      </p:sp>
      <p:sp>
        <p:nvSpPr>
          <p:cNvPr id="35" name="文本框 7"/>
          <p:cNvSpPr txBox="1"/>
          <p:nvPr/>
        </p:nvSpPr>
        <p:spPr>
          <a:xfrm>
            <a:off x="237490" y="702310"/>
            <a:ext cx="7010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Source Han Sans CN Regular" panose="020B0500000000000000" pitchFamily="34" charset="-122"/>
                <a:ea typeface="Source Han Sans CN Regular" panose="020B0500000000000000" pitchFamily="34" charset="-122"/>
                <a:sym typeface="+mn-ea"/>
              </a:rPr>
              <a:t>Text 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865630" y="702310"/>
            <a:ext cx="23806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>
                <a:solidFill>
                  <a:schemeClr val="bg1"/>
                </a:solidFill>
              </a:rPr>
              <a:t>黑虎泉</a:t>
            </a:r>
          </a:p>
        </p:txBody>
      </p:sp>
      <p:pic>
        <p:nvPicPr>
          <p:cNvPr id="7" name="图片 6"/>
          <p:cNvPicPr/>
          <p:nvPr/>
        </p:nvPicPr>
        <p:blipFill>
          <a:blip r:embed="rId3"/>
          <a:stretch>
            <a:fillRect/>
          </a:stretch>
        </p:blipFill>
        <p:spPr>
          <a:xfrm>
            <a:off x="938530" y="1294765"/>
            <a:ext cx="4234815" cy="515429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1020" y="0"/>
            <a:ext cx="5300345" cy="685800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5890895" y="1773555"/>
            <a:ext cx="798195" cy="177101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4000">
                <a:solidFill>
                  <a:schemeClr val="bg1"/>
                </a:solidFill>
              </a:rPr>
              <a:t>珍珠泉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C:\Users\38577\Desktop\黑板.jpg黑板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5205" y="1005840"/>
            <a:ext cx="9963150" cy="570484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192530" y="1205230"/>
            <a:ext cx="954151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4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作业</a:t>
            </a:r>
            <a:endParaRPr lang="zh-CN" sz="44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</a:endParaRPr>
          </a:p>
        </p:txBody>
      </p:sp>
      <p:pic>
        <p:nvPicPr>
          <p:cNvPr id="10" name="图片 9" descr="老师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-43180" y="4780915"/>
            <a:ext cx="2011045" cy="207708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745615" y="2966720"/>
            <a:ext cx="8475980" cy="18630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>
              <a:lnSpc>
                <a:spcPct val="120000"/>
              </a:lnSpc>
            </a:pP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在我们的生活中，水有多重要？</a:t>
            </a:r>
          </a:p>
          <a:p>
            <a:pPr algn="l" eaLnBrk="1">
              <a:lnSpc>
                <a:spcPct val="120000"/>
              </a:lnSpc>
            </a:pP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请以“节约每一滴(dī, drop)水”为题写一段话。</a:t>
            </a:r>
          </a:p>
          <a:p>
            <a:pPr algn="l" eaLnBrk="1">
              <a:lnSpc>
                <a:spcPct val="120000"/>
              </a:lnSpc>
            </a:pP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STXihei" panose="02010600040101010101" pitchFamily="2" charset="-122"/>
              </a:rPr>
              <a:t>尽量用上本课所学的生词，字数不少于100字。</a:t>
            </a:r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11" name="文本框 7"/>
          <p:cNvSpPr txBox="1"/>
          <p:nvPr/>
        </p:nvSpPr>
        <p:spPr>
          <a:xfrm>
            <a:off x="165852" y="214290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作业</a:t>
            </a:r>
          </a:p>
        </p:txBody>
      </p:sp>
      <p:sp>
        <p:nvSpPr>
          <p:cNvPr id="12" name="文本框 7"/>
          <p:cNvSpPr txBox="1"/>
          <p:nvPr/>
        </p:nvSpPr>
        <p:spPr>
          <a:xfrm>
            <a:off x="237290" y="702214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lvl="0" indent="0" algn="l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Source Han Sans CN Regular" panose="020B0500000000000000" pitchFamily="34" charset="-122"/>
                <a:ea typeface="Source Han Sans CN Regular" panose="020B0500000000000000" pitchFamily="34" charset="-122"/>
                <a:sym typeface="+mn-ea"/>
              </a:rPr>
              <a:t>Homework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Source Han Sans CN Regular" panose="020B0500000000000000" pitchFamily="34" charset="-122"/>
              <a:ea typeface="Source Han Sans CN Regular" panose="020B0500000000000000" pitchFamily="34" charset="-122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722"/>
          <a:stretch>
            <a:fillRect/>
          </a:stretch>
        </p:blipFill>
        <p:spPr>
          <a:xfrm>
            <a:off x="1609394" y="2910920"/>
            <a:ext cx="8973213" cy="372456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083"/>
          <a:stretch>
            <a:fillRect/>
          </a:stretch>
        </p:blipFill>
        <p:spPr>
          <a:xfrm>
            <a:off x="1609394" y="2346186"/>
            <a:ext cx="8885546" cy="3649538"/>
          </a:xfrm>
          <a:prstGeom prst="rect">
            <a:avLst/>
          </a:prstGeom>
        </p:spPr>
      </p:pic>
      <p:pic>
        <p:nvPicPr>
          <p:cNvPr id="18" name="图片 17" descr="C:\Users\Administrator\Desktop\小红书\对外汉语战略搞钱计划\卡通头像\2.png2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2263141" y="2857500"/>
            <a:ext cx="2981325" cy="2981960"/>
          </a:xfrm>
          <a:prstGeom prst="rect">
            <a:avLst/>
          </a:prstGeom>
        </p:spPr>
      </p:pic>
      <p:pic>
        <p:nvPicPr>
          <p:cNvPr id="17" name="图片 16" descr="C:\Users\Administrator\Desktop\小红书\对外汉语战略搞钱计划\卡通头像\嘟嘴.png嘟嘴"/>
          <p:cNvPicPr>
            <a:picLocks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671946" y="2910205"/>
            <a:ext cx="2928620" cy="2929255"/>
          </a:xfrm>
          <a:prstGeom prst="rect">
            <a:avLst/>
          </a:prstGeom>
          <a:effectLst>
            <a:outerShdw blurRad="63500" sx="105000" sy="105000" algn="ctr" rotWithShape="0">
              <a:prstClr val="black">
                <a:alpha val="40000"/>
              </a:prstClr>
            </a:outerShdw>
          </a:effectLst>
        </p:spPr>
      </p:pic>
      <p:sp>
        <p:nvSpPr>
          <p:cNvPr id="20" name="文本框 19"/>
          <p:cNvSpPr txBox="1"/>
          <p:nvPr/>
        </p:nvSpPr>
        <p:spPr>
          <a:xfrm>
            <a:off x="3463663" y="1671088"/>
            <a:ext cx="5177007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9600" dirty="0">
                <a:solidFill>
                  <a:schemeClr val="tx1">
                    <a:lumMod val="75000"/>
                    <a:lumOff val="25000"/>
                  </a:schemeClr>
                </a:solidFill>
                <a:latin typeface="STXihei" panose="02010600040101010101" pitchFamily="2" charset="-122"/>
                <a:ea typeface="STXihei" panose="02010600040101010101" pitchFamily="2" charset="-122"/>
              </a:rPr>
              <a:t>再见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-35242" y="-635"/>
            <a:ext cx="12235180" cy="7702550"/>
            <a:chOff x="-57" y="-1"/>
            <a:chExt cx="19268" cy="12130"/>
          </a:xfrm>
        </p:grpSpPr>
        <p:sp>
          <p:nvSpPr>
            <p:cNvPr id="15" name="任意多边形: 形状 14"/>
            <p:cNvSpPr/>
            <p:nvPr/>
          </p:nvSpPr>
          <p:spPr>
            <a:xfrm>
              <a:off x="0" y="1291"/>
              <a:ext cx="19197" cy="10839"/>
            </a:xfrm>
            <a:custGeom>
              <a:avLst/>
              <a:gdLst>
                <a:gd name="connsiteX0" fmla="*/ 3583673 w 12192000"/>
                <a:gd name="connsiteY0" fmla="*/ 2333624 h 6858000"/>
                <a:gd name="connsiteX1" fmla="*/ 2468198 w 12192000"/>
                <a:gd name="connsiteY1" fmla="*/ 3429000 h 6858000"/>
                <a:gd name="connsiteX2" fmla="*/ 3583673 w 12192000"/>
                <a:gd name="connsiteY2" fmla="*/ 4524376 h 6858000"/>
                <a:gd name="connsiteX3" fmla="*/ 3583694 w 12192000"/>
                <a:gd name="connsiteY3" fmla="*/ 4524374 h 6858000"/>
                <a:gd name="connsiteX4" fmla="*/ 8608307 w 12192000"/>
                <a:gd name="connsiteY4" fmla="*/ 4524374 h 6858000"/>
                <a:gd name="connsiteX5" fmla="*/ 8608327 w 12192000"/>
                <a:gd name="connsiteY5" fmla="*/ 4524376 h 6858000"/>
                <a:gd name="connsiteX6" fmla="*/ 8608349 w 12192000"/>
                <a:gd name="connsiteY6" fmla="*/ 4524374 h 6858000"/>
                <a:gd name="connsiteX7" fmla="*/ 8728919 w 12192000"/>
                <a:gd name="connsiteY7" fmla="*/ 4524374 h 6858000"/>
                <a:gd name="connsiteX8" fmla="*/ 8728919 w 12192000"/>
                <a:gd name="connsiteY8" fmla="*/ 4512439 h 6858000"/>
                <a:gd name="connsiteX9" fmla="*/ 8833135 w 12192000"/>
                <a:gd name="connsiteY9" fmla="*/ 4502121 h 6858000"/>
                <a:gd name="connsiteX10" fmla="*/ 9723802 w 12192000"/>
                <a:gd name="connsiteY10" fmla="*/ 3429000 h 6858000"/>
                <a:gd name="connsiteX11" fmla="*/ 8833135 w 12192000"/>
                <a:gd name="connsiteY11" fmla="*/ 2355879 h 6858000"/>
                <a:gd name="connsiteX12" fmla="*/ 8728919 w 12192000"/>
                <a:gd name="connsiteY12" fmla="*/ 2345561 h 6858000"/>
                <a:gd name="connsiteX13" fmla="*/ 8728919 w 12192000"/>
                <a:gd name="connsiteY13" fmla="*/ 2333624 h 6858000"/>
                <a:gd name="connsiteX14" fmla="*/ 8608327 w 12192000"/>
                <a:gd name="connsiteY14" fmla="*/ 2333624 h 6858000"/>
                <a:gd name="connsiteX15" fmla="*/ 0 w 12192000"/>
                <a:gd name="connsiteY15" fmla="*/ 0 h 6858000"/>
                <a:gd name="connsiteX16" fmla="*/ 12192000 w 12192000"/>
                <a:gd name="connsiteY16" fmla="*/ 0 h 6858000"/>
                <a:gd name="connsiteX17" fmla="*/ 12192000 w 12192000"/>
                <a:gd name="connsiteY17" fmla="*/ 6858000 h 6858000"/>
                <a:gd name="connsiteX18" fmla="*/ 0 w 12192000"/>
                <a:gd name="connsiteY18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92000" h="6858000">
                  <a:moveTo>
                    <a:pt x="3583673" y="2333624"/>
                  </a:moveTo>
                  <a:cubicBezTo>
                    <a:pt x="2967613" y="2333624"/>
                    <a:pt x="2468198" y="2824041"/>
                    <a:pt x="2468198" y="3429000"/>
                  </a:cubicBezTo>
                  <a:cubicBezTo>
                    <a:pt x="2468198" y="4033959"/>
                    <a:pt x="2967613" y="4524376"/>
                    <a:pt x="3583673" y="4524376"/>
                  </a:cubicBezTo>
                  <a:lnTo>
                    <a:pt x="3583694" y="4524374"/>
                  </a:lnTo>
                  <a:lnTo>
                    <a:pt x="8608307" y="4524374"/>
                  </a:lnTo>
                  <a:lnTo>
                    <a:pt x="8608327" y="4524376"/>
                  </a:lnTo>
                  <a:lnTo>
                    <a:pt x="8608349" y="4524374"/>
                  </a:lnTo>
                  <a:lnTo>
                    <a:pt x="8728919" y="4524374"/>
                  </a:lnTo>
                  <a:lnTo>
                    <a:pt x="8728919" y="4512439"/>
                  </a:lnTo>
                  <a:lnTo>
                    <a:pt x="8833135" y="4502121"/>
                  </a:lnTo>
                  <a:cubicBezTo>
                    <a:pt x="9341439" y="4399982"/>
                    <a:pt x="9723802" y="3958340"/>
                    <a:pt x="9723802" y="3429000"/>
                  </a:cubicBezTo>
                  <a:cubicBezTo>
                    <a:pt x="9723802" y="2899661"/>
                    <a:pt x="9341439" y="2458018"/>
                    <a:pt x="8833135" y="2355879"/>
                  </a:cubicBezTo>
                  <a:lnTo>
                    <a:pt x="8728919" y="2345561"/>
                  </a:lnTo>
                  <a:lnTo>
                    <a:pt x="8728919" y="2333624"/>
                  </a:lnTo>
                  <a:lnTo>
                    <a:pt x="8608327" y="2333624"/>
                  </a:lnTo>
                  <a:close/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E3EC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effectLst>
                  <a:innerShdw blurRad="114300">
                    <a:prstClr val="black"/>
                  </a:innerShdw>
                </a:effectLst>
              </a:endParaRPr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57" y="-1"/>
              <a:ext cx="19268" cy="1744"/>
            </a:xfrm>
            <a:prstGeom prst="rect">
              <a:avLst/>
            </a:prstGeom>
          </p:spPr>
        </p:pic>
      </p:grpSp>
      <p:sp>
        <p:nvSpPr>
          <p:cNvPr id="8" name="文本框 7"/>
          <p:cNvSpPr txBox="1"/>
          <p:nvPr/>
        </p:nvSpPr>
        <p:spPr>
          <a:xfrm>
            <a:off x="3464204" y="1670813"/>
            <a:ext cx="5177816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ource Han Sans CN Regular" panose="020B0500000000000000" pitchFamily="34" charset="-122"/>
              </a:rPr>
              <a:t>再见</a:t>
            </a:r>
            <a:r>
              <a:rPr lang="en-US" altLang="zh-CN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Han Sans CN Regular" panose="020B0500000000000000" pitchFamily="34" charset="-122"/>
                <a:ea typeface="Source Han Sans CN Regular" panose="020B0500000000000000" pitchFamily="34" charset="-122"/>
                <a:cs typeface="Source Han Sans CN Regular" panose="020B0500000000000000" pitchFamily="34" charset="-122"/>
              </a:rPr>
              <a:t> Bye</a:t>
            </a:r>
          </a:p>
        </p:txBody>
      </p:sp>
      <p:sp>
        <p:nvSpPr>
          <p:cNvPr id="24" name="文本框 7"/>
          <p:cNvSpPr txBox="1"/>
          <p:nvPr/>
        </p:nvSpPr>
        <p:spPr>
          <a:xfrm>
            <a:off x="-48577" y="213995"/>
            <a:ext cx="530034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《HSK</a:t>
            </a: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标准教程</a:t>
            </a:r>
            <a:r>
              <a:rPr lang="en-US" altLang="zh-CN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5--</a:t>
            </a: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第五课</a:t>
            </a:r>
            <a:r>
              <a:rPr lang="en-US" altLang="zh-CN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》</a:t>
            </a:r>
            <a:endParaRPr lang="zh-CN" altLang="en-US" sz="2800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38243" y="702214"/>
            <a:ext cx="369570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Source Han Sans CN Regular" panose="020B0500000000000000" pitchFamily="34" charset="-122"/>
                <a:ea typeface="Source Han Sans CN Regular" panose="020B0500000000000000" pitchFamily="34" charset="-122"/>
                <a:sym typeface="+mn-ea"/>
              </a:rPr>
              <a:t>HSK Standard  Course 5  Lesson5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1.11111E-6 L 0.3806 -1.11111E-6 " pathEditMode="relative" rAng="0" ptsTypes="AA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02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32" presetClass="emph" presetSubtype="0" repeatCount="4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32" presetClass="emph" presetSubtype="0" repeatCount="4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1"/>
      <p:bldP spid="8" grpId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jA0MmQ4N2JlZDRkYTVmM2QxMDAwYTU3YTQ3MzY2OGU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787,&quot;width&quot;:12518}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9973,&quot;width&quot;:6904}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5666,&quot;width&quot;:7253}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787,&quot;width&quot;:12518}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9973,&quot;width&quot;:6904}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5666,&quot;width&quot;:7253}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83bf81a0-e9fe-473b-b54e-06f30ac75b50}"/>
  <p:tag name="TABLE_ENDDRAG_ORIGIN_RECT" val="921*351"/>
  <p:tag name="TABLE_ENDDRAG_RECT" val="20*129*921*351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4762</Words>
  <Application>Microsoft Office PowerPoint</Application>
  <PresentationFormat>Widescreen</PresentationFormat>
  <Paragraphs>821</Paragraphs>
  <Slides>75</Slides>
  <Notes>22</Notes>
  <HiddenSlides>0</HiddenSlides>
  <MMClips>1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88" baseType="lpstr">
      <vt:lpstr>GB Pinyinok-D</vt:lpstr>
      <vt:lpstr>微软雅黑</vt:lpstr>
      <vt:lpstr>Source Han Sans CN Regular</vt:lpstr>
      <vt:lpstr>STKaiti</vt:lpstr>
      <vt:lpstr>STXihei</vt:lpstr>
      <vt:lpstr>思源黑体 CN Heavy</vt:lpstr>
      <vt:lpstr>方正喵呜体</vt:lpstr>
      <vt:lpstr>Arial</vt:lpstr>
      <vt:lpstr>Calibri</vt:lpstr>
      <vt:lpstr>Comic Sans MS</vt:lpstr>
      <vt:lpstr>Times New Roman</vt:lpstr>
      <vt:lpstr>Wingdings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Hằng Cò</cp:lastModifiedBy>
  <cp:revision>184</cp:revision>
  <dcterms:created xsi:type="dcterms:W3CDTF">2025-03-07T15:16:43Z</dcterms:created>
  <dcterms:modified xsi:type="dcterms:W3CDTF">2025-07-06T12:12:21Z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2052-6.13.2.8918</vt:lpwstr>
  </property>
  <property fmtid="{D5CDD505-2E9C-101B-9397-08002B2CF9AE}" pid="3" name="ICV">
    <vt:lpwstr>45D1AF21D85A41AF93FF86FECDA41170</vt:lpwstr>
  </property>
</Properties>
</file>