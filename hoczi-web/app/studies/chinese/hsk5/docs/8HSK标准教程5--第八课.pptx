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2.xml" ContentType="application/vnd.openxmlformats-officedocument.them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notesSlides/notesSlide1.xml" ContentType="application/vnd.openxmlformats-officedocument.presentationml.notesSlide+xml"/>
  <Override PartName="/ppt/tags/tag181.xml" ContentType="application/vnd.openxmlformats-officedocument.presentationml.tags+xml"/>
  <Override PartName="/ppt/notesSlides/notesSlide2.xml" ContentType="application/vnd.openxmlformats-officedocument.presentationml.notesSlide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notesSlides/notesSlide3.xml" ContentType="application/vnd.openxmlformats-officedocument.presentationml.notesSlide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3"/>
  </p:notesMasterIdLst>
  <p:sldIdLst>
    <p:sldId id="1333" r:id="rId2"/>
    <p:sldId id="1334" r:id="rId3"/>
    <p:sldId id="1335" r:id="rId4"/>
    <p:sldId id="1336" r:id="rId5"/>
    <p:sldId id="1337" r:id="rId6"/>
    <p:sldId id="1338" r:id="rId7"/>
    <p:sldId id="1339" r:id="rId8"/>
    <p:sldId id="1340" r:id="rId9"/>
    <p:sldId id="1341" r:id="rId10"/>
    <p:sldId id="1342" r:id="rId11"/>
    <p:sldId id="1343" r:id="rId12"/>
    <p:sldId id="1344" r:id="rId13"/>
    <p:sldId id="1345" r:id="rId14"/>
    <p:sldId id="1346" r:id="rId15"/>
    <p:sldId id="1347" r:id="rId16"/>
    <p:sldId id="1425" r:id="rId17"/>
    <p:sldId id="1349" r:id="rId18"/>
    <p:sldId id="1350" r:id="rId19"/>
    <p:sldId id="1351" r:id="rId20"/>
    <p:sldId id="1354" r:id="rId21"/>
    <p:sldId id="1353" r:id="rId22"/>
    <p:sldId id="1355" r:id="rId23"/>
    <p:sldId id="1352" r:id="rId24"/>
    <p:sldId id="1356" r:id="rId25"/>
    <p:sldId id="1357" r:id="rId26"/>
    <p:sldId id="1358" r:id="rId27"/>
    <p:sldId id="1359" r:id="rId28"/>
    <p:sldId id="1360" r:id="rId29"/>
    <p:sldId id="1361" r:id="rId30"/>
    <p:sldId id="1362" r:id="rId31"/>
    <p:sldId id="1363" r:id="rId32"/>
    <p:sldId id="1424" r:id="rId33"/>
    <p:sldId id="1364" r:id="rId34"/>
    <p:sldId id="1365" r:id="rId35"/>
    <p:sldId id="1366" r:id="rId36"/>
    <p:sldId id="1367" r:id="rId37"/>
    <p:sldId id="1368" r:id="rId38"/>
    <p:sldId id="1369" r:id="rId39"/>
    <p:sldId id="1370" r:id="rId40"/>
    <p:sldId id="1371" r:id="rId41"/>
    <p:sldId id="1372" r:id="rId42"/>
    <p:sldId id="1373" r:id="rId43"/>
    <p:sldId id="1374" r:id="rId44"/>
    <p:sldId id="1375" r:id="rId45"/>
    <p:sldId id="1376" r:id="rId46"/>
    <p:sldId id="1377" r:id="rId47"/>
    <p:sldId id="1378" r:id="rId48"/>
    <p:sldId id="1379" r:id="rId49"/>
    <p:sldId id="1380" r:id="rId50"/>
    <p:sldId id="1381" r:id="rId51"/>
    <p:sldId id="1382" r:id="rId52"/>
    <p:sldId id="1383" r:id="rId53"/>
    <p:sldId id="1384" r:id="rId54"/>
    <p:sldId id="1385" r:id="rId55"/>
    <p:sldId id="1386" r:id="rId56"/>
    <p:sldId id="1387" r:id="rId57"/>
    <p:sldId id="1388" r:id="rId58"/>
    <p:sldId id="1389" r:id="rId59"/>
    <p:sldId id="1390" r:id="rId60"/>
    <p:sldId id="1391" r:id="rId61"/>
    <p:sldId id="1392" r:id="rId62"/>
    <p:sldId id="1393" r:id="rId63"/>
    <p:sldId id="1394" r:id="rId64"/>
    <p:sldId id="1395" r:id="rId65"/>
    <p:sldId id="1396" r:id="rId66"/>
    <p:sldId id="1397" r:id="rId67"/>
    <p:sldId id="1398" r:id="rId68"/>
    <p:sldId id="1399" r:id="rId69"/>
    <p:sldId id="1400" r:id="rId70"/>
    <p:sldId id="1401" r:id="rId71"/>
    <p:sldId id="1402" r:id="rId72"/>
    <p:sldId id="1403" r:id="rId73"/>
    <p:sldId id="1404" r:id="rId74"/>
    <p:sldId id="1405" r:id="rId75"/>
    <p:sldId id="1406" r:id="rId76"/>
    <p:sldId id="1407" r:id="rId77"/>
    <p:sldId id="1408" r:id="rId78"/>
    <p:sldId id="1409" r:id="rId79"/>
    <p:sldId id="1410" r:id="rId80"/>
    <p:sldId id="1411" r:id="rId81"/>
    <p:sldId id="1412" r:id="rId82"/>
    <p:sldId id="1413" r:id="rId83"/>
    <p:sldId id="1414" r:id="rId84"/>
    <p:sldId id="1415" r:id="rId85"/>
    <p:sldId id="1416" r:id="rId86"/>
    <p:sldId id="1417" r:id="rId87"/>
    <p:sldId id="1418" r:id="rId88"/>
    <p:sldId id="1419" r:id="rId89"/>
    <p:sldId id="1420" r:id="rId90"/>
    <p:sldId id="1421" r:id="rId91"/>
    <p:sldId id="1422" r:id="rId92"/>
  </p:sldIdLst>
  <p:sldSz cx="12192000" cy="6858000"/>
  <p:notesSz cx="6858000" cy="9144000"/>
  <p:custDataLst>
    <p:tags r:id="rId9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张 泽元" initials="张" lastIdx="1" clrIdx="0"/>
  <p:cmAuthor id="7" name="Taylor Hartwell" initials="TH [6]" lastIdx="1" clrIdx="6"/>
  <p:cmAuthor id="1" name="陈宣霖" initials="陈" lastIdx="1" clrIdx="0"/>
  <p:cmAuthor id="8" name="Administrator" initials="A" lastIdx="1" clrIdx="8"/>
  <p:cmAuthor id="2" name="作者" initials="A" lastIdx="1" clrIdx="1"/>
  <p:cmAuthor id="4" name="DTY" initials="D" lastIdx="1" clrIdx="7"/>
  <p:cmAuthor id="5" name="未知用户11" initials="未知用户11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>
      <p:cViewPr varScale="1">
        <p:scale>
          <a:sx n="82" d="100"/>
          <a:sy n="82" d="100"/>
        </p:scale>
        <p:origin x="773" y="72"/>
      </p:cViewPr>
      <p:guideLst>
        <p:guide orient="horz" pos="2160"/>
        <p:guide pos="384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commentAuthors" Target="commentAuthor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gs" Target="tags/tag1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Relationship Id="rId9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64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65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66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67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2025/3/29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tags" Target="../tags/tag89.xml"/><Relationship Id="rId117" Type="http://schemas.openxmlformats.org/officeDocument/2006/relationships/slideLayout" Target="../slideLayouts/slideLayout1.xml"/><Relationship Id="rId21" Type="http://schemas.openxmlformats.org/officeDocument/2006/relationships/tags" Target="../tags/tag84.xml"/><Relationship Id="rId42" Type="http://schemas.openxmlformats.org/officeDocument/2006/relationships/tags" Target="../tags/tag105.xml"/><Relationship Id="rId47" Type="http://schemas.openxmlformats.org/officeDocument/2006/relationships/tags" Target="../tags/tag110.xml"/><Relationship Id="rId63" Type="http://schemas.openxmlformats.org/officeDocument/2006/relationships/tags" Target="../tags/tag126.xml"/><Relationship Id="rId68" Type="http://schemas.openxmlformats.org/officeDocument/2006/relationships/tags" Target="../tags/tag131.xml"/><Relationship Id="rId84" Type="http://schemas.openxmlformats.org/officeDocument/2006/relationships/tags" Target="../tags/tag147.xml"/><Relationship Id="rId89" Type="http://schemas.openxmlformats.org/officeDocument/2006/relationships/tags" Target="../tags/tag152.xml"/><Relationship Id="rId112" Type="http://schemas.openxmlformats.org/officeDocument/2006/relationships/tags" Target="../tags/tag175.xml"/><Relationship Id="rId16" Type="http://schemas.openxmlformats.org/officeDocument/2006/relationships/tags" Target="../tags/tag79.xml"/><Relationship Id="rId107" Type="http://schemas.openxmlformats.org/officeDocument/2006/relationships/tags" Target="../tags/tag170.xml"/><Relationship Id="rId11" Type="http://schemas.openxmlformats.org/officeDocument/2006/relationships/tags" Target="../tags/tag74.xml"/><Relationship Id="rId32" Type="http://schemas.openxmlformats.org/officeDocument/2006/relationships/tags" Target="../tags/tag95.xml"/><Relationship Id="rId37" Type="http://schemas.openxmlformats.org/officeDocument/2006/relationships/tags" Target="../tags/tag100.xml"/><Relationship Id="rId53" Type="http://schemas.openxmlformats.org/officeDocument/2006/relationships/tags" Target="../tags/tag116.xml"/><Relationship Id="rId58" Type="http://schemas.openxmlformats.org/officeDocument/2006/relationships/tags" Target="../tags/tag121.xml"/><Relationship Id="rId74" Type="http://schemas.openxmlformats.org/officeDocument/2006/relationships/tags" Target="../tags/tag137.xml"/><Relationship Id="rId79" Type="http://schemas.openxmlformats.org/officeDocument/2006/relationships/tags" Target="../tags/tag142.xml"/><Relationship Id="rId102" Type="http://schemas.openxmlformats.org/officeDocument/2006/relationships/tags" Target="../tags/tag165.xml"/><Relationship Id="rId5" Type="http://schemas.openxmlformats.org/officeDocument/2006/relationships/tags" Target="../tags/tag68.xml"/><Relationship Id="rId90" Type="http://schemas.openxmlformats.org/officeDocument/2006/relationships/tags" Target="../tags/tag153.xml"/><Relationship Id="rId95" Type="http://schemas.openxmlformats.org/officeDocument/2006/relationships/tags" Target="../tags/tag158.xml"/><Relationship Id="rId22" Type="http://schemas.openxmlformats.org/officeDocument/2006/relationships/tags" Target="../tags/tag85.xml"/><Relationship Id="rId27" Type="http://schemas.openxmlformats.org/officeDocument/2006/relationships/tags" Target="../tags/tag90.xml"/><Relationship Id="rId43" Type="http://schemas.openxmlformats.org/officeDocument/2006/relationships/tags" Target="../tags/tag106.xml"/><Relationship Id="rId48" Type="http://schemas.openxmlformats.org/officeDocument/2006/relationships/tags" Target="../tags/tag111.xml"/><Relationship Id="rId64" Type="http://schemas.openxmlformats.org/officeDocument/2006/relationships/tags" Target="../tags/tag127.xml"/><Relationship Id="rId69" Type="http://schemas.openxmlformats.org/officeDocument/2006/relationships/tags" Target="../tags/tag132.xml"/><Relationship Id="rId113" Type="http://schemas.openxmlformats.org/officeDocument/2006/relationships/tags" Target="../tags/tag176.xml"/><Relationship Id="rId118" Type="http://schemas.openxmlformats.org/officeDocument/2006/relationships/image" Target="../media/image10.jpeg"/><Relationship Id="rId80" Type="http://schemas.openxmlformats.org/officeDocument/2006/relationships/tags" Target="../tags/tag143.xml"/><Relationship Id="rId85" Type="http://schemas.openxmlformats.org/officeDocument/2006/relationships/tags" Target="../tags/tag148.xml"/><Relationship Id="rId12" Type="http://schemas.openxmlformats.org/officeDocument/2006/relationships/tags" Target="../tags/tag75.xml"/><Relationship Id="rId17" Type="http://schemas.openxmlformats.org/officeDocument/2006/relationships/tags" Target="../tags/tag80.xml"/><Relationship Id="rId33" Type="http://schemas.openxmlformats.org/officeDocument/2006/relationships/tags" Target="../tags/tag96.xml"/><Relationship Id="rId38" Type="http://schemas.openxmlformats.org/officeDocument/2006/relationships/tags" Target="../tags/tag101.xml"/><Relationship Id="rId59" Type="http://schemas.openxmlformats.org/officeDocument/2006/relationships/tags" Target="../tags/tag122.xml"/><Relationship Id="rId103" Type="http://schemas.openxmlformats.org/officeDocument/2006/relationships/tags" Target="../tags/tag166.xml"/><Relationship Id="rId108" Type="http://schemas.openxmlformats.org/officeDocument/2006/relationships/tags" Target="../tags/tag171.xml"/><Relationship Id="rId54" Type="http://schemas.openxmlformats.org/officeDocument/2006/relationships/tags" Target="../tags/tag117.xml"/><Relationship Id="rId70" Type="http://schemas.openxmlformats.org/officeDocument/2006/relationships/tags" Target="../tags/tag133.xml"/><Relationship Id="rId75" Type="http://schemas.openxmlformats.org/officeDocument/2006/relationships/tags" Target="../tags/tag138.xml"/><Relationship Id="rId91" Type="http://schemas.openxmlformats.org/officeDocument/2006/relationships/tags" Target="../tags/tag154.xml"/><Relationship Id="rId96" Type="http://schemas.openxmlformats.org/officeDocument/2006/relationships/tags" Target="../tags/tag159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23" Type="http://schemas.openxmlformats.org/officeDocument/2006/relationships/tags" Target="../tags/tag86.xml"/><Relationship Id="rId28" Type="http://schemas.openxmlformats.org/officeDocument/2006/relationships/tags" Target="../tags/tag91.xml"/><Relationship Id="rId49" Type="http://schemas.openxmlformats.org/officeDocument/2006/relationships/tags" Target="../tags/tag112.xml"/><Relationship Id="rId114" Type="http://schemas.openxmlformats.org/officeDocument/2006/relationships/tags" Target="../tags/tag177.xml"/><Relationship Id="rId119" Type="http://schemas.openxmlformats.org/officeDocument/2006/relationships/image" Target="../media/image3.png"/><Relationship Id="rId10" Type="http://schemas.openxmlformats.org/officeDocument/2006/relationships/tags" Target="../tags/tag73.xml"/><Relationship Id="rId31" Type="http://schemas.openxmlformats.org/officeDocument/2006/relationships/tags" Target="../tags/tag94.xml"/><Relationship Id="rId44" Type="http://schemas.openxmlformats.org/officeDocument/2006/relationships/tags" Target="../tags/tag107.xml"/><Relationship Id="rId52" Type="http://schemas.openxmlformats.org/officeDocument/2006/relationships/tags" Target="../tags/tag115.xml"/><Relationship Id="rId60" Type="http://schemas.openxmlformats.org/officeDocument/2006/relationships/tags" Target="../tags/tag123.xml"/><Relationship Id="rId65" Type="http://schemas.openxmlformats.org/officeDocument/2006/relationships/tags" Target="../tags/tag128.xml"/><Relationship Id="rId73" Type="http://schemas.openxmlformats.org/officeDocument/2006/relationships/tags" Target="../tags/tag136.xml"/><Relationship Id="rId78" Type="http://schemas.openxmlformats.org/officeDocument/2006/relationships/tags" Target="../tags/tag141.xml"/><Relationship Id="rId81" Type="http://schemas.openxmlformats.org/officeDocument/2006/relationships/tags" Target="../tags/tag144.xml"/><Relationship Id="rId86" Type="http://schemas.openxmlformats.org/officeDocument/2006/relationships/tags" Target="../tags/tag149.xml"/><Relationship Id="rId94" Type="http://schemas.openxmlformats.org/officeDocument/2006/relationships/tags" Target="../tags/tag157.xml"/><Relationship Id="rId99" Type="http://schemas.openxmlformats.org/officeDocument/2006/relationships/tags" Target="../tags/tag162.xml"/><Relationship Id="rId101" Type="http://schemas.openxmlformats.org/officeDocument/2006/relationships/tags" Target="../tags/tag164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3" Type="http://schemas.openxmlformats.org/officeDocument/2006/relationships/tags" Target="../tags/tag76.xml"/><Relationship Id="rId18" Type="http://schemas.openxmlformats.org/officeDocument/2006/relationships/tags" Target="../tags/tag81.xml"/><Relationship Id="rId39" Type="http://schemas.openxmlformats.org/officeDocument/2006/relationships/tags" Target="../tags/tag102.xml"/><Relationship Id="rId109" Type="http://schemas.openxmlformats.org/officeDocument/2006/relationships/tags" Target="../tags/tag172.xml"/><Relationship Id="rId34" Type="http://schemas.openxmlformats.org/officeDocument/2006/relationships/tags" Target="../tags/tag97.xml"/><Relationship Id="rId50" Type="http://schemas.openxmlformats.org/officeDocument/2006/relationships/tags" Target="../tags/tag113.xml"/><Relationship Id="rId55" Type="http://schemas.openxmlformats.org/officeDocument/2006/relationships/tags" Target="../tags/tag118.xml"/><Relationship Id="rId76" Type="http://schemas.openxmlformats.org/officeDocument/2006/relationships/tags" Target="../tags/tag139.xml"/><Relationship Id="rId97" Type="http://schemas.openxmlformats.org/officeDocument/2006/relationships/tags" Target="../tags/tag160.xml"/><Relationship Id="rId104" Type="http://schemas.openxmlformats.org/officeDocument/2006/relationships/tags" Target="../tags/tag167.xml"/><Relationship Id="rId7" Type="http://schemas.openxmlformats.org/officeDocument/2006/relationships/tags" Target="../tags/tag70.xml"/><Relationship Id="rId71" Type="http://schemas.openxmlformats.org/officeDocument/2006/relationships/tags" Target="../tags/tag134.xml"/><Relationship Id="rId92" Type="http://schemas.openxmlformats.org/officeDocument/2006/relationships/tags" Target="../tags/tag155.xml"/><Relationship Id="rId2" Type="http://schemas.openxmlformats.org/officeDocument/2006/relationships/tags" Target="../tags/tag65.xml"/><Relationship Id="rId29" Type="http://schemas.openxmlformats.org/officeDocument/2006/relationships/tags" Target="../tags/tag92.xml"/><Relationship Id="rId24" Type="http://schemas.openxmlformats.org/officeDocument/2006/relationships/tags" Target="../tags/tag87.xml"/><Relationship Id="rId40" Type="http://schemas.openxmlformats.org/officeDocument/2006/relationships/tags" Target="../tags/tag103.xml"/><Relationship Id="rId45" Type="http://schemas.openxmlformats.org/officeDocument/2006/relationships/tags" Target="../tags/tag108.xml"/><Relationship Id="rId66" Type="http://schemas.openxmlformats.org/officeDocument/2006/relationships/tags" Target="../tags/tag129.xml"/><Relationship Id="rId87" Type="http://schemas.openxmlformats.org/officeDocument/2006/relationships/tags" Target="../tags/tag150.xml"/><Relationship Id="rId110" Type="http://schemas.openxmlformats.org/officeDocument/2006/relationships/tags" Target="../tags/tag173.xml"/><Relationship Id="rId115" Type="http://schemas.openxmlformats.org/officeDocument/2006/relationships/tags" Target="../tags/tag178.xml"/><Relationship Id="rId61" Type="http://schemas.openxmlformats.org/officeDocument/2006/relationships/tags" Target="../tags/tag124.xml"/><Relationship Id="rId82" Type="http://schemas.openxmlformats.org/officeDocument/2006/relationships/tags" Target="../tags/tag145.xml"/><Relationship Id="rId19" Type="http://schemas.openxmlformats.org/officeDocument/2006/relationships/tags" Target="../tags/tag82.xml"/><Relationship Id="rId14" Type="http://schemas.openxmlformats.org/officeDocument/2006/relationships/tags" Target="../tags/tag77.xml"/><Relationship Id="rId30" Type="http://schemas.openxmlformats.org/officeDocument/2006/relationships/tags" Target="../tags/tag93.xml"/><Relationship Id="rId35" Type="http://schemas.openxmlformats.org/officeDocument/2006/relationships/tags" Target="../tags/tag98.xml"/><Relationship Id="rId56" Type="http://schemas.openxmlformats.org/officeDocument/2006/relationships/tags" Target="../tags/tag119.xml"/><Relationship Id="rId77" Type="http://schemas.openxmlformats.org/officeDocument/2006/relationships/tags" Target="../tags/tag140.xml"/><Relationship Id="rId100" Type="http://schemas.openxmlformats.org/officeDocument/2006/relationships/tags" Target="../tags/tag163.xml"/><Relationship Id="rId105" Type="http://schemas.openxmlformats.org/officeDocument/2006/relationships/tags" Target="../tags/tag168.xml"/><Relationship Id="rId8" Type="http://schemas.openxmlformats.org/officeDocument/2006/relationships/tags" Target="../tags/tag71.xml"/><Relationship Id="rId51" Type="http://schemas.openxmlformats.org/officeDocument/2006/relationships/tags" Target="../tags/tag114.xml"/><Relationship Id="rId72" Type="http://schemas.openxmlformats.org/officeDocument/2006/relationships/tags" Target="../tags/tag135.xml"/><Relationship Id="rId93" Type="http://schemas.openxmlformats.org/officeDocument/2006/relationships/tags" Target="../tags/tag156.xml"/><Relationship Id="rId98" Type="http://schemas.openxmlformats.org/officeDocument/2006/relationships/tags" Target="../tags/tag161.xml"/><Relationship Id="rId3" Type="http://schemas.openxmlformats.org/officeDocument/2006/relationships/tags" Target="../tags/tag66.xml"/><Relationship Id="rId25" Type="http://schemas.openxmlformats.org/officeDocument/2006/relationships/tags" Target="../tags/tag88.xml"/><Relationship Id="rId46" Type="http://schemas.openxmlformats.org/officeDocument/2006/relationships/tags" Target="../tags/tag109.xml"/><Relationship Id="rId67" Type="http://schemas.openxmlformats.org/officeDocument/2006/relationships/tags" Target="../tags/tag130.xml"/><Relationship Id="rId116" Type="http://schemas.openxmlformats.org/officeDocument/2006/relationships/tags" Target="../tags/tag179.xml"/><Relationship Id="rId20" Type="http://schemas.openxmlformats.org/officeDocument/2006/relationships/tags" Target="../tags/tag83.xml"/><Relationship Id="rId41" Type="http://schemas.openxmlformats.org/officeDocument/2006/relationships/tags" Target="../tags/tag104.xml"/><Relationship Id="rId62" Type="http://schemas.openxmlformats.org/officeDocument/2006/relationships/tags" Target="../tags/tag125.xml"/><Relationship Id="rId83" Type="http://schemas.openxmlformats.org/officeDocument/2006/relationships/tags" Target="../tags/tag146.xml"/><Relationship Id="rId88" Type="http://schemas.openxmlformats.org/officeDocument/2006/relationships/tags" Target="../tags/tag151.xml"/><Relationship Id="rId111" Type="http://schemas.openxmlformats.org/officeDocument/2006/relationships/tags" Target="../tags/tag174.xml"/><Relationship Id="rId15" Type="http://schemas.openxmlformats.org/officeDocument/2006/relationships/tags" Target="../tags/tag78.xml"/><Relationship Id="rId36" Type="http://schemas.openxmlformats.org/officeDocument/2006/relationships/tags" Target="../tags/tag99.xml"/><Relationship Id="rId57" Type="http://schemas.openxmlformats.org/officeDocument/2006/relationships/tags" Target="../tags/tag120.xml"/><Relationship Id="rId106" Type="http://schemas.openxmlformats.org/officeDocument/2006/relationships/tags" Target="../tags/tag16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0.xml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2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1.xml"/><Relationship Id="rId5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4.xml"/><Relationship Id="rId5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5.xml"/><Relationship Id="rId5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6.xml"/><Relationship Id="rId5" Type="http://schemas.openxmlformats.org/officeDocument/2006/relationships/image" Target="../media/image34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7.xml"/><Relationship Id="rId5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8.xml"/><Relationship Id="rId5" Type="http://schemas.openxmlformats.org/officeDocument/2006/relationships/image" Target="../media/image35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eg"/><Relationship Id="rId5" Type="http://schemas.openxmlformats.org/officeDocument/2006/relationships/image" Target="../media/image19.png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9.xml"/><Relationship Id="rId5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0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3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26" Type="http://schemas.openxmlformats.org/officeDocument/2006/relationships/tags" Target="../tags/tag219.xml"/><Relationship Id="rId117" Type="http://schemas.openxmlformats.org/officeDocument/2006/relationships/slideLayout" Target="../slideLayouts/slideLayout1.xml"/><Relationship Id="rId21" Type="http://schemas.openxmlformats.org/officeDocument/2006/relationships/tags" Target="../tags/tag214.xml"/><Relationship Id="rId42" Type="http://schemas.openxmlformats.org/officeDocument/2006/relationships/tags" Target="../tags/tag235.xml"/><Relationship Id="rId47" Type="http://schemas.openxmlformats.org/officeDocument/2006/relationships/tags" Target="../tags/tag240.xml"/><Relationship Id="rId63" Type="http://schemas.openxmlformats.org/officeDocument/2006/relationships/tags" Target="../tags/tag256.xml"/><Relationship Id="rId68" Type="http://schemas.openxmlformats.org/officeDocument/2006/relationships/tags" Target="../tags/tag261.xml"/><Relationship Id="rId84" Type="http://schemas.openxmlformats.org/officeDocument/2006/relationships/tags" Target="../tags/tag277.xml"/><Relationship Id="rId89" Type="http://schemas.openxmlformats.org/officeDocument/2006/relationships/tags" Target="../tags/tag282.xml"/><Relationship Id="rId112" Type="http://schemas.openxmlformats.org/officeDocument/2006/relationships/tags" Target="../tags/tag305.xml"/><Relationship Id="rId16" Type="http://schemas.openxmlformats.org/officeDocument/2006/relationships/tags" Target="../tags/tag209.xml"/><Relationship Id="rId107" Type="http://schemas.openxmlformats.org/officeDocument/2006/relationships/tags" Target="../tags/tag300.xml"/><Relationship Id="rId11" Type="http://schemas.openxmlformats.org/officeDocument/2006/relationships/tags" Target="../tags/tag204.xml"/><Relationship Id="rId32" Type="http://schemas.openxmlformats.org/officeDocument/2006/relationships/tags" Target="../tags/tag225.xml"/><Relationship Id="rId37" Type="http://schemas.openxmlformats.org/officeDocument/2006/relationships/tags" Target="../tags/tag230.xml"/><Relationship Id="rId53" Type="http://schemas.openxmlformats.org/officeDocument/2006/relationships/tags" Target="../tags/tag246.xml"/><Relationship Id="rId58" Type="http://schemas.openxmlformats.org/officeDocument/2006/relationships/tags" Target="../tags/tag251.xml"/><Relationship Id="rId74" Type="http://schemas.openxmlformats.org/officeDocument/2006/relationships/tags" Target="../tags/tag267.xml"/><Relationship Id="rId79" Type="http://schemas.openxmlformats.org/officeDocument/2006/relationships/tags" Target="../tags/tag272.xml"/><Relationship Id="rId102" Type="http://schemas.openxmlformats.org/officeDocument/2006/relationships/tags" Target="../tags/tag295.xml"/><Relationship Id="rId5" Type="http://schemas.openxmlformats.org/officeDocument/2006/relationships/tags" Target="../tags/tag198.xml"/><Relationship Id="rId90" Type="http://schemas.openxmlformats.org/officeDocument/2006/relationships/tags" Target="../tags/tag283.xml"/><Relationship Id="rId95" Type="http://schemas.openxmlformats.org/officeDocument/2006/relationships/tags" Target="../tags/tag288.xml"/><Relationship Id="rId22" Type="http://schemas.openxmlformats.org/officeDocument/2006/relationships/tags" Target="../tags/tag215.xml"/><Relationship Id="rId27" Type="http://schemas.openxmlformats.org/officeDocument/2006/relationships/tags" Target="../tags/tag220.xml"/><Relationship Id="rId43" Type="http://schemas.openxmlformats.org/officeDocument/2006/relationships/tags" Target="../tags/tag236.xml"/><Relationship Id="rId48" Type="http://schemas.openxmlformats.org/officeDocument/2006/relationships/tags" Target="../tags/tag241.xml"/><Relationship Id="rId64" Type="http://schemas.openxmlformats.org/officeDocument/2006/relationships/tags" Target="../tags/tag257.xml"/><Relationship Id="rId69" Type="http://schemas.openxmlformats.org/officeDocument/2006/relationships/tags" Target="../tags/tag262.xml"/><Relationship Id="rId113" Type="http://schemas.openxmlformats.org/officeDocument/2006/relationships/tags" Target="../tags/tag306.xml"/><Relationship Id="rId118" Type="http://schemas.openxmlformats.org/officeDocument/2006/relationships/image" Target="../media/image10.jpeg"/><Relationship Id="rId80" Type="http://schemas.openxmlformats.org/officeDocument/2006/relationships/tags" Target="../tags/tag273.xml"/><Relationship Id="rId85" Type="http://schemas.openxmlformats.org/officeDocument/2006/relationships/tags" Target="../tags/tag278.xml"/><Relationship Id="rId12" Type="http://schemas.openxmlformats.org/officeDocument/2006/relationships/tags" Target="../tags/tag205.xml"/><Relationship Id="rId17" Type="http://schemas.openxmlformats.org/officeDocument/2006/relationships/tags" Target="../tags/tag210.xml"/><Relationship Id="rId33" Type="http://schemas.openxmlformats.org/officeDocument/2006/relationships/tags" Target="../tags/tag226.xml"/><Relationship Id="rId38" Type="http://schemas.openxmlformats.org/officeDocument/2006/relationships/tags" Target="../tags/tag231.xml"/><Relationship Id="rId59" Type="http://schemas.openxmlformats.org/officeDocument/2006/relationships/tags" Target="../tags/tag252.xml"/><Relationship Id="rId103" Type="http://schemas.openxmlformats.org/officeDocument/2006/relationships/tags" Target="../tags/tag296.xml"/><Relationship Id="rId108" Type="http://schemas.openxmlformats.org/officeDocument/2006/relationships/tags" Target="../tags/tag301.xml"/><Relationship Id="rId54" Type="http://schemas.openxmlformats.org/officeDocument/2006/relationships/tags" Target="../tags/tag247.xml"/><Relationship Id="rId70" Type="http://schemas.openxmlformats.org/officeDocument/2006/relationships/tags" Target="../tags/tag263.xml"/><Relationship Id="rId75" Type="http://schemas.openxmlformats.org/officeDocument/2006/relationships/tags" Target="../tags/tag268.xml"/><Relationship Id="rId91" Type="http://schemas.openxmlformats.org/officeDocument/2006/relationships/tags" Target="../tags/tag284.xml"/><Relationship Id="rId96" Type="http://schemas.openxmlformats.org/officeDocument/2006/relationships/tags" Target="../tags/tag289.xml"/><Relationship Id="rId1" Type="http://schemas.openxmlformats.org/officeDocument/2006/relationships/tags" Target="../tags/tag194.xml"/><Relationship Id="rId6" Type="http://schemas.openxmlformats.org/officeDocument/2006/relationships/tags" Target="../tags/tag199.xml"/><Relationship Id="rId23" Type="http://schemas.openxmlformats.org/officeDocument/2006/relationships/tags" Target="../tags/tag216.xml"/><Relationship Id="rId28" Type="http://schemas.openxmlformats.org/officeDocument/2006/relationships/tags" Target="../tags/tag221.xml"/><Relationship Id="rId49" Type="http://schemas.openxmlformats.org/officeDocument/2006/relationships/tags" Target="../tags/tag242.xml"/><Relationship Id="rId114" Type="http://schemas.openxmlformats.org/officeDocument/2006/relationships/tags" Target="../tags/tag307.xml"/><Relationship Id="rId119" Type="http://schemas.openxmlformats.org/officeDocument/2006/relationships/image" Target="../media/image3.png"/><Relationship Id="rId10" Type="http://schemas.openxmlformats.org/officeDocument/2006/relationships/tags" Target="../tags/tag203.xml"/><Relationship Id="rId31" Type="http://schemas.openxmlformats.org/officeDocument/2006/relationships/tags" Target="../tags/tag224.xml"/><Relationship Id="rId44" Type="http://schemas.openxmlformats.org/officeDocument/2006/relationships/tags" Target="../tags/tag237.xml"/><Relationship Id="rId52" Type="http://schemas.openxmlformats.org/officeDocument/2006/relationships/tags" Target="../tags/tag245.xml"/><Relationship Id="rId60" Type="http://schemas.openxmlformats.org/officeDocument/2006/relationships/tags" Target="../tags/tag253.xml"/><Relationship Id="rId65" Type="http://schemas.openxmlformats.org/officeDocument/2006/relationships/tags" Target="../tags/tag258.xml"/><Relationship Id="rId73" Type="http://schemas.openxmlformats.org/officeDocument/2006/relationships/tags" Target="../tags/tag266.xml"/><Relationship Id="rId78" Type="http://schemas.openxmlformats.org/officeDocument/2006/relationships/tags" Target="../tags/tag271.xml"/><Relationship Id="rId81" Type="http://schemas.openxmlformats.org/officeDocument/2006/relationships/tags" Target="../tags/tag274.xml"/><Relationship Id="rId86" Type="http://schemas.openxmlformats.org/officeDocument/2006/relationships/tags" Target="../tags/tag279.xml"/><Relationship Id="rId94" Type="http://schemas.openxmlformats.org/officeDocument/2006/relationships/tags" Target="../tags/tag287.xml"/><Relationship Id="rId99" Type="http://schemas.openxmlformats.org/officeDocument/2006/relationships/tags" Target="../tags/tag292.xml"/><Relationship Id="rId101" Type="http://schemas.openxmlformats.org/officeDocument/2006/relationships/tags" Target="../tags/tag294.xml"/><Relationship Id="rId4" Type="http://schemas.openxmlformats.org/officeDocument/2006/relationships/tags" Target="../tags/tag197.xml"/><Relationship Id="rId9" Type="http://schemas.openxmlformats.org/officeDocument/2006/relationships/tags" Target="../tags/tag202.xml"/><Relationship Id="rId13" Type="http://schemas.openxmlformats.org/officeDocument/2006/relationships/tags" Target="../tags/tag206.xml"/><Relationship Id="rId18" Type="http://schemas.openxmlformats.org/officeDocument/2006/relationships/tags" Target="../tags/tag211.xml"/><Relationship Id="rId39" Type="http://schemas.openxmlformats.org/officeDocument/2006/relationships/tags" Target="../tags/tag232.xml"/><Relationship Id="rId109" Type="http://schemas.openxmlformats.org/officeDocument/2006/relationships/tags" Target="../tags/tag302.xml"/><Relationship Id="rId34" Type="http://schemas.openxmlformats.org/officeDocument/2006/relationships/tags" Target="../tags/tag227.xml"/><Relationship Id="rId50" Type="http://schemas.openxmlformats.org/officeDocument/2006/relationships/tags" Target="../tags/tag243.xml"/><Relationship Id="rId55" Type="http://schemas.openxmlformats.org/officeDocument/2006/relationships/tags" Target="../tags/tag248.xml"/><Relationship Id="rId76" Type="http://schemas.openxmlformats.org/officeDocument/2006/relationships/tags" Target="../tags/tag269.xml"/><Relationship Id="rId97" Type="http://schemas.openxmlformats.org/officeDocument/2006/relationships/tags" Target="../tags/tag290.xml"/><Relationship Id="rId104" Type="http://schemas.openxmlformats.org/officeDocument/2006/relationships/tags" Target="../tags/tag297.xml"/><Relationship Id="rId7" Type="http://schemas.openxmlformats.org/officeDocument/2006/relationships/tags" Target="../tags/tag200.xml"/><Relationship Id="rId71" Type="http://schemas.openxmlformats.org/officeDocument/2006/relationships/tags" Target="../tags/tag264.xml"/><Relationship Id="rId92" Type="http://schemas.openxmlformats.org/officeDocument/2006/relationships/tags" Target="../tags/tag285.xml"/><Relationship Id="rId2" Type="http://schemas.openxmlformats.org/officeDocument/2006/relationships/tags" Target="../tags/tag195.xml"/><Relationship Id="rId29" Type="http://schemas.openxmlformats.org/officeDocument/2006/relationships/tags" Target="../tags/tag222.xml"/><Relationship Id="rId24" Type="http://schemas.openxmlformats.org/officeDocument/2006/relationships/tags" Target="../tags/tag217.xml"/><Relationship Id="rId40" Type="http://schemas.openxmlformats.org/officeDocument/2006/relationships/tags" Target="../tags/tag233.xml"/><Relationship Id="rId45" Type="http://schemas.openxmlformats.org/officeDocument/2006/relationships/tags" Target="../tags/tag238.xml"/><Relationship Id="rId66" Type="http://schemas.openxmlformats.org/officeDocument/2006/relationships/tags" Target="../tags/tag259.xml"/><Relationship Id="rId87" Type="http://schemas.openxmlformats.org/officeDocument/2006/relationships/tags" Target="../tags/tag280.xml"/><Relationship Id="rId110" Type="http://schemas.openxmlformats.org/officeDocument/2006/relationships/tags" Target="../tags/tag303.xml"/><Relationship Id="rId115" Type="http://schemas.openxmlformats.org/officeDocument/2006/relationships/tags" Target="../tags/tag308.xml"/><Relationship Id="rId61" Type="http://schemas.openxmlformats.org/officeDocument/2006/relationships/tags" Target="../tags/tag254.xml"/><Relationship Id="rId82" Type="http://schemas.openxmlformats.org/officeDocument/2006/relationships/tags" Target="../tags/tag275.xml"/><Relationship Id="rId19" Type="http://schemas.openxmlformats.org/officeDocument/2006/relationships/tags" Target="../tags/tag212.xml"/><Relationship Id="rId14" Type="http://schemas.openxmlformats.org/officeDocument/2006/relationships/tags" Target="../tags/tag207.xml"/><Relationship Id="rId30" Type="http://schemas.openxmlformats.org/officeDocument/2006/relationships/tags" Target="../tags/tag223.xml"/><Relationship Id="rId35" Type="http://schemas.openxmlformats.org/officeDocument/2006/relationships/tags" Target="../tags/tag228.xml"/><Relationship Id="rId56" Type="http://schemas.openxmlformats.org/officeDocument/2006/relationships/tags" Target="../tags/tag249.xml"/><Relationship Id="rId77" Type="http://schemas.openxmlformats.org/officeDocument/2006/relationships/tags" Target="../tags/tag270.xml"/><Relationship Id="rId100" Type="http://schemas.openxmlformats.org/officeDocument/2006/relationships/tags" Target="../tags/tag293.xml"/><Relationship Id="rId105" Type="http://schemas.openxmlformats.org/officeDocument/2006/relationships/tags" Target="../tags/tag298.xml"/><Relationship Id="rId8" Type="http://schemas.openxmlformats.org/officeDocument/2006/relationships/tags" Target="../tags/tag201.xml"/><Relationship Id="rId51" Type="http://schemas.openxmlformats.org/officeDocument/2006/relationships/tags" Target="../tags/tag244.xml"/><Relationship Id="rId72" Type="http://schemas.openxmlformats.org/officeDocument/2006/relationships/tags" Target="../tags/tag265.xml"/><Relationship Id="rId93" Type="http://schemas.openxmlformats.org/officeDocument/2006/relationships/tags" Target="../tags/tag286.xml"/><Relationship Id="rId98" Type="http://schemas.openxmlformats.org/officeDocument/2006/relationships/tags" Target="../tags/tag291.xml"/><Relationship Id="rId3" Type="http://schemas.openxmlformats.org/officeDocument/2006/relationships/tags" Target="../tags/tag196.xml"/><Relationship Id="rId25" Type="http://schemas.openxmlformats.org/officeDocument/2006/relationships/tags" Target="../tags/tag218.xml"/><Relationship Id="rId46" Type="http://schemas.openxmlformats.org/officeDocument/2006/relationships/tags" Target="../tags/tag239.xml"/><Relationship Id="rId67" Type="http://schemas.openxmlformats.org/officeDocument/2006/relationships/tags" Target="../tags/tag260.xml"/><Relationship Id="rId116" Type="http://schemas.openxmlformats.org/officeDocument/2006/relationships/tags" Target="../tags/tag309.xml"/><Relationship Id="rId20" Type="http://schemas.openxmlformats.org/officeDocument/2006/relationships/tags" Target="../tags/tag213.xml"/><Relationship Id="rId41" Type="http://schemas.openxmlformats.org/officeDocument/2006/relationships/tags" Target="../tags/tag234.xml"/><Relationship Id="rId62" Type="http://schemas.openxmlformats.org/officeDocument/2006/relationships/tags" Target="../tags/tag255.xml"/><Relationship Id="rId83" Type="http://schemas.openxmlformats.org/officeDocument/2006/relationships/tags" Target="../tags/tag276.xml"/><Relationship Id="rId88" Type="http://schemas.openxmlformats.org/officeDocument/2006/relationships/tags" Target="../tags/tag281.xml"/><Relationship Id="rId111" Type="http://schemas.openxmlformats.org/officeDocument/2006/relationships/tags" Target="../tags/tag304.xml"/><Relationship Id="rId15" Type="http://schemas.openxmlformats.org/officeDocument/2006/relationships/tags" Target="../tags/tag208.xml"/><Relationship Id="rId36" Type="http://schemas.openxmlformats.org/officeDocument/2006/relationships/tags" Target="../tags/tag229.xml"/><Relationship Id="rId57" Type="http://schemas.openxmlformats.org/officeDocument/2006/relationships/tags" Target="../tags/tag250.xml"/><Relationship Id="rId106" Type="http://schemas.openxmlformats.org/officeDocument/2006/relationships/tags" Target="../tags/tag29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5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5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5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5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5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5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6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6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6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6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6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6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6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6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6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6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3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jpe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3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0.png"/><Relationship Id="rId4" Type="http://schemas.openxmlformats.org/officeDocument/2006/relationships/image" Target="../media/image7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71.png"/><Relationship Id="rId4" Type="http://schemas.openxmlformats.org/officeDocument/2006/relationships/image" Target="../media/image7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3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2.png"/><Relationship Id="rId4" Type="http://schemas.openxmlformats.org/officeDocument/2006/relationships/image" Target="../media/image7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3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5.png"/><Relationship Id="rId4" Type="http://schemas.openxmlformats.org/officeDocument/2006/relationships/image" Target="../media/image7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3.png"/><Relationship Id="rId4" Type="http://schemas.openxmlformats.org/officeDocument/2006/relationships/audio" Target="../media/audio1.wav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3.png"/><Relationship Id="rId4" Type="http://schemas.openxmlformats.org/officeDocument/2006/relationships/audio" Target="../media/audio1.wav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3.png"/><Relationship Id="rId4" Type="http://schemas.openxmlformats.org/officeDocument/2006/relationships/audio" Target="../media/audio1.wav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3.png"/><Relationship Id="rId4" Type="http://schemas.openxmlformats.org/officeDocument/2006/relationships/audio" Target="../media/audio1.wav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8.jpe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8.jpe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8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0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3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1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3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3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75.xml.rels><?xml version="1.0" encoding="UTF-8" standalone="yes"?>
<Relationships xmlns="http://schemas.openxmlformats.org/package/2006/relationships"><Relationship Id="rId26" Type="http://schemas.openxmlformats.org/officeDocument/2006/relationships/tags" Target="../tags/tag338.xml"/><Relationship Id="rId117" Type="http://schemas.openxmlformats.org/officeDocument/2006/relationships/slideLayout" Target="../slideLayouts/slideLayout1.xml"/><Relationship Id="rId21" Type="http://schemas.openxmlformats.org/officeDocument/2006/relationships/tags" Target="../tags/tag333.xml"/><Relationship Id="rId42" Type="http://schemas.openxmlformats.org/officeDocument/2006/relationships/tags" Target="../tags/tag354.xml"/><Relationship Id="rId47" Type="http://schemas.openxmlformats.org/officeDocument/2006/relationships/tags" Target="../tags/tag359.xml"/><Relationship Id="rId63" Type="http://schemas.openxmlformats.org/officeDocument/2006/relationships/tags" Target="../tags/tag375.xml"/><Relationship Id="rId68" Type="http://schemas.openxmlformats.org/officeDocument/2006/relationships/tags" Target="../tags/tag380.xml"/><Relationship Id="rId84" Type="http://schemas.openxmlformats.org/officeDocument/2006/relationships/tags" Target="../tags/tag396.xml"/><Relationship Id="rId89" Type="http://schemas.openxmlformats.org/officeDocument/2006/relationships/tags" Target="../tags/tag401.xml"/><Relationship Id="rId112" Type="http://schemas.openxmlformats.org/officeDocument/2006/relationships/tags" Target="../tags/tag424.xml"/><Relationship Id="rId16" Type="http://schemas.openxmlformats.org/officeDocument/2006/relationships/tags" Target="../tags/tag328.xml"/><Relationship Id="rId107" Type="http://schemas.openxmlformats.org/officeDocument/2006/relationships/tags" Target="../tags/tag419.xml"/><Relationship Id="rId11" Type="http://schemas.openxmlformats.org/officeDocument/2006/relationships/tags" Target="../tags/tag323.xml"/><Relationship Id="rId32" Type="http://schemas.openxmlformats.org/officeDocument/2006/relationships/tags" Target="../tags/tag344.xml"/><Relationship Id="rId37" Type="http://schemas.openxmlformats.org/officeDocument/2006/relationships/tags" Target="../tags/tag349.xml"/><Relationship Id="rId53" Type="http://schemas.openxmlformats.org/officeDocument/2006/relationships/tags" Target="../tags/tag365.xml"/><Relationship Id="rId58" Type="http://schemas.openxmlformats.org/officeDocument/2006/relationships/tags" Target="../tags/tag370.xml"/><Relationship Id="rId74" Type="http://schemas.openxmlformats.org/officeDocument/2006/relationships/tags" Target="../tags/tag386.xml"/><Relationship Id="rId79" Type="http://schemas.openxmlformats.org/officeDocument/2006/relationships/tags" Target="../tags/tag391.xml"/><Relationship Id="rId102" Type="http://schemas.openxmlformats.org/officeDocument/2006/relationships/tags" Target="../tags/tag414.xml"/><Relationship Id="rId5" Type="http://schemas.openxmlformats.org/officeDocument/2006/relationships/tags" Target="../tags/tag317.xml"/><Relationship Id="rId90" Type="http://schemas.openxmlformats.org/officeDocument/2006/relationships/tags" Target="../tags/tag402.xml"/><Relationship Id="rId95" Type="http://schemas.openxmlformats.org/officeDocument/2006/relationships/tags" Target="../tags/tag407.xml"/><Relationship Id="rId22" Type="http://schemas.openxmlformats.org/officeDocument/2006/relationships/tags" Target="../tags/tag334.xml"/><Relationship Id="rId27" Type="http://schemas.openxmlformats.org/officeDocument/2006/relationships/tags" Target="../tags/tag339.xml"/><Relationship Id="rId43" Type="http://schemas.openxmlformats.org/officeDocument/2006/relationships/tags" Target="../tags/tag355.xml"/><Relationship Id="rId48" Type="http://schemas.openxmlformats.org/officeDocument/2006/relationships/tags" Target="../tags/tag360.xml"/><Relationship Id="rId64" Type="http://schemas.openxmlformats.org/officeDocument/2006/relationships/tags" Target="../tags/tag376.xml"/><Relationship Id="rId69" Type="http://schemas.openxmlformats.org/officeDocument/2006/relationships/tags" Target="../tags/tag381.xml"/><Relationship Id="rId113" Type="http://schemas.openxmlformats.org/officeDocument/2006/relationships/tags" Target="../tags/tag425.xml"/><Relationship Id="rId118" Type="http://schemas.openxmlformats.org/officeDocument/2006/relationships/image" Target="../media/image10.jpeg"/><Relationship Id="rId80" Type="http://schemas.openxmlformats.org/officeDocument/2006/relationships/tags" Target="../tags/tag392.xml"/><Relationship Id="rId85" Type="http://schemas.openxmlformats.org/officeDocument/2006/relationships/tags" Target="../tags/tag397.xml"/><Relationship Id="rId12" Type="http://schemas.openxmlformats.org/officeDocument/2006/relationships/tags" Target="../tags/tag324.xml"/><Relationship Id="rId17" Type="http://schemas.openxmlformats.org/officeDocument/2006/relationships/tags" Target="../tags/tag329.xml"/><Relationship Id="rId33" Type="http://schemas.openxmlformats.org/officeDocument/2006/relationships/tags" Target="../tags/tag345.xml"/><Relationship Id="rId38" Type="http://schemas.openxmlformats.org/officeDocument/2006/relationships/tags" Target="../tags/tag350.xml"/><Relationship Id="rId59" Type="http://schemas.openxmlformats.org/officeDocument/2006/relationships/tags" Target="../tags/tag371.xml"/><Relationship Id="rId103" Type="http://schemas.openxmlformats.org/officeDocument/2006/relationships/tags" Target="../tags/tag415.xml"/><Relationship Id="rId108" Type="http://schemas.openxmlformats.org/officeDocument/2006/relationships/tags" Target="../tags/tag420.xml"/><Relationship Id="rId54" Type="http://schemas.openxmlformats.org/officeDocument/2006/relationships/tags" Target="../tags/tag366.xml"/><Relationship Id="rId70" Type="http://schemas.openxmlformats.org/officeDocument/2006/relationships/tags" Target="../tags/tag382.xml"/><Relationship Id="rId75" Type="http://schemas.openxmlformats.org/officeDocument/2006/relationships/tags" Target="../tags/tag387.xml"/><Relationship Id="rId91" Type="http://schemas.openxmlformats.org/officeDocument/2006/relationships/tags" Target="../tags/tag403.xml"/><Relationship Id="rId96" Type="http://schemas.openxmlformats.org/officeDocument/2006/relationships/tags" Target="../tags/tag408.xml"/><Relationship Id="rId1" Type="http://schemas.openxmlformats.org/officeDocument/2006/relationships/tags" Target="../tags/tag313.xml"/><Relationship Id="rId6" Type="http://schemas.openxmlformats.org/officeDocument/2006/relationships/tags" Target="../tags/tag318.xml"/><Relationship Id="rId23" Type="http://schemas.openxmlformats.org/officeDocument/2006/relationships/tags" Target="../tags/tag335.xml"/><Relationship Id="rId28" Type="http://schemas.openxmlformats.org/officeDocument/2006/relationships/tags" Target="../tags/tag340.xml"/><Relationship Id="rId49" Type="http://schemas.openxmlformats.org/officeDocument/2006/relationships/tags" Target="../tags/tag361.xml"/><Relationship Id="rId114" Type="http://schemas.openxmlformats.org/officeDocument/2006/relationships/tags" Target="../tags/tag426.xml"/><Relationship Id="rId119" Type="http://schemas.openxmlformats.org/officeDocument/2006/relationships/image" Target="../media/image3.png"/><Relationship Id="rId10" Type="http://schemas.openxmlformats.org/officeDocument/2006/relationships/tags" Target="../tags/tag322.xml"/><Relationship Id="rId31" Type="http://schemas.openxmlformats.org/officeDocument/2006/relationships/tags" Target="../tags/tag343.xml"/><Relationship Id="rId44" Type="http://schemas.openxmlformats.org/officeDocument/2006/relationships/tags" Target="../tags/tag356.xml"/><Relationship Id="rId52" Type="http://schemas.openxmlformats.org/officeDocument/2006/relationships/tags" Target="../tags/tag364.xml"/><Relationship Id="rId60" Type="http://schemas.openxmlformats.org/officeDocument/2006/relationships/tags" Target="../tags/tag372.xml"/><Relationship Id="rId65" Type="http://schemas.openxmlformats.org/officeDocument/2006/relationships/tags" Target="../tags/tag377.xml"/><Relationship Id="rId73" Type="http://schemas.openxmlformats.org/officeDocument/2006/relationships/tags" Target="../tags/tag385.xml"/><Relationship Id="rId78" Type="http://schemas.openxmlformats.org/officeDocument/2006/relationships/tags" Target="../tags/tag390.xml"/><Relationship Id="rId81" Type="http://schemas.openxmlformats.org/officeDocument/2006/relationships/tags" Target="../tags/tag393.xml"/><Relationship Id="rId86" Type="http://schemas.openxmlformats.org/officeDocument/2006/relationships/tags" Target="../tags/tag398.xml"/><Relationship Id="rId94" Type="http://schemas.openxmlformats.org/officeDocument/2006/relationships/tags" Target="../tags/tag406.xml"/><Relationship Id="rId99" Type="http://schemas.openxmlformats.org/officeDocument/2006/relationships/tags" Target="../tags/tag411.xml"/><Relationship Id="rId101" Type="http://schemas.openxmlformats.org/officeDocument/2006/relationships/tags" Target="../tags/tag413.xml"/><Relationship Id="rId4" Type="http://schemas.openxmlformats.org/officeDocument/2006/relationships/tags" Target="../tags/tag316.xml"/><Relationship Id="rId9" Type="http://schemas.openxmlformats.org/officeDocument/2006/relationships/tags" Target="../tags/tag321.xml"/><Relationship Id="rId13" Type="http://schemas.openxmlformats.org/officeDocument/2006/relationships/tags" Target="../tags/tag325.xml"/><Relationship Id="rId18" Type="http://schemas.openxmlformats.org/officeDocument/2006/relationships/tags" Target="../tags/tag330.xml"/><Relationship Id="rId39" Type="http://schemas.openxmlformats.org/officeDocument/2006/relationships/tags" Target="../tags/tag351.xml"/><Relationship Id="rId109" Type="http://schemas.openxmlformats.org/officeDocument/2006/relationships/tags" Target="../tags/tag421.xml"/><Relationship Id="rId34" Type="http://schemas.openxmlformats.org/officeDocument/2006/relationships/tags" Target="../tags/tag346.xml"/><Relationship Id="rId50" Type="http://schemas.openxmlformats.org/officeDocument/2006/relationships/tags" Target="../tags/tag362.xml"/><Relationship Id="rId55" Type="http://schemas.openxmlformats.org/officeDocument/2006/relationships/tags" Target="../tags/tag367.xml"/><Relationship Id="rId76" Type="http://schemas.openxmlformats.org/officeDocument/2006/relationships/tags" Target="../tags/tag388.xml"/><Relationship Id="rId97" Type="http://schemas.openxmlformats.org/officeDocument/2006/relationships/tags" Target="../tags/tag409.xml"/><Relationship Id="rId104" Type="http://schemas.openxmlformats.org/officeDocument/2006/relationships/tags" Target="../tags/tag416.xml"/><Relationship Id="rId7" Type="http://schemas.openxmlformats.org/officeDocument/2006/relationships/tags" Target="../tags/tag319.xml"/><Relationship Id="rId71" Type="http://schemas.openxmlformats.org/officeDocument/2006/relationships/tags" Target="../tags/tag383.xml"/><Relationship Id="rId92" Type="http://schemas.openxmlformats.org/officeDocument/2006/relationships/tags" Target="../tags/tag404.xml"/><Relationship Id="rId2" Type="http://schemas.openxmlformats.org/officeDocument/2006/relationships/tags" Target="../tags/tag314.xml"/><Relationship Id="rId29" Type="http://schemas.openxmlformats.org/officeDocument/2006/relationships/tags" Target="../tags/tag341.xml"/><Relationship Id="rId24" Type="http://schemas.openxmlformats.org/officeDocument/2006/relationships/tags" Target="../tags/tag336.xml"/><Relationship Id="rId40" Type="http://schemas.openxmlformats.org/officeDocument/2006/relationships/tags" Target="../tags/tag352.xml"/><Relationship Id="rId45" Type="http://schemas.openxmlformats.org/officeDocument/2006/relationships/tags" Target="../tags/tag357.xml"/><Relationship Id="rId66" Type="http://schemas.openxmlformats.org/officeDocument/2006/relationships/tags" Target="../tags/tag378.xml"/><Relationship Id="rId87" Type="http://schemas.openxmlformats.org/officeDocument/2006/relationships/tags" Target="../tags/tag399.xml"/><Relationship Id="rId110" Type="http://schemas.openxmlformats.org/officeDocument/2006/relationships/tags" Target="../tags/tag422.xml"/><Relationship Id="rId115" Type="http://schemas.openxmlformats.org/officeDocument/2006/relationships/tags" Target="../tags/tag427.xml"/><Relationship Id="rId61" Type="http://schemas.openxmlformats.org/officeDocument/2006/relationships/tags" Target="../tags/tag373.xml"/><Relationship Id="rId82" Type="http://schemas.openxmlformats.org/officeDocument/2006/relationships/tags" Target="../tags/tag394.xml"/><Relationship Id="rId19" Type="http://schemas.openxmlformats.org/officeDocument/2006/relationships/tags" Target="../tags/tag331.xml"/><Relationship Id="rId14" Type="http://schemas.openxmlformats.org/officeDocument/2006/relationships/tags" Target="../tags/tag326.xml"/><Relationship Id="rId30" Type="http://schemas.openxmlformats.org/officeDocument/2006/relationships/tags" Target="../tags/tag342.xml"/><Relationship Id="rId35" Type="http://schemas.openxmlformats.org/officeDocument/2006/relationships/tags" Target="../tags/tag347.xml"/><Relationship Id="rId56" Type="http://schemas.openxmlformats.org/officeDocument/2006/relationships/tags" Target="../tags/tag368.xml"/><Relationship Id="rId77" Type="http://schemas.openxmlformats.org/officeDocument/2006/relationships/tags" Target="../tags/tag389.xml"/><Relationship Id="rId100" Type="http://schemas.openxmlformats.org/officeDocument/2006/relationships/tags" Target="../tags/tag412.xml"/><Relationship Id="rId105" Type="http://schemas.openxmlformats.org/officeDocument/2006/relationships/tags" Target="../tags/tag417.xml"/><Relationship Id="rId8" Type="http://schemas.openxmlformats.org/officeDocument/2006/relationships/tags" Target="../tags/tag320.xml"/><Relationship Id="rId51" Type="http://schemas.openxmlformats.org/officeDocument/2006/relationships/tags" Target="../tags/tag363.xml"/><Relationship Id="rId72" Type="http://schemas.openxmlformats.org/officeDocument/2006/relationships/tags" Target="../tags/tag384.xml"/><Relationship Id="rId93" Type="http://schemas.openxmlformats.org/officeDocument/2006/relationships/tags" Target="../tags/tag405.xml"/><Relationship Id="rId98" Type="http://schemas.openxmlformats.org/officeDocument/2006/relationships/tags" Target="../tags/tag410.xml"/><Relationship Id="rId3" Type="http://schemas.openxmlformats.org/officeDocument/2006/relationships/tags" Target="../tags/tag315.xml"/><Relationship Id="rId25" Type="http://schemas.openxmlformats.org/officeDocument/2006/relationships/tags" Target="../tags/tag337.xml"/><Relationship Id="rId46" Type="http://schemas.openxmlformats.org/officeDocument/2006/relationships/tags" Target="../tags/tag358.xml"/><Relationship Id="rId67" Type="http://schemas.openxmlformats.org/officeDocument/2006/relationships/tags" Target="../tags/tag379.xml"/><Relationship Id="rId116" Type="http://schemas.openxmlformats.org/officeDocument/2006/relationships/tags" Target="../tags/tag428.xml"/><Relationship Id="rId20" Type="http://schemas.openxmlformats.org/officeDocument/2006/relationships/tags" Target="../tags/tag332.xml"/><Relationship Id="rId41" Type="http://schemas.openxmlformats.org/officeDocument/2006/relationships/tags" Target="../tags/tag353.xml"/><Relationship Id="rId62" Type="http://schemas.openxmlformats.org/officeDocument/2006/relationships/tags" Target="../tags/tag374.xml"/><Relationship Id="rId83" Type="http://schemas.openxmlformats.org/officeDocument/2006/relationships/tags" Target="../tags/tag395.xml"/><Relationship Id="rId88" Type="http://schemas.openxmlformats.org/officeDocument/2006/relationships/tags" Target="../tags/tag400.xml"/><Relationship Id="rId111" Type="http://schemas.openxmlformats.org/officeDocument/2006/relationships/tags" Target="../tags/tag423.xml"/><Relationship Id="rId15" Type="http://schemas.openxmlformats.org/officeDocument/2006/relationships/tags" Target="../tags/tag327.xml"/><Relationship Id="rId36" Type="http://schemas.openxmlformats.org/officeDocument/2006/relationships/tags" Target="../tags/tag348.xml"/><Relationship Id="rId57" Type="http://schemas.openxmlformats.org/officeDocument/2006/relationships/tags" Target="../tags/tag369.xml"/><Relationship Id="rId106" Type="http://schemas.openxmlformats.org/officeDocument/2006/relationships/tags" Target="../tags/tag418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3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9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9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92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93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94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95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96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98.png"/><Relationship Id="rId5" Type="http://schemas.openxmlformats.org/officeDocument/2006/relationships/image" Target="../media/image8.png"/><Relationship Id="rId4" Type="http://schemas.openxmlformats.org/officeDocument/2006/relationships/image" Target="../media/image97.jpe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角矩形 15"/>
          <p:cNvSpPr/>
          <p:nvPr/>
        </p:nvSpPr>
        <p:spPr>
          <a:xfrm>
            <a:off x="2840990" y="5373370"/>
            <a:ext cx="9256395" cy="1152525"/>
          </a:xfrm>
          <a:prstGeom prst="roundRect">
            <a:avLst/>
          </a:prstGeom>
          <a:noFill/>
          <a:ln>
            <a:solidFill>
              <a:srgbClr val="2536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10"/>
          <p:cNvSpPr txBox="1"/>
          <p:nvPr/>
        </p:nvSpPr>
        <p:spPr>
          <a:xfrm>
            <a:off x="2840355" y="5549900"/>
            <a:ext cx="93389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本课件和教学视频著作权归大敏姐姐所有，未经授权进行搬运、洗稿、二次转发、销售等侵权行为，都属于</a:t>
            </a:r>
            <a:r>
              <a:rPr lang="zh-CN" altLang="en-US" sz="2400" b="1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违法</a:t>
            </a:r>
            <a:r>
              <a:rPr lang="zh-CN" altLang="en-US" sz="2400" b="1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。</a:t>
            </a:r>
            <a:r>
              <a:rPr lang="zh-CN" altLang="en-US" sz="2400" b="1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违者绝对追责到底！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-25082" y="547370"/>
            <a:ext cx="70218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28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感谢选择大敏姐姐</a:t>
            </a:r>
            <a:r>
              <a:rPr lang="zh-CN" altLang="en-US" sz="2800" b="1" dirty="0">
                <a:solidFill>
                  <a:srgbClr val="25366A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原创高品质</a:t>
            </a:r>
            <a:r>
              <a:rPr lang="en-US" altLang="zh-CN" sz="28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HSK</a:t>
            </a:r>
            <a:r>
              <a:rPr lang="zh-CN" altLang="en-US" sz="28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系列课件</a:t>
            </a:r>
            <a:r>
              <a:rPr lang="en-US" altLang="zh-CN" sz="28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!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7752398" y="2694940"/>
            <a:ext cx="2169795" cy="1468755"/>
            <a:chOff x="12547" y="3585"/>
            <a:chExt cx="3417" cy="2313"/>
          </a:xfrm>
        </p:grpSpPr>
        <p:pic>
          <p:nvPicPr>
            <p:cNvPr id="1026" name="Picture 2" descr="C:\Users\Administrator\Desktop\小红书logo_副本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2547" y="3585"/>
              <a:ext cx="1041" cy="1044"/>
            </a:xfrm>
            <a:prstGeom prst="rect">
              <a:avLst/>
            </a:prstGeom>
            <a:noFill/>
          </p:spPr>
        </p:pic>
        <p:sp>
          <p:nvSpPr>
            <p:cNvPr id="17" name="TextBox 9"/>
            <p:cNvSpPr txBox="1"/>
            <p:nvPr/>
          </p:nvSpPr>
          <p:spPr>
            <a:xfrm>
              <a:off x="13778" y="3855"/>
              <a:ext cx="218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@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大敏姐姐</a:t>
              </a:r>
            </a:p>
          </p:txBody>
        </p:sp>
        <p:pic>
          <p:nvPicPr>
            <p:cNvPr id="1027" name="Picture 3" descr="C:\Users\Administrator\Desktop\微信_副本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2561" y="4897"/>
              <a:ext cx="996" cy="1001"/>
            </a:xfrm>
            <a:prstGeom prst="rect">
              <a:avLst/>
            </a:prstGeom>
            <a:noFill/>
          </p:spPr>
        </p:pic>
        <p:sp>
          <p:nvSpPr>
            <p:cNvPr id="18" name="TextBox 10"/>
            <p:cNvSpPr txBox="1"/>
            <p:nvPr/>
          </p:nvSpPr>
          <p:spPr>
            <a:xfrm>
              <a:off x="13873" y="5046"/>
              <a:ext cx="20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3CB035"/>
                  </a:solidFill>
                  <a:latin typeface="微软雅黑" panose="020B0503020204020204" charset="-122"/>
                  <a:ea typeface="微软雅黑" panose="020B0503020204020204" charset="-122"/>
                </a:rPr>
                <a:t>dmgqs01</a:t>
              </a:r>
            </a:p>
          </p:txBody>
        </p:sp>
      </p:grpSp>
      <p:pic>
        <p:nvPicPr>
          <p:cNvPr id="2" name="图片 1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6" name="图片 5" descr="D:\大敏\HSK课件宣传\图片素材\HSK5\封面.png封面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1280" y="1222375"/>
            <a:ext cx="5979160" cy="3486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1870710" y="5804535"/>
            <a:ext cx="8606155" cy="707390"/>
            <a:chOff x="1881" y="8688"/>
            <a:chExt cx="16683" cy="1114"/>
          </a:xfrm>
        </p:grpSpPr>
        <p:sp>
          <p:nvSpPr>
            <p:cNvPr id="16" name="圆角矩形 15"/>
            <p:cNvSpPr/>
            <p:nvPr/>
          </p:nvSpPr>
          <p:spPr>
            <a:xfrm>
              <a:off x="1881" y="8688"/>
              <a:ext cx="16683" cy="1106"/>
            </a:xfrm>
            <a:prstGeom prst="roundRect">
              <a:avLst/>
            </a:prstGeom>
            <a:noFill/>
            <a:ln>
              <a:solidFill>
                <a:srgbClr val="2536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TextBox 10"/>
            <p:cNvSpPr txBox="1"/>
            <p:nvPr/>
          </p:nvSpPr>
          <p:spPr>
            <a:xfrm>
              <a:off x="1881" y="8786"/>
              <a:ext cx="1668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+mn-ea"/>
                </a:rPr>
                <a:t>本课件和教学视频著作权归大敏姐姐所有，未经授权进行搬运、洗稿、二次转发、销售等侵权行为，都属于</a:t>
              </a:r>
              <a:r>
                <a:rPr lang="zh-CN" altLang="en-US" b="1" dirty="0">
                  <a:solidFill>
                    <a:srgbClr val="FF0000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+mn-ea"/>
                </a:rPr>
                <a:t>违法</a:t>
              </a:r>
              <a:r>
                <a:rPr lang="zh-CN" altLang="en-US" b="1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+mn-ea"/>
                </a:rPr>
                <a:t>。</a:t>
              </a:r>
              <a:r>
                <a:rPr lang="zh-CN" altLang="en-US" b="1" dirty="0">
                  <a:solidFill>
                    <a:srgbClr val="FF0000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+mn-ea"/>
                </a:rPr>
                <a:t>违者绝对追责到底！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870393" y="403860"/>
            <a:ext cx="845121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32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使用须知</a:t>
            </a:r>
            <a:r>
              <a:rPr lang="zh-CN" altLang="en-US" sz="3200" b="1" dirty="0">
                <a:solidFill>
                  <a:srgbClr val="FF000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👇</a:t>
            </a:r>
          </a:p>
        </p:txBody>
      </p:sp>
      <p:sp>
        <p:nvSpPr>
          <p:cNvPr id="23" name="矩形: 圆角 22"/>
          <p:cNvSpPr/>
          <p:nvPr/>
        </p:nvSpPr>
        <p:spPr bwMode="auto">
          <a:xfrm>
            <a:off x="2287588" y="2475230"/>
            <a:ext cx="7659370" cy="396240"/>
          </a:xfrm>
          <a:prstGeom prst="roundRect">
            <a:avLst>
              <a:gd name="adj" fmla="val 50000"/>
            </a:avLst>
          </a:prstGeom>
          <a:solidFill>
            <a:srgbClr val="B3915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矩形: 圆角 23"/>
          <p:cNvSpPr/>
          <p:nvPr/>
        </p:nvSpPr>
        <p:spPr bwMode="auto">
          <a:xfrm>
            <a:off x="2287588" y="3088640"/>
            <a:ext cx="7659370" cy="396240"/>
          </a:xfrm>
          <a:prstGeom prst="roundRect">
            <a:avLst>
              <a:gd name="adj" fmla="val 50000"/>
            </a:avLst>
          </a:prstGeom>
          <a:solidFill>
            <a:srgbClr val="B3915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矩形: 圆角 19"/>
          <p:cNvSpPr/>
          <p:nvPr/>
        </p:nvSpPr>
        <p:spPr bwMode="auto">
          <a:xfrm>
            <a:off x="2287588" y="1861185"/>
            <a:ext cx="7659370" cy="396240"/>
          </a:xfrm>
          <a:prstGeom prst="roundRect">
            <a:avLst>
              <a:gd name="adj" fmla="val 50000"/>
            </a:avLst>
          </a:prstGeom>
          <a:solidFill>
            <a:srgbClr val="B3915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60333" y="1889760"/>
            <a:ext cx="69088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本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必须全屏播放才有动画和音效，手机打开和非全屏播放无效果。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660333" y="2503805"/>
            <a:ext cx="69627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本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包含：教学内容和目标、课堂中老师涉及的英语句子、学生教学内容。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660333" y="3117850"/>
            <a:ext cx="74110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动画修改方式：当前内容上，鼠标右键进行素材替换。请勿删除！否则无动效！</a:t>
            </a:r>
          </a:p>
        </p:txBody>
      </p:sp>
      <p:grpSp>
        <p:nvGrpSpPr>
          <p:cNvPr id="34" name="组合 33"/>
          <p:cNvGrpSpPr/>
          <p:nvPr/>
        </p:nvGrpSpPr>
        <p:grpSpPr>
          <a:xfrm>
            <a:off x="2245043" y="1755140"/>
            <a:ext cx="248920" cy="248920"/>
            <a:chOff x="4536440" y="-1071880"/>
            <a:chExt cx="416560" cy="416560"/>
          </a:xfrm>
        </p:grpSpPr>
        <p:sp>
          <p:nvSpPr>
            <p:cNvPr id="33" name="椭圆 32"/>
            <p:cNvSpPr/>
            <p:nvPr/>
          </p:nvSpPr>
          <p:spPr bwMode="auto">
            <a:xfrm>
              <a:off x="4536440" y="-1071880"/>
              <a:ext cx="416560" cy="41656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Freeform 5"/>
            <p:cNvSpPr>
              <a:spLocks noEditPoints="1"/>
            </p:cNvSpPr>
            <p:nvPr/>
          </p:nvSpPr>
          <p:spPr bwMode="auto">
            <a:xfrm>
              <a:off x="4632366" y="-973129"/>
              <a:ext cx="224708" cy="219058"/>
            </a:xfrm>
            <a:custGeom>
              <a:avLst/>
              <a:gdLst>
                <a:gd name="T0" fmla="*/ 626 w 2238"/>
                <a:gd name="T1" fmla="*/ 1006 h 2182"/>
                <a:gd name="T2" fmla="*/ 929 w 2238"/>
                <a:gd name="T3" fmla="*/ 1594 h 2182"/>
                <a:gd name="T4" fmla="*/ 2200 w 2238"/>
                <a:gd name="T5" fmla="*/ 0 h 2182"/>
                <a:gd name="T6" fmla="*/ 2238 w 2238"/>
                <a:gd name="T7" fmla="*/ 835 h 2182"/>
                <a:gd name="T8" fmla="*/ 967 w 2238"/>
                <a:gd name="T9" fmla="*/ 2182 h 2182"/>
                <a:gd name="T10" fmla="*/ 0 w 2238"/>
                <a:gd name="T11" fmla="*/ 1385 h 2182"/>
                <a:gd name="T12" fmla="*/ 626 w 2238"/>
                <a:gd name="T13" fmla="*/ 1006 h 2182"/>
                <a:gd name="T14" fmla="*/ 626 w 2238"/>
                <a:gd name="T15" fmla="*/ 1006 h 2182"/>
                <a:gd name="T16" fmla="*/ 626 w 2238"/>
                <a:gd name="T17" fmla="*/ 1006 h 2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38" h="2182">
                  <a:moveTo>
                    <a:pt x="626" y="1006"/>
                  </a:moveTo>
                  <a:cubicBezTo>
                    <a:pt x="929" y="1594"/>
                    <a:pt x="929" y="1594"/>
                    <a:pt x="929" y="1594"/>
                  </a:cubicBezTo>
                  <a:cubicBezTo>
                    <a:pt x="929" y="1594"/>
                    <a:pt x="1423" y="398"/>
                    <a:pt x="2200" y="0"/>
                  </a:cubicBezTo>
                  <a:cubicBezTo>
                    <a:pt x="2181" y="285"/>
                    <a:pt x="2105" y="531"/>
                    <a:pt x="2238" y="835"/>
                  </a:cubicBezTo>
                  <a:cubicBezTo>
                    <a:pt x="1897" y="911"/>
                    <a:pt x="1195" y="1765"/>
                    <a:pt x="967" y="2182"/>
                  </a:cubicBezTo>
                  <a:cubicBezTo>
                    <a:pt x="645" y="1784"/>
                    <a:pt x="266" y="1480"/>
                    <a:pt x="0" y="1385"/>
                  </a:cubicBezTo>
                  <a:lnTo>
                    <a:pt x="626" y="1006"/>
                  </a:lnTo>
                  <a:close/>
                  <a:moveTo>
                    <a:pt x="626" y="1006"/>
                  </a:moveTo>
                  <a:cubicBezTo>
                    <a:pt x="626" y="1006"/>
                    <a:pt x="626" y="1006"/>
                    <a:pt x="626" y="100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245043" y="2433955"/>
            <a:ext cx="248920" cy="248920"/>
            <a:chOff x="4536440" y="-1071880"/>
            <a:chExt cx="416560" cy="416560"/>
          </a:xfrm>
        </p:grpSpPr>
        <p:sp>
          <p:nvSpPr>
            <p:cNvPr id="36" name="椭圆 35"/>
            <p:cNvSpPr/>
            <p:nvPr/>
          </p:nvSpPr>
          <p:spPr bwMode="auto">
            <a:xfrm>
              <a:off x="4536440" y="-1071880"/>
              <a:ext cx="416560" cy="41656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" name="Freeform 5"/>
            <p:cNvSpPr>
              <a:spLocks noEditPoints="1"/>
            </p:cNvSpPr>
            <p:nvPr/>
          </p:nvSpPr>
          <p:spPr bwMode="auto">
            <a:xfrm>
              <a:off x="4632366" y="-973129"/>
              <a:ext cx="224708" cy="219058"/>
            </a:xfrm>
            <a:custGeom>
              <a:avLst/>
              <a:gdLst>
                <a:gd name="T0" fmla="*/ 626 w 2238"/>
                <a:gd name="T1" fmla="*/ 1006 h 2182"/>
                <a:gd name="T2" fmla="*/ 929 w 2238"/>
                <a:gd name="T3" fmla="*/ 1594 h 2182"/>
                <a:gd name="T4" fmla="*/ 2200 w 2238"/>
                <a:gd name="T5" fmla="*/ 0 h 2182"/>
                <a:gd name="T6" fmla="*/ 2238 w 2238"/>
                <a:gd name="T7" fmla="*/ 835 h 2182"/>
                <a:gd name="T8" fmla="*/ 967 w 2238"/>
                <a:gd name="T9" fmla="*/ 2182 h 2182"/>
                <a:gd name="T10" fmla="*/ 0 w 2238"/>
                <a:gd name="T11" fmla="*/ 1385 h 2182"/>
                <a:gd name="T12" fmla="*/ 626 w 2238"/>
                <a:gd name="T13" fmla="*/ 1006 h 2182"/>
                <a:gd name="T14" fmla="*/ 626 w 2238"/>
                <a:gd name="T15" fmla="*/ 1006 h 2182"/>
                <a:gd name="T16" fmla="*/ 626 w 2238"/>
                <a:gd name="T17" fmla="*/ 1006 h 2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38" h="2182">
                  <a:moveTo>
                    <a:pt x="626" y="1006"/>
                  </a:moveTo>
                  <a:cubicBezTo>
                    <a:pt x="929" y="1594"/>
                    <a:pt x="929" y="1594"/>
                    <a:pt x="929" y="1594"/>
                  </a:cubicBezTo>
                  <a:cubicBezTo>
                    <a:pt x="929" y="1594"/>
                    <a:pt x="1423" y="398"/>
                    <a:pt x="2200" y="0"/>
                  </a:cubicBezTo>
                  <a:cubicBezTo>
                    <a:pt x="2181" y="285"/>
                    <a:pt x="2105" y="531"/>
                    <a:pt x="2238" y="835"/>
                  </a:cubicBezTo>
                  <a:cubicBezTo>
                    <a:pt x="1897" y="911"/>
                    <a:pt x="1195" y="1765"/>
                    <a:pt x="967" y="2182"/>
                  </a:cubicBezTo>
                  <a:cubicBezTo>
                    <a:pt x="645" y="1784"/>
                    <a:pt x="266" y="1480"/>
                    <a:pt x="0" y="1385"/>
                  </a:cubicBezTo>
                  <a:lnTo>
                    <a:pt x="626" y="1006"/>
                  </a:lnTo>
                  <a:close/>
                  <a:moveTo>
                    <a:pt x="626" y="1006"/>
                  </a:moveTo>
                  <a:cubicBezTo>
                    <a:pt x="626" y="1006"/>
                    <a:pt x="626" y="1006"/>
                    <a:pt x="626" y="100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2245043" y="3003550"/>
            <a:ext cx="248920" cy="248920"/>
            <a:chOff x="4536440" y="-1071880"/>
            <a:chExt cx="416560" cy="416560"/>
          </a:xfrm>
        </p:grpSpPr>
        <p:sp>
          <p:nvSpPr>
            <p:cNvPr id="39" name="椭圆 38"/>
            <p:cNvSpPr/>
            <p:nvPr/>
          </p:nvSpPr>
          <p:spPr bwMode="auto">
            <a:xfrm>
              <a:off x="4536440" y="-1071880"/>
              <a:ext cx="416560" cy="41656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" name="Freeform 5"/>
            <p:cNvSpPr>
              <a:spLocks noEditPoints="1"/>
            </p:cNvSpPr>
            <p:nvPr/>
          </p:nvSpPr>
          <p:spPr bwMode="auto">
            <a:xfrm>
              <a:off x="4632366" y="-973129"/>
              <a:ext cx="224708" cy="219058"/>
            </a:xfrm>
            <a:custGeom>
              <a:avLst/>
              <a:gdLst>
                <a:gd name="T0" fmla="*/ 626 w 2238"/>
                <a:gd name="T1" fmla="*/ 1006 h 2182"/>
                <a:gd name="T2" fmla="*/ 929 w 2238"/>
                <a:gd name="T3" fmla="*/ 1594 h 2182"/>
                <a:gd name="T4" fmla="*/ 2200 w 2238"/>
                <a:gd name="T5" fmla="*/ 0 h 2182"/>
                <a:gd name="T6" fmla="*/ 2238 w 2238"/>
                <a:gd name="T7" fmla="*/ 835 h 2182"/>
                <a:gd name="T8" fmla="*/ 967 w 2238"/>
                <a:gd name="T9" fmla="*/ 2182 h 2182"/>
                <a:gd name="T10" fmla="*/ 0 w 2238"/>
                <a:gd name="T11" fmla="*/ 1385 h 2182"/>
                <a:gd name="T12" fmla="*/ 626 w 2238"/>
                <a:gd name="T13" fmla="*/ 1006 h 2182"/>
                <a:gd name="T14" fmla="*/ 626 w 2238"/>
                <a:gd name="T15" fmla="*/ 1006 h 2182"/>
                <a:gd name="T16" fmla="*/ 626 w 2238"/>
                <a:gd name="T17" fmla="*/ 1006 h 2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38" h="2182">
                  <a:moveTo>
                    <a:pt x="626" y="1006"/>
                  </a:moveTo>
                  <a:cubicBezTo>
                    <a:pt x="929" y="1594"/>
                    <a:pt x="929" y="1594"/>
                    <a:pt x="929" y="1594"/>
                  </a:cubicBezTo>
                  <a:cubicBezTo>
                    <a:pt x="929" y="1594"/>
                    <a:pt x="1423" y="398"/>
                    <a:pt x="2200" y="0"/>
                  </a:cubicBezTo>
                  <a:cubicBezTo>
                    <a:pt x="2181" y="285"/>
                    <a:pt x="2105" y="531"/>
                    <a:pt x="2238" y="835"/>
                  </a:cubicBezTo>
                  <a:cubicBezTo>
                    <a:pt x="1897" y="911"/>
                    <a:pt x="1195" y="1765"/>
                    <a:pt x="967" y="2182"/>
                  </a:cubicBezTo>
                  <a:cubicBezTo>
                    <a:pt x="645" y="1784"/>
                    <a:pt x="266" y="1480"/>
                    <a:pt x="0" y="1385"/>
                  </a:cubicBezTo>
                  <a:lnTo>
                    <a:pt x="626" y="1006"/>
                  </a:lnTo>
                  <a:close/>
                  <a:moveTo>
                    <a:pt x="626" y="1006"/>
                  </a:moveTo>
                  <a:cubicBezTo>
                    <a:pt x="626" y="1006"/>
                    <a:pt x="626" y="1006"/>
                    <a:pt x="626" y="100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endParaRPr>
            </a:p>
          </p:txBody>
        </p:sp>
      </p:grpSp>
      <p:sp>
        <p:nvSpPr>
          <p:cNvPr id="4" name="矩形: 圆角 23"/>
          <p:cNvSpPr/>
          <p:nvPr/>
        </p:nvSpPr>
        <p:spPr bwMode="auto">
          <a:xfrm>
            <a:off x="2287588" y="3729355"/>
            <a:ext cx="7659370" cy="396240"/>
          </a:xfrm>
          <a:prstGeom prst="roundRect">
            <a:avLst>
              <a:gd name="adj" fmla="val 50000"/>
            </a:avLst>
          </a:prstGeom>
          <a:solidFill>
            <a:srgbClr val="3D3D3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60333" y="3758565"/>
            <a:ext cx="71672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sym typeface="+mn-ea"/>
              </a:rPr>
              <a:t>如有问题欢迎来大敏姐姐直播间连麦咨询，直播时间会提前在朋友圈发布：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/>
              <a:ea typeface="Microsoft YaHei Light" panose="020B0502040204020203" charset="-122"/>
              <a:cs typeface="+mn-cs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245043" y="3644265"/>
            <a:ext cx="248920" cy="248920"/>
            <a:chOff x="4536440" y="-1071880"/>
            <a:chExt cx="416560" cy="416560"/>
          </a:xfrm>
        </p:grpSpPr>
        <p:sp>
          <p:nvSpPr>
            <p:cNvPr id="10" name="椭圆 9"/>
            <p:cNvSpPr/>
            <p:nvPr/>
          </p:nvSpPr>
          <p:spPr bwMode="auto">
            <a:xfrm>
              <a:off x="4536440" y="-1071880"/>
              <a:ext cx="416560" cy="41656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4632366" y="-973129"/>
              <a:ext cx="224708" cy="219058"/>
            </a:xfrm>
            <a:custGeom>
              <a:avLst/>
              <a:gdLst>
                <a:gd name="T0" fmla="*/ 626 w 2238"/>
                <a:gd name="T1" fmla="*/ 1006 h 2182"/>
                <a:gd name="T2" fmla="*/ 929 w 2238"/>
                <a:gd name="T3" fmla="*/ 1594 h 2182"/>
                <a:gd name="T4" fmla="*/ 2200 w 2238"/>
                <a:gd name="T5" fmla="*/ 0 h 2182"/>
                <a:gd name="T6" fmla="*/ 2238 w 2238"/>
                <a:gd name="T7" fmla="*/ 835 h 2182"/>
                <a:gd name="T8" fmla="*/ 967 w 2238"/>
                <a:gd name="T9" fmla="*/ 2182 h 2182"/>
                <a:gd name="T10" fmla="*/ 0 w 2238"/>
                <a:gd name="T11" fmla="*/ 1385 h 2182"/>
                <a:gd name="T12" fmla="*/ 626 w 2238"/>
                <a:gd name="T13" fmla="*/ 1006 h 2182"/>
                <a:gd name="T14" fmla="*/ 626 w 2238"/>
                <a:gd name="T15" fmla="*/ 1006 h 2182"/>
                <a:gd name="T16" fmla="*/ 626 w 2238"/>
                <a:gd name="T17" fmla="*/ 1006 h 2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38" h="2182">
                  <a:moveTo>
                    <a:pt x="626" y="1006"/>
                  </a:moveTo>
                  <a:cubicBezTo>
                    <a:pt x="929" y="1594"/>
                    <a:pt x="929" y="1594"/>
                    <a:pt x="929" y="1594"/>
                  </a:cubicBezTo>
                  <a:cubicBezTo>
                    <a:pt x="929" y="1594"/>
                    <a:pt x="1423" y="398"/>
                    <a:pt x="2200" y="0"/>
                  </a:cubicBezTo>
                  <a:cubicBezTo>
                    <a:pt x="2181" y="285"/>
                    <a:pt x="2105" y="531"/>
                    <a:pt x="2238" y="835"/>
                  </a:cubicBezTo>
                  <a:cubicBezTo>
                    <a:pt x="1897" y="911"/>
                    <a:pt x="1195" y="1765"/>
                    <a:pt x="967" y="2182"/>
                  </a:cubicBezTo>
                  <a:cubicBezTo>
                    <a:pt x="645" y="1784"/>
                    <a:pt x="266" y="1480"/>
                    <a:pt x="0" y="1385"/>
                  </a:cubicBezTo>
                  <a:lnTo>
                    <a:pt x="626" y="1006"/>
                  </a:lnTo>
                  <a:close/>
                  <a:moveTo>
                    <a:pt x="626" y="1006"/>
                  </a:moveTo>
                  <a:cubicBezTo>
                    <a:pt x="626" y="1006"/>
                    <a:pt x="626" y="1006"/>
                    <a:pt x="626" y="100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endParaRPr>
            </a:p>
          </p:txBody>
        </p:sp>
      </p:grpSp>
      <p:pic>
        <p:nvPicPr>
          <p:cNvPr id="1027" name="Picture 3" descr="C:\Users\Administrator\Desktop\微信_副本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11783" y="4629150"/>
            <a:ext cx="632460" cy="635635"/>
          </a:xfrm>
          <a:prstGeom prst="rect">
            <a:avLst/>
          </a:prstGeom>
          <a:noFill/>
        </p:spPr>
      </p:pic>
      <p:sp>
        <p:nvSpPr>
          <p:cNvPr id="18" name="TextBox 10"/>
          <p:cNvSpPr txBox="1"/>
          <p:nvPr/>
        </p:nvSpPr>
        <p:spPr>
          <a:xfrm>
            <a:off x="8744903" y="4723765"/>
            <a:ext cx="1327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3CB035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dmgqs01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313" y="4323715"/>
            <a:ext cx="1350645" cy="1355090"/>
          </a:xfrm>
          <a:prstGeom prst="rect">
            <a:avLst/>
          </a:prstGeom>
        </p:spPr>
      </p:pic>
      <p:sp>
        <p:nvSpPr>
          <p:cNvPr id="21" name="矩形: 圆角 19"/>
          <p:cNvSpPr/>
          <p:nvPr/>
        </p:nvSpPr>
        <p:spPr bwMode="auto">
          <a:xfrm>
            <a:off x="2314258" y="1220470"/>
            <a:ext cx="7659370" cy="396240"/>
          </a:xfrm>
          <a:prstGeom prst="roundRect">
            <a:avLst>
              <a:gd name="adj" fmla="val 50000"/>
            </a:avLst>
          </a:prstGeom>
          <a:solidFill>
            <a:srgbClr val="B3915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687003" y="1249045"/>
            <a:ext cx="69088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本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需使用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WPS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软件，支持内容（图文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/GIF/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音频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动画）的编辑、修改。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2271713" y="1114425"/>
            <a:ext cx="248920" cy="248920"/>
            <a:chOff x="4536440" y="-1071880"/>
            <a:chExt cx="416560" cy="416560"/>
          </a:xfrm>
        </p:grpSpPr>
        <p:sp>
          <p:nvSpPr>
            <p:cNvPr id="26" name="椭圆 25"/>
            <p:cNvSpPr/>
            <p:nvPr/>
          </p:nvSpPr>
          <p:spPr bwMode="auto">
            <a:xfrm>
              <a:off x="4536440" y="-1071880"/>
              <a:ext cx="416560" cy="41656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Freeform 5"/>
            <p:cNvSpPr>
              <a:spLocks noEditPoints="1"/>
            </p:cNvSpPr>
            <p:nvPr/>
          </p:nvSpPr>
          <p:spPr bwMode="auto">
            <a:xfrm>
              <a:off x="4632366" y="-973129"/>
              <a:ext cx="224708" cy="219058"/>
            </a:xfrm>
            <a:custGeom>
              <a:avLst/>
              <a:gdLst>
                <a:gd name="T0" fmla="*/ 626 w 2238"/>
                <a:gd name="T1" fmla="*/ 1006 h 2182"/>
                <a:gd name="T2" fmla="*/ 929 w 2238"/>
                <a:gd name="T3" fmla="*/ 1594 h 2182"/>
                <a:gd name="T4" fmla="*/ 2200 w 2238"/>
                <a:gd name="T5" fmla="*/ 0 h 2182"/>
                <a:gd name="T6" fmla="*/ 2238 w 2238"/>
                <a:gd name="T7" fmla="*/ 835 h 2182"/>
                <a:gd name="T8" fmla="*/ 967 w 2238"/>
                <a:gd name="T9" fmla="*/ 2182 h 2182"/>
                <a:gd name="T10" fmla="*/ 0 w 2238"/>
                <a:gd name="T11" fmla="*/ 1385 h 2182"/>
                <a:gd name="T12" fmla="*/ 626 w 2238"/>
                <a:gd name="T13" fmla="*/ 1006 h 2182"/>
                <a:gd name="T14" fmla="*/ 626 w 2238"/>
                <a:gd name="T15" fmla="*/ 1006 h 2182"/>
                <a:gd name="T16" fmla="*/ 626 w 2238"/>
                <a:gd name="T17" fmla="*/ 1006 h 2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38" h="2182">
                  <a:moveTo>
                    <a:pt x="626" y="1006"/>
                  </a:moveTo>
                  <a:cubicBezTo>
                    <a:pt x="929" y="1594"/>
                    <a:pt x="929" y="1594"/>
                    <a:pt x="929" y="1594"/>
                  </a:cubicBezTo>
                  <a:cubicBezTo>
                    <a:pt x="929" y="1594"/>
                    <a:pt x="1423" y="398"/>
                    <a:pt x="2200" y="0"/>
                  </a:cubicBezTo>
                  <a:cubicBezTo>
                    <a:pt x="2181" y="285"/>
                    <a:pt x="2105" y="531"/>
                    <a:pt x="2238" y="835"/>
                  </a:cubicBezTo>
                  <a:cubicBezTo>
                    <a:pt x="1897" y="911"/>
                    <a:pt x="1195" y="1765"/>
                    <a:pt x="967" y="2182"/>
                  </a:cubicBezTo>
                  <a:cubicBezTo>
                    <a:pt x="645" y="1784"/>
                    <a:pt x="266" y="1480"/>
                    <a:pt x="0" y="1385"/>
                  </a:cubicBezTo>
                  <a:lnTo>
                    <a:pt x="626" y="1006"/>
                  </a:lnTo>
                  <a:close/>
                  <a:moveTo>
                    <a:pt x="626" y="1006"/>
                  </a:moveTo>
                  <a:cubicBezTo>
                    <a:pt x="626" y="1006"/>
                    <a:pt x="626" y="1006"/>
                    <a:pt x="626" y="100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endParaRPr>
            </a:p>
          </p:txBody>
        </p:sp>
      </p:grpSp>
      <p:pic>
        <p:nvPicPr>
          <p:cNvPr id="12" name="图片 11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/>
          <p:cNvSpPr/>
          <p:nvPr/>
        </p:nvSpPr>
        <p:spPr>
          <a:xfrm>
            <a:off x="7543701" y="0"/>
            <a:ext cx="4647030" cy="6858000"/>
          </a:xfrm>
          <a:prstGeom prst="rect">
            <a:avLst/>
          </a:prstGeom>
          <a:gradFill flip="none" rotWithShape="1">
            <a:gsLst>
              <a:gs pos="0">
                <a:srgbClr val="E3C982"/>
              </a:gs>
              <a:gs pos="42100">
                <a:srgbClr val="B49256"/>
              </a:gs>
              <a:gs pos="100000">
                <a:srgbClr val="B29054"/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方正兰亭黑简体" panose="02000000000000000000" charset="-122"/>
              <a:ea typeface="方正兰亭黑简体" panose="02000000000000000000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905207" y="1"/>
            <a:ext cx="4647030" cy="6858024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4210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Ext-Normal"/>
              <a:ea typeface="OPPOSans B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38243" y="605882"/>
            <a:ext cx="267652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教学内容和目标</a:t>
            </a:r>
          </a:p>
        </p:txBody>
      </p:sp>
      <p:cxnSp>
        <p:nvCxnSpPr>
          <p:cNvPr id="104" name="直接连接符 103"/>
          <p:cNvCxnSpPr/>
          <p:nvPr/>
        </p:nvCxnSpPr>
        <p:spPr>
          <a:xfrm>
            <a:off x="870585" y="3202305"/>
            <a:ext cx="668147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>
            <a:off x="870585" y="4983480"/>
            <a:ext cx="668147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>
            <a:off x="800949" y="6582160"/>
            <a:ext cx="1078675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>
            <a:off x="3469391" y="1480994"/>
            <a:ext cx="8118316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46125" y="177355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POSans M" panose="00020600040101010101" pitchFamily="18" charset="-122"/>
              </a:rPr>
              <a:t>语言点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3149600" y="1480185"/>
            <a:ext cx="606933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词汇发展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46125" y="319468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POSans M" panose="00020600040101010101" pitchFamily="18" charset="-122"/>
              </a:rPr>
              <a:t>词汇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3169920" y="2191385"/>
            <a:ext cx="85394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（</a:t>
            </a:r>
            <a:r>
              <a:rPr lang="en-US" altLang="zh-CN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2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）</a:t>
            </a: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了解并掌握“限制、显得、固定、消费、完整、相处、节省、群、颗”等词语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           </a:t>
            </a: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的搭配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3167380" y="1800225"/>
            <a:ext cx="62534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lang="en-US" altLang="zh-CN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了解并掌握“倒、……来……去、要不”的意义和用法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3167380" y="2869565"/>
            <a:ext cx="39674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3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辨析“彼此”和“互相”的异同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3167380" y="3268980"/>
            <a:ext cx="8996680" cy="922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熟悉并掌握“词汇、结构、整体、综合、猴子、宠物、表情、行为、对方、蔬菜、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          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粮食、家庭、财产、猪、调皮、淘气、果实、不足、馒头、似乎、吃亏、方式、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</a:t>
            </a:r>
            <a:r>
              <a:rPr lang="en-US" altLang="zh-CN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    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安慰、</a:t>
            </a:r>
            <a:r>
              <a:rPr lang="en-US" altLang="zh-CN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</a:t>
            </a:r>
            <a:r>
              <a:rPr lang="zh-CN" altLang="en-US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格外、情景、哈”等本课其他重点五级大纲词语的意义和用法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3167201" y="4228156"/>
            <a:ext cx="38658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理解本课5个非大纲词语的意义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46125" y="499046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POSans M" panose="00020600040101010101" pitchFamily="18" charset="-122"/>
              </a:rPr>
              <a:t>篇章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3167380" y="5040630"/>
            <a:ext cx="8978265" cy="922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）本课讲述了成语“朝三暮四”的故事，并指出成语意义发生了变化。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         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要求学生阅读理解课文，掌握文章大意，能运用所学词语、语言点叙述这个故事，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         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并能说明成语的特点。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3167201" y="5997592"/>
            <a:ext cx="48818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）讨论词汇的语义变化，并完成命题写作。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3395611" y="855648"/>
            <a:ext cx="33832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学生能够了解并掌握</a:t>
            </a:r>
          </a:p>
        </p:txBody>
      </p:sp>
      <p:cxnSp>
        <p:nvCxnSpPr>
          <p:cNvPr id="85" name="直接连接符 84"/>
          <p:cNvCxnSpPr/>
          <p:nvPr/>
        </p:nvCxnSpPr>
        <p:spPr>
          <a:xfrm>
            <a:off x="7543800" y="3202305"/>
            <a:ext cx="4043680" cy="0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7543800" y="4983480"/>
            <a:ext cx="4043680" cy="0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 descr="C:\Users\Administrator\Desktop\我1.png我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158946" y="4629476"/>
            <a:ext cx="67360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3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了解并掌握“扩展”板块11个“饮食”类词语的意义和用法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63500" y="-110490"/>
            <a:ext cx="12245975" cy="8528685"/>
            <a:chOff x="-95" y="-188"/>
            <a:chExt cx="19285" cy="13431"/>
          </a:xfrm>
        </p:grpSpPr>
        <p:grpSp>
          <p:nvGrpSpPr>
            <p:cNvPr id="35" name="组合 34"/>
            <p:cNvGrpSpPr/>
            <p:nvPr/>
          </p:nvGrpSpPr>
          <p:grpSpPr>
            <a:xfrm>
              <a:off x="-95" y="-188"/>
              <a:ext cx="19285" cy="13431"/>
              <a:chOff x="-97" y="-188"/>
              <a:chExt cx="19285" cy="13431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-97" y="-186"/>
                <a:ext cx="9664" cy="11216"/>
                <a:chOff x="1953" y="1163"/>
                <a:chExt cx="7302" cy="8474"/>
              </a:xfrm>
            </p:grpSpPr>
            <p:sp>
              <p:nvSpPr>
                <p:cNvPr id="8" name="矩形 7"/>
                <p:cNvSpPr/>
                <p:nvPr/>
              </p:nvSpPr>
              <p:spPr>
                <a:xfrm>
                  <a:off x="1964" y="3696"/>
                  <a:ext cx="7258" cy="3352"/>
                </a:xfrm>
                <a:prstGeom prst="rect">
                  <a:avLst/>
                </a:prstGeom>
                <a:solidFill>
                  <a:srgbClr val="25366A"/>
                </a:solidFill>
                <a:ln w="38100">
                  <a:solidFill>
                    <a:srgbClr val="000000">
                      <a:alpha val="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TextBox 3"/>
                <p:cNvSpPr txBox="1"/>
                <p:nvPr/>
              </p:nvSpPr>
              <p:spPr>
                <a:xfrm>
                  <a:off x="1975" y="4268"/>
                  <a:ext cx="7239" cy="18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9600" b="1" dirty="0">
                      <a:ln w="28575">
                        <a:noFill/>
                      </a:ln>
                      <a:solidFill>
                        <a:schemeClr val="bg1"/>
                      </a:solidFill>
                      <a:latin typeface="思源黑体 CN Heavy" panose="020B0A00000000000000" pitchFamily="34" charset="-122"/>
                      <a:ea typeface="思源黑体 CN Heavy" panose="020B0A00000000000000" pitchFamily="34" charset="-122"/>
                    </a:rPr>
                    <a:t>HSK 5</a:t>
                  </a: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1963" y="1163"/>
                  <a:ext cx="7258" cy="2637"/>
                </a:xfrm>
                <a:prstGeom prst="rect">
                  <a:avLst/>
                </a:prstGeom>
                <a:solidFill>
                  <a:srgbClr val="25366A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" name="TextBox 3"/>
                <p:cNvSpPr txBox="1"/>
                <p:nvPr/>
              </p:nvSpPr>
              <p:spPr>
                <a:xfrm>
                  <a:off x="1964" y="1674"/>
                  <a:ext cx="7280" cy="12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6000" b="1" dirty="0">
                      <a:solidFill>
                        <a:schemeClr val="bg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Standard Course</a:t>
                  </a: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953" y="7001"/>
                  <a:ext cx="7258" cy="2636"/>
                </a:xfrm>
                <a:prstGeom prst="rect">
                  <a:avLst/>
                </a:prstGeom>
                <a:solidFill>
                  <a:srgbClr val="25366A"/>
                </a:solidFill>
                <a:ln w="38100">
                  <a:solidFill>
                    <a:srgbClr val="000000">
                      <a:alpha val="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" name="TextBox 3"/>
                <p:cNvSpPr txBox="1"/>
                <p:nvPr/>
              </p:nvSpPr>
              <p:spPr>
                <a:xfrm>
                  <a:off x="1975" y="7522"/>
                  <a:ext cx="7280" cy="12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6000" b="1" dirty="0">
                      <a:solidFill>
                        <a:schemeClr val="bg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Lesson 8</a:t>
                  </a:r>
                </a:p>
              </p:txBody>
            </p:sp>
            <p:cxnSp>
              <p:nvCxnSpPr>
                <p:cNvPr id="14" name="直接连接符 13"/>
                <p:cNvCxnSpPr/>
                <p:nvPr/>
              </p:nvCxnSpPr>
              <p:spPr>
                <a:xfrm>
                  <a:off x="1965" y="3800"/>
                  <a:ext cx="7235" cy="28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1964" y="6960"/>
                  <a:ext cx="7235" cy="28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矩形 21"/>
              <p:cNvSpPr/>
              <p:nvPr/>
            </p:nvSpPr>
            <p:spPr>
              <a:xfrm>
                <a:off x="9524" y="-188"/>
                <a:ext cx="9664" cy="1121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" name="图片 5" descr="C:\Users\Administrator\Desktop\小红书\对外汉语战略搞钱计划\教学素材\图片素材\我压缩.png我压缩"/>
              <p:cNvPicPr>
                <a:picLocks noChangeAspect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>
              <a:xfrm>
                <a:off x="5130" y="77"/>
                <a:ext cx="13166" cy="13166"/>
              </a:xfrm>
              <a:prstGeom prst="rect">
                <a:avLst/>
              </a:prstGeom>
            </p:spPr>
          </p:pic>
        </p:grpSp>
        <p:pic>
          <p:nvPicPr>
            <p:cNvPr id="38" name="图片 37" descr="下一页按钮">
              <a:hlinkClick r:id="" action="ppaction://hlinkshowjump?jump=nextslide"/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10" y="8802"/>
              <a:ext cx="2899" cy="1498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图片 601" descr="C:\Users\38577\Desktop\11.jpg11"/>
          <p:cNvPicPr>
            <a:picLocks noChangeAspect="1"/>
          </p:cNvPicPr>
          <p:nvPr/>
        </p:nvPicPr>
        <p:blipFill rotWithShape="1">
          <a:blip r:embed="rId118"/>
          <a:srcRect/>
          <a:stretch>
            <a:fillRect/>
          </a:stretch>
        </p:blipFill>
        <p:spPr>
          <a:xfrm>
            <a:off x="-190500" y="-578167"/>
            <a:ext cx="12573635" cy="8015605"/>
          </a:xfrm>
          <a:prstGeom prst="rect">
            <a:avLst/>
          </a:prstGeom>
        </p:spPr>
      </p:pic>
      <p:sp>
        <p:nvSpPr>
          <p:cNvPr id="34" name="PA-4-Point Star 33"/>
          <p:cNvSpPr/>
          <p:nvPr>
            <p:custDataLst>
              <p:tags r:id="rId1"/>
            </p:custDataLst>
          </p:nvPr>
        </p:nvSpPr>
        <p:spPr>
          <a:xfrm rot="8294776">
            <a:off x="5002837" y="21462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A-4-Point Star 34"/>
          <p:cNvSpPr/>
          <p:nvPr>
            <p:custDataLst>
              <p:tags r:id="rId2"/>
            </p:custDataLst>
          </p:nvPr>
        </p:nvSpPr>
        <p:spPr>
          <a:xfrm rot="8294776">
            <a:off x="5483061" y="2369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PA-4-Point Star 35"/>
          <p:cNvSpPr/>
          <p:nvPr>
            <p:custDataLst>
              <p:tags r:id="rId3"/>
            </p:custDataLst>
          </p:nvPr>
        </p:nvSpPr>
        <p:spPr>
          <a:xfrm rot="8294776">
            <a:off x="5344914" y="2685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PA-4-Point Star 36"/>
          <p:cNvSpPr/>
          <p:nvPr>
            <p:custDataLst>
              <p:tags r:id="rId4"/>
            </p:custDataLst>
          </p:nvPr>
        </p:nvSpPr>
        <p:spPr>
          <a:xfrm rot="16200000">
            <a:off x="243104" y="-655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PA-4-Point Star 77"/>
          <p:cNvSpPr/>
          <p:nvPr>
            <p:custDataLst>
              <p:tags r:id="rId5"/>
            </p:custDataLst>
          </p:nvPr>
        </p:nvSpPr>
        <p:spPr>
          <a:xfrm rot="16200000">
            <a:off x="6457747" y="229694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PA-4-Point Star 96"/>
          <p:cNvSpPr/>
          <p:nvPr>
            <p:custDataLst>
              <p:tags r:id="rId6"/>
            </p:custDataLst>
          </p:nvPr>
        </p:nvSpPr>
        <p:spPr>
          <a:xfrm rot="8294776">
            <a:off x="5628180" y="26272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PA-4-Point Star 97"/>
          <p:cNvSpPr/>
          <p:nvPr>
            <p:custDataLst>
              <p:tags r:id="rId7"/>
            </p:custDataLst>
          </p:nvPr>
        </p:nvSpPr>
        <p:spPr>
          <a:xfrm rot="16200000">
            <a:off x="11913218" y="758020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PA-4-Point Star 108"/>
          <p:cNvSpPr/>
          <p:nvPr>
            <p:custDataLst>
              <p:tags r:id="rId8"/>
            </p:custDataLst>
          </p:nvPr>
        </p:nvSpPr>
        <p:spPr>
          <a:xfrm rot="16200000">
            <a:off x="6141590" y="2473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PA-4-Point Star 133"/>
          <p:cNvSpPr/>
          <p:nvPr>
            <p:custDataLst>
              <p:tags r:id="rId9"/>
            </p:custDataLst>
          </p:nvPr>
        </p:nvSpPr>
        <p:spPr>
          <a:xfrm rot="16200000">
            <a:off x="4653787" y="3063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PA-4-Point Star 134"/>
          <p:cNvSpPr/>
          <p:nvPr>
            <p:custDataLst>
              <p:tags r:id="rId10"/>
            </p:custDataLst>
          </p:nvPr>
        </p:nvSpPr>
        <p:spPr>
          <a:xfrm rot="8294776">
            <a:off x="5693570" y="21922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PA-4-Point Star 135"/>
          <p:cNvSpPr/>
          <p:nvPr>
            <p:custDataLst>
              <p:tags r:id="rId11"/>
            </p:custDataLst>
          </p:nvPr>
        </p:nvSpPr>
        <p:spPr>
          <a:xfrm rot="8294776">
            <a:off x="5555423" y="25080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PA-4-Point Star 136"/>
          <p:cNvSpPr/>
          <p:nvPr>
            <p:custDataLst>
              <p:tags r:id="rId12"/>
            </p:custDataLst>
          </p:nvPr>
        </p:nvSpPr>
        <p:spPr>
          <a:xfrm rot="8294776">
            <a:off x="4594974" y="2672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PA-4-Point Star 138"/>
          <p:cNvSpPr/>
          <p:nvPr>
            <p:custDataLst>
              <p:tags r:id="rId13"/>
            </p:custDataLst>
          </p:nvPr>
        </p:nvSpPr>
        <p:spPr>
          <a:xfrm rot="16200000">
            <a:off x="6686518" y="4379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PA-4-Point Star 139"/>
          <p:cNvSpPr/>
          <p:nvPr>
            <p:custDataLst>
              <p:tags r:id="rId14"/>
            </p:custDataLst>
          </p:nvPr>
        </p:nvSpPr>
        <p:spPr>
          <a:xfrm rot="7352446">
            <a:off x="9882647" y="68728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PA-4-Point Star 140"/>
          <p:cNvSpPr/>
          <p:nvPr>
            <p:custDataLst>
              <p:tags r:id="rId15"/>
            </p:custDataLst>
          </p:nvPr>
        </p:nvSpPr>
        <p:spPr>
          <a:xfrm rot="7352446">
            <a:off x="9744500" y="718859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PA-4-Point Star 141"/>
          <p:cNvSpPr/>
          <p:nvPr>
            <p:custDataLst>
              <p:tags r:id="rId16"/>
            </p:custDataLst>
          </p:nvPr>
        </p:nvSpPr>
        <p:spPr>
          <a:xfrm rot="8294776">
            <a:off x="7009842" y="177126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PA-4-Point Star 153"/>
          <p:cNvSpPr/>
          <p:nvPr>
            <p:custDataLst>
              <p:tags r:id="rId17"/>
            </p:custDataLst>
          </p:nvPr>
        </p:nvSpPr>
        <p:spPr>
          <a:xfrm rot="13694776">
            <a:off x="-716950" y="47656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PA-4-Point Star 154"/>
          <p:cNvSpPr/>
          <p:nvPr>
            <p:custDataLst>
              <p:tags r:id="rId18"/>
            </p:custDataLst>
          </p:nvPr>
        </p:nvSpPr>
        <p:spPr>
          <a:xfrm rot="13694776">
            <a:off x="275801" y="-11363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PA-4-Point Star 155"/>
          <p:cNvSpPr/>
          <p:nvPr>
            <p:custDataLst>
              <p:tags r:id="rId19"/>
            </p:custDataLst>
          </p:nvPr>
        </p:nvSpPr>
        <p:spPr>
          <a:xfrm>
            <a:off x="506143" y="-49301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PA-4-Point Star 225"/>
          <p:cNvSpPr/>
          <p:nvPr>
            <p:custDataLst>
              <p:tags r:id="rId20"/>
            </p:custDataLst>
          </p:nvPr>
        </p:nvSpPr>
        <p:spPr>
          <a:xfrm rot="13694776">
            <a:off x="-209233" y="15781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PA-4-Point Star 236"/>
          <p:cNvSpPr/>
          <p:nvPr>
            <p:custDataLst>
              <p:tags r:id="rId21"/>
            </p:custDataLst>
          </p:nvPr>
        </p:nvSpPr>
        <p:spPr>
          <a:xfrm rot="13694776">
            <a:off x="5239957" y="26512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PA-4-Point Star 237"/>
          <p:cNvSpPr/>
          <p:nvPr>
            <p:custDataLst>
              <p:tags r:id="rId22"/>
            </p:custDataLst>
          </p:nvPr>
        </p:nvSpPr>
        <p:spPr>
          <a:xfrm>
            <a:off x="960449" y="-53828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PA-4-Point Star 238"/>
          <p:cNvSpPr/>
          <p:nvPr>
            <p:custDataLst>
              <p:tags r:id="rId23"/>
            </p:custDataLst>
          </p:nvPr>
        </p:nvSpPr>
        <p:spPr>
          <a:xfrm>
            <a:off x="0" y="-3738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PA-4-Point Star 239"/>
          <p:cNvSpPr/>
          <p:nvPr>
            <p:custDataLst>
              <p:tags r:id="rId24"/>
            </p:custDataLst>
          </p:nvPr>
        </p:nvSpPr>
        <p:spPr>
          <a:xfrm>
            <a:off x="5390375" y="71836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PA-4-Point Star 241"/>
          <p:cNvSpPr/>
          <p:nvPr>
            <p:custDataLst>
              <p:tags r:id="rId25"/>
            </p:custDataLst>
          </p:nvPr>
        </p:nvSpPr>
        <p:spPr>
          <a:xfrm rot="13694776">
            <a:off x="-209232" y="14334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PA-4-Point Star 242"/>
          <p:cNvSpPr/>
          <p:nvPr>
            <p:custDataLst>
              <p:tags r:id="rId26"/>
            </p:custDataLst>
          </p:nvPr>
        </p:nvSpPr>
        <p:spPr>
          <a:xfrm>
            <a:off x="-1098007" y="548865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PA-4-Point Star 243"/>
          <p:cNvSpPr/>
          <p:nvPr>
            <p:custDataLst>
              <p:tags r:id="rId27"/>
            </p:custDataLst>
          </p:nvPr>
        </p:nvSpPr>
        <p:spPr>
          <a:xfrm>
            <a:off x="3844446" y="708495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PA-4-Point Star 244"/>
          <p:cNvSpPr/>
          <p:nvPr>
            <p:custDataLst>
              <p:tags r:id="rId28"/>
            </p:custDataLst>
          </p:nvPr>
        </p:nvSpPr>
        <p:spPr>
          <a:xfrm rot="13694776">
            <a:off x="-696034" y="15781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PA-4-Point Star 245"/>
          <p:cNvSpPr/>
          <p:nvPr>
            <p:custDataLst>
              <p:tags r:id="rId29"/>
            </p:custDataLst>
          </p:nvPr>
        </p:nvSpPr>
        <p:spPr>
          <a:xfrm>
            <a:off x="-966438" y="55412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PA-4-Point Star 246"/>
          <p:cNvSpPr/>
          <p:nvPr>
            <p:custDataLst>
              <p:tags r:id="rId30"/>
            </p:custDataLst>
          </p:nvPr>
        </p:nvSpPr>
        <p:spPr>
          <a:xfrm>
            <a:off x="-1104585" y="58570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PA-4-Point Star 247"/>
          <p:cNvSpPr/>
          <p:nvPr>
            <p:custDataLst>
              <p:tags r:id="rId31"/>
            </p:custDataLst>
          </p:nvPr>
        </p:nvSpPr>
        <p:spPr>
          <a:xfrm>
            <a:off x="3837868" y="745334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PA-4-Point Star 251"/>
          <p:cNvSpPr/>
          <p:nvPr>
            <p:custDataLst>
              <p:tags r:id="rId32"/>
            </p:custDataLst>
          </p:nvPr>
        </p:nvSpPr>
        <p:spPr>
          <a:xfrm>
            <a:off x="10170037" y="-720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PA-4-Point Star 256"/>
          <p:cNvSpPr/>
          <p:nvPr>
            <p:custDataLst>
              <p:tags r:id="rId33"/>
            </p:custDataLst>
          </p:nvPr>
        </p:nvSpPr>
        <p:spPr>
          <a:xfrm>
            <a:off x="730203" y="-7027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PA-4-Point Star 261"/>
          <p:cNvSpPr/>
          <p:nvPr>
            <p:custDataLst>
              <p:tags r:id="rId34"/>
            </p:custDataLst>
          </p:nvPr>
        </p:nvSpPr>
        <p:spPr>
          <a:xfrm>
            <a:off x="10321341" y="-28909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PA-4-Point Star 264"/>
          <p:cNvSpPr/>
          <p:nvPr>
            <p:custDataLst>
              <p:tags r:id="rId35"/>
            </p:custDataLst>
          </p:nvPr>
        </p:nvSpPr>
        <p:spPr>
          <a:xfrm>
            <a:off x="4844366" y="74138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PA-4-Point Star 265"/>
          <p:cNvSpPr/>
          <p:nvPr>
            <p:custDataLst>
              <p:tags r:id="rId36"/>
            </p:custDataLst>
          </p:nvPr>
        </p:nvSpPr>
        <p:spPr>
          <a:xfrm>
            <a:off x="-913810" y="58241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PA-4-Point Star 266"/>
          <p:cNvSpPr/>
          <p:nvPr>
            <p:custDataLst>
              <p:tags r:id="rId37"/>
            </p:custDataLst>
          </p:nvPr>
        </p:nvSpPr>
        <p:spPr>
          <a:xfrm>
            <a:off x="9420098" y="-28251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PA-4-Point Star 267"/>
          <p:cNvSpPr/>
          <p:nvPr>
            <p:custDataLst>
              <p:tags r:id="rId38"/>
            </p:custDataLst>
          </p:nvPr>
        </p:nvSpPr>
        <p:spPr>
          <a:xfrm>
            <a:off x="4423348" y="70323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PA-4-Point Star 268"/>
          <p:cNvSpPr/>
          <p:nvPr>
            <p:custDataLst>
              <p:tags r:id="rId39"/>
            </p:custDataLst>
          </p:nvPr>
        </p:nvSpPr>
        <p:spPr>
          <a:xfrm>
            <a:off x="5456160" y="70783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4" name="PA-4-Point Star 383"/>
          <p:cNvSpPr/>
          <p:nvPr>
            <p:custDataLst>
              <p:tags r:id="rId40"/>
            </p:custDataLst>
          </p:nvPr>
        </p:nvSpPr>
        <p:spPr>
          <a:xfrm rot="8294776">
            <a:off x="6733943" y="16996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PA-4-Point Star 387"/>
          <p:cNvSpPr/>
          <p:nvPr>
            <p:custDataLst>
              <p:tags r:id="rId41"/>
            </p:custDataLst>
          </p:nvPr>
        </p:nvSpPr>
        <p:spPr>
          <a:xfrm rot="8294776">
            <a:off x="4805877" y="251540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2" name="PA-4-Point Star 391"/>
          <p:cNvSpPr/>
          <p:nvPr>
            <p:custDataLst>
              <p:tags r:id="rId42"/>
            </p:custDataLst>
          </p:nvPr>
        </p:nvSpPr>
        <p:spPr>
          <a:xfrm rot="16200000">
            <a:off x="657938" y="-6214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PA-4-Point Star 396"/>
          <p:cNvSpPr/>
          <p:nvPr>
            <p:custDataLst>
              <p:tags r:id="rId43"/>
            </p:custDataLst>
          </p:nvPr>
        </p:nvSpPr>
        <p:spPr>
          <a:xfrm rot="15257670">
            <a:off x="12926393" y="53587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PA-4-Point Star 401"/>
          <p:cNvSpPr/>
          <p:nvPr>
            <p:custDataLst>
              <p:tags r:id="rId44"/>
            </p:custDataLst>
          </p:nvPr>
        </p:nvSpPr>
        <p:spPr>
          <a:xfrm rot="8294776">
            <a:off x="5865005" y="26140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PA-4-Point Star 402"/>
          <p:cNvSpPr/>
          <p:nvPr>
            <p:custDataLst>
              <p:tags r:id="rId45"/>
            </p:custDataLst>
          </p:nvPr>
        </p:nvSpPr>
        <p:spPr>
          <a:xfrm rot="16200000">
            <a:off x="7095855" y="2250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PA-4-Point Star 403"/>
          <p:cNvSpPr/>
          <p:nvPr>
            <p:custDataLst>
              <p:tags r:id="rId46"/>
            </p:custDataLst>
          </p:nvPr>
        </p:nvSpPr>
        <p:spPr>
          <a:xfrm rot="16200000">
            <a:off x="6957708" y="2566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PA-4-Point Star 404"/>
          <p:cNvSpPr/>
          <p:nvPr>
            <p:custDataLst>
              <p:tags r:id="rId47"/>
            </p:custDataLst>
          </p:nvPr>
        </p:nvSpPr>
        <p:spPr>
          <a:xfrm rot="16200000">
            <a:off x="10446429" y="-3919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PA-4-Point Star 405"/>
          <p:cNvSpPr/>
          <p:nvPr>
            <p:custDataLst>
              <p:tags r:id="rId48"/>
            </p:custDataLst>
          </p:nvPr>
        </p:nvSpPr>
        <p:spPr>
          <a:xfrm rot="16200000">
            <a:off x="6495647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PA-4-Point Star 407"/>
          <p:cNvSpPr/>
          <p:nvPr>
            <p:custDataLst>
              <p:tags r:id="rId49"/>
            </p:custDataLst>
          </p:nvPr>
        </p:nvSpPr>
        <p:spPr>
          <a:xfrm rot="16200000">
            <a:off x="657939" y="-76617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PA-4-Point Star 408"/>
          <p:cNvSpPr/>
          <p:nvPr>
            <p:custDataLst>
              <p:tags r:id="rId50"/>
            </p:custDataLst>
          </p:nvPr>
        </p:nvSpPr>
        <p:spPr>
          <a:xfrm rot="16200000">
            <a:off x="519792" y="-45040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PA-4-Point Star 411"/>
          <p:cNvSpPr/>
          <p:nvPr>
            <p:custDataLst>
              <p:tags r:id="rId51"/>
            </p:custDataLst>
          </p:nvPr>
        </p:nvSpPr>
        <p:spPr>
          <a:xfrm rot="16200000">
            <a:off x="651361" y="-397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PA-4-Point Star 412"/>
          <p:cNvSpPr/>
          <p:nvPr>
            <p:custDataLst>
              <p:tags r:id="rId52"/>
            </p:custDataLst>
          </p:nvPr>
        </p:nvSpPr>
        <p:spPr>
          <a:xfrm rot="16200000">
            <a:off x="9854371" y="-2867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PA-4-Point Star 414"/>
          <p:cNvSpPr/>
          <p:nvPr>
            <p:custDataLst>
              <p:tags r:id="rId53"/>
            </p:custDataLst>
          </p:nvPr>
        </p:nvSpPr>
        <p:spPr>
          <a:xfrm rot="16200000">
            <a:off x="12071102" y="73104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PA-4-Point Star 415"/>
          <p:cNvSpPr/>
          <p:nvPr>
            <p:custDataLst>
              <p:tags r:id="rId54"/>
            </p:custDataLst>
          </p:nvPr>
        </p:nvSpPr>
        <p:spPr>
          <a:xfrm rot="15257670">
            <a:off x="12919816" y="55823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PA-4-Point Star 416"/>
          <p:cNvSpPr/>
          <p:nvPr>
            <p:custDataLst>
              <p:tags r:id="rId55"/>
            </p:custDataLst>
          </p:nvPr>
        </p:nvSpPr>
        <p:spPr>
          <a:xfrm rot="15257670">
            <a:off x="12781669" y="589814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PA-4-Point Star 417"/>
          <p:cNvSpPr/>
          <p:nvPr>
            <p:custDataLst>
              <p:tags r:id="rId56"/>
            </p:custDataLst>
          </p:nvPr>
        </p:nvSpPr>
        <p:spPr>
          <a:xfrm rot="16200000">
            <a:off x="6416706" y="711362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PA-4-Point Star 422"/>
          <p:cNvSpPr/>
          <p:nvPr>
            <p:custDataLst>
              <p:tags r:id="rId57"/>
            </p:custDataLst>
          </p:nvPr>
        </p:nvSpPr>
        <p:spPr>
          <a:xfrm rot="16200000">
            <a:off x="6727462" y="2402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PA-4-Point Star 425"/>
          <p:cNvSpPr/>
          <p:nvPr>
            <p:custDataLst>
              <p:tags r:id="rId58"/>
            </p:custDataLst>
          </p:nvPr>
        </p:nvSpPr>
        <p:spPr>
          <a:xfrm rot="16200000">
            <a:off x="8113939" y="69952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PA-4-Point Star 426"/>
          <p:cNvSpPr/>
          <p:nvPr>
            <p:custDataLst>
              <p:tags r:id="rId59"/>
            </p:custDataLst>
          </p:nvPr>
        </p:nvSpPr>
        <p:spPr>
          <a:xfrm rot="16200000">
            <a:off x="2295770" y="70849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PA-4-Point Star 427"/>
          <p:cNvSpPr/>
          <p:nvPr>
            <p:custDataLst>
              <p:tags r:id="rId60"/>
            </p:custDataLst>
          </p:nvPr>
        </p:nvSpPr>
        <p:spPr>
          <a:xfrm rot="16200000">
            <a:off x="6977443" y="302057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PA-4-Point Star 428"/>
          <p:cNvSpPr/>
          <p:nvPr>
            <p:custDataLst>
              <p:tags r:id="rId61"/>
            </p:custDataLst>
          </p:nvPr>
        </p:nvSpPr>
        <p:spPr>
          <a:xfrm rot="16200000">
            <a:off x="7048234" y="7120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PA-4-Point Star 429"/>
          <p:cNvSpPr/>
          <p:nvPr>
            <p:custDataLst>
              <p:tags r:id="rId62"/>
            </p:custDataLst>
          </p:nvPr>
        </p:nvSpPr>
        <p:spPr>
          <a:xfrm rot="16200000">
            <a:off x="6910087" y="743596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1" name="PA-4-Point Star 430"/>
          <p:cNvSpPr/>
          <p:nvPr>
            <p:custDataLst>
              <p:tags r:id="rId63"/>
            </p:custDataLst>
          </p:nvPr>
        </p:nvSpPr>
        <p:spPr>
          <a:xfrm rot="16200000">
            <a:off x="5949638" y="76004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PA-4-Point Star 431"/>
          <p:cNvSpPr/>
          <p:nvPr>
            <p:custDataLst>
              <p:tags r:id="rId64"/>
            </p:custDataLst>
          </p:nvPr>
        </p:nvSpPr>
        <p:spPr>
          <a:xfrm rot="16200000">
            <a:off x="10045146" y="-3196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PA-4-Point Star 432"/>
          <p:cNvSpPr/>
          <p:nvPr>
            <p:custDataLst>
              <p:tags r:id="rId65"/>
            </p:custDataLst>
          </p:nvPr>
        </p:nvSpPr>
        <p:spPr>
          <a:xfrm rot="16200000">
            <a:off x="6076200" y="302715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PA-4-Point Star 433"/>
          <p:cNvSpPr/>
          <p:nvPr>
            <p:custDataLst>
              <p:tags r:id="rId66"/>
            </p:custDataLst>
          </p:nvPr>
        </p:nvSpPr>
        <p:spPr>
          <a:xfrm rot="16200000">
            <a:off x="5528620" y="72188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PA-4-Point Star 434"/>
          <p:cNvSpPr/>
          <p:nvPr>
            <p:custDataLst>
              <p:tags r:id="rId67"/>
            </p:custDataLst>
          </p:nvPr>
        </p:nvSpPr>
        <p:spPr>
          <a:xfrm rot="16200000">
            <a:off x="6561432" y="72649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PA-4-Point Star 435"/>
          <p:cNvSpPr/>
          <p:nvPr>
            <p:custDataLst>
              <p:tags r:id="rId68"/>
            </p:custDataLst>
          </p:nvPr>
        </p:nvSpPr>
        <p:spPr>
          <a:xfrm rot="16200000">
            <a:off x="7041656" y="748859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PA-4-Point Star 436"/>
          <p:cNvSpPr/>
          <p:nvPr>
            <p:custDataLst>
              <p:tags r:id="rId69"/>
            </p:custDataLst>
          </p:nvPr>
        </p:nvSpPr>
        <p:spPr>
          <a:xfrm rot="16200000">
            <a:off x="1703712" y="719021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PA-4-Point Star 437"/>
          <p:cNvSpPr/>
          <p:nvPr>
            <p:custDataLst>
              <p:tags r:id="rId70"/>
            </p:custDataLst>
          </p:nvPr>
        </p:nvSpPr>
        <p:spPr>
          <a:xfrm rot="7352446">
            <a:off x="9751474" y="728147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PA-4-Point Star 438"/>
          <p:cNvSpPr/>
          <p:nvPr>
            <p:custDataLst>
              <p:tags r:id="rId71"/>
            </p:custDataLst>
          </p:nvPr>
        </p:nvSpPr>
        <p:spPr>
          <a:xfrm rot="16200000">
            <a:off x="12475404" y="357659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PA-4-Point Star 439"/>
          <p:cNvSpPr/>
          <p:nvPr>
            <p:custDataLst>
              <p:tags r:id="rId72"/>
            </p:custDataLst>
          </p:nvPr>
        </p:nvSpPr>
        <p:spPr>
          <a:xfrm rot="15257670">
            <a:off x="12722463" y="555606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PA-4-Point Star 440"/>
          <p:cNvSpPr/>
          <p:nvPr>
            <p:custDataLst>
              <p:tags r:id="rId73"/>
            </p:custDataLst>
          </p:nvPr>
        </p:nvSpPr>
        <p:spPr>
          <a:xfrm rot="16200000">
            <a:off x="8225770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PA-4-Point Star 456"/>
          <p:cNvSpPr/>
          <p:nvPr>
            <p:custDataLst>
              <p:tags r:id="rId74"/>
            </p:custDataLst>
          </p:nvPr>
        </p:nvSpPr>
        <p:spPr>
          <a:xfrm rot="15257670">
            <a:off x="9567374" y="771427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PA-4-Point Star 462"/>
          <p:cNvSpPr/>
          <p:nvPr>
            <p:custDataLst>
              <p:tags r:id="rId75"/>
            </p:custDataLst>
          </p:nvPr>
        </p:nvSpPr>
        <p:spPr>
          <a:xfrm>
            <a:off x="3837967" y="6117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PA-4-Point Star 464"/>
          <p:cNvSpPr/>
          <p:nvPr>
            <p:custDataLst>
              <p:tags r:id="rId76"/>
            </p:custDataLst>
          </p:nvPr>
        </p:nvSpPr>
        <p:spPr>
          <a:xfrm rot="13694776">
            <a:off x="4739603" y="25385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PA-4-Point Star 465"/>
          <p:cNvSpPr/>
          <p:nvPr>
            <p:custDataLst>
              <p:tags r:id="rId77"/>
            </p:custDataLst>
          </p:nvPr>
        </p:nvSpPr>
        <p:spPr>
          <a:xfrm>
            <a:off x="-874734" y="53234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PA-4-Point Star 467"/>
          <p:cNvSpPr/>
          <p:nvPr>
            <p:custDataLst>
              <p:tags r:id="rId78"/>
            </p:custDataLst>
          </p:nvPr>
        </p:nvSpPr>
        <p:spPr>
          <a:xfrm>
            <a:off x="2292038" y="-37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PA-4-Point Star 468"/>
          <p:cNvSpPr/>
          <p:nvPr>
            <p:custDataLst>
              <p:tags r:id="rId79"/>
            </p:custDataLst>
          </p:nvPr>
        </p:nvSpPr>
        <p:spPr>
          <a:xfrm rot="13694776">
            <a:off x="-571439" y="10050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PA-4-Point Star 469"/>
          <p:cNvSpPr/>
          <p:nvPr>
            <p:custDataLst>
              <p:tags r:id="rId80"/>
            </p:custDataLst>
          </p:nvPr>
        </p:nvSpPr>
        <p:spPr>
          <a:xfrm rot="13694776">
            <a:off x="-709586" y="132078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PA-4-Point Star 471"/>
          <p:cNvSpPr/>
          <p:nvPr>
            <p:custDataLst>
              <p:tags r:id="rId81"/>
            </p:custDataLst>
          </p:nvPr>
        </p:nvSpPr>
        <p:spPr>
          <a:xfrm rot="13694776">
            <a:off x="-1058241" y="11497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PA-4-Point Star 472"/>
          <p:cNvSpPr/>
          <p:nvPr>
            <p:custDataLst>
              <p:tags r:id="rId82"/>
            </p:custDataLst>
          </p:nvPr>
        </p:nvSpPr>
        <p:spPr>
          <a:xfrm rot="13694776">
            <a:off x="-578017" y="137341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PA-4-Point Star 473"/>
          <p:cNvSpPr/>
          <p:nvPr>
            <p:custDataLst>
              <p:tags r:id="rId83"/>
            </p:custDataLst>
          </p:nvPr>
        </p:nvSpPr>
        <p:spPr>
          <a:xfrm>
            <a:off x="-347675" y="201672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PA-4-Point Star 480"/>
          <p:cNvSpPr/>
          <p:nvPr>
            <p:custDataLst>
              <p:tags r:id="rId84"/>
            </p:custDataLst>
          </p:nvPr>
        </p:nvSpPr>
        <p:spPr>
          <a:xfrm>
            <a:off x="4002426" y="-49141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PA-4-Point Star 481"/>
          <p:cNvSpPr/>
          <p:nvPr>
            <p:custDataLst>
              <p:tags r:id="rId85"/>
            </p:custDataLst>
          </p:nvPr>
        </p:nvSpPr>
        <p:spPr>
          <a:xfrm>
            <a:off x="3041977" y="-3269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PA-4-Point Star 482"/>
          <p:cNvSpPr/>
          <p:nvPr>
            <p:custDataLst>
              <p:tags r:id="rId86"/>
            </p:custDataLst>
          </p:nvPr>
        </p:nvSpPr>
        <p:spPr>
          <a:xfrm rot="13694776">
            <a:off x="4509357" y="2374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PA-4-Point Star 501"/>
          <p:cNvSpPr/>
          <p:nvPr>
            <p:custDataLst>
              <p:tags r:id="rId87"/>
            </p:custDataLst>
          </p:nvPr>
        </p:nvSpPr>
        <p:spPr>
          <a:xfrm rot="13694776">
            <a:off x="-999821" y="466694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3" name="PA-4-Point Star 502"/>
          <p:cNvSpPr/>
          <p:nvPr>
            <p:custDataLst>
              <p:tags r:id="rId88"/>
            </p:custDataLst>
          </p:nvPr>
        </p:nvSpPr>
        <p:spPr>
          <a:xfrm rot="13694776">
            <a:off x="4502780" y="25977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PA-4-Point Star 503"/>
          <p:cNvSpPr/>
          <p:nvPr>
            <p:custDataLst>
              <p:tags r:id="rId89"/>
            </p:custDataLst>
          </p:nvPr>
        </p:nvSpPr>
        <p:spPr>
          <a:xfrm>
            <a:off x="223272" y="-59169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5" name="PA-4-Point Star 504"/>
          <p:cNvSpPr/>
          <p:nvPr>
            <p:custDataLst>
              <p:tags r:id="rId90"/>
            </p:custDataLst>
          </p:nvPr>
        </p:nvSpPr>
        <p:spPr>
          <a:xfrm>
            <a:off x="-1249704" y="569838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PA-4-Point Star 528"/>
          <p:cNvSpPr/>
          <p:nvPr>
            <p:custDataLst>
              <p:tags r:id="rId91"/>
            </p:custDataLst>
          </p:nvPr>
        </p:nvSpPr>
        <p:spPr>
          <a:xfrm rot="13694776">
            <a:off x="4476465" y="243990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PA-4-Point Star 530"/>
          <p:cNvSpPr/>
          <p:nvPr>
            <p:custDataLst>
              <p:tags r:id="rId92"/>
            </p:custDataLst>
          </p:nvPr>
        </p:nvSpPr>
        <p:spPr>
          <a:xfrm>
            <a:off x="3153811" y="-4190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PA-4-Point Star 531"/>
          <p:cNvSpPr/>
          <p:nvPr>
            <p:custDataLst>
              <p:tags r:id="rId93"/>
            </p:custDataLst>
          </p:nvPr>
        </p:nvSpPr>
        <p:spPr>
          <a:xfrm>
            <a:off x="3634035" y="-1953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PA-4-Point Star 532"/>
          <p:cNvSpPr/>
          <p:nvPr>
            <p:custDataLst>
              <p:tags r:id="rId94"/>
            </p:custDataLst>
          </p:nvPr>
        </p:nvSpPr>
        <p:spPr>
          <a:xfrm rot="13694776">
            <a:off x="-966930" y="43511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PA-4-Point Star 533"/>
          <p:cNvSpPr/>
          <p:nvPr>
            <p:custDataLst>
              <p:tags r:id="rId95"/>
            </p:custDataLst>
          </p:nvPr>
        </p:nvSpPr>
        <p:spPr>
          <a:xfrm rot="13694776">
            <a:off x="-808262" y="110370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PA-4-Point Star 534"/>
          <p:cNvSpPr/>
          <p:nvPr>
            <p:custDataLst>
              <p:tags r:id="rId96"/>
            </p:custDataLst>
          </p:nvPr>
        </p:nvSpPr>
        <p:spPr>
          <a:xfrm>
            <a:off x="-651069" y="56062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9" name="PA-4-Point Star 538"/>
          <p:cNvSpPr/>
          <p:nvPr>
            <p:custDataLst>
              <p:tags r:id="rId97"/>
            </p:custDataLst>
          </p:nvPr>
        </p:nvSpPr>
        <p:spPr>
          <a:xfrm>
            <a:off x="328526" y="-6969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" name="PA-4-Point Star 541"/>
          <p:cNvSpPr/>
          <p:nvPr>
            <p:custDataLst>
              <p:tags r:id="rId98"/>
            </p:custDataLst>
          </p:nvPr>
        </p:nvSpPr>
        <p:spPr>
          <a:xfrm>
            <a:off x="2285459" y="5459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3" name="PA-4-Point Star 542"/>
          <p:cNvSpPr/>
          <p:nvPr>
            <p:custDataLst>
              <p:tags r:id="rId99"/>
            </p:custDataLst>
          </p:nvPr>
        </p:nvSpPr>
        <p:spPr>
          <a:xfrm rot="13694776">
            <a:off x="-1196389" y="11892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5" name="PA-4-Point Star 544"/>
          <p:cNvSpPr/>
          <p:nvPr>
            <p:custDataLst>
              <p:tags r:id="rId100"/>
            </p:custDataLst>
          </p:nvPr>
        </p:nvSpPr>
        <p:spPr>
          <a:xfrm>
            <a:off x="3120917" y="-2874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PA-4-Point Star 559"/>
          <p:cNvSpPr/>
          <p:nvPr>
            <p:custDataLst>
              <p:tags r:id="rId101"/>
            </p:custDataLst>
          </p:nvPr>
        </p:nvSpPr>
        <p:spPr>
          <a:xfrm>
            <a:off x="3361858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1" name="PA-4-Point Star 560"/>
          <p:cNvSpPr/>
          <p:nvPr>
            <p:custDataLst>
              <p:tags r:id="rId102"/>
            </p:custDataLst>
          </p:nvPr>
        </p:nvSpPr>
        <p:spPr>
          <a:xfrm>
            <a:off x="2479263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PA-4-Point Star 561"/>
          <p:cNvSpPr/>
          <p:nvPr>
            <p:custDataLst>
              <p:tags r:id="rId103"/>
            </p:custDataLst>
          </p:nvPr>
        </p:nvSpPr>
        <p:spPr>
          <a:xfrm>
            <a:off x="-694732" y="185261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8" name="PA-4-Point Star 567"/>
          <p:cNvSpPr/>
          <p:nvPr>
            <p:custDataLst>
              <p:tags r:id="rId104"/>
            </p:custDataLst>
          </p:nvPr>
        </p:nvSpPr>
        <p:spPr>
          <a:xfrm>
            <a:off x="-993911" y="177903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0" name="PA-4-Point Star 569"/>
          <p:cNvSpPr/>
          <p:nvPr>
            <p:custDataLst>
              <p:tags r:id="rId105"/>
            </p:custDataLst>
          </p:nvPr>
        </p:nvSpPr>
        <p:spPr>
          <a:xfrm>
            <a:off x="-811031" y="2152744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1" name="PA-4-Point Star 570"/>
          <p:cNvSpPr/>
          <p:nvPr>
            <p:custDataLst>
              <p:tags r:id="rId106"/>
            </p:custDataLst>
          </p:nvPr>
        </p:nvSpPr>
        <p:spPr>
          <a:xfrm>
            <a:off x="-842836" y="278089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2" name="PA-4-Point Star 571"/>
          <p:cNvSpPr/>
          <p:nvPr>
            <p:custDataLst>
              <p:tags r:id="rId107"/>
            </p:custDataLst>
          </p:nvPr>
        </p:nvSpPr>
        <p:spPr>
          <a:xfrm>
            <a:off x="-1411295" y="7320855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3" name="PA-4-Point Star 572"/>
          <p:cNvSpPr/>
          <p:nvPr>
            <p:custDataLst>
              <p:tags r:id="rId108"/>
            </p:custDataLst>
          </p:nvPr>
        </p:nvSpPr>
        <p:spPr>
          <a:xfrm>
            <a:off x="4225824" y="740226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7" name="PA-4-Point Star 586"/>
          <p:cNvSpPr/>
          <p:nvPr>
            <p:custDataLst>
              <p:tags r:id="rId109"/>
            </p:custDataLst>
          </p:nvPr>
        </p:nvSpPr>
        <p:spPr>
          <a:xfrm rot="8294776">
            <a:off x="-859688" y="4374360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0" name="PA-4-Point Star 589"/>
          <p:cNvSpPr/>
          <p:nvPr>
            <p:custDataLst>
              <p:tags r:id="rId110"/>
            </p:custDataLst>
          </p:nvPr>
        </p:nvSpPr>
        <p:spPr>
          <a:xfrm rot="8294776">
            <a:off x="12236491" y="8201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1" name="PA-4-Point Star 590"/>
          <p:cNvSpPr/>
          <p:nvPr>
            <p:custDataLst>
              <p:tags r:id="rId111"/>
            </p:custDataLst>
          </p:nvPr>
        </p:nvSpPr>
        <p:spPr>
          <a:xfrm rot="16200000">
            <a:off x="12604980" y="172016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2" name="PA-4-Point Star 591"/>
          <p:cNvSpPr/>
          <p:nvPr>
            <p:custDataLst>
              <p:tags r:id="rId112"/>
            </p:custDataLst>
          </p:nvPr>
        </p:nvSpPr>
        <p:spPr>
          <a:xfrm rot="16200000">
            <a:off x="3004408" y="704445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PA-4-Point Star 595"/>
          <p:cNvSpPr/>
          <p:nvPr>
            <p:custDataLst>
              <p:tags r:id="rId113"/>
            </p:custDataLst>
          </p:nvPr>
        </p:nvSpPr>
        <p:spPr>
          <a:xfrm rot="8294776">
            <a:off x="12236490" y="2495122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7" name="PA-4-Point Star 596"/>
          <p:cNvSpPr/>
          <p:nvPr>
            <p:custDataLst>
              <p:tags r:id="rId114"/>
            </p:custDataLst>
          </p:nvPr>
        </p:nvSpPr>
        <p:spPr>
          <a:xfrm rot="16200000">
            <a:off x="7117397" y="-6436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8" name="PA-4-Point Star 597"/>
          <p:cNvSpPr/>
          <p:nvPr>
            <p:custDataLst>
              <p:tags r:id="rId115"/>
            </p:custDataLst>
          </p:nvPr>
        </p:nvSpPr>
        <p:spPr>
          <a:xfrm rot="16200000">
            <a:off x="5058009" y="-715188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PA-4-Point Star 598"/>
          <p:cNvSpPr/>
          <p:nvPr>
            <p:custDataLst>
              <p:tags r:id="rId116"/>
            </p:custDataLst>
          </p:nvPr>
        </p:nvSpPr>
        <p:spPr>
          <a:xfrm rot="16200000">
            <a:off x="3602920" y="-659529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08571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第八课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372872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 8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201913" y="2576830"/>
            <a:ext cx="10710475" cy="4072481"/>
            <a:chOff x="1893" y="4058"/>
            <a:chExt cx="16867" cy="6413"/>
          </a:xfrm>
        </p:grpSpPr>
        <p:grpSp>
          <p:nvGrpSpPr>
            <p:cNvPr id="14" name="组合 13"/>
            <p:cNvGrpSpPr/>
            <p:nvPr/>
          </p:nvGrpSpPr>
          <p:grpSpPr>
            <a:xfrm>
              <a:off x="1893" y="4058"/>
              <a:ext cx="16867" cy="6413"/>
              <a:chOff x="-96" y="3669"/>
              <a:chExt cx="20975" cy="7977"/>
            </a:xfrm>
          </p:grpSpPr>
          <p:sp>
            <p:nvSpPr>
              <p:cNvPr id="10" name="圆角矩形 9"/>
              <p:cNvSpPr/>
              <p:nvPr/>
            </p:nvSpPr>
            <p:spPr>
              <a:xfrm>
                <a:off x="-96" y="3669"/>
                <a:ext cx="20975" cy="5713"/>
              </a:xfrm>
              <a:prstGeom prst="roundRect">
                <a:avLst/>
              </a:prstGeom>
              <a:solidFill>
                <a:schemeClr val="bg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126" y="4069"/>
                <a:ext cx="19820" cy="7577"/>
                <a:chOff x="3273" y="4069"/>
                <a:chExt cx="19820" cy="7577"/>
              </a:xfrm>
            </p:grpSpPr>
            <p:grpSp>
              <p:nvGrpSpPr>
                <p:cNvPr id="3" name="组合 2"/>
                <p:cNvGrpSpPr/>
                <p:nvPr/>
              </p:nvGrpSpPr>
              <p:grpSpPr>
                <a:xfrm>
                  <a:off x="3738" y="6525"/>
                  <a:ext cx="17587" cy="902"/>
                  <a:chOff x="5872" y="6525"/>
                  <a:chExt cx="17587" cy="902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5872" y="6525"/>
                    <a:ext cx="3417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Lesson 8</a:t>
                    </a: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11530" y="6525"/>
                    <a:ext cx="11929" cy="500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Three at Dawn and Four at Dusk</a:t>
                    </a:r>
                  </a:p>
                </p:txBody>
              </p:sp>
            </p:grpSp>
            <p:sp>
              <p:nvSpPr>
                <p:cNvPr id="6" name="文本框 7"/>
                <p:cNvSpPr txBox="1"/>
                <p:nvPr/>
              </p:nvSpPr>
              <p:spPr>
                <a:xfrm>
                  <a:off x="3273" y="4069"/>
                  <a:ext cx="19820" cy="75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fontAlgn="auto">
                    <a:lnSpc>
                      <a:spcPts val="90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第</a:t>
                  </a:r>
                  <a:r>
                    <a:rPr kumimoji="0" lang="en-US" altLang="zh-CN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8</a:t>
                  </a: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课  </a:t>
                  </a:r>
                  <a:r>
                    <a:rPr kumimoji="0" lang="zh-CN" altLang="en-US" sz="5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“朝三暮四”的古今义</a:t>
                  </a:r>
                </a:p>
              </p:txBody>
            </p:sp>
          </p:grpSp>
        </p:grpSp>
        <p:sp>
          <p:nvSpPr>
            <p:cNvPr id="7" name="矩形 6"/>
            <p:cNvSpPr/>
            <p:nvPr/>
          </p:nvSpPr>
          <p:spPr>
            <a:xfrm>
              <a:off x="2071" y="7368"/>
              <a:ext cx="14751" cy="11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000" b="1" noProof="0" dirty="0">
                  <a:ln>
                    <a:noFill/>
                  </a:ln>
                  <a:solidFill>
                    <a:srgbClr val="9F313C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Part 1</a:t>
              </a:r>
              <a:endParaRPr lang="en-US" sz="4000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10681970" y="5398770"/>
            <a:ext cx="1459230" cy="1459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700"/>
    </mc:Choice>
    <mc:Fallback xmlns="">
      <p:transition spd="slow" advTm="509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repeatCount="indefinite" fill="hold" grpId="0" nodeType="withEffect">
                                  <p:stCondLst>
                                    <p:cond delay="507"/>
                                  </p:stCondLst>
                                  <p:childTnLst>
                                    <p:set>
                                      <p:cBhvr>
                                        <p:cTn id="20" dur="6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5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6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6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8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repeatCount="indefinite" fill="hold" grpId="0" nodeType="withEffect">
                                  <p:stCondLst>
                                    <p:cond delay="244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153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repeatCount="indefinite" fill="hold" grpId="0" nodeType="withEffect">
                                  <p:stCondLst>
                                    <p:cond delay="1334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1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528" repeatCount="indefinite" fill="hold" grpId="0" nodeType="withEffect">
                                  <p:stCondLst>
                                    <p:cond delay="189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142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528" repeatCount="indefinite" fill="hold" grpId="0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232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528" repeatCount="indefinite" fill="hold" grpId="0" nodeType="withEffect">
                                  <p:stCondLst>
                                    <p:cond delay="31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737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528" repeatCount="indefinite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663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528" repeatCount="indefinite" fill="hold" grpId="0" nodeType="withEffect">
                                  <p:stCondLst>
                                    <p:cond delay="1993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24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528" repeatCount="indefinite" fill="hold" grpId="0" nodeType="withEffect">
                                  <p:stCondLst>
                                    <p:cond delay="140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7466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528" repeatCount="indefinite" fill="hold" grpId="0" nodeType="withEffect">
                                  <p:stCondLst>
                                    <p:cond delay="1034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6672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528" repeatCount="indefinite" fill="hold" grpId="0" nodeType="withEffect">
                                  <p:stCondLst>
                                    <p:cond delay="57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637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528" repeatCount="indefinite" fill="hold" grpId="0" nodeType="withEffect">
                                  <p:stCondLst>
                                    <p:cond delay="1978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644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528" repeatCount="indefinite" fill="hold" grpId="0" nodeType="withEffect">
                                  <p:stCondLst>
                                    <p:cond delay="136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172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528" repeatCount="indefinite" fill="hold" grpId="0" nodeType="withEffect">
                                  <p:stCondLst>
                                    <p:cond delay="17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618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528" repeatCount="indefinite" fill="hold" grpId="0" nodeType="withEffect">
                                  <p:stCondLst>
                                    <p:cond delay="1791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546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528" repeatCount="indefinite" fill="hold" grpId="0" nodeType="withEffect">
                                  <p:stCondLst>
                                    <p:cond delay="731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6797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528" repeatCount="indefinite" fill="hold" grpId="0" nodeType="withEffect">
                                  <p:stCondLst>
                                    <p:cond delay="18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7034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528" repeatCount="indefinite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6907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528" repeatCount="indefinite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6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528" repeatCount="indefinite" fill="hold" grpId="0" nodeType="withEffect">
                                  <p:stCondLst>
                                    <p:cond delay="1481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366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repeatCount="indefinite" fill="hold" grpId="0" nodeType="withEffect">
                                  <p:stCondLst>
                                    <p:cond delay="1091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755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repeatCount="indefinite" fill="hold" grpId="0" nodeType="withEffect">
                                  <p:stCondLst>
                                    <p:cond delay="334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746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repeatCount="indefinite" fill="hold" grpId="0" nodeType="withEffect">
                                  <p:stCondLst>
                                    <p:cond delay="1852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254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repeatCount="indefinite" fill="hold" grpId="0" nodeType="withEffect">
                                  <p:stCondLst>
                                    <p:cond delay="657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6642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889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repeatCount="indefinite" fill="hold" grpId="0" nodeType="withEffect">
                                  <p:stCondLst>
                                    <p:cond delay="854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408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repeatCount="indefinite" fill="hold" grpId="0" nodeType="withEffect">
                                  <p:stCondLst>
                                    <p:cond delay="793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173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6982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repeatCount="indefinite" fill="hold" grpId="0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6854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repeatCount="indefinite" fill="hold" grpId="0" nodeType="withEffect">
                                  <p:stCondLst>
                                    <p:cond delay="1449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704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repeatCount="indefinite" fill="hold" grpId="0" nodeType="withEffect">
                                  <p:stCondLst>
                                    <p:cond delay="1214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6173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repeatCount="indefinite" fill="hold" grpId="0" nodeType="withEffect">
                                  <p:stCondLst>
                                    <p:cond delay="1303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6273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6866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969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53" presetClass="entr" presetSubtype="528" repeatCount="indefinite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7002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53" presetClass="entr" presetSubtype="528" repeatCount="indefinite" fill="hold" grpId="0" nodeType="withEffect">
                                  <p:stCondLst>
                                    <p:cond delay="173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737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53" presetClass="entr" presetSubtype="528" repeatCount="indefinite" fill="hold" grpId="0" nodeType="withEffect">
                                  <p:stCondLst>
                                    <p:cond delay="1018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261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53" presetClass="entr" presetSubtype="528" repeatCount="indefinite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6177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53" presetClass="entr" presetSubtype="528" repeatCount="indefinite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5255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534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53" presetClass="entr" presetSubtype="528" repeatCount="indefinite" fill="hold" grpId="0" nodeType="withEffect">
                                  <p:stCondLst>
                                    <p:cond delay="377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6932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53" presetClass="entr" presetSubtype="528" repeatCount="indefinite" fill="hold" grpId="0" nodeType="withEffect">
                                  <p:stCondLst>
                                    <p:cond delay="1461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1" dur="7218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53" presetClass="entr" presetSubtype="528" repeatCount="indefinite" fill="hold" grpId="0" nodeType="withEffect">
                                  <p:stCondLst>
                                    <p:cond delay="1078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6826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53" presetClass="entr" presetSubtype="528" repeatCount="indefinite" fill="hold" grpId="0" nodeType="withEffect">
                                  <p:stCondLst>
                                    <p:cond delay="1447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5322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53" presetClass="entr" presetSubtype="528" repeatCount="indefinite" fill="hold" grpId="0" nodeType="withEffect">
                                  <p:stCondLst>
                                    <p:cond delay="1654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6922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53" presetClass="entr" presetSubtype="528" repeatCount="indefinite" fill="hold" grpId="0" nodeType="withEffect">
                                  <p:stCondLst>
                                    <p:cond delay="487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7039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53" presetClass="entr" presetSubtype="528" repeatCount="indefinite" fill="hold" grpId="0" nodeType="withEffect">
                                  <p:stCondLst>
                                    <p:cond delay="1043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6539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7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53" presetClass="entr" presetSubtype="528" repeatCount="indefinite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5392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4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presetID="53" presetClass="entr" presetSubtype="528" repeatCount="indefinite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5326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1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53" presetClass="entr" presetSubtype="528" repeatCount="indefinite" fill="hold" grpId="0" nodeType="withEffect">
                                  <p:stCondLst>
                                    <p:cond delay="1436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5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7" dur="5561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0" presetID="53" presetClass="entr" presetSubtype="528" repeatCount="indefinite" fill="hold" grpId="0" nodeType="withEffect">
                                  <p:stCondLst>
                                    <p:cond delay="1228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4" dur="6911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53" presetClass="entr" presetSubtype="528" repeatCount="indefinite" fill="hold" grpId="0" nodeType="withEffect">
                                  <p:stCondLst>
                                    <p:cond delay="904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5869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53" presetClass="entr" presetSubtype="528" repeatCount="indefinite" fill="hold" grpId="0" nodeType="withEffect">
                                  <p:stCondLst>
                                    <p:cond delay="603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6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8" dur="6813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9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53" presetClass="entr" presetSubtype="528" repeatCount="indefinite" fill="hold" grpId="0" nodeType="withEffect">
                                  <p:stCondLst>
                                    <p:cond delay="85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3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5" dur="5399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8" presetID="53" presetClass="entr" presetSubtype="528" repeatCount="indefinite" fill="hold" grpId="0" nodeType="withEffect">
                                  <p:stCondLst>
                                    <p:cond delay="1332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2" dur="698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53" presetClass="entr" presetSubtype="528" repeatCount="indefinite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96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53" presetClass="entr" presetSubtype="528" repeatCount="indefinite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6" dur="6406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53" presetClass="entr" presetSubtype="528" repeatCount="indefinite" fill="hold" grpId="0" nodeType="withEffect">
                                  <p:stCondLst>
                                    <p:cond delay="1093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1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6713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6" presetID="53" presetClass="entr" presetSubtype="528" repeatCount="indefinite" fill="hold" grpId="0" nodeType="withEffect">
                                  <p:stCondLst>
                                    <p:cond delay="1754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8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0" dur="6271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53" presetClass="entr" presetSubtype="528" repeatCount="indefinite" fill="hold" grpId="0" nodeType="withEffect">
                                  <p:stCondLst>
                                    <p:cond delay="331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5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7" dur="6081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0" presetID="53" presetClass="entr" presetSubtype="528" repeatCount="indefinite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4" dur="6712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5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53" presetClass="entr" presetSubtype="528" repeatCount="indefinite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9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5135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presetID="53" presetClass="entr" presetSubtype="528" repeatCount="indefinite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6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8" dur="5463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9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1" presetID="53" presetClass="entr" presetSubtype="528" repeatCount="indefinite" fill="hold" grpId="0" nodeType="withEffect">
                                  <p:stCondLst>
                                    <p:cond delay="207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3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5" dur="5327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6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8" presetID="53" presetClass="entr" presetSubtype="528" repeatCount="indefinite" fill="hold" grpId="0" nodeType="withEffect">
                                  <p:stCondLst>
                                    <p:cond delay="852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0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2" dur="5099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5" presetID="53" presetClass="entr" presetSubtype="528" repeatCount="indefinite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7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9" dur="7073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53" presetClass="entr" presetSubtype="528" repeatCount="indefinite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4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6" dur="7201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53" presetClass="entr" presetSubtype="528" repeatCount="indefinite" fill="hold" grpId="0" nodeType="withEffect">
                                  <p:stCondLst>
                                    <p:cond delay="157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1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7468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4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5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6" presetID="53" presetClass="entr" presetSubtype="528" repeatCount="indefinite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0" dur="7485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1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2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3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6432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8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9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0" presetID="53" presetClass="entr" presetSubtype="528" repeatCount="indefinite" fill="hold" grpId="0" nodeType="withEffect">
                                  <p:stCondLst>
                                    <p:cond delay="736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2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4" dur="5423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5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7" presetID="53" presetClass="entr" presetSubtype="528" repeatCount="indefinite" fill="hold" grpId="0" nodeType="withEffect">
                                  <p:stCondLst>
                                    <p:cond delay="482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5102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2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4" presetID="53" presetClass="entr" presetSubtype="528" repeatCount="indefinite" fill="hold" grpId="0" nodeType="withEffect">
                                  <p:stCondLst>
                                    <p:cond delay="399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6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8" dur="5819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9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0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1" presetID="53" presetClass="entr" presetSubtype="528" repeatCount="indefinite" fill="hold" grpId="0" nodeType="withEffect">
                                  <p:stCondLst>
                                    <p:cond delay="1338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3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5" dur="6554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6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8" presetID="53" presetClass="entr" presetSubtype="528" repeatCount="indefinite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0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1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2" dur="5853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53" presetClass="entr" presetSubtype="528" repeatCount="indefinite" fill="hold" grpId="0" nodeType="withEffect">
                                  <p:stCondLst>
                                    <p:cond delay="1555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7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9" dur="5653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0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1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2" presetID="53" presetClass="entr" presetSubtype="528" repeatCount="indefinite" fill="hold" grpId="0" nodeType="withEffect">
                                  <p:stCondLst>
                                    <p:cond delay="1065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4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6" dur="7301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7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9" presetID="53" presetClass="entr" presetSubtype="528" repeatCount="indefinite" fill="hold" grpId="0" nodeType="withEffect">
                                  <p:stCondLst>
                                    <p:cond delay="1298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1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2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3" dur="7173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4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6" presetID="53" presetClass="entr" presetSubtype="528" repeatCount="indefinite" fill="hold" grpId="0" nodeType="withEffect">
                                  <p:stCondLst>
                                    <p:cond delay="1367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8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0" dur="6011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1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2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3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5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7" dur="5785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8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0" presetID="53" presetClass="entr" presetSubtype="528" repeatCount="indefinite" fill="hold" grpId="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2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4" dur="6234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5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7" presetID="53" presetClass="entr" presetSubtype="528" repeatCount="indefinite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9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0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1" dur="7063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2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4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6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8" dur="5494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9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1" presetID="53" presetClass="entr" presetSubtype="528" repeatCount="indefinite" fill="hold" grpId="0" nodeType="withEffect">
                                  <p:stCondLst>
                                    <p:cond delay="1769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3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4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5" dur="7135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6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7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8" presetID="53" presetClass="entr" presetSubtype="528" repeatCount="indefinite" fill="hold" grpId="0" nodeType="withEffect">
                                  <p:stCondLst>
                                    <p:cond delay="552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0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2" dur="7132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3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53" presetClass="entr" presetSubtype="528" repeatCount="indefinite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41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0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2" presetID="53" presetClass="entr" presetSubtype="528" repeatCount="indefinite" fill="hold" grpId="0" nodeType="withEffect">
                                  <p:stCondLst>
                                    <p:cond delay="1934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4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5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6" dur="6965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7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8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9" presetID="53" presetClass="entr" presetSubtype="528" repeatCount="indefinite" fill="hold" grpId="0" nodeType="withEffect">
                                  <p:stCondLst>
                                    <p:cond delay="775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1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2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3" dur="5313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4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5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6" presetID="53" presetClass="entr" presetSubtype="528" repeatCount="indefinite" fill="hold" grpId="0" nodeType="withEffect">
                                  <p:stCondLst>
                                    <p:cond delay="178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8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9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0" dur="563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1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2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3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5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6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7" dur="5437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8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9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0" presetID="53" presetClass="entr" presetSubtype="528" repeatCount="indefinite" fill="hold" grpId="0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2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3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4" dur="566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5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6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7" presetID="53" presetClass="entr" presetSubtype="528" repeatCount="indefinite" fill="hold" grpId="0" nodeType="withEffect">
                                  <p:stCondLst>
                                    <p:cond delay="1747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9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0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1" dur="6723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2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4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6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7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8" dur="5888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9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0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1" presetID="53" presetClass="entr" presetSubtype="528" repeatCount="indefinite" fill="hold" grpId="0" nodeType="withEffect">
                                  <p:stCondLst>
                                    <p:cond delay="809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3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5" dur="5356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6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7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8" presetID="53" presetClass="entr" presetSubtype="528" repeatCount="indefinite" fill="hold" grpId="0" nodeType="withEffect">
                                  <p:stCondLst>
                                    <p:cond delay="351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0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1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2" dur="7274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3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5" presetID="53" presetClass="entr" presetSubtype="528" repeatCount="indefinite" fill="hold" grpId="0" nodeType="withEffect">
                                  <p:stCondLst>
                                    <p:cond delay="1594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7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8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9" dur="5069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0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1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2" presetID="53" presetClass="entr" presetSubtype="528" repeatCount="indefinite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4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5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6" dur="5443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7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8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9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1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2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3" dur="6959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4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5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6" presetID="53" presetClass="entr" presetSubtype="528" repeatCount="indefinite" fill="hold" grpId="0" nodeType="withEffect">
                                  <p:stCondLst>
                                    <p:cond delay="1388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861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1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2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3" presetID="53" presetClass="entr" presetSubtype="528" repeatCount="indefinite" fill="hold" grpId="0" nodeType="withEffect">
                                  <p:stCondLst>
                                    <p:cond delay="278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5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6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7" dur="5961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53" presetClass="entr" presetSubtype="528" repeatCount="indefinite" fill="hold" grpId="0" nodeType="withEffect">
                                  <p:stCondLst>
                                    <p:cond delay="954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2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3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4" dur="5261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5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6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7" presetID="53" presetClass="entr" presetSubtype="528" repeatCount="indefinite" fill="hold" grpId="0" nodeType="withEffect">
                                  <p:stCondLst>
                                    <p:cond delay="494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9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0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1" dur="6404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2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3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4" presetID="53" presetClass="entr" presetSubtype="528" repeatCount="indefinite" fill="hold" grpId="0" nodeType="withEffect">
                                  <p:stCondLst>
                                    <p:cond delay="1901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6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7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8" dur="6419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9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0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1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3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4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5" dur="7266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6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8" presetID="53" presetClass="entr" presetSubtype="528" repeatCount="indefinite" fill="hold" grpId="0" nodeType="withEffect">
                                  <p:stCondLst>
                                    <p:cond delay="961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0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2" dur="6578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3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4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5" presetID="53" presetClass="entr" presetSubtype="528" repeatCount="indefinite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7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8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9" dur="5112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0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1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2" presetID="53" presetClass="entr" presetSubtype="528" repeatCount="indefinite" fill="hold" grpId="0" nodeType="withEffect">
                                  <p:stCondLst>
                                    <p:cond delay="1664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4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5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6" dur="5239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7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8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9" presetID="53" presetClass="entr" presetSubtype="528" repeatCount="indefinite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1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2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3" dur="5535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4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5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6" presetID="53" presetClass="entr" presetSubtype="528" repeatCount="indefinite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8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9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0" dur="5003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1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2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3" presetID="53" presetClass="entr" presetSubtype="528" repeatCount="indefinite" fill="hold" grpId="0" nodeType="withEffect">
                                  <p:stCondLst>
                                    <p:cond delay="1048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5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6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7" dur="5033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8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9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0" presetID="53" presetClass="entr" presetSubtype="528" repeatCount="indefinite" fill="hold" grpId="0" nodeType="withEffect">
                                  <p:stCondLst>
                                    <p:cond delay="1359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2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3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4" dur="6787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5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6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7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25 0.0564815 L -0.000833333 -0.258611 " pathEditMode="relative" rAng="0" ptsTypes="">
                                      <p:cBhvr>
                                        <p:cTn id="824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  <p:bldP spid="36" grpId="0" bldLvl="0" animBg="1"/>
      <p:bldP spid="37" grpId="0" bldLvl="0" animBg="1"/>
      <p:bldP spid="78" grpId="0" bldLvl="0" animBg="1"/>
      <p:bldP spid="97" grpId="0" bldLvl="0" animBg="1"/>
      <p:bldP spid="98" grpId="0" bldLvl="0" animBg="1"/>
      <p:bldP spid="109" grpId="0" bldLvl="0" animBg="1"/>
      <p:bldP spid="134" grpId="0" bldLvl="0" animBg="1"/>
      <p:bldP spid="135" grpId="0" bldLvl="0" animBg="1"/>
      <p:bldP spid="136" grpId="0" bldLvl="0" animBg="1"/>
      <p:bldP spid="137" grpId="0" bldLvl="0" animBg="1"/>
      <p:bldP spid="139" grpId="0" bldLvl="0" animBg="1"/>
      <p:bldP spid="140" grpId="0" bldLvl="0" animBg="1"/>
      <p:bldP spid="141" grpId="0" bldLvl="0" animBg="1"/>
      <p:bldP spid="142" grpId="0" bldLvl="0" animBg="1"/>
      <p:bldP spid="154" grpId="0" bldLvl="0" animBg="1"/>
      <p:bldP spid="155" grpId="0" bldLvl="0" animBg="1"/>
      <p:bldP spid="156" grpId="0" bldLvl="0" animBg="1"/>
      <p:bldP spid="226" grpId="0" bldLvl="0" animBg="1"/>
      <p:bldP spid="237" grpId="0" bldLvl="0" animBg="1"/>
      <p:bldP spid="238" grpId="0" bldLvl="0" animBg="1"/>
      <p:bldP spid="239" grpId="0" bldLvl="0" animBg="1"/>
      <p:bldP spid="240" grpId="0" bldLvl="0" animBg="1"/>
      <p:bldP spid="242" grpId="0" bldLvl="0" animBg="1"/>
      <p:bldP spid="243" grpId="0" bldLvl="0" animBg="1"/>
      <p:bldP spid="244" grpId="0" bldLvl="0" animBg="1"/>
      <p:bldP spid="245" grpId="0" bldLvl="0" animBg="1"/>
      <p:bldP spid="246" grpId="0" bldLvl="0" animBg="1"/>
      <p:bldP spid="247" grpId="0" bldLvl="0" animBg="1"/>
      <p:bldP spid="248" grpId="0" bldLvl="0" animBg="1"/>
      <p:bldP spid="252" grpId="0" bldLvl="0" animBg="1"/>
      <p:bldP spid="257" grpId="0" bldLvl="0" animBg="1"/>
      <p:bldP spid="262" grpId="0" bldLvl="0" animBg="1"/>
      <p:bldP spid="265" grpId="0" bldLvl="0" animBg="1"/>
      <p:bldP spid="266" grpId="0" bldLvl="0" animBg="1"/>
      <p:bldP spid="267" grpId="0" bldLvl="0" animBg="1"/>
      <p:bldP spid="268" grpId="0" bldLvl="0" animBg="1"/>
      <p:bldP spid="269" grpId="0" bldLvl="0" animBg="1"/>
      <p:bldP spid="384" grpId="0" bldLvl="0" animBg="1"/>
      <p:bldP spid="388" grpId="0" bldLvl="0" animBg="1"/>
      <p:bldP spid="392" grpId="0" bldLvl="0" animBg="1"/>
      <p:bldP spid="397" grpId="0" bldLvl="0" animBg="1"/>
      <p:bldP spid="402" grpId="0" bldLvl="0" animBg="1"/>
      <p:bldP spid="403" grpId="0" bldLvl="0" animBg="1"/>
      <p:bldP spid="404" grpId="0" bldLvl="0" animBg="1"/>
      <p:bldP spid="405" grpId="0" bldLvl="0" animBg="1"/>
      <p:bldP spid="406" grpId="0" bldLvl="0" animBg="1"/>
      <p:bldP spid="408" grpId="0" bldLvl="0" animBg="1"/>
      <p:bldP spid="409" grpId="0" bldLvl="0" animBg="1"/>
      <p:bldP spid="412" grpId="0" bldLvl="0" animBg="1"/>
      <p:bldP spid="413" grpId="0" bldLvl="0" animBg="1"/>
      <p:bldP spid="415" grpId="0" bldLvl="0" animBg="1"/>
      <p:bldP spid="416" grpId="0" bldLvl="0" animBg="1"/>
      <p:bldP spid="417" grpId="0" bldLvl="0" animBg="1"/>
      <p:bldP spid="418" grpId="0" bldLvl="0" animBg="1"/>
      <p:bldP spid="423" grpId="0" bldLvl="0" animBg="1"/>
      <p:bldP spid="426" grpId="0" bldLvl="0" animBg="1"/>
      <p:bldP spid="427" grpId="0" bldLvl="0" animBg="1"/>
      <p:bldP spid="428" grpId="0" bldLvl="0" animBg="1"/>
      <p:bldP spid="429" grpId="0" bldLvl="0" animBg="1"/>
      <p:bldP spid="430" grpId="0" bldLvl="0" animBg="1"/>
      <p:bldP spid="431" grpId="0" bldLvl="0" animBg="1"/>
      <p:bldP spid="432" grpId="0" bldLvl="0" animBg="1"/>
      <p:bldP spid="433" grpId="0" bldLvl="0" animBg="1"/>
      <p:bldP spid="434" grpId="0" bldLvl="0" animBg="1"/>
      <p:bldP spid="435" grpId="0" bldLvl="0" animBg="1"/>
      <p:bldP spid="436" grpId="0" bldLvl="0" animBg="1"/>
      <p:bldP spid="437" grpId="0" bldLvl="0" animBg="1"/>
      <p:bldP spid="438" grpId="0" bldLvl="0" animBg="1"/>
      <p:bldP spid="439" grpId="0" bldLvl="0" animBg="1"/>
      <p:bldP spid="440" grpId="0" bldLvl="0" animBg="1"/>
      <p:bldP spid="441" grpId="0" bldLvl="0" animBg="1"/>
      <p:bldP spid="457" grpId="0" bldLvl="0" animBg="1"/>
      <p:bldP spid="463" grpId="0" bldLvl="0" animBg="1"/>
      <p:bldP spid="465" grpId="0" bldLvl="0" animBg="1"/>
      <p:bldP spid="466" grpId="0" bldLvl="0" animBg="1"/>
      <p:bldP spid="468" grpId="0" bldLvl="0" animBg="1"/>
      <p:bldP spid="469" grpId="0" bldLvl="0" animBg="1"/>
      <p:bldP spid="470" grpId="0" bldLvl="0" animBg="1"/>
      <p:bldP spid="472" grpId="0" bldLvl="0" animBg="1"/>
      <p:bldP spid="473" grpId="0" bldLvl="0" animBg="1"/>
      <p:bldP spid="474" grpId="0" bldLvl="0" animBg="1"/>
      <p:bldP spid="481" grpId="0" bldLvl="0" animBg="1"/>
      <p:bldP spid="482" grpId="0" bldLvl="0" animBg="1"/>
      <p:bldP spid="483" grpId="0" bldLvl="0" animBg="1"/>
      <p:bldP spid="502" grpId="0" bldLvl="0" animBg="1"/>
      <p:bldP spid="503" grpId="0" bldLvl="0" animBg="1"/>
      <p:bldP spid="504" grpId="0" bldLvl="0" animBg="1"/>
      <p:bldP spid="505" grpId="0" bldLvl="0" animBg="1"/>
      <p:bldP spid="529" grpId="0" bldLvl="0" animBg="1"/>
      <p:bldP spid="531" grpId="0" bldLvl="0" animBg="1"/>
      <p:bldP spid="532" grpId="0" bldLvl="0" animBg="1"/>
      <p:bldP spid="533" grpId="0" bldLvl="0" animBg="1"/>
      <p:bldP spid="534" grpId="0" bldLvl="0" animBg="1"/>
      <p:bldP spid="535" grpId="0" bldLvl="0" animBg="1"/>
      <p:bldP spid="539" grpId="0" bldLvl="0" animBg="1"/>
      <p:bldP spid="542" grpId="0" bldLvl="0" animBg="1"/>
      <p:bldP spid="543" grpId="0" bldLvl="0" animBg="1"/>
      <p:bldP spid="545" grpId="0" bldLvl="0" animBg="1"/>
      <p:bldP spid="560" grpId="0" bldLvl="0" animBg="1"/>
      <p:bldP spid="561" grpId="0" bldLvl="0" animBg="1"/>
      <p:bldP spid="562" grpId="0" bldLvl="0" animBg="1"/>
      <p:bldP spid="568" grpId="0" bldLvl="0" animBg="1"/>
      <p:bldP spid="570" grpId="0" bldLvl="0" animBg="1"/>
      <p:bldP spid="571" grpId="0" bldLvl="0" animBg="1"/>
      <p:bldP spid="572" grpId="0" bldLvl="0" animBg="1"/>
      <p:bldP spid="573" grpId="0" bldLvl="0" animBg="1"/>
      <p:bldP spid="587" grpId="0" bldLvl="0" animBg="1"/>
      <p:bldP spid="590" grpId="0" bldLvl="0" animBg="1"/>
      <p:bldP spid="591" grpId="0" bldLvl="0" animBg="1"/>
      <p:bldP spid="592" grpId="0" bldLvl="0" animBg="1"/>
      <p:bldP spid="596" grpId="0" bldLvl="0" animBg="1"/>
      <p:bldP spid="597" grpId="0" bldLvl="0" animBg="1"/>
      <p:bldP spid="598" grpId="0" bldLvl="0" animBg="1"/>
      <p:bldP spid="599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7"/>
          <p:cNvSpPr txBox="1"/>
          <p:nvPr/>
        </p:nvSpPr>
        <p:spPr>
          <a:xfrm>
            <a:off x="166805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复习</a:t>
            </a:r>
          </a:p>
        </p:txBody>
      </p:sp>
      <p:sp>
        <p:nvSpPr>
          <p:cNvPr id="25" name="文本框 7"/>
          <p:cNvSpPr txBox="1"/>
          <p:nvPr/>
        </p:nvSpPr>
        <p:spPr>
          <a:xfrm>
            <a:off x="238243" y="702214"/>
            <a:ext cx="8763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Review</a:t>
            </a:r>
          </a:p>
        </p:txBody>
      </p:sp>
      <p:sp>
        <p:nvSpPr>
          <p:cNvPr id="2052" name="AutoShape 4" descr="@冒险家的旅程か★&#10;png免抠素材 海报装饰元素 png透明背景素材 卡通素材  贴纸素材 标签素材 风扇 夏季风扇 强力风扇 吹风 吹凉"/>
          <p:cNvSpPr>
            <a:spLocks noChangeAspect="1" noChangeArrowheads="1"/>
          </p:cNvSpPr>
          <p:nvPr/>
        </p:nvSpPr>
        <p:spPr bwMode="auto">
          <a:xfrm>
            <a:off x="156528" y="283527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2707958" y="1856740"/>
            <a:ext cx="6776720" cy="3400425"/>
            <a:chOff x="4263" y="2250"/>
            <a:chExt cx="10672" cy="5355"/>
          </a:xfrm>
        </p:grpSpPr>
        <p:pic>
          <p:nvPicPr>
            <p:cNvPr id="1026" name="Picture 2" descr="C:\Users\Administrator\Desktop\小红书\对外汉语战略搞钱计划\教学素材\图片\电脑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263" y="2250"/>
              <a:ext cx="10672" cy="5355"/>
            </a:xfrm>
            <a:prstGeom prst="rect">
              <a:avLst/>
            </a:prstGeom>
            <a:noFill/>
          </p:spPr>
        </p:pic>
        <p:sp>
          <p:nvSpPr>
            <p:cNvPr id="28" name="矩形 27"/>
            <p:cNvSpPr/>
            <p:nvPr/>
          </p:nvSpPr>
          <p:spPr>
            <a:xfrm>
              <a:off x="6063" y="2700"/>
              <a:ext cx="7088" cy="393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AF91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425065" y="740410"/>
            <a:ext cx="7294880" cy="650240"/>
            <a:chOff x="3302" y="3426"/>
            <a:chExt cx="10274" cy="632"/>
          </a:xfrm>
        </p:grpSpPr>
        <p:sp>
          <p:nvSpPr>
            <p:cNvPr id="9" name="圆角矩形 8"/>
            <p:cNvSpPr/>
            <p:nvPr/>
          </p:nvSpPr>
          <p:spPr>
            <a:xfrm>
              <a:off x="3424" y="3426"/>
              <a:ext cx="10152" cy="632"/>
            </a:xfrm>
            <a:prstGeom prst="roundRect">
              <a:avLst/>
            </a:prstGeom>
            <a:noFill/>
            <a:ln w="19050">
              <a:solidFill>
                <a:srgbClr val="CFB26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7"/>
            <p:cNvSpPr txBox="1"/>
            <p:nvPr/>
          </p:nvSpPr>
          <p:spPr>
            <a:xfrm>
              <a:off x="3302" y="3514"/>
              <a:ext cx="10274" cy="4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CFB26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宋体" panose="02010600030101010101" pitchFamily="2" charset="-122"/>
                  <a:sym typeface="Calibri" panose="020F0502020204030204" charset="0"/>
                </a:rPr>
                <a:t>说出第七课中有关语言文字的词语</a:t>
              </a:r>
            </a:p>
          </p:txBody>
        </p:sp>
      </p:grpSp>
      <p:pic>
        <p:nvPicPr>
          <p:cNvPr id="30" name="图片 2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965" y="3834765"/>
            <a:ext cx="1261110" cy="1217295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60960" y="5488305"/>
            <a:ext cx="12094845" cy="852170"/>
          </a:xfrm>
          <a:prstGeom prst="roundRect">
            <a:avLst>
              <a:gd name="adj" fmla="val 47532"/>
            </a:avLst>
          </a:prstGeom>
          <a:solidFill>
            <a:srgbClr val="CE7A77"/>
          </a:solidFill>
          <a:ln>
            <a:gradFill>
              <a:gsLst>
                <a:gs pos="0">
                  <a:srgbClr val="E19B93"/>
                </a:gs>
                <a:gs pos="100000">
                  <a:srgbClr val="C86E6E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0960" y="5490845"/>
            <a:ext cx="12094845" cy="852170"/>
          </a:xfrm>
          <a:prstGeom prst="roundRect">
            <a:avLst>
              <a:gd name="adj" fmla="val 47532"/>
            </a:avLst>
          </a:prstGeom>
          <a:solidFill>
            <a:srgbClr val="E2A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60960" y="5490845"/>
            <a:ext cx="852170" cy="889000"/>
            <a:chOff x="584" y="3246"/>
            <a:chExt cx="1342" cy="1400"/>
          </a:xfrm>
        </p:grpSpPr>
        <p:sp>
          <p:nvSpPr>
            <p:cNvPr id="97" name="椭圆 96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E2AEAB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98" name="图片 97" descr="我卡通1压缩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4" y="3308"/>
              <a:ext cx="1338" cy="1338"/>
            </a:xfrm>
            <a:prstGeom prst="rect">
              <a:avLst/>
            </a:prstGeom>
          </p:spPr>
        </p:pic>
      </p:grpSp>
      <p:sp>
        <p:nvSpPr>
          <p:cNvPr id="6" name="文本框 7"/>
          <p:cNvSpPr txBox="1"/>
          <p:nvPr/>
        </p:nvSpPr>
        <p:spPr>
          <a:xfrm>
            <a:off x="1297940" y="5670550"/>
            <a:ext cx="11097895" cy="460375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寻找、确定、片面、连续、摸、碎、支、不要紧、反应</a:t>
            </a:r>
            <a:r>
              <a:rPr lang="en-US" alt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……</a:t>
            </a:r>
          </a:p>
        </p:txBody>
      </p:sp>
      <p:pic>
        <p:nvPicPr>
          <p:cNvPr id="7" name="图片 6" descr="C:\Users\ASUS\Desktop\鱼仔课件\2022.09.20-22课件8-9\图片\复习\语言文字.jpg语言文字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349115" y="2161540"/>
            <a:ext cx="3499485" cy="2477135"/>
          </a:xfrm>
          <a:prstGeom prst="round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0833 0 L 0.922292 9.25926e-05 " pathEditMode="relative" rAng="0" ptsTypes="">
                                      <p:cBhvr>
                                        <p:cTn id="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100" y="1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组合 74"/>
          <p:cNvGrpSpPr/>
          <p:nvPr/>
        </p:nvGrpSpPr>
        <p:grpSpPr>
          <a:xfrm>
            <a:off x="953453" y="416935"/>
            <a:ext cx="10285095" cy="3127375"/>
            <a:chOff x="-3513638" y="334832"/>
            <a:chExt cx="10285095" cy="3127375"/>
          </a:xfrm>
        </p:grpSpPr>
        <p:sp>
          <p:nvSpPr>
            <p:cNvPr id="73" name="文本框 72"/>
            <p:cNvSpPr txBox="1"/>
            <p:nvPr/>
          </p:nvSpPr>
          <p:spPr>
            <a:xfrm>
              <a:off x="-3513638" y="1062542"/>
              <a:ext cx="9344660" cy="2399665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A80023"/>
              </a:solidFill>
            </a:ln>
          </p:spPr>
          <p:txBody>
            <a:bodyPr wrap="square" rtlCol="0">
              <a:spAutoFit/>
            </a:bodyPr>
            <a:lstStyle/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国王让士兵们去找一头大象和一些出生时就瞎了的人回来。</a:t>
              </a: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盲人们分别摸了不同的地方，所以大家的意见不一样。</a:t>
              </a: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只有片面的认识是不能下结论的。</a:t>
              </a: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李广取出一支箭，摆好姿势，用尽全力向老虎射去，结果把箭射进了石头里。</a:t>
              </a: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“精诚所至，金石为开”这一成语也便由此流传下来。</a:t>
              </a:r>
            </a:p>
          </p:txBody>
        </p:sp>
        <p:pic>
          <p:nvPicPr>
            <p:cNvPr id="74" name="图片 73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5143317" y="334832"/>
              <a:ext cx="1628140" cy="1628140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3718560" y="386080"/>
            <a:ext cx="47548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听写句子、复习重点词、复述课文</a:t>
            </a:r>
            <a:endParaRPr lang="zh-CN" altLang="en-US" sz="240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24" name="文本框 7"/>
          <p:cNvSpPr txBox="1"/>
          <p:nvPr/>
        </p:nvSpPr>
        <p:spPr>
          <a:xfrm>
            <a:off x="166805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复习</a:t>
            </a:r>
          </a:p>
        </p:txBody>
      </p:sp>
      <p:sp>
        <p:nvSpPr>
          <p:cNvPr id="25" name="文本框 7"/>
          <p:cNvSpPr txBox="1"/>
          <p:nvPr/>
        </p:nvSpPr>
        <p:spPr>
          <a:xfrm>
            <a:off x="238243" y="702214"/>
            <a:ext cx="8763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Review</a:t>
            </a:r>
          </a:p>
        </p:txBody>
      </p:sp>
      <p:pic>
        <p:nvPicPr>
          <p:cNvPr id="4" name="图片 3" descr="C:\Users\ASUS\Desktop\鱼仔课件\2022.09.20-22课件8-9\图片\复习\盲人摸象.jpg盲人摸象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349625" y="3700780"/>
            <a:ext cx="4288790" cy="2942590"/>
          </a:xfrm>
          <a:prstGeom prst="round2Diag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  <a:softEdge rad="31750"/>
          </a:effectLst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AutoShape 4" descr="@冒险家的旅程か★&#10;png免抠素材 海报装饰元素 png透明背景素材 卡通素材  贴纸素材 标签素材 风扇 夏季风扇 强力风扇 吹风 吹凉"/>
          <p:cNvSpPr>
            <a:spLocks noChangeAspect="1" noChangeArrowheads="1"/>
          </p:cNvSpPr>
          <p:nvPr/>
        </p:nvSpPr>
        <p:spPr bwMode="auto">
          <a:xfrm>
            <a:off x="156528" y="283527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2707958" y="1856740"/>
            <a:ext cx="6776720" cy="3400425"/>
            <a:chOff x="4263" y="2250"/>
            <a:chExt cx="10672" cy="5355"/>
          </a:xfrm>
        </p:grpSpPr>
        <p:pic>
          <p:nvPicPr>
            <p:cNvPr id="1026" name="Picture 2" descr="C:\Users\Administrator\Desktop\小红书\对外汉语战略搞钱计划\教学素材\图片\电脑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263" y="2250"/>
              <a:ext cx="10672" cy="5355"/>
            </a:xfrm>
            <a:prstGeom prst="rect">
              <a:avLst/>
            </a:prstGeom>
            <a:noFill/>
          </p:spPr>
        </p:pic>
        <p:sp>
          <p:nvSpPr>
            <p:cNvPr id="28" name="矩形 27"/>
            <p:cNvSpPr/>
            <p:nvPr/>
          </p:nvSpPr>
          <p:spPr>
            <a:xfrm>
              <a:off x="6063" y="2700"/>
              <a:ext cx="7088" cy="393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AF91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425065" y="740410"/>
            <a:ext cx="7294880" cy="650240"/>
            <a:chOff x="3302" y="3426"/>
            <a:chExt cx="10274" cy="632"/>
          </a:xfrm>
        </p:grpSpPr>
        <p:sp>
          <p:nvSpPr>
            <p:cNvPr id="9" name="圆角矩形 8"/>
            <p:cNvSpPr/>
            <p:nvPr/>
          </p:nvSpPr>
          <p:spPr>
            <a:xfrm>
              <a:off x="3424" y="3426"/>
              <a:ext cx="10152" cy="632"/>
            </a:xfrm>
            <a:prstGeom prst="roundRect">
              <a:avLst/>
            </a:prstGeom>
            <a:noFill/>
            <a:ln w="19050">
              <a:solidFill>
                <a:srgbClr val="CFB26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7"/>
            <p:cNvSpPr txBox="1"/>
            <p:nvPr/>
          </p:nvSpPr>
          <p:spPr>
            <a:xfrm>
              <a:off x="3302" y="3514"/>
              <a:ext cx="10274" cy="4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CFB26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宋体" panose="02010600030101010101" pitchFamily="2" charset="-122"/>
                  <a:sym typeface="Calibri" panose="020F0502020204030204" charset="0"/>
                </a:rPr>
                <a:t>你养过小动物吗？说一说你是怎么养的？</a:t>
              </a:r>
            </a:p>
          </p:txBody>
        </p:sp>
      </p:grpSp>
      <p:pic>
        <p:nvPicPr>
          <p:cNvPr id="30" name="图片 29" descr="老师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965" y="3834765"/>
            <a:ext cx="1261110" cy="1217295"/>
          </a:xfrm>
          <a:prstGeom prst="rect">
            <a:avLst/>
          </a:prstGeom>
        </p:spPr>
      </p:pic>
      <p:sp>
        <p:nvSpPr>
          <p:cNvPr id="2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热身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237490" y="702310"/>
            <a:ext cx="11772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Warm-up</a:t>
            </a:r>
          </a:p>
        </p:txBody>
      </p:sp>
      <p:pic>
        <p:nvPicPr>
          <p:cNvPr id="11" name="Picture 6" descr="pasted-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275" y="2124075"/>
            <a:ext cx="4504690" cy="2552065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1\喂养.jpg喂养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99940" y="2082800"/>
            <a:ext cx="4110990" cy="270764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889125" y="1157605"/>
            <a:ext cx="2659380" cy="2205990"/>
            <a:chOff x="2975" y="1823"/>
            <a:chExt cx="4188" cy="3474"/>
          </a:xfrm>
        </p:grpSpPr>
        <p:sp>
          <p:nvSpPr>
            <p:cNvPr id="11" name="文本框 10"/>
            <p:cNvSpPr txBox="1"/>
            <p:nvPr/>
          </p:nvSpPr>
          <p:spPr>
            <a:xfrm>
              <a:off x="3241" y="2897"/>
              <a:ext cx="3492" cy="2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</a:rPr>
                <a:t>喂养</a:t>
              </a: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2975" y="1823"/>
              <a:ext cx="4189" cy="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44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wèi yǎng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255" y="4669"/>
              <a:ext cx="3736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0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v. to feed, to raise</a:t>
              </a:r>
            </a:p>
          </p:txBody>
        </p:sp>
      </p:grp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1666875" y="1157605"/>
            <a:ext cx="2722880" cy="2205990"/>
            <a:chOff x="2625" y="1823"/>
            <a:chExt cx="4288" cy="3474"/>
          </a:xfrm>
        </p:grpSpPr>
        <p:sp>
          <p:nvSpPr>
            <p:cNvPr id="11" name="文本框 10"/>
            <p:cNvSpPr txBox="1"/>
            <p:nvPr/>
          </p:nvSpPr>
          <p:spPr>
            <a:xfrm>
              <a:off x="3829" y="2897"/>
              <a:ext cx="1890" cy="2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</a:rPr>
                <a:t>群</a:t>
              </a: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803" y="1823"/>
              <a:ext cx="1960" cy="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44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qún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625" y="4669"/>
              <a:ext cx="4289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0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m. group, herd, flock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8216900" y="2371725"/>
            <a:ext cx="2225040" cy="2508885"/>
            <a:chOff x="12940" y="3735"/>
            <a:chExt cx="3504" cy="3951"/>
          </a:xfrm>
        </p:grpSpPr>
        <p:pic>
          <p:nvPicPr>
            <p:cNvPr id="2" name="图片 1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12940" y="3735"/>
              <a:ext cx="3505" cy="2947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13854" y="7106"/>
              <a:ext cx="167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/>
                <a:t>一群鸟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430395" y="1415415"/>
            <a:ext cx="3785870" cy="3658870"/>
            <a:chOff x="6977" y="2229"/>
            <a:chExt cx="5962" cy="5762"/>
          </a:xfrm>
        </p:grpSpPr>
        <p:pic>
          <p:nvPicPr>
            <p:cNvPr id="38" name="Picture 16" descr="C:\Users\Chris Chan\Desktop\新建文件夹\鱼仔课件\2022.09.20-22课件8-9\图片\生词1\群.jpg群"/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6977" y="2809"/>
              <a:ext cx="5963" cy="5182"/>
            </a:xfrm>
            <a:prstGeom prst="round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文本框 9"/>
            <p:cNvSpPr txBox="1"/>
            <p:nvPr/>
          </p:nvSpPr>
          <p:spPr>
            <a:xfrm>
              <a:off x="8785" y="2229"/>
              <a:ext cx="234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/>
                <a:t>一群猴子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160270" y="3601720"/>
            <a:ext cx="4238625" cy="2074545"/>
            <a:chOff x="3402" y="5672"/>
            <a:chExt cx="6675" cy="3267"/>
          </a:xfrm>
        </p:grpSpPr>
        <p:pic>
          <p:nvPicPr>
            <p:cNvPr id="12" name="图片 11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3402" y="5672"/>
              <a:ext cx="4289" cy="2730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7943" y="8359"/>
              <a:ext cx="213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/>
                <a:t>一群人</a:t>
              </a:r>
            </a:p>
          </p:txBody>
        </p:sp>
      </p:grp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1\群.jpg群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465955" y="1679575"/>
            <a:ext cx="4052570" cy="352171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058035" y="1157605"/>
            <a:ext cx="2217420" cy="2205990"/>
            <a:chOff x="3241" y="1823"/>
            <a:chExt cx="3492" cy="3474"/>
          </a:xfrm>
        </p:grpSpPr>
        <p:sp>
          <p:nvSpPr>
            <p:cNvPr id="11" name="文本框 10"/>
            <p:cNvSpPr txBox="1"/>
            <p:nvPr/>
          </p:nvSpPr>
          <p:spPr>
            <a:xfrm>
              <a:off x="3241" y="2897"/>
              <a:ext cx="3492" cy="2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</a:rPr>
                <a:t>猴子</a:t>
              </a: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575" y="1823"/>
              <a:ext cx="2706" cy="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44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hóu zi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815" y="4669"/>
              <a:ext cx="2299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0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n. monkey</a:t>
              </a:r>
            </a:p>
          </p:txBody>
        </p:sp>
      </p:grp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1\宠物.jpg宠物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933950" y="1842770"/>
            <a:ext cx="2967355" cy="327342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927225" y="1157605"/>
            <a:ext cx="2910840" cy="2205990"/>
            <a:chOff x="3035" y="1823"/>
            <a:chExt cx="4584" cy="3474"/>
          </a:xfrm>
        </p:grpSpPr>
        <p:sp>
          <p:nvSpPr>
            <p:cNvPr id="11" name="文本框 10"/>
            <p:cNvSpPr txBox="1"/>
            <p:nvPr/>
          </p:nvSpPr>
          <p:spPr>
            <a:xfrm>
              <a:off x="3601" y="2897"/>
              <a:ext cx="3492" cy="2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</a:rPr>
                <a:t>宠物</a:t>
              </a: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035" y="1823"/>
              <a:ext cx="4585" cy="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44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chǒng wù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725" y="4669"/>
              <a:ext cx="1412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0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n. pet</a:t>
              </a:r>
            </a:p>
          </p:txBody>
        </p:sp>
      </p:grp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1\相处.jpg相处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656455" y="1915795"/>
            <a:ext cx="3689350" cy="310451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1927225" y="1157605"/>
            <a:ext cx="2842260" cy="2513330"/>
            <a:chOff x="3035" y="1823"/>
            <a:chExt cx="4476" cy="3958"/>
          </a:xfrm>
        </p:grpSpPr>
        <p:sp>
          <p:nvSpPr>
            <p:cNvPr id="11" name="文本框 10"/>
            <p:cNvSpPr txBox="1"/>
            <p:nvPr/>
          </p:nvSpPr>
          <p:spPr>
            <a:xfrm>
              <a:off x="3481" y="2897"/>
              <a:ext cx="3492" cy="2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</a:rPr>
                <a:t>相处</a:t>
              </a: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035" y="1823"/>
              <a:ext cx="4477" cy="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44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xiāng chǔ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129" y="4669"/>
              <a:ext cx="4152" cy="11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0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v. to get along (with</a:t>
              </a:r>
            </a:p>
            <a:p>
              <a:pPr algn="l"/>
              <a:r>
                <a:rPr lang="en-US" altLang="zh-CN" sz="20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 one another)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986915" y="4173220"/>
            <a:ext cx="2490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他是一个很好</a:t>
            </a:r>
            <a:r>
              <a:rPr lang="zh-CN" altLang="en-US">
                <a:solidFill>
                  <a:srgbClr val="FF0000"/>
                </a:solidFill>
              </a:rPr>
              <a:t>相处</a:t>
            </a:r>
            <a:r>
              <a:rPr lang="zh-CN" altLang="en-US"/>
              <a:t>的人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7" grpId="0"/>
      <p:bldP spid="2" grpId="0"/>
      <p:bldP spid="2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1\彼此.jpg彼此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58030" y="1624965"/>
            <a:ext cx="4052570" cy="360426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2210435" y="1157605"/>
            <a:ext cx="2217420" cy="2205990"/>
            <a:chOff x="3481" y="1823"/>
            <a:chExt cx="3492" cy="3474"/>
          </a:xfrm>
        </p:grpSpPr>
        <p:sp>
          <p:nvSpPr>
            <p:cNvPr id="11" name="文本框 10"/>
            <p:cNvSpPr txBox="1"/>
            <p:nvPr/>
          </p:nvSpPr>
          <p:spPr>
            <a:xfrm>
              <a:off x="3481" y="2897"/>
              <a:ext cx="3492" cy="2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</a:rPr>
                <a:t>彼此</a:t>
              </a: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4205" y="1823"/>
              <a:ext cx="2029" cy="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44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bǐ cǐ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857" y="4669"/>
              <a:ext cx="2901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0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n. each other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833245" y="3737610"/>
            <a:ext cx="2594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我们</a:t>
            </a:r>
            <a:r>
              <a:rPr lang="zh-CN" altLang="en-US">
                <a:solidFill>
                  <a:srgbClr val="FF0000"/>
                </a:solidFill>
              </a:rPr>
              <a:t>彼此</a:t>
            </a:r>
            <a:r>
              <a:rPr lang="zh-CN" altLang="en-US"/>
              <a:t>都很尊重对方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7" grpId="0"/>
      <p:bldP spid="2" grpId="0"/>
      <p:bldP spid="2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1\表情.jpg表情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857115" y="1849755"/>
            <a:ext cx="4029710" cy="311848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984375" y="1157605"/>
            <a:ext cx="2772410" cy="2205990"/>
            <a:chOff x="3125" y="1823"/>
            <a:chExt cx="4366" cy="3474"/>
          </a:xfrm>
        </p:grpSpPr>
        <p:sp>
          <p:nvSpPr>
            <p:cNvPr id="11" name="文本框 10"/>
            <p:cNvSpPr txBox="1"/>
            <p:nvPr/>
          </p:nvSpPr>
          <p:spPr>
            <a:xfrm>
              <a:off x="3481" y="2897"/>
              <a:ext cx="3492" cy="2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</a:rPr>
                <a:t>表情</a:t>
              </a: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125" y="1823"/>
              <a:ext cx="4366" cy="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44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biǎo qíng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227" y="4669"/>
              <a:ext cx="4231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0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n. (facial) expression</a:t>
              </a:r>
            </a:p>
          </p:txBody>
        </p:sp>
      </p:grp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1736090" y="138430"/>
            <a:ext cx="2200275" cy="3194050"/>
            <a:chOff x="1486086" y="120403"/>
            <a:chExt cx="2200089" cy="3194297"/>
          </a:xfrm>
        </p:grpSpPr>
        <p:sp>
          <p:nvSpPr>
            <p:cNvPr id="44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8374380" y="165100"/>
            <a:ext cx="2200275" cy="3194050"/>
            <a:chOff x="1486086" y="120403"/>
            <a:chExt cx="2200089" cy="3194297"/>
          </a:xfrm>
        </p:grpSpPr>
        <p:sp>
          <p:nvSpPr>
            <p:cNvPr id="58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59" name="图片 5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5026660" y="127635"/>
            <a:ext cx="2200275" cy="3194050"/>
            <a:chOff x="1486086" y="120403"/>
            <a:chExt cx="2200089" cy="3194297"/>
          </a:xfrm>
        </p:grpSpPr>
        <p:sp>
          <p:nvSpPr>
            <p:cNvPr id="8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26" name="组合 25"/>
          <p:cNvGrpSpPr/>
          <p:nvPr/>
        </p:nvGrpSpPr>
        <p:grpSpPr>
          <a:xfrm>
            <a:off x="302260" y="3610610"/>
            <a:ext cx="2200275" cy="3194050"/>
            <a:chOff x="1486086" y="120403"/>
            <a:chExt cx="2200089" cy="3194297"/>
          </a:xfrm>
        </p:grpSpPr>
        <p:sp>
          <p:nvSpPr>
            <p:cNvPr id="27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3587115" y="3628390"/>
            <a:ext cx="2200275" cy="3194050"/>
            <a:chOff x="1486086" y="120403"/>
            <a:chExt cx="2200089" cy="3194297"/>
          </a:xfrm>
        </p:grpSpPr>
        <p:sp>
          <p:nvSpPr>
            <p:cNvPr id="18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6557010" y="3628390"/>
            <a:ext cx="2200275" cy="3194050"/>
            <a:chOff x="1486086" y="120403"/>
            <a:chExt cx="2200089" cy="3194297"/>
          </a:xfrm>
        </p:grpSpPr>
        <p:sp>
          <p:nvSpPr>
            <p:cNvPr id="22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32" name="组合 31"/>
          <p:cNvGrpSpPr/>
          <p:nvPr/>
        </p:nvGrpSpPr>
        <p:grpSpPr>
          <a:xfrm>
            <a:off x="9841865" y="3646170"/>
            <a:ext cx="2200275" cy="3194050"/>
            <a:chOff x="1486086" y="120403"/>
            <a:chExt cx="2200089" cy="3194297"/>
          </a:xfrm>
        </p:grpSpPr>
        <p:sp>
          <p:nvSpPr>
            <p:cNvPr id="33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42" name="组合 41"/>
          <p:cNvGrpSpPr/>
          <p:nvPr/>
        </p:nvGrpSpPr>
        <p:grpSpPr>
          <a:xfrm>
            <a:off x="1840230" y="740410"/>
            <a:ext cx="1984375" cy="2113915"/>
            <a:chOff x="2975" y="1823"/>
            <a:chExt cx="3125" cy="3329"/>
          </a:xfrm>
        </p:grpSpPr>
        <p:sp>
          <p:nvSpPr>
            <p:cNvPr id="46" name="文本框 45"/>
            <p:cNvSpPr txBox="1"/>
            <p:nvPr/>
          </p:nvSpPr>
          <p:spPr>
            <a:xfrm>
              <a:off x="3241" y="2897"/>
              <a:ext cx="2692" cy="1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6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</a:rPr>
                <a:t>喂养</a:t>
              </a: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2975" y="1823"/>
              <a:ext cx="3125" cy="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3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wèi yǎng</a:t>
              </a: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3255" y="4669"/>
              <a:ext cx="2701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4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v. to feed, to raise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5062855" y="693420"/>
            <a:ext cx="2185035" cy="2113915"/>
            <a:chOff x="2625" y="1823"/>
            <a:chExt cx="3089" cy="3329"/>
          </a:xfrm>
        </p:grpSpPr>
        <p:sp>
          <p:nvSpPr>
            <p:cNvPr id="50" name="文本框 49"/>
            <p:cNvSpPr txBox="1"/>
            <p:nvPr/>
          </p:nvSpPr>
          <p:spPr>
            <a:xfrm>
              <a:off x="3646" y="2871"/>
              <a:ext cx="1490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</a:rPr>
                <a:t>群</a:t>
              </a: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3547" y="1823"/>
              <a:ext cx="1503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3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qún</a:t>
              </a: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2625" y="4669"/>
              <a:ext cx="30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14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m. group, herd, flock</a:t>
              </a: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8577580" y="735965"/>
            <a:ext cx="1709420" cy="2113915"/>
            <a:chOff x="3241" y="1823"/>
            <a:chExt cx="2692" cy="3329"/>
          </a:xfrm>
        </p:grpSpPr>
        <p:sp>
          <p:nvSpPr>
            <p:cNvPr id="54" name="文本框 53"/>
            <p:cNvSpPr txBox="1"/>
            <p:nvPr/>
          </p:nvSpPr>
          <p:spPr>
            <a:xfrm>
              <a:off x="3241" y="2897"/>
              <a:ext cx="2692" cy="1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6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</a:rPr>
                <a:t>猴子</a:t>
              </a: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3575" y="1823"/>
              <a:ext cx="2029" cy="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3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hóu zi</a:t>
              </a: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3815" y="4669"/>
              <a:ext cx="1697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4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n. monkey</a:t>
              </a: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335280" y="4382135"/>
            <a:ext cx="2167255" cy="1998345"/>
            <a:chOff x="3268" y="2005"/>
            <a:chExt cx="3413" cy="3147"/>
          </a:xfrm>
        </p:grpSpPr>
        <p:sp>
          <p:nvSpPr>
            <p:cNvPr id="63" name="文本框 62"/>
            <p:cNvSpPr txBox="1"/>
            <p:nvPr/>
          </p:nvSpPr>
          <p:spPr>
            <a:xfrm>
              <a:off x="3601" y="2897"/>
              <a:ext cx="2692" cy="1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6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</a:rPr>
                <a:t>宠物</a:t>
              </a: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3268" y="2005"/>
              <a:ext cx="3413" cy="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3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chǒng wù</a:t>
              </a: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4205" y="4669"/>
              <a:ext cx="1075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4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n. pet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3615055" y="4094480"/>
            <a:ext cx="2117090" cy="2329180"/>
            <a:chOff x="3035" y="1823"/>
            <a:chExt cx="3334" cy="3668"/>
          </a:xfrm>
        </p:grpSpPr>
        <p:sp>
          <p:nvSpPr>
            <p:cNvPr id="67" name="文本框 66"/>
            <p:cNvSpPr txBox="1"/>
            <p:nvPr/>
          </p:nvSpPr>
          <p:spPr>
            <a:xfrm>
              <a:off x="3481" y="2897"/>
              <a:ext cx="2692" cy="1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6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</a:rPr>
                <a:t>相处</a:t>
              </a: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3035" y="1823"/>
              <a:ext cx="3334" cy="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3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xiāng chǔ</a:t>
              </a: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3129" y="4669"/>
              <a:ext cx="2991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4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v. to get along (with</a:t>
              </a:r>
            </a:p>
            <a:p>
              <a:pPr algn="l"/>
              <a:r>
                <a:rPr lang="en-US" altLang="zh-CN" sz="14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 one another)</a:t>
              </a: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6793865" y="4217670"/>
            <a:ext cx="1709420" cy="2113915"/>
            <a:chOff x="3481" y="1823"/>
            <a:chExt cx="2692" cy="3329"/>
          </a:xfrm>
        </p:grpSpPr>
        <p:sp>
          <p:nvSpPr>
            <p:cNvPr id="71" name="文本框 70"/>
            <p:cNvSpPr txBox="1"/>
            <p:nvPr/>
          </p:nvSpPr>
          <p:spPr>
            <a:xfrm>
              <a:off x="3481" y="2897"/>
              <a:ext cx="2692" cy="1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6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</a:rPr>
                <a:t>彼此</a:t>
              </a: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4205" y="1823"/>
              <a:ext cx="1758" cy="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3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bǐ cǐ</a:t>
              </a: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3857" y="4669"/>
              <a:ext cx="2117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4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n. each other</a:t>
              </a: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9923145" y="4309745"/>
            <a:ext cx="2065655" cy="2113915"/>
            <a:chOff x="3125" y="1823"/>
            <a:chExt cx="3253" cy="3329"/>
          </a:xfrm>
        </p:grpSpPr>
        <p:sp>
          <p:nvSpPr>
            <p:cNvPr id="75" name="文本框 74"/>
            <p:cNvSpPr txBox="1"/>
            <p:nvPr/>
          </p:nvSpPr>
          <p:spPr>
            <a:xfrm>
              <a:off x="3481" y="2897"/>
              <a:ext cx="2692" cy="1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6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</a:rPr>
                <a:t>表情</a:t>
              </a:r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3125" y="1823"/>
              <a:ext cx="3253" cy="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3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biǎo qíng</a:t>
              </a: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3227" y="4669"/>
              <a:ext cx="3047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4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n. (facial) expression</a:t>
              </a:r>
            </a:p>
          </p:txBody>
        </p:sp>
      </p:grpSp>
    </p:spTree>
    <p:custDataLst>
      <p:tags r:id="rId1"/>
    </p:custDataLst>
  </p:cSld>
  <p:clrMapOvr>
    <a:masterClrMapping/>
  </p:clrMapOvr>
  <p:transition spd="slow">
    <p:split orient="vert"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Chris Chan\Desktop\新建文件夹\鱼仔课件\2022.09.20-22课件8-9\图片\猴子.jpg猴子"/>
          <p:cNvPicPr>
            <a:picLocks noChangeAspect="1"/>
          </p:cNvPicPr>
          <p:nvPr/>
        </p:nvPicPr>
        <p:blipFill>
          <a:blip r:embed="rId2">
            <a:alphaModFix amt="8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图片 1" descr="C:\Users\Chris Chan\Desktop\新建文件夹\鱼仔课件\2022.09.20-22课件8-9\图片\猴子3.jpg猴子3"/>
          <p:cNvPicPr/>
          <p:nvPr/>
        </p:nvPicPr>
        <p:blipFill>
          <a:blip r:embed="rId3">
            <a:alphaModFix amt="60000"/>
          </a:blip>
          <a:srcRect/>
          <a:stretch>
            <a:fillRect/>
          </a:stretch>
        </p:blipFill>
        <p:spPr>
          <a:xfrm>
            <a:off x="8331010" y="0"/>
            <a:ext cx="2169160" cy="68573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4" name="图片 33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68275" y="1834515"/>
            <a:ext cx="778256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>
              <a:lnSpc>
                <a:spcPct val="100000"/>
              </a:lnSpc>
              <a:buClrTx/>
              <a:buSzTx/>
              <a:buNone/>
            </a:pPr>
            <a:r>
              <a:rPr lang="en-US" altLang="zh-CN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       </a:t>
            </a:r>
            <a:r>
              <a: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从前，有一个人喂养了一群猴子，……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7791450" y="1207770"/>
            <a:ext cx="3248025" cy="4763770"/>
            <a:chOff x="12270" y="1902"/>
            <a:chExt cx="5115" cy="7502"/>
          </a:xfrm>
        </p:grpSpPr>
        <p:sp>
          <p:nvSpPr>
            <p:cNvPr id="4" name="圆角矩形 3"/>
            <p:cNvSpPr/>
            <p:nvPr/>
          </p:nvSpPr>
          <p:spPr>
            <a:xfrm>
              <a:off x="13602" y="1902"/>
              <a:ext cx="2587" cy="7502"/>
            </a:xfrm>
            <a:prstGeom prst="roundRect">
              <a:avLst/>
            </a:prstGeom>
            <a:solidFill>
              <a:schemeClr val="bg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2270" y="2224"/>
              <a:ext cx="5115" cy="69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喂养</a:t>
              </a: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群</a:t>
              </a: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猴子</a:t>
              </a: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宠物</a:t>
              </a: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相处</a:t>
              </a: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彼此</a:t>
              </a: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表情</a:t>
              </a: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470535" y="78740"/>
            <a:ext cx="9289415" cy="13220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40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请用前面学过的</a:t>
            </a:r>
            <a:r>
              <a:rPr lang="en-US" altLang="zh-CN" sz="40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7</a:t>
            </a:r>
            <a:r>
              <a:rPr lang="zh-CN" altLang="en-US" sz="40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个词编一个故事</a:t>
            </a:r>
          </a:p>
          <a:p>
            <a:pPr algn="ctr"/>
            <a:r>
              <a:rPr lang="zh-CN" altLang="en-US" sz="4000" b="1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（开头已给出）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69732" y="3128691"/>
            <a:ext cx="2837180" cy="2308498"/>
            <a:chOff x="7749" y="3072"/>
            <a:chExt cx="5660" cy="2568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49" y="3072"/>
              <a:ext cx="5660" cy="2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彼此</a:t>
              </a:r>
              <a:r>
                <a:rPr lang="en-US" altLang="zh-CN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/</a:t>
              </a:r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相互</a:t>
              </a:r>
            </a:p>
            <a:p>
              <a:pPr algn="ctr" fontAlgn="ctr"/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sz="2000" b="1" kern="100" dirty="0" err="1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表示</a:t>
              </a:r>
              <a:r>
                <a:rPr sz="2000" b="1" kern="100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双方有同样行为的意思</a:t>
              </a:r>
              <a:endParaRPr lang="vi-VN"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Biểu thị 2 bên có hành vi giống nhau</a:t>
              </a:r>
              <a:endParaRPr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3320415"/>
            <a:ext cx="8538845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我们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彼此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/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互相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都很了解对方。</a:t>
              </a: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5">
            <a:clrChange>
              <a:clrFrom>
                <a:srgbClr val="F6F6F6">
                  <a:alpha val="100000"/>
                </a:srgbClr>
              </a:clrFrom>
              <a:clrTo>
                <a:srgbClr val="F6F6F6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5735" y="1861820"/>
            <a:ext cx="1886585" cy="159448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69732" y="3193415"/>
            <a:ext cx="2837180" cy="2702237"/>
            <a:chOff x="7749" y="3144"/>
            <a:chExt cx="5660" cy="3006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49" y="3240"/>
              <a:ext cx="5660" cy="2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彼此</a:t>
              </a:r>
            </a:p>
            <a:p>
              <a:pPr algn="ctr" fontAlgn="ctr"/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sz="2000" b="1" kern="100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代词</a:t>
              </a:r>
              <a:r>
                <a:rPr sz="2000" b="1" kern="100" dirty="0" err="1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，在动词前做主语</a:t>
              </a:r>
              <a:endParaRPr lang="vi-VN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Đại từ: đứng trước động từ làm chủ ngữ </a:t>
              </a:r>
            </a:p>
            <a:p>
              <a:pPr algn="ctr" fontAlgn="ctr"/>
              <a:r>
                <a:rPr lang="vi-VN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Tạm dịch: 2 bên( 2 người)</a:t>
              </a:r>
              <a:endParaRPr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3246755"/>
            <a:ext cx="8538845" cy="1014730"/>
            <a:chOff x="518" y="3310"/>
            <a:chExt cx="13447" cy="1598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310"/>
              <a:ext cx="13446" cy="15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>
                <a:buClrTx/>
                <a:buSzTx/>
                <a:buFontTx/>
              </a:pPr>
              <a:r>
                <a:rPr lang="zh-CN" altLang="en-US" sz="30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相处久了，</a:t>
              </a:r>
              <a:r>
                <a:rPr lang="zh-CN" altLang="en-US" sz="30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彼此</a:t>
              </a:r>
              <a:r>
                <a:rPr lang="zh-CN" altLang="en-US" sz="30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居然可以从表情、声音和行为举止中了解对方的意思。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5">
            <a:clrChange>
              <a:clrFrom>
                <a:srgbClr val="F6F6F6">
                  <a:alpha val="100000"/>
                </a:srgbClr>
              </a:clrFrom>
              <a:clrTo>
                <a:srgbClr val="F6F6F6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85385" y="3938270"/>
            <a:ext cx="1886585" cy="159448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12587" y="3193415"/>
            <a:ext cx="2837180" cy="2105336"/>
            <a:chOff x="7635" y="3144"/>
            <a:chExt cx="5660" cy="2342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635" y="3261"/>
              <a:ext cx="5660" cy="2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彼此</a:t>
              </a:r>
            </a:p>
            <a:p>
              <a:pPr algn="ctr" fontAlgn="ctr"/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zh-CN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定语</a:t>
              </a:r>
              <a:endParaRPr lang="vi-VN" altLang="zh-CN"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altLang="zh-CN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Định ngữ</a:t>
              </a:r>
            </a:p>
            <a:p>
              <a:pPr algn="ctr" fontAlgn="ctr"/>
              <a:endParaRPr lang="zh-CN"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3320415"/>
            <a:ext cx="8538845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我们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彼此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的爱好相同。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5">
            <a:clrChange>
              <a:clrFrom>
                <a:srgbClr val="F7F5F6">
                  <a:alpha val="100000"/>
                </a:srgbClr>
              </a:clrFrom>
              <a:clrTo>
                <a:srgbClr val="F7F5F6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81550" y="1614170"/>
            <a:ext cx="2628900" cy="199834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12587" y="3193415"/>
            <a:ext cx="2837180" cy="1797896"/>
            <a:chOff x="7635" y="3144"/>
            <a:chExt cx="5660" cy="2000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635" y="3261"/>
              <a:ext cx="5660" cy="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彼此</a:t>
              </a:r>
            </a:p>
            <a:p>
              <a:pPr algn="ctr" fontAlgn="ctr"/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sz="2000" b="1" kern="100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宾语</a:t>
              </a:r>
              <a:endParaRPr lang="vi-VN"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Tân ngữ</a:t>
              </a:r>
              <a:endParaRPr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3320415"/>
            <a:ext cx="8538845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我们是最好的朋友，不分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彼此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。</a:t>
              </a: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clrChange>
              <a:clrFrom>
                <a:srgbClr val="F6F6F6">
                  <a:alpha val="100000"/>
                </a:srgbClr>
              </a:clrFrom>
              <a:clrTo>
                <a:srgbClr val="F6F6F6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59145" y="4149090"/>
            <a:ext cx="2340610" cy="1635125"/>
          </a:xfrm>
          <a:prstGeom prst="ellipse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12587" y="3147569"/>
            <a:ext cx="2837180" cy="2615938"/>
            <a:chOff x="7635" y="3093"/>
            <a:chExt cx="5660" cy="2910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635" y="3093"/>
              <a:ext cx="5660" cy="2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彼此</a:t>
              </a:r>
            </a:p>
            <a:p>
              <a:pPr algn="ctr" fontAlgn="ctr"/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zh-CN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可重叠，表示</a:t>
              </a:r>
              <a:r>
                <a:rPr lang="zh-CN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双方差不多</a:t>
              </a:r>
              <a:endParaRPr lang="vi-VN" altLang="zh-CN"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altLang="zh-CN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Có thẻ lặp lại  biểu thị 2 bên khá giống nhau</a:t>
              </a:r>
            </a:p>
            <a:p>
              <a:pPr algn="ctr" fontAlgn="ctr"/>
              <a:r>
                <a:rPr lang="vi-VN" altLang="zh-CN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( như nhau)</a:t>
              </a:r>
              <a:endParaRPr lang="zh-CN"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3320415"/>
            <a:ext cx="8538845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咱们俩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彼此彼此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，我画得比你好不了多少。</a:t>
              </a: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clrChange>
              <a:clrFrom>
                <a:srgbClr val="F6F6F6">
                  <a:alpha val="100000"/>
                </a:srgbClr>
              </a:clrFrom>
              <a:clrTo>
                <a:srgbClr val="F6F6F6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49870" y="2118995"/>
            <a:ext cx="1438910" cy="15957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12587" y="3147569"/>
            <a:ext cx="2837180" cy="2615938"/>
            <a:chOff x="7635" y="3093"/>
            <a:chExt cx="5660" cy="2910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635" y="3093"/>
              <a:ext cx="5660" cy="2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互相</a:t>
              </a:r>
            </a:p>
            <a:p>
              <a:pPr algn="ctr" fontAlgn="ctr"/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sz="2000" b="1" kern="100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副词</a:t>
              </a:r>
              <a:r>
                <a:rPr sz="2000" b="1" kern="100" dirty="0" err="1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，用在动词前时前面需要加主语</a:t>
              </a:r>
              <a:endParaRPr lang="vi-VN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Phó từ,dùng trc động từ cần thêm chủ ngữ</a:t>
              </a:r>
            </a:p>
            <a:p>
              <a:pPr algn="ctr" fontAlgn="ctr"/>
              <a:r>
                <a:rPr lang="vi-VN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( ...lẫn nhau)</a:t>
              </a:r>
              <a:endParaRPr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3320415"/>
            <a:ext cx="8538845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好朋友应该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互相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帮助。</a:t>
              </a: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clrChange>
              <a:clrFrom>
                <a:srgbClr val="F6F6F6">
                  <a:alpha val="100000"/>
                </a:srgbClr>
              </a:clrFrom>
              <a:clrTo>
                <a:srgbClr val="F6F6F6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92295" y="3762375"/>
            <a:ext cx="2340610" cy="1635125"/>
          </a:xfrm>
          <a:prstGeom prst="ellipse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aphicFrame>
        <p:nvGraphicFramePr>
          <p:cNvPr id="14" name="表格 13"/>
          <p:cNvGraphicFramePr/>
          <p:nvPr>
            <p:custDataLst>
              <p:tags r:id="rId1"/>
            </p:custDataLst>
          </p:nvPr>
        </p:nvGraphicFramePr>
        <p:xfrm>
          <a:off x="1101090" y="1985010"/>
          <a:ext cx="9862185" cy="4462145"/>
        </p:xfrm>
        <a:graphic>
          <a:graphicData uri="http://schemas.openxmlformats.org/drawingml/2006/table">
            <a:tbl>
              <a:tblPr/>
              <a:tblGrid>
                <a:gridCol w="7614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6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422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sym typeface="Calibri" panose="020F0502020204030204" charset="0"/>
                        </a:defRPr>
                      </a:lvl1pPr>
                      <a:lvl2pPr marL="0" lvl="1" indent="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2pPr>
                      <a:lvl3pPr marL="0" lvl="2" indent="914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3pPr>
                      <a:lvl4pPr marL="0" lvl="3" indent="1371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4pPr>
                      <a:lvl5pPr marL="0" lvl="4" indent="1828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en-US" b="1">
                        <a:solidFill>
                          <a:srgbClr val="FFFFFF"/>
                        </a:solidFill>
                        <a:effectLst>
                          <a:outerShdw blurRad="50800" dist="38100" dir="13500000" algn="b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libri" panose="020F0502020204030204" charset="0"/>
                      </a:endParaRPr>
                    </a:p>
                  </a:txBody>
                  <a:tcPr marL="45720" marR="4572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sym typeface="Calibri" panose="020F0502020204030204" charset="0"/>
                        </a:defRPr>
                      </a:lvl1pPr>
                      <a:lvl2pPr marL="0" lvl="1" indent="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2pPr>
                      <a:lvl3pPr marL="0" lvl="2" indent="914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3pPr>
                      <a:lvl4pPr marL="0" lvl="3" indent="1371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4pPr>
                      <a:lvl5pPr marL="0" lvl="4" indent="1828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en-US" b="1">
                        <a:solidFill>
                          <a:srgbClr val="FFFFFF"/>
                        </a:solidFill>
                        <a:effectLst>
                          <a:outerShdw blurRad="50800" dist="38100" dir="13500000" algn="b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libri" panose="020F0502020204030204" charset="0"/>
                      </a:endParaRPr>
                    </a:p>
                  </a:txBody>
                  <a:tcPr marL="45720" marR="4572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sym typeface="Calibri" panose="020F0502020204030204" charset="0"/>
                        </a:defRPr>
                      </a:lvl1pPr>
                      <a:lvl2pPr marL="0" lvl="1" indent="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2pPr>
                      <a:lvl3pPr marL="0" lvl="2" indent="914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3pPr>
                      <a:lvl4pPr marL="0" lvl="3" indent="1371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4pPr>
                      <a:lvl5pPr marL="0" lvl="4" indent="1828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en-US" b="1">
                        <a:solidFill>
                          <a:srgbClr val="FFFFFF"/>
                        </a:solidFill>
                        <a:effectLst>
                          <a:outerShdw blurRad="50800" dist="38100" dir="13500000" algn="b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libri" panose="020F0502020204030204" charset="0"/>
                      </a:endParaRPr>
                    </a:p>
                  </a:txBody>
                  <a:tcPr marL="45720" marR="4572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58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sym typeface="Calibri" panose="020F0502020204030204" charset="0"/>
                        </a:defRPr>
                      </a:lvl1pPr>
                      <a:lvl2pPr marL="0" lvl="1" indent="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2pPr>
                      <a:lvl3pPr marL="0" lvl="2" indent="914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3pPr>
                      <a:lvl4pPr marL="0" lvl="3" indent="1371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4pPr>
                      <a:lvl5pPr marL="0" lvl="4" indent="1828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en-US" b="1">
                        <a:effectLst>
                          <a:outerShdw blurRad="50800" dist="38100" dir="13500000" algn="b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libri" panose="020F0502020204030204" charset="0"/>
                      </a:endParaRPr>
                    </a:p>
                  </a:txBody>
                  <a:tcPr marL="45720" marR="4572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sym typeface="Calibri" panose="020F0502020204030204" charset="0"/>
                        </a:defRPr>
                      </a:lvl1pPr>
                      <a:lvl2pPr marL="0" lvl="1" indent="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2pPr>
                      <a:lvl3pPr marL="0" lvl="2" indent="914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3pPr>
                      <a:lvl4pPr marL="0" lvl="3" indent="1371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4pPr>
                      <a:lvl5pPr marL="0" lvl="4" indent="1828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en-US" b="1">
                        <a:effectLst>
                          <a:outerShdw blurRad="50800" dist="38100" dir="13500000" algn="b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libri" panose="020F0502020204030204" charset="0"/>
                      </a:endParaRPr>
                    </a:p>
                  </a:txBody>
                  <a:tcPr marL="45720" marR="4572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sym typeface="Calibri" panose="020F0502020204030204" charset="0"/>
                        </a:defRPr>
                      </a:lvl1pPr>
                      <a:lvl2pPr marL="0" lvl="1" indent="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2pPr>
                      <a:lvl3pPr marL="0" lvl="2" indent="914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3pPr>
                      <a:lvl4pPr marL="0" lvl="3" indent="1371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4pPr>
                      <a:lvl5pPr marL="0" lvl="4" indent="1828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en-US" b="1">
                        <a:effectLst>
                          <a:outerShdw blurRad="50800" dist="38100" dir="13500000" algn="b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libri" panose="020F0502020204030204" charset="0"/>
                      </a:endParaRPr>
                    </a:p>
                  </a:txBody>
                  <a:tcPr marL="45720" marR="4572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31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sym typeface="Calibri" panose="020F0502020204030204" charset="0"/>
                        </a:defRPr>
                      </a:lvl1pPr>
                      <a:lvl2pPr marL="0" lvl="1" indent="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2pPr>
                      <a:lvl3pPr marL="0" lvl="2" indent="914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3pPr>
                      <a:lvl4pPr marL="0" lvl="3" indent="1371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4pPr>
                      <a:lvl5pPr marL="0" lvl="4" indent="1828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en-US" b="1">
                        <a:effectLst>
                          <a:outerShdw blurRad="50800" dist="38100" dir="13500000" algn="b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libri" panose="020F0502020204030204" charset="0"/>
                      </a:endParaRPr>
                    </a:p>
                  </a:txBody>
                  <a:tcPr marL="45720" marR="4572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sym typeface="Calibri" panose="020F0502020204030204" charset="0"/>
                        </a:defRPr>
                      </a:lvl1pPr>
                      <a:lvl2pPr marL="0" lvl="1" indent="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2pPr>
                      <a:lvl3pPr marL="0" lvl="2" indent="914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3pPr>
                      <a:lvl4pPr marL="0" lvl="3" indent="1371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4pPr>
                      <a:lvl5pPr marL="0" lvl="4" indent="1828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en-US" b="1">
                        <a:effectLst>
                          <a:outerShdw blurRad="50800" dist="38100" dir="13500000" algn="b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libri" panose="020F0502020204030204" charset="0"/>
                      </a:endParaRPr>
                    </a:p>
                  </a:txBody>
                  <a:tcPr marL="45720" marR="4572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sym typeface="Calibri" panose="020F0502020204030204" charset="0"/>
                        </a:defRPr>
                      </a:lvl1pPr>
                      <a:lvl2pPr marL="0" lvl="1" indent="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2pPr>
                      <a:lvl3pPr marL="0" lvl="2" indent="914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3pPr>
                      <a:lvl4pPr marL="0" lvl="3" indent="1371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4pPr>
                      <a:lvl5pPr marL="0" lvl="4" indent="1828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en-US" b="1">
                        <a:effectLst>
                          <a:outerShdw blurRad="50800" dist="38100" dir="13500000" algn="b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libri" panose="020F0502020204030204" charset="0"/>
                      </a:endParaRPr>
                    </a:p>
                  </a:txBody>
                  <a:tcPr marL="45720" marR="4572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422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sym typeface="Calibri" panose="020F0502020204030204" charset="0"/>
                        </a:defRPr>
                      </a:lvl1pPr>
                      <a:lvl2pPr marL="0" lvl="1" indent="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2pPr>
                      <a:lvl3pPr marL="0" lvl="2" indent="914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3pPr>
                      <a:lvl4pPr marL="0" lvl="3" indent="1371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4pPr>
                      <a:lvl5pPr marL="0" lvl="4" indent="1828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en-US" b="1">
                        <a:effectLst>
                          <a:outerShdw blurRad="50800" dist="38100" dir="13500000" algn="b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libri" panose="020F0502020204030204" charset="0"/>
                      </a:endParaRPr>
                    </a:p>
                  </a:txBody>
                  <a:tcPr marL="45720" marR="4572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sym typeface="Calibri" panose="020F0502020204030204" charset="0"/>
                        </a:defRPr>
                      </a:lvl1pPr>
                      <a:lvl2pPr marL="0" lvl="1" indent="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2pPr>
                      <a:lvl3pPr marL="0" lvl="2" indent="914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3pPr>
                      <a:lvl4pPr marL="0" lvl="3" indent="1371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4pPr>
                      <a:lvl5pPr marL="0" lvl="4" indent="1828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en-US" b="1">
                        <a:effectLst>
                          <a:outerShdw blurRad="50800" dist="38100" dir="13500000" algn="b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libri" panose="020F0502020204030204" charset="0"/>
                      </a:endParaRPr>
                    </a:p>
                  </a:txBody>
                  <a:tcPr marL="45720" marR="4572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sym typeface="Calibri" panose="020F0502020204030204" charset="0"/>
                        </a:defRPr>
                      </a:lvl1pPr>
                      <a:lvl2pPr marL="0" lvl="1" indent="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2pPr>
                      <a:lvl3pPr marL="0" lvl="2" indent="914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3pPr>
                      <a:lvl4pPr marL="0" lvl="3" indent="1371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4pPr>
                      <a:lvl5pPr marL="0" lvl="4" indent="1828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en-US" b="1">
                        <a:effectLst>
                          <a:outerShdw blurRad="50800" dist="38100" dir="13500000" algn="b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libri" panose="020F0502020204030204" charset="0"/>
                      </a:endParaRPr>
                    </a:p>
                  </a:txBody>
                  <a:tcPr marL="45720" marR="4572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358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sym typeface="Calibri" panose="020F0502020204030204" charset="0"/>
                        </a:defRPr>
                      </a:lvl1pPr>
                      <a:lvl2pPr marL="0" lvl="1" indent="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2pPr>
                      <a:lvl3pPr marL="0" lvl="2" indent="914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3pPr>
                      <a:lvl4pPr marL="0" lvl="3" indent="1371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4pPr>
                      <a:lvl5pPr marL="0" lvl="4" indent="1828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en-US" b="1">
                        <a:effectLst>
                          <a:outerShdw blurRad="50800" dist="38100" dir="13500000" algn="b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libri" panose="020F0502020204030204" charset="0"/>
                      </a:endParaRPr>
                    </a:p>
                  </a:txBody>
                  <a:tcPr marL="45720" marR="4572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sym typeface="Calibri" panose="020F0502020204030204" charset="0"/>
                        </a:defRPr>
                      </a:lvl1pPr>
                      <a:lvl2pPr marL="0" lvl="1" indent="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2pPr>
                      <a:lvl3pPr marL="0" lvl="2" indent="914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3pPr>
                      <a:lvl4pPr marL="0" lvl="3" indent="1371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4pPr>
                      <a:lvl5pPr marL="0" lvl="4" indent="1828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en-US" b="1">
                        <a:effectLst>
                          <a:outerShdw blurRad="50800" dist="38100" dir="13500000" algn="b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libri" panose="020F0502020204030204" charset="0"/>
                      </a:endParaRPr>
                    </a:p>
                  </a:txBody>
                  <a:tcPr marL="45720" marR="4572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sym typeface="Calibri" panose="020F0502020204030204" charset="0"/>
                        </a:defRPr>
                      </a:lvl1pPr>
                      <a:lvl2pPr marL="0" lvl="1" indent="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2pPr>
                      <a:lvl3pPr marL="0" lvl="2" indent="914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3pPr>
                      <a:lvl4pPr marL="0" lvl="3" indent="1371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4pPr>
                      <a:lvl5pPr marL="0" lvl="4" indent="1828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en-US" b="1">
                        <a:effectLst>
                          <a:outerShdw blurRad="50800" dist="38100" dir="13500000" algn="b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libri" panose="020F0502020204030204" charset="0"/>
                      </a:endParaRPr>
                    </a:p>
                  </a:txBody>
                  <a:tcPr marL="45720" marR="4572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8" name="Shape 198"/>
          <p:cNvSpPr/>
          <p:nvPr/>
        </p:nvSpPr>
        <p:spPr>
          <a:xfrm>
            <a:off x="1291590" y="2907665"/>
            <a:ext cx="7270750" cy="398780"/>
          </a:xfrm>
          <a:prstGeom prst="rect">
            <a:avLst/>
          </a:prstGeom>
          <a:ln w="12700">
            <a:miter lim="400000"/>
          </a:ln>
          <a:effectLst>
            <a:outerShdw blurRad="50800" dist="50800" dir="16200000" rotWithShape="0">
              <a:srgbClr val="FFFFFF">
                <a:alpha val="0"/>
              </a:srgbClr>
            </a:outerShdw>
          </a:effectLst>
        </p:spPr>
        <p:txBody>
          <a:bodyPr wrap="square" lIns="45719" rIns="45719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1. </a:t>
            </a:r>
            <a:r>
              <a:rPr b="1" kern="0" noProof="0">
                <a:ln>
                  <a:noFill/>
                </a:ln>
                <a:effectLst/>
                <a:uLnTx/>
                <a:uFillTx/>
                <a:sym typeface="+mn-ea"/>
              </a:rPr>
              <a:t>你们是姐妹，应该</a:t>
            </a:r>
            <a:r>
              <a:rPr b="1" u="sng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         </a:t>
            </a:r>
            <a:r>
              <a:rPr b="1" kern="0" noProof="0">
                <a:ln>
                  <a:noFill/>
                </a:ln>
                <a:effectLst/>
                <a:uLnTx/>
                <a:uFillTx/>
                <a:sym typeface="+mn-ea"/>
              </a:rPr>
              <a:t>照顾。</a:t>
            </a:r>
          </a:p>
        </p:txBody>
      </p:sp>
      <p:sp>
        <p:nvSpPr>
          <p:cNvPr id="199" name="Shape 199"/>
          <p:cNvSpPr/>
          <p:nvPr/>
        </p:nvSpPr>
        <p:spPr>
          <a:xfrm>
            <a:off x="8945245" y="2143760"/>
            <a:ext cx="641350" cy="398780"/>
          </a:xfrm>
          <a:prstGeom prst="rect">
            <a:avLst/>
          </a:prstGeom>
          <a:ln w="12700">
            <a:miter lim="400000"/>
          </a:ln>
          <a:effectLst>
            <a:outerShdw blurRad="50800" dist="50800" dir="16200000" rotWithShape="0">
              <a:srgbClr val="FFFFFF">
                <a:alpha val="0"/>
              </a:srgbClr>
            </a:outerShdw>
          </a:effectLst>
        </p:spPr>
        <p:txBody>
          <a:bodyPr wrap="square" lIns="45719" rIns="45719">
            <a:spAutoFit/>
          </a:bodyPr>
          <a:lstStyle>
            <a:lvl1pPr>
              <a:defRPr sz="20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彼此</a:t>
            </a:r>
          </a:p>
        </p:txBody>
      </p:sp>
      <p:sp>
        <p:nvSpPr>
          <p:cNvPr id="200" name="Shape 200"/>
          <p:cNvSpPr/>
          <p:nvPr/>
        </p:nvSpPr>
        <p:spPr>
          <a:xfrm>
            <a:off x="9994265" y="2143760"/>
            <a:ext cx="802640" cy="398780"/>
          </a:xfrm>
          <a:prstGeom prst="rect">
            <a:avLst/>
          </a:prstGeom>
          <a:ln w="12700">
            <a:miter lim="400000"/>
          </a:ln>
          <a:effectLst>
            <a:outerShdw blurRad="50800" dist="50800" dir="16200000" rotWithShape="0">
              <a:srgbClr val="FFFFFF">
                <a:alpha val="0"/>
              </a:srgbClr>
            </a:outerShdw>
          </a:effectLst>
        </p:spPr>
        <p:txBody>
          <a:bodyPr wrap="square" lIns="45719" rIns="45719">
            <a:spAutoFit/>
          </a:bodyPr>
          <a:lstStyle>
            <a:lvl1pPr>
              <a:defRPr sz="20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相互</a:t>
            </a:r>
          </a:p>
        </p:txBody>
      </p:sp>
      <p:sp>
        <p:nvSpPr>
          <p:cNvPr id="201" name="Shape 201"/>
          <p:cNvSpPr/>
          <p:nvPr/>
        </p:nvSpPr>
        <p:spPr>
          <a:xfrm>
            <a:off x="1288415" y="3657600"/>
            <a:ext cx="8928100" cy="398780"/>
          </a:xfrm>
          <a:prstGeom prst="rect">
            <a:avLst/>
          </a:prstGeom>
          <a:ln w="12700">
            <a:miter lim="400000"/>
          </a:ln>
          <a:effectLst>
            <a:outerShdw blurRad="50800" dist="50800" dir="16200000" rotWithShape="0">
              <a:srgbClr val="FFFFFF">
                <a:alpha val="0"/>
              </a:srgbClr>
            </a:outerShdw>
          </a:effectLst>
        </p:spPr>
        <p:txBody>
          <a:bodyPr wrap="square" lIns="45719" rIns="45719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2. </a:t>
            </a:r>
            <a:r>
              <a:rPr b="1" kern="0" noProof="0">
                <a:ln>
                  <a:noFill/>
                </a:ln>
                <a:effectLst/>
                <a:uLnTx/>
                <a:uFillTx/>
              </a:rPr>
              <a:t>对同一个问题，</a:t>
            </a:r>
            <a:r>
              <a:rPr b="1" u="sng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        </a:t>
            </a:r>
            <a:r>
              <a:rPr b="1" kern="0" noProof="0">
                <a:ln>
                  <a:noFill/>
                </a:ln>
                <a:effectLst/>
                <a:uLnTx/>
                <a:uFillTx/>
              </a:rPr>
              <a:t>的认识不同，是很正常的事情。</a:t>
            </a:r>
          </a:p>
        </p:txBody>
      </p:sp>
      <p:sp>
        <p:nvSpPr>
          <p:cNvPr id="202" name="Shape 202"/>
          <p:cNvSpPr/>
          <p:nvPr/>
        </p:nvSpPr>
        <p:spPr>
          <a:xfrm>
            <a:off x="1288415" y="4233545"/>
            <a:ext cx="7606030" cy="706755"/>
          </a:xfrm>
          <a:prstGeom prst="rect">
            <a:avLst/>
          </a:prstGeom>
          <a:ln w="12700">
            <a:miter lim="400000"/>
          </a:ln>
          <a:effectLst>
            <a:outerShdw blurRad="50800" dist="50800" dir="16200000" rotWithShape="0">
              <a:srgbClr val="FFFFFF">
                <a:alpha val="0"/>
              </a:srgbClr>
            </a:outerShdw>
          </a:effectLst>
        </p:spPr>
        <p:txBody>
          <a:bodyPr wrap="square" lIns="45719" rIns="45719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3. </a:t>
            </a:r>
            <a:r>
              <a:rPr b="1" kern="0" noProof="0">
                <a:ln>
                  <a:noFill/>
                </a:ln>
                <a:effectLst/>
                <a:uLnTx/>
                <a:uFillTx/>
                <a:sym typeface="+mn-ea"/>
              </a:rPr>
              <a:t>我们是夫妻，各自除了孝顺自己的父母，也应该孝顺</a:t>
            </a:r>
            <a:r>
              <a:rPr b="1" u="sng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         </a:t>
            </a:r>
            <a:r>
              <a:rPr b="1" kern="0" noProof="0">
                <a:ln>
                  <a:noFill/>
                </a:ln>
                <a:effectLst/>
                <a:uLnTx/>
                <a:uFillTx/>
                <a:sym typeface="+mn-ea"/>
              </a:rPr>
              <a:t>的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defRPr>
            </a:pPr>
            <a:r>
              <a:rPr lang="en-US" b="1" kern="0" noProof="0">
                <a:ln>
                  <a:noFill/>
                </a:ln>
                <a:effectLst/>
                <a:uLnTx/>
                <a:uFillTx/>
                <a:sym typeface="+mn-ea"/>
              </a:rPr>
              <a:t>    </a:t>
            </a:r>
            <a:r>
              <a:rPr b="1" kern="0" noProof="0">
                <a:ln>
                  <a:noFill/>
                </a:ln>
                <a:effectLst/>
                <a:uLnTx/>
                <a:uFillTx/>
                <a:sym typeface="+mn-ea"/>
              </a:rPr>
              <a:t>父母。</a:t>
            </a:r>
          </a:p>
        </p:txBody>
      </p:sp>
      <p:sp>
        <p:nvSpPr>
          <p:cNvPr id="203" name="Shape 203"/>
          <p:cNvSpPr/>
          <p:nvPr/>
        </p:nvSpPr>
        <p:spPr>
          <a:xfrm>
            <a:off x="1294765" y="5151755"/>
            <a:ext cx="7599045" cy="398780"/>
          </a:xfrm>
          <a:prstGeom prst="rect">
            <a:avLst/>
          </a:prstGeom>
          <a:ln w="12700">
            <a:miter lim="400000"/>
          </a:ln>
          <a:effectLst>
            <a:outerShdw blurRad="50800" dist="50800" dir="16200000" rotWithShape="0">
              <a:srgbClr val="FFFFFF">
                <a:alpha val="0"/>
              </a:srgbClr>
            </a:outerShdw>
          </a:effectLst>
        </p:spPr>
        <p:txBody>
          <a:bodyPr wrap="square" lIns="45719" rIns="45719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4.</a:t>
            </a:r>
            <a:r>
              <a:rPr kumimoji="0" b="1" i="0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现在是我们公司最困难的时候，大家应该</a:t>
            </a:r>
            <a:r>
              <a:rPr kumimoji="0" lang="en-US" b="1" i="0" u="sng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        </a:t>
            </a:r>
            <a:r>
              <a:rPr kumimoji="0" b="1" i="0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支持，</a:t>
            </a:r>
            <a:r>
              <a:rPr kumimoji="0" b="1" i="0" u="sng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       </a:t>
            </a:r>
            <a:r>
              <a:rPr kumimoji="0" b="1" i="0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帮助。</a:t>
            </a:r>
          </a:p>
        </p:txBody>
      </p:sp>
      <p:sp>
        <p:nvSpPr>
          <p:cNvPr id="3" name="Shape 199"/>
          <p:cNvSpPr/>
          <p:nvPr/>
        </p:nvSpPr>
        <p:spPr>
          <a:xfrm>
            <a:off x="4393565" y="2157730"/>
            <a:ext cx="1231900" cy="398780"/>
          </a:xfrm>
          <a:prstGeom prst="rect">
            <a:avLst/>
          </a:prstGeom>
          <a:ln w="12700">
            <a:miter lim="400000"/>
          </a:ln>
          <a:effectLst>
            <a:outerShdw blurRad="50800" dist="50800" dir="16200000" rotWithShape="0">
              <a:srgbClr val="FFFFFF">
                <a:alpha val="0"/>
              </a:srgbClr>
            </a:outerShdw>
          </a:effectLst>
        </p:spPr>
        <p:txBody>
          <a:bodyPr wrap="square" lIns="45719" rIns="45719">
            <a:spAutoFit/>
          </a:bodyPr>
          <a:lstStyle>
            <a:lvl1pPr>
              <a:defRPr sz="20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句子</a:t>
            </a:r>
          </a:p>
        </p:txBody>
      </p:sp>
      <p:grpSp>
        <p:nvGrpSpPr>
          <p:cNvPr id="70" name="小钩"/>
          <p:cNvGrpSpPr/>
          <p:nvPr/>
        </p:nvGrpSpPr>
        <p:grpSpPr>
          <a:xfrm>
            <a:off x="8994775" y="2811780"/>
            <a:ext cx="579755" cy="560070"/>
            <a:chOff x="677837" y="1446312"/>
            <a:chExt cx="633828" cy="612000"/>
          </a:xfrm>
        </p:grpSpPr>
        <p:sp>
          <p:nvSpPr>
            <p:cNvPr id="65" name="椭圆 64"/>
            <p:cNvSpPr/>
            <p:nvPr/>
          </p:nvSpPr>
          <p:spPr>
            <a:xfrm>
              <a:off x="699665" y="1446312"/>
              <a:ext cx="612000" cy="612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  <p:pic>
          <p:nvPicPr>
            <p:cNvPr id="67" name="图片 66"/>
            <p:cNvPicPr>
              <a:picLocks noChangeAspect="1"/>
            </p:cNvPicPr>
            <p:nvPr/>
          </p:nvPicPr>
          <p:blipFill rotWithShape="1"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82" t="18621" r="14688" b="11881"/>
            <a:stretch>
              <a:fillRect/>
            </a:stretch>
          </p:blipFill>
          <p:spPr>
            <a:xfrm>
              <a:off x="677837" y="1480289"/>
              <a:ext cx="580878" cy="5612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小钩"/>
          <p:cNvGrpSpPr/>
          <p:nvPr/>
        </p:nvGrpSpPr>
        <p:grpSpPr>
          <a:xfrm>
            <a:off x="10089515" y="2813685"/>
            <a:ext cx="579755" cy="560070"/>
            <a:chOff x="677837" y="1446312"/>
            <a:chExt cx="633828" cy="612000"/>
          </a:xfrm>
        </p:grpSpPr>
        <p:sp>
          <p:nvSpPr>
            <p:cNvPr id="6" name="椭圆 5"/>
            <p:cNvSpPr/>
            <p:nvPr/>
          </p:nvSpPr>
          <p:spPr>
            <a:xfrm>
              <a:off x="699665" y="1446312"/>
              <a:ext cx="612000" cy="612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82" t="18621" r="14688" b="11881"/>
            <a:stretch>
              <a:fillRect/>
            </a:stretch>
          </p:blipFill>
          <p:spPr>
            <a:xfrm>
              <a:off x="677837" y="1480289"/>
              <a:ext cx="580878" cy="5612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" name="小钩"/>
          <p:cNvGrpSpPr/>
          <p:nvPr/>
        </p:nvGrpSpPr>
        <p:grpSpPr>
          <a:xfrm>
            <a:off x="8994775" y="3609975"/>
            <a:ext cx="579755" cy="560070"/>
            <a:chOff x="677837" y="1446312"/>
            <a:chExt cx="633828" cy="612000"/>
          </a:xfrm>
        </p:grpSpPr>
        <p:sp>
          <p:nvSpPr>
            <p:cNvPr id="9" name="椭圆 8"/>
            <p:cNvSpPr/>
            <p:nvPr/>
          </p:nvSpPr>
          <p:spPr>
            <a:xfrm>
              <a:off x="699665" y="1446312"/>
              <a:ext cx="612000" cy="612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82" t="18621" r="14688" b="11881"/>
            <a:stretch>
              <a:fillRect/>
            </a:stretch>
          </p:blipFill>
          <p:spPr>
            <a:xfrm>
              <a:off x="677837" y="1480289"/>
              <a:ext cx="580878" cy="5612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" name="小钩"/>
          <p:cNvGrpSpPr/>
          <p:nvPr/>
        </p:nvGrpSpPr>
        <p:grpSpPr>
          <a:xfrm>
            <a:off x="9028430" y="4359275"/>
            <a:ext cx="579755" cy="560070"/>
            <a:chOff x="677837" y="1446312"/>
            <a:chExt cx="633828" cy="612000"/>
          </a:xfrm>
        </p:grpSpPr>
        <p:sp>
          <p:nvSpPr>
            <p:cNvPr id="12" name="椭圆 11"/>
            <p:cNvSpPr/>
            <p:nvPr/>
          </p:nvSpPr>
          <p:spPr>
            <a:xfrm>
              <a:off x="699665" y="1446312"/>
              <a:ext cx="612000" cy="612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 rotWithShape="1"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82" t="18621" r="14688" b="11881"/>
            <a:stretch>
              <a:fillRect/>
            </a:stretch>
          </p:blipFill>
          <p:spPr>
            <a:xfrm>
              <a:off x="677837" y="1480289"/>
              <a:ext cx="580878" cy="5612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" name="小钩"/>
          <p:cNvGrpSpPr/>
          <p:nvPr/>
        </p:nvGrpSpPr>
        <p:grpSpPr>
          <a:xfrm>
            <a:off x="10123805" y="5081905"/>
            <a:ext cx="579755" cy="560070"/>
            <a:chOff x="677837" y="1446312"/>
            <a:chExt cx="633828" cy="612000"/>
          </a:xfrm>
        </p:grpSpPr>
        <p:sp>
          <p:nvSpPr>
            <p:cNvPr id="17" name="椭圆 16"/>
            <p:cNvSpPr/>
            <p:nvPr/>
          </p:nvSpPr>
          <p:spPr>
            <a:xfrm>
              <a:off x="699665" y="1446312"/>
              <a:ext cx="612000" cy="612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 rotWithShape="1"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82" t="18621" r="14688" b="11881"/>
            <a:stretch>
              <a:fillRect/>
            </a:stretch>
          </p:blipFill>
          <p:spPr>
            <a:xfrm>
              <a:off x="677837" y="1480289"/>
              <a:ext cx="580878" cy="56124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doors dir="ver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2\词汇.jpg词汇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941695" y="2217420"/>
            <a:ext cx="4047490" cy="277495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2210435" y="1157605"/>
            <a:ext cx="2217420" cy="2205990"/>
            <a:chOff x="3481" y="1823"/>
            <a:chExt cx="3492" cy="3474"/>
          </a:xfrm>
        </p:grpSpPr>
        <p:grpSp>
          <p:nvGrpSpPr>
            <p:cNvPr id="8" name="组合 7"/>
            <p:cNvGrpSpPr/>
            <p:nvPr/>
          </p:nvGrpSpPr>
          <p:grpSpPr>
            <a:xfrm>
              <a:off x="3481" y="1823"/>
              <a:ext cx="3492" cy="3156"/>
              <a:chOff x="3481" y="1823"/>
              <a:chExt cx="3492" cy="3156"/>
            </a:xfrm>
          </p:grpSpPr>
          <p:sp>
            <p:nvSpPr>
              <p:cNvPr id="11" name="文本框 10"/>
              <p:cNvSpPr txBox="1"/>
              <p:nvPr/>
            </p:nvSpPr>
            <p:spPr>
              <a:xfrm>
                <a:off x="3481" y="2897"/>
                <a:ext cx="3492" cy="20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8000" b="1">
                    <a:solidFill>
                      <a:schemeClr val="tx1"/>
                    </a:solidFill>
                    <a:latin typeface="华文楷体" panose="02010600040101010101" charset="-122"/>
                    <a:ea typeface="华文楷体" panose="02010600040101010101" charset="-122"/>
                    <a:cs typeface="Comic Sans MS" panose="030F0902030302020204" pitchFamily="66" charset="0"/>
                  </a:rPr>
                  <a:t>词汇</a:t>
                </a:r>
              </a:p>
            </p:txBody>
          </p:sp>
          <p:sp>
            <p:nvSpPr>
              <p:cNvPr id="3" name="文本框 2"/>
              <p:cNvSpPr txBox="1"/>
              <p:nvPr/>
            </p:nvSpPr>
            <p:spPr>
              <a:xfrm>
                <a:off x="3965" y="1823"/>
                <a:ext cx="2501" cy="12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44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Comic Sans MS" panose="030F0902030302020204" pitchFamily="66" charset="0"/>
                  </a:rPr>
                  <a:t>cí huì</a:t>
                </a: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3782" y="4669"/>
              <a:ext cx="2962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0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n. vocabulary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210435" y="4076065"/>
            <a:ext cx="3480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“你好”“智慧”都是汉语词汇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2\固定.jpg固定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180965" y="1323340"/>
            <a:ext cx="3542030" cy="413448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734820" y="1157605"/>
            <a:ext cx="3293110" cy="2205990"/>
            <a:chOff x="2732" y="1823"/>
            <a:chExt cx="5186" cy="3474"/>
          </a:xfrm>
        </p:grpSpPr>
        <p:sp>
          <p:nvSpPr>
            <p:cNvPr id="11" name="文本框 10"/>
            <p:cNvSpPr txBox="1"/>
            <p:nvPr/>
          </p:nvSpPr>
          <p:spPr>
            <a:xfrm>
              <a:off x="3481" y="2897"/>
              <a:ext cx="3492" cy="2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</a:rPr>
                <a:t>固定</a:t>
              </a: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605" y="1823"/>
              <a:ext cx="3543" cy="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44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gù dìng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732" y="4669"/>
              <a:ext cx="5186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0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adj./v. fixed, settled; to fix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082165" y="3540760"/>
            <a:ext cx="2945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他把插座</a:t>
            </a:r>
            <a:r>
              <a:rPr lang="zh-CN" altLang="en-US">
                <a:solidFill>
                  <a:srgbClr val="FF0000"/>
                </a:solidFill>
              </a:rPr>
              <a:t>固定</a:t>
            </a:r>
            <a:r>
              <a:rPr lang="zh-CN" altLang="en-US"/>
              <a:t>在墙壁上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2\结构.jpg结构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240905" y="1671320"/>
            <a:ext cx="3445510" cy="346075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210435" y="1157605"/>
            <a:ext cx="2217420" cy="2205990"/>
            <a:chOff x="3481" y="1823"/>
            <a:chExt cx="3492" cy="3474"/>
          </a:xfrm>
        </p:grpSpPr>
        <p:sp>
          <p:nvSpPr>
            <p:cNvPr id="11" name="文本框 10"/>
            <p:cNvSpPr txBox="1"/>
            <p:nvPr/>
          </p:nvSpPr>
          <p:spPr>
            <a:xfrm>
              <a:off x="3481" y="2897"/>
              <a:ext cx="3492" cy="2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</a:rPr>
                <a:t>结构</a:t>
              </a: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665" y="1823"/>
              <a:ext cx="3138" cy="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44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jié gòu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936" y="4669"/>
              <a:ext cx="2415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0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n. structure</a:t>
              </a:r>
            </a:p>
          </p:txBody>
        </p:sp>
      </p:grpSp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4484370" y="1839595"/>
            <a:ext cx="2592070" cy="232537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216900" y="5132070"/>
            <a:ext cx="1473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房屋结构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900295" y="4164965"/>
            <a:ext cx="1473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大脑结构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2\整体.jpg整体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132705" y="1702435"/>
            <a:ext cx="4320540" cy="346075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210435" y="1157605"/>
            <a:ext cx="2366010" cy="2205990"/>
            <a:chOff x="3481" y="1823"/>
            <a:chExt cx="3726" cy="3474"/>
          </a:xfrm>
        </p:grpSpPr>
        <p:sp>
          <p:nvSpPr>
            <p:cNvPr id="11" name="文本框 10"/>
            <p:cNvSpPr txBox="1"/>
            <p:nvPr/>
          </p:nvSpPr>
          <p:spPr>
            <a:xfrm>
              <a:off x="3481" y="2897"/>
              <a:ext cx="3492" cy="2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</a:rPr>
                <a:t>整体</a:t>
              </a: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545" y="1823"/>
              <a:ext cx="3594" cy="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44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zhěng tǐ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625" y="4669"/>
              <a:ext cx="3582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20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n. whole, entirety</a:t>
              </a:r>
            </a:p>
          </p:txBody>
        </p:sp>
      </p:grp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2\综合.jpg综合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283200" y="2022475"/>
            <a:ext cx="4770755" cy="313309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2008505" y="1157605"/>
            <a:ext cx="3094990" cy="2830830"/>
            <a:chOff x="3163" y="1823"/>
            <a:chExt cx="4874" cy="4458"/>
          </a:xfrm>
        </p:grpSpPr>
        <p:sp>
          <p:nvSpPr>
            <p:cNvPr id="11" name="文本框 10"/>
            <p:cNvSpPr txBox="1"/>
            <p:nvPr/>
          </p:nvSpPr>
          <p:spPr>
            <a:xfrm>
              <a:off x="3481" y="2897"/>
              <a:ext cx="3492" cy="2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</a:rPr>
                <a:t>综合</a:t>
              </a: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356" y="1823"/>
              <a:ext cx="3696" cy="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44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zōng hé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163" y="4683"/>
              <a:ext cx="4874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eaLnBrk="1"/>
              <a:r>
                <a:rPr lang="zh-CN" altLang="zh-CN" sz="2000" dirty="0">
                  <a:solidFill>
                    <a:srgbClr val="2A2A2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v./adj.  to synthesize, to summarize;</a:t>
              </a:r>
            </a:p>
            <a:p>
              <a:pPr algn="l" eaLnBrk="1"/>
              <a:r>
                <a:rPr lang="zh-CN" altLang="zh-CN" sz="2000" dirty="0">
                  <a:solidFill>
                    <a:srgbClr val="2A2A2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comprehensive, integrated</a:t>
              </a:r>
              <a:endPara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103495" y="1265555"/>
            <a:ext cx="35058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把事物或对象的各个部分与属性</a:t>
            </a:r>
            <a:r>
              <a:rPr lang="zh-CN" altLang="en-US">
                <a:solidFill>
                  <a:srgbClr val="FF0000"/>
                </a:solidFill>
              </a:rPr>
              <a:t>联合为一个整体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899285" y="4253230"/>
            <a:ext cx="27508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汉语</a:t>
            </a:r>
            <a:r>
              <a:rPr lang="zh-CN" altLang="en-US">
                <a:solidFill>
                  <a:srgbClr val="FF0000"/>
                </a:solidFill>
              </a:rPr>
              <a:t>综合课</a:t>
            </a:r>
            <a:r>
              <a:rPr lang="zh-CN" altLang="en-US"/>
              <a:t>包括听</a:t>
            </a:r>
            <a:r>
              <a:rPr lang="en-US" altLang="zh-CN"/>
              <a:t>、</a:t>
            </a:r>
            <a:r>
              <a:rPr lang="zh-CN" altLang="en-US"/>
              <a:t>说</a:t>
            </a:r>
            <a:r>
              <a:rPr lang="en-US" altLang="zh-CN"/>
              <a:t>、</a:t>
            </a:r>
            <a:r>
              <a:rPr lang="zh-CN" altLang="en-US"/>
              <a:t>读</a:t>
            </a:r>
            <a:r>
              <a:rPr lang="en-US" altLang="zh-CN"/>
              <a:t>、</a:t>
            </a:r>
            <a:r>
              <a:rPr lang="zh-CN" altLang="en-US"/>
              <a:t>写等技能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2\完整.jpg完整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13680" y="1668145"/>
            <a:ext cx="4224655" cy="300990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079625" y="1157605"/>
            <a:ext cx="3167380" cy="2214880"/>
            <a:chOff x="3275" y="1823"/>
            <a:chExt cx="4988" cy="3488"/>
          </a:xfrm>
        </p:grpSpPr>
        <p:sp>
          <p:nvSpPr>
            <p:cNvPr id="11" name="文本框 10"/>
            <p:cNvSpPr txBox="1"/>
            <p:nvPr/>
          </p:nvSpPr>
          <p:spPr>
            <a:xfrm>
              <a:off x="3961" y="2897"/>
              <a:ext cx="3492" cy="2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</a:rPr>
                <a:t>完整</a:t>
              </a: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275" y="1823"/>
              <a:ext cx="4989" cy="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44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wán zhěng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276" y="4683"/>
              <a:ext cx="4874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1"/>
              <a:r>
                <a:rPr lang="zh-CN" altLang="zh-CN" sz="2000" dirty="0">
                  <a:solidFill>
                    <a:srgbClr val="2A2A2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adj. complete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004695" y="3933825"/>
            <a:ext cx="3389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加上这块碎片</a:t>
            </a:r>
            <a:r>
              <a:rPr lang="en-US" altLang="zh-CN"/>
              <a:t>，</a:t>
            </a:r>
            <a:r>
              <a:rPr lang="zh-CN" altLang="en-US"/>
              <a:t>拼图就</a:t>
            </a:r>
            <a:r>
              <a:rPr lang="zh-CN" altLang="en-US">
                <a:solidFill>
                  <a:srgbClr val="FF0000"/>
                </a:solidFill>
              </a:rPr>
              <a:t>完整</a:t>
            </a:r>
            <a:r>
              <a:rPr lang="zh-CN" altLang="en-US"/>
              <a:t>了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2\倒.jpg倒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624320" y="1539875"/>
            <a:ext cx="3529965" cy="378142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1760220" y="1157605"/>
            <a:ext cx="4597400" cy="2522220"/>
            <a:chOff x="2772" y="1823"/>
            <a:chExt cx="7240" cy="3972"/>
          </a:xfrm>
        </p:grpSpPr>
        <p:sp>
          <p:nvSpPr>
            <p:cNvPr id="11" name="文本框 10"/>
            <p:cNvSpPr txBox="1"/>
            <p:nvPr/>
          </p:nvSpPr>
          <p:spPr>
            <a:xfrm>
              <a:off x="4261" y="2897"/>
              <a:ext cx="1890" cy="2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</a:rPr>
                <a:t>倒</a:t>
              </a: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4175" y="1823"/>
              <a:ext cx="2068" cy="1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44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dào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772" y="4683"/>
              <a:ext cx="7240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1"/>
              <a:r>
                <a:rPr lang="zh-CN" altLang="zh-CN" sz="2000" dirty="0">
                  <a:solidFill>
                    <a:srgbClr val="2A2A2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adv. indicating being country to </a:t>
              </a:r>
            </a:p>
            <a:p>
              <a:pPr algn="ctr" eaLnBrk="1"/>
              <a:r>
                <a:rPr lang="zh-CN" altLang="zh-CN" sz="2000" dirty="0">
                  <a:solidFill>
                    <a:srgbClr val="2A2A2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      what is expected or thought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164715" y="4022725"/>
            <a:ext cx="4525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他往酒杯里</a:t>
            </a:r>
            <a:r>
              <a:rPr lang="zh-CN" altLang="en-US">
                <a:solidFill>
                  <a:srgbClr val="FF0000"/>
                </a:solidFill>
              </a:rPr>
              <a:t>倒</a:t>
            </a:r>
            <a:r>
              <a:rPr lang="zh-CN" altLang="en-US"/>
              <a:t>酒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1736090" y="138430"/>
            <a:ext cx="2200275" cy="3194050"/>
            <a:chOff x="1486086" y="120403"/>
            <a:chExt cx="2200089" cy="3194297"/>
          </a:xfrm>
        </p:grpSpPr>
        <p:sp>
          <p:nvSpPr>
            <p:cNvPr id="44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8374380" y="165100"/>
            <a:ext cx="2200275" cy="3194050"/>
            <a:chOff x="1486086" y="120403"/>
            <a:chExt cx="2200089" cy="3194297"/>
          </a:xfrm>
        </p:grpSpPr>
        <p:sp>
          <p:nvSpPr>
            <p:cNvPr id="58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59" name="图片 5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5026660" y="127635"/>
            <a:ext cx="2200275" cy="3194050"/>
            <a:chOff x="1486086" y="120403"/>
            <a:chExt cx="2200089" cy="3194297"/>
          </a:xfrm>
        </p:grpSpPr>
        <p:sp>
          <p:nvSpPr>
            <p:cNvPr id="8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26" name="组合 25"/>
          <p:cNvGrpSpPr/>
          <p:nvPr/>
        </p:nvGrpSpPr>
        <p:grpSpPr>
          <a:xfrm>
            <a:off x="302260" y="3610610"/>
            <a:ext cx="2200275" cy="3194050"/>
            <a:chOff x="1486086" y="120403"/>
            <a:chExt cx="2200089" cy="3194297"/>
          </a:xfrm>
        </p:grpSpPr>
        <p:sp>
          <p:nvSpPr>
            <p:cNvPr id="27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3587115" y="3628390"/>
            <a:ext cx="2200275" cy="3194050"/>
            <a:chOff x="1486086" y="120403"/>
            <a:chExt cx="2200089" cy="3194297"/>
          </a:xfrm>
        </p:grpSpPr>
        <p:sp>
          <p:nvSpPr>
            <p:cNvPr id="18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6557010" y="3628390"/>
            <a:ext cx="2200275" cy="3194050"/>
            <a:chOff x="1486086" y="120403"/>
            <a:chExt cx="2200089" cy="3194297"/>
          </a:xfrm>
        </p:grpSpPr>
        <p:sp>
          <p:nvSpPr>
            <p:cNvPr id="22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32" name="组合 31"/>
          <p:cNvGrpSpPr/>
          <p:nvPr/>
        </p:nvGrpSpPr>
        <p:grpSpPr>
          <a:xfrm>
            <a:off x="9841865" y="3646170"/>
            <a:ext cx="2200275" cy="3194050"/>
            <a:chOff x="1486086" y="120403"/>
            <a:chExt cx="2200089" cy="3194297"/>
          </a:xfrm>
        </p:grpSpPr>
        <p:sp>
          <p:nvSpPr>
            <p:cNvPr id="33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39" name="组合 38"/>
          <p:cNvGrpSpPr/>
          <p:nvPr/>
        </p:nvGrpSpPr>
        <p:grpSpPr>
          <a:xfrm>
            <a:off x="1903095" y="735965"/>
            <a:ext cx="1810385" cy="2163445"/>
            <a:chOff x="3481" y="1823"/>
            <a:chExt cx="2851" cy="3407"/>
          </a:xfrm>
        </p:grpSpPr>
        <p:grpSp>
          <p:nvGrpSpPr>
            <p:cNvPr id="40" name="组合 39"/>
            <p:cNvGrpSpPr/>
            <p:nvPr/>
          </p:nvGrpSpPr>
          <p:grpSpPr>
            <a:xfrm>
              <a:off x="3481" y="1823"/>
              <a:ext cx="2692" cy="2672"/>
              <a:chOff x="3481" y="1823"/>
              <a:chExt cx="2692" cy="2672"/>
            </a:xfrm>
          </p:grpSpPr>
          <p:sp>
            <p:nvSpPr>
              <p:cNvPr id="41" name="文本框 40"/>
              <p:cNvSpPr txBox="1"/>
              <p:nvPr/>
            </p:nvSpPr>
            <p:spPr>
              <a:xfrm>
                <a:off x="3481" y="2897"/>
                <a:ext cx="2692" cy="1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6000" b="1">
                    <a:solidFill>
                      <a:schemeClr val="tx1"/>
                    </a:solidFill>
                    <a:latin typeface="华文楷体" panose="02010600040101010101" charset="-122"/>
                    <a:ea typeface="华文楷体" panose="02010600040101010101" charset="-122"/>
                    <a:cs typeface="Comic Sans MS" panose="030F0902030302020204" pitchFamily="66" charset="0"/>
                  </a:rPr>
                  <a:t>词汇</a:t>
                </a: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3965" y="1823"/>
                <a:ext cx="1897" cy="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32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  <a:cs typeface="Comic Sans MS" panose="030F0902030302020204" pitchFamily="66" charset="0"/>
                  </a:rPr>
                  <a:t>cí huì</a:t>
                </a:r>
              </a:p>
            </p:txBody>
          </p:sp>
        </p:grpSp>
        <p:sp>
          <p:nvSpPr>
            <p:cNvPr id="46" name="文本框 45"/>
            <p:cNvSpPr txBox="1"/>
            <p:nvPr/>
          </p:nvSpPr>
          <p:spPr>
            <a:xfrm>
              <a:off x="3636" y="4650"/>
              <a:ext cx="2696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n. vocabulary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4733925" y="702310"/>
            <a:ext cx="2669540" cy="2144395"/>
            <a:chOff x="2732" y="1823"/>
            <a:chExt cx="4204" cy="3377"/>
          </a:xfrm>
        </p:grpSpPr>
        <p:sp>
          <p:nvSpPr>
            <p:cNvPr id="48" name="文本框 47"/>
            <p:cNvSpPr txBox="1"/>
            <p:nvPr/>
          </p:nvSpPr>
          <p:spPr>
            <a:xfrm>
              <a:off x="3481" y="2897"/>
              <a:ext cx="2692" cy="1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6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</a:rPr>
                <a:t>固定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3605" y="1823"/>
              <a:ext cx="2655" cy="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3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gù dìng</a:t>
              </a: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2732" y="4669"/>
              <a:ext cx="4204" cy="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6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adj./v. fixed, settled; to fix</a:t>
              </a: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8688070" y="735965"/>
            <a:ext cx="1709420" cy="2113915"/>
            <a:chOff x="3481" y="1823"/>
            <a:chExt cx="2692" cy="3329"/>
          </a:xfrm>
        </p:grpSpPr>
        <p:sp>
          <p:nvSpPr>
            <p:cNvPr id="52" name="文本框 51"/>
            <p:cNvSpPr txBox="1"/>
            <p:nvPr/>
          </p:nvSpPr>
          <p:spPr>
            <a:xfrm>
              <a:off x="3481" y="2897"/>
              <a:ext cx="2692" cy="1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6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</a:rPr>
                <a:t>结构</a:t>
              </a: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3665" y="1823"/>
              <a:ext cx="2343" cy="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3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jié gòu</a:t>
              </a: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3936" y="4669"/>
              <a:ext cx="1777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4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n. structure</a:t>
              </a: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476885" y="4184650"/>
            <a:ext cx="1814830" cy="2113915"/>
            <a:chOff x="3481" y="1823"/>
            <a:chExt cx="2858" cy="3329"/>
          </a:xfrm>
        </p:grpSpPr>
        <p:sp>
          <p:nvSpPr>
            <p:cNvPr id="56" name="文本框 55"/>
            <p:cNvSpPr txBox="1"/>
            <p:nvPr/>
          </p:nvSpPr>
          <p:spPr>
            <a:xfrm>
              <a:off x="3481" y="2897"/>
              <a:ext cx="2692" cy="1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6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</a:rPr>
                <a:t>整体</a:t>
              </a: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3545" y="1823"/>
              <a:ext cx="2794" cy="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3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zhěng tǐ</a:t>
              </a: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3625" y="4669"/>
              <a:ext cx="2595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4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n. whole, entirety</a:t>
              </a: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3615055" y="4184650"/>
            <a:ext cx="3094990" cy="2338070"/>
            <a:chOff x="3163" y="1823"/>
            <a:chExt cx="4874" cy="3682"/>
          </a:xfrm>
        </p:grpSpPr>
        <p:sp>
          <p:nvSpPr>
            <p:cNvPr id="68" name="文本框 67"/>
            <p:cNvSpPr txBox="1"/>
            <p:nvPr/>
          </p:nvSpPr>
          <p:spPr>
            <a:xfrm>
              <a:off x="3481" y="2897"/>
              <a:ext cx="2692" cy="1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6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</a:rPr>
                <a:t>综合</a:t>
              </a: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3356" y="1823"/>
              <a:ext cx="2766" cy="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3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zōng hé</a:t>
              </a: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3163" y="4683"/>
              <a:ext cx="4874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eaLnBrk="1"/>
              <a:r>
                <a:rPr lang="zh-CN" altLang="zh-CN" sz="1400" dirty="0">
                  <a:solidFill>
                    <a:srgbClr val="2A2A2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v./adj.  to synthesize, to summarize;</a:t>
              </a:r>
            </a:p>
            <a:p>
              <a:pPr algn="l" eaLnBrk="1"/>
              <a:r>
                <a:rPr lang="zh-CN" altLang="zh-CN" sz="1400" dirty="0">
                  <a:solidFill>
                    <a:srgbClr val="2A2A2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comprehensive, integrated</a:t>
              </a:r>
              <a:endParaRPr lang="zh-CN" altLang="zh-CN" sz="1400" dirty="0">
                <a:solidFill>
                  <a:srgbClr val="2A2A2B"/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6099810" y="4143375"/>
            <a:ext cx="3094990" cy="2247900"/>
            <a:chOff x="2555" y="1823"/>
            <a:chExt cx="4874" cy="3540"/>
          </a:xfrm>
        </p:grpSpPr>
        <p:sp>
          <p:nvSpPr>
            <p:cNvPr id="72" name="文本框 71"/>
            <p:cNvSpPr txBox="1"/>
            <p:nvPr/>
          </p:nvSpPr>
          <p:spPr>
            <a:xfrm>
              <a:off x="3771" y="2807"/>
              <a:ext cx="2692" cy="1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6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</a:rPr>
                <a:t>完整</a:t>
              </a: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3275" y="1823"/>
              <a:ext cx="3706" cy="9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3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wán zhěng</a:t>
              </a: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2555" y="4735"/>
              <a:ext cx="4874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1"/>
              <a:r>
                <a:rPr lang="zh-CN" altLang="zh-CN" sz="2000" dirty="0">
                  <a:solidFill>
                    <a:srgbClr val="2A2A2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adj. complete</a:t>
              </a: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8977151" y="3775710"/>
            <a:ext cx="3095625" cy="2522855"/>
            <a:chOff x="1161" y="1823"/>
            <a:chExt cx="7240" cy="3973"/>
          </a:xfrm>
        </p:grpSpPr>
        <p:sp>
          <p:nvSpPr>
            <p:cNvPr id="76" name="文本框 75"/>
            <p:cNvSpPr txBox="1"/>
            <p:nvPr/>
          </p:nvSpPr>
          <p:spPr>
            <a:xfrm>
              <a:off x="4261" y="2897"/>
              <a:ext cx="1890" cy="2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Comic Sans MS" panose="030F0902030302020204" pitchFamily="66" charset="0"/>
                </a:rPr>
                <a:t>倒</a:t>
              </a: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4175" y="1823"/>
              <a:ext cx="3726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44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Comic Sans MS" panose="030F0902030302020204" pitchFamily="66" charset="0"/>
                </a:rPr>
                <a:t>dào</a:t>
              </a: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1161" y="4683"/>
              <a:ext cx="7240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1"/>
              <a:r>
                <a:rPr lang="zh-CN" altLang="zh-CN" sz="2000" dirty="0">
                  <a:solidFill>
                    <a:srgbClr val="2A2A2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adv. indicating being country to </a:t>
              </a:r>
            </a:p>
            <a:p>
              <a:pPr algn="ctr" eaLnBrk="1"/>
              <a:r>
                <a:rPr lang="zh-CN" altLang="zh-CN" sz="2000" dirty="0">
                  <a:solidFill>
                    <a:srgbClr val="2A2A2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Times New Roman" panose="02020603050405020304" pitchFamily="18" charset="0"/>
                </a:rPr>
                <a:t>       what is expected or thought</a:t>
              </a:r>
            </a:p>
          </p:txBody>
        </p:sp>
      </p:grpSp>
    </p:spTree>
    <p:custDataLst>
      <p:tags r:id="rId1"/>
    </p:custDataLst>
  </p:cSld>
  <p:clrMapOvr>
    <a:masterClrMapping/>
  </p:clrMapOvr>
  <p:transition spd="slow">
    <p:split orient="vert" dir="in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776248" y="2253615"/>
            <a:ext cx="1868228" cy="3916715"/>
            <a:chOff x="8776" y="3144"/>
            <a:chExt cx="3727" cy="4357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9308" y="3221"/>
              <a:ext cx="3195" cy="42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倒</a:t>
              </a:r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副词——</a:t>
              </a:r>
              <a:r>
                <a:rPr sz="2000" b="1" kern="100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表示跟一般情况相反</a:t>
              </a:r>
              <a:endParaRPr lang="vi-VN"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Phó từ: biểu thị ngược lại với tình huống bình thường</a:t>
              </a:r>
            </a:p>
            <a:p>
              <a:pPr algn="ctr" fontAlgn="ctr"/>
              <a:r>
                <a:rPr lang="vi-VN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Tạm dịnh: lại, nhưng</a:t>
              </a:r>
              <a:endParaRPr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199005"/>
            <a:ext cx="8538845" cy="1014730"/>
            <a:chOff x="518" y="3340"/>
            <a:chExt cx="13447" cy="1598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340"/>
              <a:ext cx="13446" cy="15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>
                <a:buClrTx/>
                <a:buSzTx/>
                <a:buFontTx/>
              </a:pPr>
              <a:r>
                <a:rPr lang="zh-CN" altLang="en-US" sz="30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在其他水果不足的情况下，用苹果喂猴子</a:t>
              </a:r>
              <a:r>
                <a:rPr lang="zh-CN" altLang="en-US" sz="30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倒</a:t>
              </a:r>
              <a:r>
                <a:rPr lang="zh-CN" altLang="en-US" sz="30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是个办法。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0" y="4256405"/>
            <a:ext cx="8538845" cy="828675"/>
            <a:chOff x="518" y="3426"/>
            <a:chExt cx="13447" cy="1305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少年不解地问：“怎么勇敢反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倒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成为缺点了？”</a:t>
              </a:r>
            </a:p>
          </p:txBody>
        </p:sp>
      </p:grpSp>
      <p:pic>
        <p:nvPicPr>
          <p:cNvPr id="4" name="图片 3" descr="缺点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58075" y="4975860"/>
            <a:ext cx="1600200" cy="1643380"/>
          </a:xfrm>
          <a:prstGeom prst="rect">
            <a:avLst/>
          </a:prstGeom>
        </p:spPr>
      </p:pic>
      <p:pic>
        <p:nvPicPr>
          <p:cNvPr id="6" name="图片 5" descr="喂猴子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7458075" y="695325"/>
            <a:ext cx="1367790" cy="1430655"/>
          </a:xfrm>
          <a:prstGeom prst="ellipse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66724" y="3193416"/>
            <a:ext cx="2837180" cy="2077469"/>
            <a:chOff x="7743" y="3144"/>
            <a:chExt cx="5660" cy="2311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43" y="3230"/>
              <a:ext cx="5660" cy="2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倒</a:t>
              </a:r>
            </a:p>
            <a:p>
              <a:pPr algn="ctr" fontAlgn="ctr"/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sz="2000" b="1" kern="100" dirty="0" err="1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表示</a:t>
              </a:r>
              <a:r>
                <a:rPr sz="2000" b="1" kern="100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没有想到</a:t>
              </a:r>
              <a:endParaRPr lang="vi-VN"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Biểu thị không ngờ tới</a:t>
              </a:r>
            </a:p>
            <a:p>
              <a:pPr algn="ctr" fontAlgn="ctr"/>
              <a:r>
                <a:rPr lang="vi-VN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(thế mà lại)</a:t>
              </a: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253615"/>
            <a:ext cx="8538845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有这样的人？我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倒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要认识认识。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0" y="4182745"/>
            <a:ext cx="8538845" cy="1014730"/>
            <a:chOff x="518" y="3310"/>
            <a:chExt cx="13447" cy="1598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8" y="3310"/>
              <a:ext cx="13446" cy="15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>
                <a:buClrTx/>
                <a:buSzTx/>
                <a:buFontTx/>
              </a:pPr>
              <a:r>
                <a:rPr lang="zh-CN" altLang="en-US" sz="30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对方确实厉害，一上场就先赢了他两局，但最后反</a:t>
              </a:r>
              <a:r>
                <a:rPr lang="zh-CN" altLang="en-US" sz="30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倒</a:t>
              </a:r>
              <a:r>
                <a:rPr lang="zh-CN" altLang="en-US" sz="30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是他赢了。</a:t>
              </a:r>
            </a:p>
          </p:txBody>
        </p:sp>
      </p:grpSp>
      <p:pic>
        <p:nvPicPr>
          <p:cNvPr id="2" name="图片 1" descr="认识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rot="21240000">
            <a:off x="5724525" y="1243965"/>
            <a:ext cx="1584960" cy="1288415"/>
          </a:xfrm>
          <a:prstGeom prst="rect">
            <a:avLst/>
          </a:prstGeom>
        </p:spPr>
      </p:pic>
      <p:pic>
        <p:nvPicPr>
          <p:cNvPr id="3" name="图片 2" descr="赢了"/>
          <p:cNvPicPr>
            <a:picLocks noChangeAspect="1"/>
          </p:cNvPicPr>
          <p:nvPr/>
        </p:nvPicPr>
        <p:blipFill>
          <a:blip r:embed="rId6">
            <a:clrChange>
              <a:clrFrom>
                <a:srgbClr val="F6F6F6">
                  <a:alpha val="100000"/>
                </a:srgbClr>
              </a:clrFrom>
              <a:clrTo>
                <a:srgbClr val="F6F6F6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52445" y="4667250"/>
            <a:ext cx="1724660" cy="16687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66724" y="3138579"/>
            <a:ext cx="2837180" cy="3231717"/>
            <a:chOff x="7743" y="3083"/>
            <a:chExt cx="5660" cy="3595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43" y="3083"/>
              <a:ext cx="5660" cy="35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倒</a:t>
              </a:r>
            </a:p>
            <a:p>
              <a:pPr algn="ctr" fontAlgn="ctr"/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sz="2000" b="1" kern="100" dirty="0" err="1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表示</a:t>
              </a:r>
              <a:r>
                <a:rPr sz="2000" b="1" kern="100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让步</a:t>
              </a:r>
              <a:r>
                <a:rPr sz="2000" b="1" kern="100" dirty="0" err="1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，</a:t>
              </a:r>
              <a:r>
                <a:rPr sz="2000" b="1" kern="100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先用“倒”肯定，再说其他方面</a:t>
              </a:r>
              <a:endParaRPr lang="vi-VN"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Biểu thị nhượng bộ, trc tiên dùng </a:t>
              </a:r>
              <a:r>
                <a:rPr lang="zh-CN" altLang="en-US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倒</a:t>
              </a:r>
              <a:r>
                <a:rPr lang="vi-VN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khẳng định, sau đó nói vấn đề khác</a:t>
              </a:r>
              <a:endParaRPr lang="en-US"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( ừ thì..., chỉ là...)</a:t>
              </a:r>
            </a:p>
            <a:p>
              <a:pPr algn="ctr" fontAlgn="ctr"/>
              <a:endParaRPr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253615"/>
            <a:ext cx="8538845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质量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倒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是挺好，就是价格太贵了。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0" y="4182745"/>
            <a:ext cx="8538845" cy="1014730"/>
            <a:chOff x="518" y="3310"/>
            <a:chExt cx="13447" cy="1598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8" y="3310"/>
              <a:ext cx="13446" cy="15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>
                <a:buClrTx/>
                <a:buSzTx/>
                <a:buFontTx/>
              </a:pPr>
              <a:r>
                <a:rPr lang="zh-CN" altLang="en-US" sz="30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我</a:t>
              </a:r>
              <a:r>
                <a:rPr lang="zh-CN" altLang="en-US" sz="30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倒</a:t>
              </a:r>
              <a:r>
                <a:rPr lang="zh-CN" altLang="en-US" sz="30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是很愿意参与这次活动，就是暂时无法确定是否有时间。</a:t>
              </a:r>
            </a:p>
          </p:txBody>
        </p:sp>
      </p:grpSp>
      <p:pic>
        <p:nvPicPr>
          <p:cNvPr id="4" name="图片 3" descr="活动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2985770" y="4830445"/>
            <a:ext cx="2188845" cy="1622425"/>
          </a:xfrm>
          <a:prstGeom prst="ellipse">
            <a:avLst/>
          </a:prstGeom>
        </p:spPr>
      </p:pic>
      <p:pic>
        <p:nvPicPr>
          <p:cNvPr id="6" name="图片 5" descr="价格太贵"/>
          <p:cNvPicPr>
            <a:picLocks noChangeAspect="1"/>
          </p:cNvPicPr>
          <p:nvPr/>
        </p:nvPicPr>
        <p:blipFill>
          <a:blip r:embed="rId6">
            <a:alphaModFix amt="80000"/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67145" y="1483360"/>
            <a:ext cx="1496060" cy="159893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66724" y="3138579"/>
            <a:ext cx="2837180" cy="2615938"/>
            <a:chOff x="7743" y="3083"/>
            <a:chExt cx="5660" cy="2910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43" y="3083"/>
              <a:ext cx="5660" cy="2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倒</a:t>
              </a:r>
            </a:p>
            <a:p>
              <a:pPr algn="ctr" fontAlgn="ctr"/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sz="2000" b="1" kern="100" dirty="0" err="1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还可以</a:t>
              </a:r>
              <a:r>
                <a:rPr sz="2000" b="1" kern="100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表示不耐烦地问或催</a:t>
              </a:r>
              <a:endParaRPr lang="vi-VN"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Biểu thị không ngừng hỏi hoặc thúc giục</a:t>
              </a:r>
            </a:p>
            <a:p>
              <a:pPr algn="ctr" fontAlgn="ctr"/>
              <a:r>
                <a:rPr lang="vi-VN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(rốt cuộc, túm lại...)</a:t>
              </a:r>
              <a:endParaRPr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253615"/>
            <a:ext cx="8538845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你究竟去还是不去？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倒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是说句话呀！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0" y="4256405"/>
            <a:ext cx="8538845" cy="828675"/>
            <a:chOff x="518" y="3426"/>
            <a:chExt cx="13447" cy="1305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8" y="361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>
                <a:buClrTx/>
                <a:buSzTx/>
                <a:buFontTx/>
              </a:pPr>
              <a:r>
                <a:rPr lang="en-US" altLang="zh-CN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           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你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倒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是说说看，这件事你不负责谁负责？</a:t>
              </a:r>
            </a:p>
          </p:txBody>
        </p:sp>
      </p:grpSp>
      <p:pic>
        <p:nvPicPr>
          <p:cNvPr id="2" name="图片 1" descr="负责"/>
          <p:cNvPicPr>
            <a:picLocks noChangeAspect="1"/>
          </p:cNvPicPr>
          <p:nvPr/>
        </p:nvPicPr>
        <p:blipFill>
          <a:blip r:embed="rId5">
            <a:clrChange>
              <a:clrFrom>
                <a:srgbClr val="F6F6F6">
                  <a:alpha val="100000"/>
                </a:srgbClr>
              </a:clrFrom>
              <a:clrTo>
                <a:srgbClr val="F6F6F6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rot="240000">
            <a:off x="45720" y="4331335"/>
            <a:ext cx="1737360" cy="1376045"/>
          </a:xfrm>
          <a:prstGeom prst="ellipse">
            <a:avLst/>
          </a:prstGeom>
        </p:spPr>
      </p:pic>
      <p:pic>
        <p:nvPicPr>
          <p:cNvPr id="3" name="图片 2" descr="去不去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57365" y="1473200"/>
            <a:ext cx="1810385" cy="149987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用“倒”完成下列句子或对话。</a:t>
            </a:r>
            <a:endParaRPr lang="en-US" altLang="zh-CN" sz="2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45615" y="2619375"/>
            <a:ext cx="6922770" cy="107632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1.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</a:rPr>
              <a:t>A：你觉得这套房子装修得怎么样？</a:t>
            </a:r>
          </a:p>
          <a:p>
            <a:pPr algn="l"/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</a:rPr>
              <a:t>  B：</a:t>
            </a:r>
            <a:r>
              <a:rPr lang="zh-CN" altLang="en-US" sz="3200" b="1" u="sng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</a:rPr>
              <a:t>                         。</a:t>
            </a: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45615" y="3828415"/>
            <a:ext cx="816483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2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</a:t>
            </a:r>
            <a:r>
              <a:rPr lang="zh-CN" altLang="en-US" sz="3200" b="1" u="sng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</a:rPr>
              <a:t>                   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</a:rPr>
              <a:t>，做起来可就难了。</a:t>
            </a: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745615" y="4630420"/>
            <a:ext cx="8555990" cy="12725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3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</a:t>
            </a: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A：</a:t>
            </a:r>
            <a:r>
              <a:rPr lang="en-US" altLang="zh-CN" sz="3200" b="1" u="sng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          </a:t>
            </a:r>
            <a:r>
              <a:rPr lang="en-US" altLang="zh-CN" sz="3200" b="1" u="sng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__。</a:t>
            </a:r>
          </a:p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B：着什么急啊？再等两分钟，马上就好了。</a:t>
            </a:r>
            <a:endParaRPr lang="en-US" altLang="zh-CN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图片 601" descr="C:\Users\38577\Desktop\11.jpg11"/>
          <p:cNvPicPr>
            <a:picLocks noChangeAspect="1"/>
          </p:cNvPicPr>
          <p:nvPr/>
        </p:nvPicPr>
        <p:blipFill rotWithShape="1">
          <a:blip r:embed="rId118"/>
          <a:srcRect/>
          <a:stretch>
            <a:fillRect/>
          </a:stretch>
        </p:blipFill>
        <p:spPr>
          <a:xfrm>
            <a:off x="-190500" y="-578167"/>
            <a:ext cx="12573635" cy="8015605"/>
          </a:xfrm>
          <a:prstGeom prst="rect">
            <a:avLst/>
          </a:prstGeom>
        </p:spPr>
      </p:pic>
      <p:sp>
        <p:nvSpPr>
          <p:cNvPr id="34" name="PA-4-Point Star 33"/>
          <p:cNvSpPr/>
          <p:nvPr>
            <p:custDataLst>
              <p:tags r:id="rId1"/>
            </p:custDataLst>
          </p:nvPr>
        </p:nvSpPr>
        <p:spPr>
          <a:xfrm rot="8294776">
            <a:off x="5002837" y="21462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A-4-Point Star 34"/>
          <p:cNvSpPr/>
          <p:nvPr>
            <p:custDataLst>
              <p:tags r:id="rId2"/>
            </p:custDataLst>
          </p:nvPr>
        </p:nvSpPr>
        <p:spPr>
          <a:xfrm rot="8294776">
            <a:off x="5483061" y="2369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PA-4-Point Star 35"/>
          <p:cNvSpPr/>
          <p:nvPr>
            <p:custDataLst>
              <p:tags r:id="rId3"/>
            </p:custDataLst>
          </p:nvPr>
        </p:nvSpPr>
        <p:spPr>
          <a:xfrm rot="8294776">
            <a:off x="5344914" y="2685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PA-4-Point Star 36"/>
          <p:cNvSpPr/>
          <p:nvPr>
            <p:custDataLst>
              <p:tags r:id="rId4"/>
            </p:custDataLst>
          </p:nvPr>
        </p:nvSpPr>
        <p:spPr>
          <a:xfrm rot="16200000">
            <a:off x="243104" y="-655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PA-4-Point Star 77"/>
          <p:cNvSpPr/>
          <p:nvPr>
            <p:custDataLst>
              <p:tags r:id="rId5"/>
            </p:custDataLst>
          </p:nvPr>
        </p:nvSpPr>
        <p:spPr>
          <a:xfrm rot="16200000">
            <a:off x="6457747" y="229694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PA-4-Point Star 96"/>
          <p:cNvSpPr/>
          <p:nvPr>
            <p:custDataLst>
              <p:tags r:id="rId6"/>
            </p:custDataLst>
          </p:nvPr>
        </p:nvSpPr>
        <p:spPr>
          <a:xfrm rot="8294776">
            <a:off x="5628180" y="26272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PA-4-Point Star 97"/>
          <p:cNvSpPr/>
          <p:nvPr>
            <p:custDataLst>
              <p:tags r:id="rId7"/>
            </p:custDataLst>
          </p:nvPr>
        </p:nvSpPr>
        <p:spPr>
          <a:xfrm rot="16200000">
            <a:off x="11913218" y="758020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PA-4-Point Star 108"/>
          <p:cNvSpPr/>
          <p:nvPr>
            <p:custDataLst>
              <p:tags r:id="rId8"/>
            </p:custDataLst>
          </p:nvPr>
        </p:nvSpPr>
        <p:spPr>
          <a:xfrm rot="16200000">
            <a:off x="6141590" y="2473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PA-4-Point Star 133"/>
          <p:cNvSpPr/>
          <p:nvPr>
            <p:custDataLst>
              <p:tags r:id="rId9"/>
            </p:custDataLst>
          </p:nvPr>
        </p:nvSpPr>
        <p:spPr>
          <a:xfrm rot="16200000">
            <a:off x="4653787" y="3063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PA-4-Point Star 134"/>
          <p:cNvSpPr/>
          <p:nvPr>
            <p:custDataLst>
              <p:tags r:id="rId10"/>
            </p:custDataLst>
          </p:nvPr>
        </p:nvSpPr>
        <p:spPr>
          <a:xfrm rot="8294776">
            <a:off x="5693570" y="21922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PA-4-Point Star 135"/>
          <p:cNvSpPr/>
          <p:nvPr>
            <p:custDataLst>
              <p:tags r:id="rId11"/>
            </p:custDataLst>
          </p:nvPr>
        </p:nvSpPr>
        <p:spPr>
          <a:xfrm rot="8294776">
            <a:off x="5555423" y="25080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PA-4-Point Star 136"/>
          <p:cNvSpPr/>
          <p:nvPr>
            <p:custDataLst>
              <p:tags r:id="rId12"/>
            </p:custDataLst>
          </p:nvPr>
        </p:nvSpPr>
        <p:spPr>
          <a:xfrm rot="8294776">
            <a:off x="4594974" y="2672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PA-4-Point Star 138"/>
          <p:cNvSpPr/>
          <p:nvPr>
            <p:custDataLst>
              <p:tags r:id="rId13"/>
            </p:custDataLst>
          </p:nvPr>
        </p:nvSpPr>
        <p:spPr>
          <a:xfrm rot="16200000">
            <a:off x="6686518" y="4379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PA-4-Point Star 139"/>
          <p:cNvSpPr/>
          <p:nvPr>
            <p:custDataLst>
              <p:tags r:id="rId14"/>
            </p:custDataLst>
          </p:nvPr>
        </p:nvSpPr>
        <p:spPr>
          <a:xfrm rot="7352446">
            <a:off x="9882647" y="68728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PA-4-Point Star 140"/>
          <p:cNvSpPr/>
          <p:nvPr>
            <p:custDataLst>
              <p:tags r:id="rId15"/>
            </p:custDataLst>
          </p:nvPr>
        </p:nvSpPr>
        <p:spPr>
          <a:xfrm rot="7352446">
            <a:off x="9744500" y="718859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PA-4-Point Star 141"/>
          <p:cNvSpPr/>
          <p:nvPr>
            <p:custDataLst>
              <p:tags r:id="rId16"/>
            </p:custDataLst>
          </p:nvPr>
        </p:nvSpPr>
        <p:spPr>
          <a:xfrm rot="8294776">
            <a:off x="7009842" y="177126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PA-4-Point Star 153"/>
          <p:cNvSpPr/>
          <p:nvPr>
            <p:custDataLst>
              <p:tags r:id="rId17"/>
            </p:custDataLst>
          </p:nvPr>
        </p:nvSpPr>
        <p:spPr>
          <a:xfrm rot="13694776">
            <a:off x="-716950" y="47656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PA-4-Point Star 154"/>
          <p:cNvSpPr/>
          <p:nvPr>
            <p:custDataLst>
              <p:tags r:id="rId18"/>
            </p:custDataLst>
          </p:nvPr>
        </p:nvSpPr>
        <p:spPr>
          <a:xfrm rot="13694776">
            <a:off x="275801" y="-11363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PA-4-Point Star 155"/>
          <p:cNvSpPr/>
          <p:nvPr>
            <p:custDataLst>
              <p:tags r:id="rId19"/>
            </p:custDataLst>
          </p:nvPr>
        </p:nvSpPr>
        <p:spPr>
          <a:xfrm>
            <a:off x="506143" y="-49301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PA-4-Point Star 225"/>
          <p:cNvSpPr/>
          <p:nvPr>
            <p:custDataLst>
              <p:tags r:id="rId20"/>
            </p:custDataLst>
          </p:nvPr>
        </p:nvSpPr>
        <p:spPr>
          <a:xfrm rot="13694776">
            <a:off x="-209233" y="15781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PA-4-Point Star 236"/>
          <p:cNvSpPr/>
          <p:nvPr>
            <p:custDataLst>
              <p:tags r:id="rId21"/>
            </p:custDataLst>
          </p:nvPr>
        </p:nvSpPr>
        <p:spPr>
          <a:xfrm rot="13694776">
            <a:off x="5239957" y="26512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PA-4-Point Star 237"/>
          <p:cNvSpPr/>
          <p:nvPr>
            <p:custDataLst>
              <p:tags r:id="rId22"/>
            </p:custDataLst>
          </p:nvPr>
        </p:nvSpPr>
        <p:spPr>
          <a:xfrm>
            <a:off x="960449" y="-53828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PA-4-Point Star 238"/>
          <p:cNvSpPr/>
          <p:nvPr>
            <p:custDataLst>
              <p:tags r:id="rId23"/>
            </p:custDataLst>
          </p:nvPr>
        </p:nvSpPr>
        <p:spPr>
          <a:xfrm>
            <a:off x="0" y="-3738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PA-4-Point Star 239"/>
          <p:cNvSpPr/>
          <p:nvPr>
            <p:custDataLst>
              <p:tags r:id="rId24"/>
            </p:custDataLst>
          </p:nvPr>
        </p:nvSpPr>
        <p:spPr>
          <a:xfrm>
            <a:off x="5390375" y="71836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PA-4-Point Star 241"/>
          <p:cNvSpPr/>
          <p:nvPr>
            <p:custDataLst>
              <p:tags r:id="rId25"/>
            </p:custDataLst>
          </p:nvPr>
        </p:nvSpPr>
        <p:spPr>
          <a:xfrm rot="13694776">
            <a:off x="-209232" y="14334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PA-4-Point Star 242"/>
          <p:cNvSpPr/>
          <p:nvPr>
            <p:custDataLst>
              <p:tags r:id="rId26"/>
            </p:custDataLst>
          </p:nvPr>
        </p:nvSpPr>
        <p:spPr>
          <a:xfrm>
            <a:off x="-1098007" y="548865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PA-4-Point Star 243"/>
          <p:cNvSpPr/>
          <p:nvPr>
            <p:custDataLst>
              <p:tags r:id="rId27"/>
            </p:custDataLst>
          </p:nvPr>
        </p:nvSpPr>
        <p:spPr>
          <a:xfrm>
            <a:off x="3844446" y="708495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PA-4-Point Star 244"/>
          <p:cNvSpPr/>
          <p:nvPr>
            <p:custDataLst>
              <p:tags r:id="rId28"/>
            </p:custDataLst>
          </p:nvPr>
        </p:nvSpPr>
        <p:spPr>
          <a:xfrm rot="13694776">
            <a:off x="-696034" y="15781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PA-4-Point Star 245"/>
          <p:cNvSpPr/>
          <p:nvPr>
            <p:custDataLst>
              <p:tags r:id="rId29"/>
            </p:custDataLst>
          </p:nvPr>
        </p:nvSpPr>
        <p:spPr>
          <a:xfrm>
            <a:off x="-966438" y="55412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PA-4-Point Star 246"/>
          <p:cNvSpPr/>
          <p:nvPr>
            <p:custDataLst>
              <p:tags r:id="rId30"/>
            </p:custDataLst>
          </p:nvPr>
        </p:nvSpPr>
        <p:spPr>
          <a:xfrm>
            <a:off x="-1104585" y="58570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PA-4-Point Star 247"/>
          <p:cNvSpPr/>
          <p:nvPr>
            <p:custDataLst>
              <p:tags r:id="rId31"/>
            </p:custDataLst>
          </p:nvPr>
        </p:nvSpPr>
        <p:spPr>
          <a:xfrm>
            <a:off x="3837868" y="745334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PA-4-Point Star 251"/>
          <p:cNvSpPr/>
          <p:nvPr>
            <p:custDataLst>
              <p:tags r:id="rId32"/>
            </p:custDataLst>
          </p:nvPr>
        </p:nvSpPr>
        <p:spPr>
          <a:xfrm>
            <a:off x="10170037" y="-720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PA-4-Point Star 256"/>
          <p:cNvSpPr/>
          <p:nvPr>
            <p:custDataLst>
              <p:tags r:id="rId33"/>
            </p:custDataLst>
          </p:nvPr>
        </p:nvSpPr>
        <p:spPr>
          <a:xfrm>
            <a:off x="730203" y="-7027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PA-4-Point Star 261"/>
          <p:cNvSpPr/>
          <p:nvPr>
            <p:custDataLst>
              <p:tags r:id="rId34"/>
            </p:custDataLst>
          </p:nvPr>
        </p:nvSpPr>
        <p:spPr>
          <a:xfrm>
            <a:off x="10321341" y="-28909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PA-4-Point Star 264"/>
          <p:cNvSpPr/>
          <p:nvPr>
            <p:custDataLst>
              <p:tags r:id="rId35"/>
            </p:custDataLst>
          </p:nvPr>
        </p:nvSpPr>
        <p:spPr>
          <a:xfrm>
            <a:off x="4844366" y="74138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PA-4-Point Star 265"/>
          <p:cNvSpPr/>
          <p:nvPr>
            <p:custDataLst>
              <p:tags r:id="rId36"/>
            </p:custDataLst>
          </p:nvPr>
        </p:nvSpPr>
        <p:spPr>
          <a:xfrm>
            <a:off x="-913810" y="58241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PA-4-Point Star 266"/>
          <p:cNvSpPr/>
          <p:nvPr>
            <p:custDataLst>
              <p:tags r:id="rId37"/>
            </p:custDataLst>
          </p:nvPr>
        </p:nvSpPr>
        <p:spPr>
          <a:xfrm>
            <a:off x="9420098" y="-28251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PA-4-Point Star 267"/>
          <p:cNvSpPr/>
          <p:nvPr>
            <p:custDataLst>
              <p:tags r:id="rId38"/>
            </p:custDataLst>
          </p:nvPr>
        </p:nvSpPr>
        <p:spPr>
          <a:xfrm>
            <a:off x="4423348" y="70323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PA-4-Point Star 268"/>
          <p:cNvSpPr/>
          <p:nvPr>
            <p:custDataLst>
              <p:tags r:id="rId39"/>
            </p:custDataLst>
          </p:nvPr>
        </p:nvSpPr>
        <p:spPr>
          <a:xfrm>
            <a:off x="5456160" y="70783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4" name="PA-4-Point Star 383"/>
          <p:cNvSpPr/>
          <p:nvPr>
            <p:custDataLst>
              <p:tags r:id="rId40"/>
            </p:custDataLst>
          </p:nvPr>
        </p:nvSpPr>
        <p:spPr>
          <a:xfrm rot="8294776">
            <a:off x="6733943" y="16996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PA-4-Point Star 387"/>
          <p:cNvSpPr/>
          <p:nvPr>
            <p:custDataLst>
              <p:tags r:id="rId41"/>
            </p:custDataLst>
          </p:nvPr>
        </p:nvSpPr>
        <p:spPr>
          <a:xfrm rot="8294776">
            <a:off x="4805877" y="251540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2" name="PA-4-Point Star 391"/>
          <p:cNvSpPr/>
          <p:nvPr>
            <p:custDataLst>
              <p:tags r:id="rId42"/>
            </p:custDataLst>
          </p:nvPr>
        </p:nvSpPr>
        <p:spPr>
          <a:xfrm rot="16200000">
            <a:off x="657938" y="-6214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PA-4-Point Star 396"/>
          <p:cNvSpPr/>
          <p:nvPr>
            <p:custDataLst>
              <p:tags r:id="rId43"/>
            </p:custDataLst>
          </p:nvPr>
        </p:nvSpPr>
        <p:spPr>
          <a:xfrm rot="15257670">
            <a:off x="12926393" y="53587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PA-4-Point Star 401"/>
          <p:cNvSpPr/>
          <p:nvPr>
            <p:custDataLst>
              <p:tags r:id="rId44"/>
            </p:custDataLst>
          </p:nvPr>
        </p:nvSpPr>
        <p:spPr>
          <a:xfrm rot="8294776">
            <a:off x="5865005" y="26140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PA-4-Point Star 402"/>
          <p:cNvSpPr/>
          <p:nvPr>
            <p:custDataLst>
              <p:tags r:id="rId45"/>
            </p:custDataLst>
          </p:nvPr>
        </p:nvSpPr>
        <p:spPr>
          <a:xfrm rot="16200000">
            <a:off x="7095855" y="2250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PA-4-Point Star 403"/>
          <p:cNvSpPr/>
          <p:nvPr>
            <p:custDataLst>
              <p:tags r:id="rId46"/>
            </p:custDataLst>
          </p:nvPr>
        </p:nvSpPr>
        <p:spPr>
          <a:xfrm rot="16200000">
            <a:off x="6957708" y="2566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PA-4-Point Star 404"/>
          <p:cNvSpPr/>
          <p:nvPr>
            <p:custDataLst>
              <p:tags r:id="rId47"/>
            </p:custDataLst>
          </p:nvPr>
        </p:nvSpPr>
        <p:spPr>
          <a:xfrm rot="16200000">
            <a:off x="10446429" y="-3919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PA-4-Point Star 405"/>
          <p:cNvSpPr/>
          <p:nvPr>
            <p:custDataLst>
              <p:tags r:id="rId48"/>
            </p:custDataLst>
          </p:nvPr>
        </p:nvSpPr>
        <p:spPr>
          <a:xfrm rot="16200000">
            <a:off x="6495647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PA-4-Point Star 407"/>
          <p:cNvSpPr/>
          <p:nvPr>
            <p:custDataLst>
              <p:tags r:id="rId49"/>
            </p:custDataLst>
          </p:nvPr>
        </p:nvSpPr>
        <p:spPr>
          <a:xfrm rot="16200000">
            <a:off x="657939" y="-76617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PA-4-Point Star 408"/>
          <p:cNvSpPr/>
          <p:nvPr>
            <p:custDataLst>
              <p:tags r:id="rId50"/>
            </p:custDataLst>
          </p:nvPr>
        </p:nvSpPr>
        <p:spPr>
          <a:xfrm rot="16200000">
            <a:off x="519792" y="-45040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PA-4-Point Star 411"/>
          <p:cNvSpPr/>
          <p:nvPr>
            <p:custDataLst>
              <p:tags r:id="rId51"/>
            </p:custDataLst>
          </p:nvPr>
        </p:nvSpPr>
        <p:spPr>
          <a:xfrm rot="16200000">
            <a:off x="651361" y="-397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PA-4-Point Star 412"/>
          <p:cNvSpPr/>
          <p:nvPr>
            <p:custDataLst>
              <p:tags r:id="rId52"/>
            </p:custDataLst>
          </p:nvPr>
        </p:nvSpPr>
        <p:spPr>
          <a:xfrm rot="16200000">
            <a:off x="9854371" y="-2867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PA-4-Point Star 414"/>
          <p:cNvSpPr/>
          <p:nvPr>
            <p:custDataLst>
              <p:tags r:id="rId53"/>
            </p:custDataLst>
          </p:nvPr>
        </p:nvSpPr>
        <p:spPr>
          <a:xfrm rot="16200000">
            <a:off x="12071102" y="73104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PA-4-Point Star 415"/>
          <p:cNvSpPr/>
          <p:nvPr>
            <p:custDataLst>
              <p:tags r:id="rId54"/>
            </p:custDataLst>
          </p:nvPr>
        </p:nvSpPr>
        <p:spPr>
          <a:xfrm rot="15257670">
            <a:off x="12919816" y="55823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PA-4-Point Star 416"/>
          <p:cNvSpPr/>
          <p:nvPr>
            <p:custDataLst>
              <p:tags r:id="rId55"/>
            </p:custDataLst>
          </p:nvPr>
        </p:nvSpPr>
        <p:spPr>
          <a:xfrm rot="15257670">
            <a:off x="12781669" y="589814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PA-4-Point Star 417"/>
          <p:cNvSpPr/>
          <p:nvPr>
            <p:custDataLst>
              <p:tags r:id="rId56"/>
            </p:custDataLst>
          </p:nvPr>
        </p:nvSpPr>
        <p:spPr>
          <a:xfrm rot="16200000">
            <a:off x="6416706" y="711362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PA-4-Point Star 422"/>
          <p:cNvSpPr/>
          <p:nvPr>
            <p:custDataLst>
              <p:tags r:id="rId57"/>
            </p:custDataLst>
          </p:nvPr>
        </p:nvSpPr>
        <p:spPr>
          <a:xfrm rot="16200000">
            <a:off x="6727462" y="2402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PA-4-Point Star 425"/>
          <p:cNvSpPr/>
          <p:nvPr>
            <p:custDataLst>
              <p:tags r:id="rId58"/>
            </p:custDataLst>
          </p:nvPr>
        </p:nvSpPr>
        <p:spPr>
          <a:xfrm rot="16200000">
            <a:off x="8113939" y="69952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PA-4-Point Star 426"/>
          <p:cNvSpPr/>
          <p:nvPr>
            <p:custDataLst>
              <p:tags r:id="rId59"/>
            </p:custDataLst>
          </p:nvPr>
        </p:nvSpPr>
        <p:spPr>
          <a:xfrm rot="16200000">
            <a:off x="2295770" y="70849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PA-4-Point Star 427"/>
          <p:cNvSpPr/>
          <p:nvPr>
            <p:custDataLst>
              <p:tags r:id="rId60"/>
            </p:custDataLst>
          </p:nvPr>
        </p:nvSpPr>
        <p:spPr>
          <a:xfrm rot="16200000">
            <a:off x="6977443" y="302057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PA-4-Point Star 428"/>
          <p:cNvSpPr/>
          <p:nvPr>
            <p:custDataLst>
              <p:tags r:id="rId61"/>
            </p:custDataLst>
          </p:nvPr>
        </p:nvSpPr>
        <p:spPr>
          <a:xfrm rot="16200000">
            <a:off x="7048234" y="7120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PA-4-Point Star 429"/>
          <p:cNvSpPr/>
          <p:nvPr>
            <p:custDataLst>
              <p:tags r:id="rId62"/>
            </p:custDataLst>
          </p:nvPr>
        </p:nvSpPr>
        <p:spPr>
          <a:xfrm rot="16200000">
            <a:off x="6910087" y="743596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1" name="PA-4-Point Star 430"/>
          <p:cNvSpPr/>
          <p:nvPr>
            <p:custDataLst>
              <p:tags r:id="rId63"/>
            </p:custDataLst>
          </p:nvPr>
        </p:nvSpPr>
        <p:spPr>
          <a:xfrm rot="16200000">
            <a:off x="5949638" y="76004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PA-4-Point Star 431"/>
          <p:cNvSpPr/>
          <p:nvPr>
            <p:custDataLst>
              <p:tags r:id="rId64"/>
            </p:custDataLst>
          </p:nvPr>
        </p:nvSpPr>
        <p:spPr>
          <a:xfrm rot="16200000">
            <a:off x="10045146" y="-3196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PA-4-Point Star 432"/>
          <p:cNvSpPr/>
          <p:nvPr>
            <p:custDataLst>
              <p:tags r:id="rId65"/>
            </p:custDataLst>
          </p:nvPr>
        </p:nvSpPr>
        <p:spPr>
          <a:xfrm rot="16200000">
            <a:off x="6076200" y="302715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PA-4-Point Star 433"/>
          <p:cNvSpPr/>
          <p:nvPr>
            <p:custDataLst>
              <p:tags r:id="rId66"/>
            </p:custDataLst>
          </p:nvPr>
        </p:nvSpPr>
        <p:spPr>
          <a:xfrm rot="16200000">
            <a:off x="5528620" y="72188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PA-4-Point Star 434"/>
          <p:cNvSpPr/>
          <p:nvPr>
            <p:custDataLst>
              <p:tags r:id="rId67"/>
            </p:custDataLst>
          </p:nvPr>
        </p:nvSpPr>
        <p:spPr>
          <a:xfrm rot="16200000">
            <a:off x="6561432" y="72649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PA-4-Point Star 435"/>
          <p:cNvSpPr/>
          <p:nvPr>
            <p:custDataLst>
              <p:tags r:id="rId68"/>
            </p:custDataLst>
          </p:nvPr>
        </p:nvSpPr>
        <p:spPr>
          <a:xfrm rot="16200000">
            <a:off x="7041656" y="748859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PA-4-Point Star 436"/>
          <p:cNvSpPr/>
          <p:nvPr>
            <p:custDataLst>
              <p:tags r:id="rId69"/>
            </p:custDataLst>
          </p:nvPr>
        </p:nvSpPr>
        <p:spPr>
          <a:xfrm rot="16200000">
            <a:off x="1703712" y="719021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PA-4-Point Star 437"/>
          <p:cNvSpPr/>
          <p:nvPr>
            <p:custDataLst>
              <p:tags r:id="rId70"/>
            </p:custDataLst>
          </p:nvPr>
        </p:nvSpPr>
        <p:spPr>
          <a:xfrm rot="7352446">
            <a:off x="9751474" y="728147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PA-4-Point Star 438"/>
          <p:cNvSpPr/>
          <p:nvPr>
            <p:custDataLst>
              <p:tags r:id="rId71"/>
            </p:custDataLst>
          </p:nvPr>
        </p:nvSpPr>
        <p:spPr>
          <a:xfrm rot="16200000">
            <a:off x="12475404" y="357659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PA-4-Point Star 439"/>
          <p:cNvSpPr/>
          <p:nvPr>
            <p:custDataLst>
              <p:tags r:id="rId72"/>
            </p:custDataLst>
          </p:nvPr>
        </p:nvSpPr>
        <p:spPr>
          <a:xfrm rot="15257670">
            <a:off x="12722463" y="555606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PA-4-Point Star 440"/>
          <p:cNvSpPr/>
          <p:nvPr>
            <p:custDataLst>
              <p:tags r:id="rId73"/>
            </p:custDataLst>
          </p:nvPr>
        </p:nvSpPr>
        <p:spPr>
          <a:xfrm rot="16200000">
            <a:off x="8225770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PA-4-Point Star 456"/>
          <p:cNvSpPr/>
          <p:nvPr>
            <p:custDataLst>
              <p:tags r:id="rId74"/>
            </p:custDataLst>
          </p:nvPr>
        </p:nvSpPr>
        <p:spPr>
          <a:xfrm rot="15257670">
            <a:off x="9567374" y="771427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PA-4-Point Star 462"/>
          <p:cNvSpPr/>
          <p:nvPr>
            <p:custDataLst>
              <p:tags r:id="rId75"/>
            </p:custDataLst>
          </p:nvPr>
        </p:nvSpPr>
        <p:spPr>
          <a:xfrm>
            <a:off x="3837967" y="6117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PA-4-Point Star 464"/>
          <p:cNvSpPr/>
          <p:nvPr>
            <p:custDataLst>
              <p:tags r:id="rId76"/>
            </p:custDataLst>
          </p:nvPr>
        </p:nvSpPr>
        <p:spPr>
          <a:xfrm rot="13694776">
            <a:off x="4739603" y="25385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PA-4-Point Star 465"/>
          <p:cNvSpPr/>
          <p:nvPr>
            <p:custDataLst>
              <p:tags r:id="rId77"/>
            </p:custDataLst>
          </p:nvPr>
        </p:nvSpPr>
        <p:spPr>
          <a:xfrm>
            <a:off x="-874734" y="53234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PA-4-Point Star 467"/>
          <p:cNvSpPr/>
          <p:nvPr>
            <p:custDataLst>
              <p:tags r:id="rId78"/>
            </p:custDataLst>
          </p:nvPr>
        </p:nvSpPr>
        <p:spPr>
          <a:xfrm>
            <a:off x="2292038" y="-37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PA-4-Point Star 468"/>
          <p:cNvSpPr/>
          <p:nvPr>
            <p:custDataLst>
              <p:tags r:id="rId79"/>
            </p:custDataLst>
          </p:nvPr>
        </p:nvSpPr>
        <p:spPr>
          <a:xfrm rot="13694776">
            <a:off x="-571439" y="10050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PA-4-Point Star 469"/>
          <p:cNvSpPr/>
          <p:nvPr>
            <p:custDataLst>
              <p:tags r:id="rId80"/>
            </p:custDataLst>
          </p:nvPr>
        </p:nvSpPr>
        <p:spPr>
          <a:xfrm rot="13694776">
            <a:off x="-709586" y="132078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PA-4-Point Star 471"/>
          <p:cNvSpPr/>
          <p:nvPr>
            <p:custDataLst>
              <p:tags r:id="rId81"/>
            </p:custDataLst>
          </p:nvPr>
        </p:nvSpPr>
        <p:spPr>
          <a:xfrm rot="13694776">
            <a:off x="-1058241" y="11497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PA-4-Point Star 472"/>
          <p:cNvSpPr/>
          <p:nvPr>
            <p:custDataLst>
              <p:tags r:id="rId82"/>
            </p:custDataLst>
          </p:nvPr>
        </p:nvSpPr>
        <p:spPr>
          <a:xfrm rot="13694776">
            <a:off x="-578017" y="137341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PA-4-Point Star 473"/>
          <p:cNvSpPr/>
          <p:nvPr>
            <p:custDataLst>
              <p:tags r:id="rId83"/>
            </p:custDataLst>
          </p:nvPr>
        </p:nvSpPr>
        <p:spPr>
          <a:xfrm>
            <a:off x="-347675" y="201672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PA-4-Point Star 480"/>
          <p:cNvSpPr/>
          <p:nvPr>
            <p:custDataLst>
              <p:tags r:id="rId84"/>
            </p:custDataLst>
          </p:nvPr>
        </p:nvSpPr>
        <p:spPr>
          <a:xfrm>
            <a:off x="4002426" y="-49141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PA-4-Point Star 481"/>
          <p:cNvSpPr/>
          <p:nvPr>
            <p:custDataLst>
              <p:tags r:id="rId85"/>
            </p:custDataLst>
          </p:nvPr>
        </p:nvSpPr>
        <p:spPr>
          <a:xfrm>
            <a:off x="3041977" y="-3269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PA-4-Point Star 482"/>
          <p:cNvSpPr/>
          <p:nvPr>
            <p:custDataLst>
              <p:tags r:id="rId86"/>
            </p:custDataLst>
          </p:nvPr>
        </p:nvSpPr>
        <p:spPr>
          <a:xfrm rot="13694776">
            <a:off x="4509357" y="2374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PA-4-Point Star 501"/>
          <p:cNvSpPr/>
          <p:nvPr>
            <p:custDataLst>
              <p:tags r:id="rId87"/>
            </p:custDataLst>
          </p:nvPr>
        </p:nvSpPr>
        <p:spPr>
          <a:xfrm rot="13694776">
            <a:off x="-999821" y="466694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3" name="PA-4-Point Star 502"/>
          <p:cNvSpPr/>
          <p:nvPr>
            <p:custDataLst>
              <p:tags r:id="rId88"/>
            </p:custDataLst>
          </p:nvPr>
        </p:nvSpPr>
        <p:spPr>
          <a:xfrm rot="13694776">
            <a:off x="4502780" y="25977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PA-4-Point Star 503"/>
          <p:cNvSpPr/>
          <p:nvPr>
            <p:custDataLst>
              <p:tags r:id="rId89"/>
            </p:custDataLst>
          </p:nvPr>
        </p:nvSpPr>
        <p:spPr>
          <a:xfrm>
            <a:off x="223272" y="-59169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5" name="PA-4-Point Star 504"/>
          <p:cNvSpPr/>
          <p:nvPr>
            <p:custDataLst>
              <p:tags r:id="rId90"/>
            </p:custDataLst>
          </p:nvPr>
        </p:nvSpPr>
        <p:spPr>
          <a:xfrm>
            <a:off x="-1249704" y="569838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PA-4-Point Star 528"/>
          <p:cNvSpPr/>
          <p:nvPr>
            <p:custDataLst>
              <p:tags r:id="rId91"/>
            </p:custDataLst>
          </p:nvPr>
        </p:nvSpPr>
        <p:spPr>
          <a:xfrm rot="13694776">
            <a:off x="4476465" y="243990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PA-4-Point Star 530"/>
          <p:cNvSpPr/>
          <p:nvPr>
            <p:custDataLst>
              <p:tags r:id="rId92"/>
            </p:custDataLst>
          </p:nvPr>
        </p:nvSpPr>
        <p:spPr>
          <a:xfrm>
            <a:off x="3153811" y="-4190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PA-4-Point Star 531"/>
          <p:cNvSpPr/>
          <p:nvPr>
            <p:custDataLst>
              <p:tags r:id="rId93"/>
            </p:custDataLst>
          </p:nvPr>
        </p:nvSpPr>
        <p:spPr>
          <a:xfrm>
            <a:off x="3634035" y="-1953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PA-4-Point Star 532"/>
          <p:cNvSpPr/>
          <p:nvPr>
            <p:custDataLst>
              <p:tags r:id="rId94"/>
            </p:custDataLst>
          </p:nvPr>
        </p:nvSpPr>
        <p:spPr>
          <a:xfrm rot="13694776">
            <a:off x="-966930" y="43511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PA-4-Point Star 533"/>
          <p:cNvSpPr/>
          <p:nvPr>
            <p:custDataLst>
              <p:tags r:id="rId95"/>
            </p:custDataLst>
          </p:nvPr>
        </p:nvSpPr>
        <p:spPr>
          <a:xfrm rot="13694776">
            <a:off x="-808262" y="110370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PA-4-Point Star 534"/>
          <p:cNvSpPr/>
          <p:nvPr>
            <p:custDataLst>
              <p:tags r:id="rId96"/>
            </p:custDataLst>
          </p:nvPr>
        </p:nvSpPr>
        <p:spPr>
          <a:xfrm>
            <a:off x="-651069" y="56062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9" name="PA-4-Point Star 538"/>
          <p:cNvSpPr/>
          <p:nvPr>
            <p:custDataLst>
              <p:tags r:id="rId97"/>
            </p:custDataLst>
          </p:nvPr>
        </p:nvSpPr>
        <p:spPr>
          <a:xfrm>
            <a:off x="328526" y="-6969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" name="PA-4-Point Star 541"/>
          <p:cNvSpPr/>
          <p:nvPr>
            <p:custDataLst>
              <p:tags r:id="rId98"/>
            </p:custDataLst>
          </p:nvPr>
        </p:nvSpPr>
        <p:spPr>
          <a:xfrm>
            <a:off x="2285459" y="5459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3" name="PA-4-Point Star 542"/>
          <p:cNvSpPr/>
          <p:nvPr>
            <p:custDataLst>
              <p:tags r:id="rId99"/>
            </p:custDataLst>
          </p:nvPr>
        </p:nvSpPr>
        <p:spPr>
          <a:xfrm rot="13694776">
            <a:off x="-1196389" y="11892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5" name="PA-4-Point Star 544"/>
          <p:cNvSpPr/>
          <p:nvPr>
            <p:custDataLst>
              <p:tags r:id="rId100"/>
            </p:custDataLst>
          </p:nvPr>
        </p:nvSpPr>
        <p:spPr>
          <a:xfrm>
            <a:off x="3120917" y="-2874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PA-4-Point Star 559"/>
          <p:cNvSpPr/>
          <p:nvPr>
            <p:custDataLst>
              <p:tags r:id="rId101"/>
            </p:custDataLst>
          </p:nvPr>
        </p:nvSpPr>
        <p:spPr>
          <a:xfrm>
            <a:off x="3361858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1" name="PA-4-Point Star 560"/>
          <p:cNvSpPr/>
          <p:nvPr>
            <p:custDataLst>
              <p:tags r:id="rId102"/>
            </p:custDataLst>
          </p:nvPr>
        </p:nvSpPr>
        <p:spPr>
          <a:xfrm>
            <a:off x="2479263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PA-4-Point Star 561"/>
          <p:cNvSpPr/>
          <p:nvPr>
            <p:custDataLst>
              <p:tags r:id="rId103"/>
            </p:custDataLst>
          </p:nvPr>
        </p:nvSpPr>
        <p:spPr>
          <a:xfrm>
            <a:off x="-694732" y="185261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8" name="PA-4-Point Star 567"/>
          <p:cNvSpPr/>
          <p:nvPr>
            <p:custDataLst>
              <p:tags r:id="rId104"/>
            </p:custDataLst>
          </p:nvPr>
        </p:nvSpPr>
        <p:spPr>
          <a:xfrm>
            <a:off x="-993911" y="177903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0" name="PA-4-Point Star 569"/>
          <p:cNvSpPr/>
          <p:nvPr>
            <p:custDataLst>
              <p:tags r:id="rId105"/>
            </p:custDataLst>
          </p:nvPr>
        </p:nvSpPr>
        <p:spPr>
          <a:xfrm>
            <a:off x="-811031" y="2152744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1" name="PA-4-Point Star 570"/>
          <p:cNvSpPr/>
          <p:nvPr>
            <p:custDataLst>
              <p:tags r:id="rId106"/>
            </p:custDataLst>
          </p:nvPr>
        </p:nvSpPr>
        <p:spPr>
          <a:xfrm>
            <a:off x="-842836" y="278089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2" name="PA-4-Point Star 571"/>
          <p:cNvSpPr/>
          <p:nvPr>
            <p:custDataLst>
              <p:tags r:id="rId107"/>
            </p:custDataLst>
          </p:nvPr>
        </p:nvSpPr>
        <p:spPr>
          <a:xfrm>
            <a:off x="-1411295" y="7320855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3" name="PA-4-Point Star 572"/>
          <p:cNvSpPr/>
          <p:nvPr>
            <p:custDataLst>
              <p:tags r:id="rId108"/>
            </p:custDataLst>
          </p:nvPr>
        </p:nvSpPr>
        <p:spPr>
          <a:xfrm>
            <a:off x="4225824" y="740226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7" name="PA-4-Point Star 586"/>
          <p:cNvSpPr/>
          <p:nvPr>
            <p:custDataLst>
              <p:tags r:id="rId109"/>
            </p:custDataLst>
          </p:nvPr>
        </p:nvSpPr>
        <p:spPr>
          <a:xfrm rot="8294776">
            <a:off x="-859688" y="4374360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0" name="PA-4-Point Star 589"/>
          <p:cNvSpPr/>
          <p:nvPr>
            <p:custDataLst>
              <p:tags r:id="rId110"/>
            </p:custDataLst>
          </p:nvPr>
        </p:nvSpPr>
        <p:spPr>
          <a:xfrm rot="8294776">
            <a:off x="12236491" y="8201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1" name="PA-4-Point Star 590"/>
          <p:cNvSpPr/>
          <p:nvPr>
            <p:custDataLst>
              <p:tags r:id="rId111"/>
            </p:custDataLst>
          </p:nvPr>
        </p:nvSpPr>
        <p:spPr>
          <a:xfrm rot="16200000">
            <a:off x="12604980" y="172016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2" name="PA-4-Point Star 591"/>
          <p:cNvSpPr/>
          <p:nvPr>
            <p:custDataLst>
              <p:tags r:id="rId112"/>
            </p:custDataLst>
          </p:nvPr>
        </p:nvSpPr>
        <p:spPr>
          <a:xfrm rot="16200000">
            <a:off x="3004408" y="704445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PA-4-Point Star 595"/>
          <p:cNvSpPr/>
          <p:nvPr>
            <p:custDataLst>
              <p:tags r:id="rId113"/>
            </p:custDataLst>
          </p:nvPr>
        </p:nvSpPr>
        <p:spPr>
          <a:xfrm rot="8294776">
            <a:off x="12236490" y="2495122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7" name="PA-4-Point Star 596"/>
          <p:cNvSpPr/>
          <p:nvPr>
            <p:custDataLst>
              <p:tags r:id="rId114"/>
            </p:custDataLst>
          </p:nvPr>
        </p:nvSpPr>
        <p:spPr>
          <a:xfrm rot="16200000">
            <a:off x="7117397" y="-6436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8" name="PA-4-Point Star 597"/>
          <p:cNvSpPr/>
          <p:nvPr>
            <p:custDataLst>
              <p:tags r:id="rId115"/>
            </p:custDataLst>
          </p:nvPr>
        </p:nvSpPr>
        <p:spPr>
          <a:xfrm rot="16200000">
            <a:off x="5058009" y="-715188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PA-4-Point Star 598"/>
          <p:cNvSpPr/>
          <p:nvPr>
            <p:custDataLst>
              <p:tags r:id="rId116"/>
            </p:custDataLst>
          </p:nvPr>
        </p:nvSpPr>
        <p:spPr>
          <a:xfrm rot="16200000">
            <a:off x="3602920" y="-659529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08571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第八课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372872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 8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201913" y="2576830"/>
            <a:ext cx="9659087" cy="2916646"/>
            <a:chOff x="1893" y="4058"/>
            <a:chExt cx="15211" cy="4593"/>
          </a:xfrm>
        </p:grpSpPr>
        <p:grpSp>
          <p:nvGrpSpPr>
            <p:cNvPr id="14" name="组合 13"/>
            <p:cNvGrpSpPr/>
            <p:nvPr/>
          </p:nvGrpSpPr>
          <p:grpSpPr>
            <a:xfrm>
              <a:off x="1893" y="4058"/>
              <a:ext cx="15211" cy="4593"/>
              <a:chOff x="-96" y="3669"/>
              <a:chExt cx="18916" cy="5713"/>
            </a:xfrm>
          </p:grpSpPr>
          <p:sp>
            <p:nvSpPr>
              <p:cNvPr id="10" name="圆角矩形 9"/>
              <p:cNvSpPr/>
              <p:nvPr/>
            </p:nvSpPr>
            <p:spPr>
              <a:xfrm>
                <a:off x="-96" y="3669"/>
                <a:ext cx="18744" cy="5713"/>
              </a:xfrm>
              <a:prstGeom prst="roundRect">
                <a:avLst/>
              </a:prstGeom>
              <a:solidFill>
                <a:schemeClr val="bg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-96" y="4499"/>
                <a:ext cx="18916" cy="2928"/>
                <a:chOff x="3051" y="4499"/>
                <a:chExt cx="18916" cy="2928"/>
              </a:xfrm>
            </p:grpSpPr>
            <p:grpSp>
              <p:nvGrpSpPr>
                <p:cNvPr id="3" name="组合 2"/>
                <p:cNvGrpSpPr/>
                <p:nvPr/>
              </p:nvGrpSpPr>
              <p:grpSpPr>
                <a:xfrm>
                  <a:off x="3738" y="6525"/>
                  <a:ext cx="17587" cy="902"/>
                  <a:chOff x="5872" y="6525"/>
                  <a:chExt cx="17587" cy="902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5872" y="6525"/>
                    <a:ext cx="3417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Lesson 8</a:t>
                    </a: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11530" y="6525"/>
                    <a:ext cx="11929" cy="500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Three at Dawn and Four at Dusk</a:t>
                    </a:r>
                  </a:p>
                </p:txBody>
              </p:sp>
            </p:grpSp>
            <p:sp>
              <p:nvSpPr>
                <p:cNvPr id="6" name="文本框 7"/>
                <p:cNvSpPr txBox="1"/>
                <p:nvPr/>
              </p:nvSpPr>
              <p:spPr>
                <a:xfrm>
                  <a:off x="3051" y="4499"/>
                  <a:ext cx="18916" cy="2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fontAlgn="auto">
                    <a:lnSpc>
                      <a:spcPts val="90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第</a:t>
                  </a:r>
                  <a:r>
                    <a:rPr kumimoji="0" lang="en-US" altLang="zh-CN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8</a:t>
                  </a: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课</a:t>
                  </a:r>
                  <a:r>
                    <a:rPr kumimoji="0" lang="zh-CN" altLang="en-US" sz="5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“朝三暮四”的古今义</a:t>
                  </a:r>
                </a:p>
              </p:txBody>
            </p:sp>
          </p:grpSp>
        </p:grpSp>
        <p:sp>
          <p:nvSpPr>
            <p:cNvPr id="7" name="矩形 6"/>
            <p:cNvSpPr/>
            <p:nvPr/>
          </p:nvSpPr>
          <p:spPr>
            <a:xfrm>
              <a:off x="2071" y="7368"/>
              <a:ext cx="14751" cy="11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000" b="1" noProof="0" dirty="0">
                  <a:ln>
                    <a:noFill/>
                  </a:ln>
                  <a:solidFill>
                    <a:srgbClr val="9F313C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Part 2</a:t>
              </a:r>
              <a:endParaRPr lang="en-US" sz="4000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10681970" y="5398770"/>
            <a:ext cx="1459230" cy="1459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700"/>
    </mc:Choice>
    <mc:Fallback xmlns="">
      <p:transition spd="slow" advTm="509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repeatCount="indefinite" fill="hold" grpId="0" nodeType="withEffect">
                                  <p:stCondLst>
                                    <p:cond delay="507"/>
                                  </p:stCondLst>
                                  <p:childTnLst>
                                    <p:set>
                                      <p:cBhvr>
                                        <p:cTn id="20" dur="6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5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6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6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8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repeatCount="indefinite" fill="hold" grpId="0" nodeType="withEffect">
                                  <p:stCondLst>
                                    <p:cond delay="244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153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repeatCount="indefinite" fill="hold" grpId="0" nodeType="withEffect">
                                  <p:stCondLst>
                                    <p:cond delay="1334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1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528" repeatCount="indefinite" fill="hold" grpId="0" nodeType="withEffect">
                                  <p:stCondLst>
                                    <p:cond delay="189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142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528" repeatCount="indefinite" fill="hold" grpId="0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232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528" repeatCount="indefinite" fill="hold" grpId="0" nodeType="withEffect">
                                  <p:stCondLst>
                                    <p:cond delay="31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737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528" repeatCount="indefinite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663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528" repeatCount="indefinite" fill="hold" grpId="0" nodeType="withEffect">
                                  <p:stCondLst>
                                    <p:cond delay="1993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24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528" repeatCount="indefinite" fill="hold" grpId="0" nodeType="withEffect">
                                  <p:stCondLst>
                                    <p:cond delay="140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7466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528" repeatCount="indefinite" fill="hold" grpId="0" nodeType="withEffect">
                                  <p:stCondLst>
                                    <p:cond delay="1034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6672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528" repeatCount="indefinite" fill="hold" grpId="0" nodeType="withEffect">
                                  <p:stCondLst>
                                    <p:cond delay="57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637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528" repeatCount="indefinite" fill="hold" grpId="0" nodeType="withEffect">
                                  <p:stCondLst>
                                    <p:cond delay="1978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644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528" repeatCount="indefinite" fill="hold" grpId="0" nodeType="withEffect">
                                  <p:stCondLst>
                                    <p:cond delay="136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172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528" repeatCount="indefinite" fill="hold" grpId="0" nodeType="withEffect">
                                  <p:stCondLst>
                                    <p:cond delay="17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618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528" repeatCount="indefinite" fill="hold" grpId="0" nodeType="withEffect">
                                  <p:stCondLst>
                                    <p:cond delay="1791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546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528" repeatCount="indefinite" fill="hold" grpId="0" nodeType="withEffect">
                                  <p:stCondLst>
                                    <p:cond delay="731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6797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528" repeatCount="indefinite" fill="hold" grpId="0" nodeType="withEffect">
                                  <p:stCondLst>
                                    <p:cond delay="18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7034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528" repeatCount="indefinite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6907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528" repeatCount="indefinite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6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528" repeatCount="indefinite" fill="hold" grpId="0" nodeType="withEffect">
                                  <p:stCondLst>
                                    <p:cond delay="1481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366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repeatCount="indefinite" fill="hold" grpId="0" nodeType="withEffect">
                                  <p:stCondLst>
                                    <p:cond delay="1091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755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repeatCount="indefinite" fill="hold" grpId="0" nodeType="withEffect">
                                  <p:stCondLst>
                                    <p:cond delay="334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746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repeatCount="indefinite" fill="hold" grpId="0" nodeType="withEffect">
                                  <p:stCondLst>
                                    <p:cond delay="1852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254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repeatCount="indefinite" fill="hold" grpId="0" nodeType="withEffect">
                                  <p:stCondLst>
                                    <p:cond delay="657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6642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889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repeatCount="indefinite" fill="hold" grpId="0" nodeType="withEffect">
                                  <p:stCondLst>
                                    <p:cond delay="854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408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repeatCount="indefinite" fill="hold" grpId="0" nodeType="withEffect">
                                  <p:stCondLst>
                                    <p:cond delay="793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173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6982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repeatCount="indefinite" fill="hold" grpId="0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6854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repeatCount="indefinite" fill="hold" grpId="0" nodeType="withEffect">
                                  <p:stCondLst>
                                    <p:cond delay="1449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704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repeatCount="indefinite" fill="hold" grpId="0" nodeType="withEffect">
                                  <p:stCondLst>
                                    <p:cond delay="1214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6173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repeatCount="indefinite" fill="hold" grpId="0" nodeType="withEffect">
                                  <p:stCondLst>
                                    <p:cond delay="1303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6273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6866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969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53" presetClass="entr" presetSubtype="528" repeatCount="indefinite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7002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53" presetClass="entr" presetSubtype="528" repeatCount="indefinite" fill="hold" grpId="0" nodeType="withEffect">
                                  <p:stCondLst>
                                    <p:cond delay="173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737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53" presetClass="entr" presetSubtype="528" repeatCount="indefinite" fill="hold" grpId="0" nodeType="withEffect">
                                  <p:stCondLst>
                                    <p:cond delay="1018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261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53" presetClass="entr" presetSubtype="528" repeatCount="indefinite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6177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53" presetClass="entr" presetSubtype="528" repeatCount="indefinite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5255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534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53" presetClass="entr" presetSubtype="528" repeatCount="indefinite" fill="hold" grpId="0" nodeType="withEffect">
                                  <p:stCondLst>
                                    <p:cond delay="377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6932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53" presetClass="entr" presetSubtype="528" repeatCount="indefinite" fill="hold" grpId="0" nodeType="withEffect">
                                  <p:stCondLst>
                                    <p:cond delay="1461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1" dur="7218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53" presetClass="entr" presetSubtype="528" repeatCount="indefinite" fill="hold" grpId="0" nodeType="withEffect">
                                  <p:stCondLst>
                                    <p:cond delay="1078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6826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53" presetClass="entr" presetSubtype="528" repeatCount="indefinite" fill="hold" grpId="0" nodeType="withEffect">
                                  <p:stCondLst>
                                    <p:cond delay="1447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5322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53" presetClass="entr" presetSubtype="528" repeatCount="indefinite" fill="hold" grpId="0" nodeType="withEffect">
                                  <p:stCondLst>
                                    <p:cond delay="1654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6922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53" presetClass="entr" presetSubtype="528" repeatCount="indefinite" fill="hold" grpId="0" nodeType="withEffect">
                                  <p:stCondLst>
                                    <p:cond delay="487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7039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53" presetClass="entr" presetSubtype="528" repeatCount="indefinite" fill="hold" grpId="0" nodeType="withEffect">
                                  <p:stCondLst>
                                    <p:cond delay="1043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6539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7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53" presetClass="entr" presetSubtype="528" repeatCount="indefinite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5392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4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presetID="53" presetClass="entr" presetSubtype="528" repeatCount="indefinite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5326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1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53" presetClass="entr" presetSubtype="528" repeatCount="indefinite" fill="hold" grpId="0" nodeType="withEffect">
                                  <p:stCondLst>
                                    <p:cond delay="1436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5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7" dur="5561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0" presetID="53" presetClass="entr" presetSubtype="528" repeatCount="indefinite" fill="hold" grpId="0" nodeType="withEffect">
                                  <p:stCondLst>
                                    <p:cond delay="1228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4" dur="6911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53" presetClass="entr" presetSubtype="528" repeatCount="indefinite" fill="hold" grpId="0" nodeType="withEffect">
                                  <p:stCondLst>
                                    <p:cond delay="904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5869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53" presetClass="entr" presetSubtype="528" repeatCount="indefinite" fill="hold" grpId="0" nodeType="withEffect">
                                  <p:stCondLst>
                                    <p:cond delay="603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6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8" dur="6813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9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53" presetClass="entr" presetSubtype="528" repeatCount="indefinite" fill="hold" grpId="0" nodeType="withEffect">
                                  <p:stCondLst>
                                    <p:cond delay="85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3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5" dur="5399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8" presetID="53" presetClass="entr" presetSubtype="528" repeatCount="indefinite" fill="hold" grpId="0" nodeType="withEffect">
                                  <p:stCondLst>
                                    <p:cond delay="1332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2" dur="698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53" presetClass="entr" presetSubtype="528" repeatCount="indefinite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96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53" presetClass="entr" presetSubtype="528" repeatCount="indefinite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6" dur="6406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53" presetClass="entr" presetSubtype="528" repeatCount="indefinite" fill="hold" grpId="0" nodeType="withEffect">
                                  <p:stCondLst>
                                    <p:cond delay="1093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1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6713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6" presetID="53" presetClass="entr" presetSubtype="528" repeatCount="indefinite" fill="hold" grpId="0" nodeType="withEffect">
                                  <p:stCondLst>
                                    <p:cond delay="1754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8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0" dur="6271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53" presetClass="entr" presetSubtype="528" repeatCount="indefinite" fill="hold" grpId="0" nodeType="withEffect">
                                  <p:stCondLst>
                                    <p:cond delay="331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5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7" dur="6081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0" presetID="53" presetClass="entr" presetSubtype="528" repeatCount="indefinite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4" dur="6712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5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53" presetClass="entr" presetSubtype="528" repeatCount="indefinite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9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5135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presetID="53" presetClass="entr" presetSubtype="528" repeatCount="indefinite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6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8" dur="5463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9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1" presetID="53" presetClass="entr" presetSubtype="528" repeatCount="indefinite" fill="hold" grpId="0" nodeType="withEffect">
                                  <p:stCondLst>
                                    <p:cond delay="207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3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5" dur="5327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6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8" presetID="53" presetClass="entr" presetSubtype="528" repeatCount="indefinite" fill="hold" grpId="0" nodeType="withEffect">
                                  <p:stCondLst>
                                    <p:cond delay="852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0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2" dur="5099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5" presetID="53" presetClass="entr" presetSubtype="528" repeatCount="indefinite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7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9" dur="7073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53" presetClass="entr" presetSubtype="528" repeatCount="indefinite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4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6" dur="7201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53" presetClass="entr" presetSubtype="528" repeatCount="indefinite" fill="hold" grpId="0" nodeType="withEffect">
                                  <p:stCondLst>
                                    <p:cond delay="157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1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7468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4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5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6" presetID="53" presetClass="entr" presetSubtype="528" repeatCount="indefinite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0" dur="7485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1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2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3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6432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8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9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0" presetID="53" presetClass="entr" presetSubtype="528" repeatCount="indefinite" fill="hold" grpId="0" nodeType="withEffect">
                                  <p:stCondLst>
                                    <p:cond delay="736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2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4" dur="5423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5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7" presetID="53" presetClass="entr" presetSubtype="528" repeatCount="indefinite" fill="hold" grpId="0" nodeType="withEffect">
                                  <p:stCondLst>
                                    <p:cond delay="482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5102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2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4" presetID="53" presetClass="entr" presetSubtype="528" repeatCount="indefinite" fill="hold" grpId="0" nodeType="withEffect">
                                  <p:stCondLst>
                                    <p:cond delay="399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6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8" dur="5819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9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0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1" presetID="53" presetClass="entr" presetSubtype="528" repeatCount="indefinite" fill="hold" grpId="0" nodeType="withEffect">
                                  <p:stCondLst>
                                    <p:cond delay="1338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3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5" dur="6554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6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8" presetID="53" presetClass="entr" presetSubtype="528" repeatCount="indefinite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0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1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2" dur="5853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53" presetClass="entr" presetSubtype="528" repeatCount="indefinite" fill="hold" grpId="0" nodeType="withEffect">
                                  <p:stCondLst>
                                    <p:cond delay="1555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7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9" dur="5653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0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1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2" presetID="53" presetClass="entr" presetSubtype="528" repeatCount="indefinite" fill="hold" grpId="0" nodeType="withEffect">
                                  <p:stCondLst>
                                    <p:cond delay="1065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4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6" dur="7301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7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9" presetID="53" presetClass="entr" presetSubtype="528" repeatCount="indefinite" fill="hold" grpId="0" nodeType="withEffect">
                                  <p:stCondLst>
                                    <p:cond delay="1298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1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2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3" dur="7173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4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6" presetID="53" presetClass="entr" presetSubtype="528" repeatCount="indefinite" fill="hold" grpId="0" nodeType="withEffect">
                                  <p:stCondLst>
                                    <p:cond delay="1367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8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0" dur="6011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1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2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3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5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7" dur="5785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8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0" presetID="53" presetClass="entr" presetSubtype="528" repeatCount="indefinite" fill="hold" grpId="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2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4" dur="6234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5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7" presetID="53" presetClass="entr" presetSubtype="528" repeatCount="indefinite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9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0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1" dur="7063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2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4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6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8" dur="5494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9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1" presetID="53" presetClass="entr" presetSubtype="528" repeatCount="indefinite" fill="hold" grpId="0" nodeType="withEffect">
                                  <p:stCondLst>
                                    <p:cond delay="1769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3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4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5" dur="7135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6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7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8" presetID="53" presetClass="entr" presetSubtype="528" repeatCount="indefinite" fill="hold" grpId="0" nodeType="withEffect">
                                  <p:stCondLst>
                                    <p:cond delay="552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0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2" dur="7132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3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53" presetClass="entr" presetSubtype="528" repeatCount="indefinite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41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0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2" presetID="53" presetClass="entr" presetSubtype="528" repeatCount="indefinite" fill="hold" grpId="0" nodeType="withEffect">
                                  <p:stCondLst>
                                    <p:cond delay="1934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4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5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6" dur="6965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7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8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9" presetID="53" presetClass="entr" presetSubtype="528" repeatCount="indefinite" fill="hold" grpId="0" nodeType="withEffect">
                                  <p:stCondLst>
                                    <p:cond delay="775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1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2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3" dur="5313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4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5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6" presetID="53" presetClass="entr" presetSubtype="528" repeatCount="indefinite" fill="hold" grpId="0" nodeType="withEffect">
                                  <p:stCondLst>
                                    <p:cond delay="178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8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9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0" dur="563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1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2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3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5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6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7" dur="5437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8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9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0" presetID="53" presetClass="entr" presetSubtype="528" repeatCount="indefinite" fill="hold" grpId="0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2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3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4" dur="566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5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6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7" presetID="53" presetClass="entr" presetSubtype="528" repeatCount="indefinite" fill="hold" grpId="0" nodeType="withEffect">
                                  <p:stCondLst>
                                    <p:cond delay="1747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9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0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1" dur="6723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2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4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6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7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8" dur="5888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9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0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1" presetID="53" presetClass="entr" presetSubtype="528" repeatCount="indefinite" fill="hold" grpId="0" nodeType="withEffect">
                                  <p:stCondLst>
                                    <p:cond delay="809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3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5" dur="5356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6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7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8" presetID="53" presetClass="entr" presetSubtype="528" repeatCount="indefinite" fill="hold" grpId="0" nodeType="withEffect">
                                  <p:stCondLst>
                                    <p:cond delay="351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0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1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2" dur="7274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3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5" presetID="53" presetClass="entr" presetSubtype="528" repeatCount="indefinite" fill="hold" grpId="0" nodeType="withEffect">
                                  <p:stCondLst>
                                    <p:cond delay="1594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7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8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9" dur="5069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0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1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2" presetID="53" presetClass="entr" presetSubtype="528" repeatCount="indefinite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4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5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6" dur="5443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7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8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9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1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2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3" dur="6959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4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5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6" presetID="53" presetClass="entr" presetSubtype="528" repeatCount="indefinite" fill="hold" grpId="0" nodeType="withEffect">
                                  <p:stCondLst>
                                    <p:cond delay="1388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861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1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2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3" presetID="53" presetClass="entr" presetSubtype="528" repeatCount="indefinite" fill="hold" grpId="0" nodeType="withEffect">
                                  <p:stCondLst>
                                    <p:cond delay="278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5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6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7" dur="5961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53" presetClass="entr" presetSubtype="528" repeatCount="indefinite" fill="hold" grpId="0" nodeType="withEffect">
                                  <p:stCondLst>
                                    <p:cond delay="954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2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3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4" dur="5261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5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6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7" presetID="53" presetClass="entr" presetSubtype="528" repeatCount="indefinite" fill="hold" grpId="0" nodeType="withEffect">
                                  <p:stCondLst>
                                    <p:cond delay="494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9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0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1" dur="6404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2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3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4" presetID="53" presetClass="entr" presetSubtype="528" repeatCount="indefinite" fill="hold" grpId="0" nodeType="withEffect">
                                  <p:stCondLst>
                                    <p:cond delay="1901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6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7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8" dur="6419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9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0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1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3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4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5" dur="7266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6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8" presetID="53" presetClass="entr" presetSubtype="528" repeatCount="indefinite" fill="hold" grpId="0" nodeType="withEffect">
                                  <p:stCondLst>
                                    <p:cond delay="961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0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2" dur="6578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3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4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5" presetID="53" presetClass="entr" presetSubtype="528" repeatCount="indefinite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7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8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9" dur="5112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0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1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2" presetID="53" presetClass="entr" presetSubtype="528" repeatCount="indefinite" fill="hold" grpId="0" nodeType="withEffect">
                                  <p:stCondLst>
                                    <p:cond delay="1664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4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5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6" dur="5239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7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8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9" presetID="53" presetClass="entr" presetSubtype="528" repeatCount="indefinite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1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2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3" dur="5535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4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5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6" presetID="53" presetClass="entr" presetSubtype="528" repeatCount="indefinite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8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9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0" dur="5003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1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2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3" presetID="53" presetClass="entr" presetSubtype="528" repeatCount="indefinite" fill="hold" grpId="0" nodeType="withEffect">
                                  <p:stCondLst>
                                    <p:cond delay="1048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5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6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7" dur="5033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8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9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0" presetID="53" presetClass="entr" presetSubtype="528" repeatCount="indefinite" fill="hold" grpId="0" nodeType="withEffect">
                                  <p:stCondLst>
                                    <p:cond delay="1359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2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3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4" dur="6787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5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6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7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25 0.0564815 L -0.000833333 -0.258611 " pathEditMode="relative" rAng="0" ptsTypes="">
                                      <p:cBhvr>
                                        <p:cTn id="824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  <p:bldP spid="36" grpId="0" bldLvl="0" animBg="1"/>
      <p:bldP spid="37" grpId="0" bldLvl="0" animBg="1"/>
      <p:bldP spid="78" grpId="0" bldLvl="0" animBg="1"/>
      <p:bldP spid="97" grpId="0" bldLvl="0" animBg="1"/>
      <p:bldP spid="98" grpId="0" bldLvl="0" animBg="1"/>
      <p:bldP spid="109" grpId="0" bldLvl="0" animBg="1"/>
      <p:bldP spid="134" grpId="0" bldLvl="0" animBg="1"/>
      <p:bldP spid="135" grpId="0" bldLvl="0" animBg="1"/>
      <p:bldP spid="136" grpId="0" bldLvl="0" animBg="1"/>
      <p:bldP spid="137" grpId="0" bldLvl="0" animBg="1"/>
      <p:bldP spid="139" grpId="0" bldLvl="0" animBg="1"/>
      <p:bldP spid="140" grpId="0" bldLvl="0" animBg="1"/>
      <p:bldP spid="141" grpId="0" bldLvl="0" animBg="1"/>
      <p:bldP spid="142" grpId="0" bldLvl="0" animBg="1"/>
      <p:bldP spid="154" grpId="0" bldLvl="0" animBg="1"/>
      <p:bldP spid="155" grpId="0" bldLvl="0" animBg="1"/>
      <p:bldP spid="156" grpId="0" bldLvl="0" animBg="1"/>
      <p:bldP spid="226" grpId="0" bldLvl="0" animBg="1"/>
      <p:bldP spid="237" grpId="0" bldLvl="0" animBg="1"/>
      <p:bldP spid="238" grpId="0" bldLvl="0" animBg="1"/>
      <p:bldP spid="239" grpId="0" bldLvl="0" animBg="1"/>
      <p:bldP spid="240" grpId="0" bldLvl="0" animBg="1"/>
      <p:bldP spid="242" grpId="0" bldLvl="0" animBg="1"/>
      <p:bldP spid="243" grpId="0" bldLvl="0" animBg="1"/>
      <p:bldP spid="244" grpId="0" bldLvl="0" animBg="1"/>
      <p:bldP spid="245" grpId="0" bldLvl="0" animBg="1"/>
      <p:bldP spid="246" grpId="0" bldLvl="0" animBg="1"/>
      <p:bldP spid="247" grpId="0" bldLvl="0" animBg="1"/>
      <p:bldP spid="248" grpId="0" bldLvl="0" animBg="1"/>
      <p:bldP spid="252" grpId="0" bldLvl="0" animBg="1"/>
      <p:bldP spid="257" grpId="0" bldLvl="0" animBg="1"/>
      <p:bldP spid="262" grpId="0" bldLvl="0" animBg="1"/>
      <p:bldP spid="265" grpId="0" bldLvl="0" animBg="1"/>
      <p:bldP spid="266" grpId="0" bldLvl="0" animBg="1"/>
      <p:bldP spid="267" grpId="0" bldLvl="0" animBg="1"/>
      <p:bldP spid="268" grpId="0" bldLvl="0" animBg="1"/>
      <p:bldP spid="269" grpId="0" bldLvl="0" animBg="1"/>
      <p:bldP spid="384" grpId="0" bldLvl="0" animBg="1"/>
      <p:bldP spid="388" grpId="0" bldLvl="0" animBg="1"/>
      <p:bldP spid="392" grpId="0" bldLvl="0" animBg="1"/>
      <p:bldP spid="397" grpId="0" bldLvl="0" animBg="1"/>
      <p:bldP spid="402" grpId="0" bldLvl="0" animBg="1"/>
      <p:bldP spid="403" grpId="0" bldLvl="0" animBg="1"/>
      <p:bldP spid="404" grpId="0" bldLvl="0" animBg="1"/>
      <p:bldP spid="405" grpId="0" bldLvl="0" animBg="1"/>
      <p:bldP spid="406" grpId="0" bldLvl="0" animBg="1"/>
      <p:bldP spid="408" grpId="0" bldLvl="0" animBg="1"/>
      <p:bldP spid="409" grpId="0" bldLvl="0" animBg="1"/>
      <p:bldP spid="412" grpId="0" bldLvl="0" animBg="1"/>
      <p:bldP spid="413" grpId="0" bldLvl="0" animBg="1"/>
      <p:bldP spid="415" grpId="0" bldLvl="0" animBg="1"/>
      <p:bldP spid="416" grpId="0" bldLvl="0" animBg="1"/>
      <p:bldP spid="417" grpId="0" bldLvl="0" animBg="1"/>
      <p:bldP spid="418" grpId="0" bldLvl="0" animBg="1"/>
      <p:bldP spid="423" grpId="0" bldLvl="0" animBg="1"/>
      <p:bldP spid="426" grpId="0" bldLvl="0" animBg="1"/>
      <p:bldP spid="427" grpId="0" bldLvl="0" animBg="1"/>
      <p:bldP spid="428" grpId="0" bldLvl="0" animBg="1"/>
      <p:bldP spid="429" grpId="0" bldLvl="0" animBg="1"/>
      <p:bldP spid="430" grpId="0" bldLvl="0" animBg="1"/>
      <p:bldP spid="431" grpId="0" bldLvl="0" animBg="1"/>
      <p:bldP spid="432" grpId="0" bldLvl="0" animBg="1"/>
      <p:bldP spid="433" grpId="0" bldLvl="0" animBg="1"/>
      <p:bldP spid="434" grpId="0" bldLvl="0" animBg="1"/>
      <p:bldP spid="435" grpId="0" bldLvl="0" animBg="1"/>
      <p:bldP spid="436" grpId="0" bldLvl="0" animBg="1"/>
      <p:bldP spid="437" grpId="0" bldLvl="0" animBg="1"/>
      <p:bldP spid="438" grpId="0" bldLvl="0" animBg="1"/>
      <p:bldP spid="439" grpId="0" bldLvl="0" animBg="1"/>
      <p:bldP spid="440" grpId="0" bldLvl="0" animBg="1"/>
      <p:bldP spid="441" grpId="0" bldLvl="0" animBg="1"/>
      <p:bldP spid="457" grpId="0" bldLvl="0" animBg="1"/>
      <p:bldP spid="463" grpId="0" bldLvl="0" animBg="1"/>
      <p:bldP spid="465" grpId="0" bldLvl="0" animBg="1"/>
      <p:bldP spid="466" grpId="0" bldLvl="0" animBg="1"/>
      <p:bldP spid="468" grpId="0" bldLvl="0" animBg="1"/>
      <p:bldP spid="469" grpId="0" bldLvl="0" animBg="1"/>
      <p:bldP spid="470" grpId="0" bldLvl="0" animBg="1"/>
      <p:bldP spid="472" grpId="0" bldLvl="0" animBg="1"/>
      <p:bldP spid="473" grpId="0" bldLvl="0" animBg="1"/>
      <p:bldP spid="474" grpId="0" bldLvl="0" animBg="1"/>
      <p:bldP spid="481" grpId="0" bldLvl="0" animBg="1"/>
      <p:bldP spid="482" grpId="0" bldLvl="0" animBg="1"/>
      <p:bldP spid="483" grpId="0" bldLvl="0" animBg="1"/>
      <p:bldP spid="502" grpId="0" bldLvl="0" animBg="1"/>
      <p:bldP spid="503" grpId="0" bldLvl="0" animBg="1"/>
      <p:bldP spid="504" grpId="0" bldLvl="0" animBg="1"/>
      <p:bldP spid="505" grpId="0" bldLvl="0" animBg="1"/>
      <p:bldP spid="529" grpId="0" bldLvl="0" animBg="1"/>
      <p:bldP spid="531" grpId="0" bldLvl="0" animBg="1"/>
      <p:bldP spid="532" grpId="0" bldLvl="0" animBg="1"/>
      <p:bldP spid="533" grpId="0" bldLvl="0" animBg="1"/>
      <p:bldP spid="534" grpId="0" bldLvl="0" animBg="1"/>
      <p:bldP spid="535" grpId="0" bldLvl="0" animBg="1"/>
      <p:bldP spid="539" grpId="0" bldLvl="0" animBg="1"/>
      <p:bldP spid="542" grpId="0" bldLvl="0" animBg="1"/>
      <p:bldP spid="543" grpId="0" bldLvl="0" animBg="1"/>
      <p:bldP spid="545" grpId="0" bldLvl="0" animBg="1"/>
      <p:bldP spid="560" grpId="0" bldLvl="0" animBg="1"/>
      <p:bldP spid="561" grpId="0" bldLvl="0" animBg="1"/>
      <p:bldP spid="562" grpId="0" bldLvl="0" animBg="1"/>
      <p:bldP spid="568" grpId="0" bldLvl="0" animBg="1"/>
      <p:bldP spid="570" grpId="0" bldLvl="0" animBg="1"/>
      <p:bldP spid="571" grpId="0" bldLvl="0" animBg="1"/>
      <p:bldP spid="572" grpId="0" bldLvl="0" animBg="1"/>
      <p:bldP spid="573" grpId="0" bldLvl="0" animBg="1"/>
      <p:bldP spid="587" grpId="0" bldLvl="0" animBg="1"/>
      <p:bldP spid="590" grpId="0" bldLvl="0" animBg="1"/>
      <p:bldP spid="591" grpId="0" bldLvl="0" animBg="1"/>
      <p:bldP spid="592" grpId="0" bldLvl="0" animBg="1"/>
      <p:bldP spid="596" grpId="0" bldLvl="0" animBg="1"/>
      <p:bldP spid="597" grpId="0" bldLvl="0" animBg="1"/>
      <p:bldP spid="598" grpId="0" bldLvl="0" animBg="1"/>
      <p:bldP spid="599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3\行为.jpg行为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157595" y="1576070"/>
            <a:ext cx="3511550" cy="367030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2104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行为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136772" y="1157303"/>
            <a:ext cx="235839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xíng wèi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760220" y="2973705"/>
            <a:ext cx="30949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zh-CN" sz="2000" dirty="0">
                <a:solidFill>
                  <a:srgbClr val="2A2A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n. behavior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264410" y="3688715"/>
            <a:ext cx="2875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随地吐痰的</a:t>
            </a:r>
            <a:r>
              <a:rPr lang="zh-CN" altLang="en-US">
                <a:solidFill>
                  <a:srgbClr val="FF0000"/>
                </a:solidFill>
              </a:rPr>
              <a:t>行为</a:t>
            </a:r>
            <a:r>
              <a:rPr lang="zh-CN" altLang="en-US"/>
              <a:t>是不好的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3\对方.jpg对方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846320" y="1839595"/>
            <a:ext cx="4814570" cy="312801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2485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对方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136772" y="1157303"/>
            <a:ext cx="24307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duì fāng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760220" y="2973705"/>
            <a:ext cx="30949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zh-CN" sz="2000" dirty="0">
                <a:solidFill>
                  <a:srgbClr val="2A2A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n. the other side, the other party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136775" y="4046855"/>
            <a:ext cx="23050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他们俩觉得</a:t>
            </a:r>
            <a:r>
              <a:rPr lang="zh-CN" altLang="en-US">
                <a:solidFill>
                  <a:srgbClr val="FF0000"/>
                </a:solidFill>
              </a:rPr>
              <a:t>对方</a:t>
            </a:r>
            <a:r>
              <a:rPr lang="zh-CN" altLang="en-US"/>
              <a:t>都很搞笑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3\蔬菜.jpg蔬菜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96765" y="2192655"/>
            <a:ext cx="5039995" cy="258572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2485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蔬菜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365372" y="1157303"/>
            <a:ext cx="207454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shū cài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760220" y="2973705"/>
            <a:ext cx="30949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zh-CN" sz="2000" dirty="0">
                <a:solidFill>
                  <a:srgbClr val="2A2A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n. vegetable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3\粮食.jpg粮食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892675" y="1870075"/>
            <a:ext cx="4580255" cy="317627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4009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粮食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365372" y="1157303"/>
            <a:ext cx="231394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liáng shi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982470" y="2973705"/>
            <a:ext cx="30949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zh-CN" sz="2000" dirty="0">
                <a:solidFill>
                  <a:srgbClr val="2A2A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n. grain, cereal, food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3\家庭.jpg家庭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824855" y="1602105"/>
            <a:ext cx="4114800" cy="358330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4009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家庭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536822" y="1157303"/>
            <a:ext cx="194754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jiā tíng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982470" y="2973705"/>
            <a:ext cx="30949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zh-CN" sz="2000" dirty="0">
                <a:solidFill>
                  <a:srgbClr val="2A2A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n. family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292350" y="4063365"/>
            <a:ext cx="3217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我家是一个大</a:t>
            </a:r>
            <a:r>
              <a:rPr lang="zh-CN" altLang="en-US">
                <a:solidFill>
                  <a:srgbClr val="FF0000"/>
                </a:solidFill>
              </a:rPr>
              <a:t>家庭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3\财产.jpg财产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041900" y="1915795"/>
            <a:ext cx="4742180" cy="309499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410457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财产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184397" y="1157303"/>
            <a:ext cx="260223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cái chǎn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982470" y="2973705"/>
            <a:ext cx="30949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zh-CN" sz="2000" dirty="0">
                <a:solidFill>
                  <a:srgbClr val="2A2A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n. property, fortune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3\消费.jpg消费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838190" y="1674495"/>
            <a:ext cx="3549650" cy="381254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53428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消费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536822" y="1157303"/>
            <a:ext cx="209994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xiāo fèi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106295" y="2973705"/>
            <a:ext cx="30949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zh-CN" sz="2000" dirty="0">
                <a:solidFill>
                  <a:srgbClr val="2A2A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v. to consume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275840" y="3931920"/>
            <a:ext cx="3094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现在的人</a:t>
            </a:r>
            <a:r>
              <a:rPr lang="zh-CN" altLang="en-US">
                <a:solidFill>
                  <a:srgbClr val="FF0000"/>
                </a:solidFill>
              </a:rPr>
              <a:t>消费</a:t>
            </a:r>
            <a:r>
              <a:rPr lang="zh-CN" altLang="en-US"/>
              <a:t>水平都很高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686050" y="169545"/>
            <a:ext cx="1402371" cy="706755"/>
            <a:chOff x="4428" y="448"/>
            <a:chExt cx="3124" cy="1113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行为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643120" y="169545"/>
            <a:ext cx="1472565" cy="706755"/>
            <a:chOff x="4428" y="448"/>
            <a:chExt cx="2319" cy="1113"/>
          </a:xfrm>
        </p:grpSpPr>
        <p:sp>
          <p:nvSpPr>
            <p:cNvPr id="11" name="圆角矩形 10"/>
            <p:cNvSpPr/>
            <p:nvPr/>
          </p:nvSpPr>
          <p:spPr>
            <a:xfrm>
              <a:off x="4428" y="462"/>
              <a:ext cx="2319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428" y="448"/>
              <a:ext cx="2318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对方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349885" y="1278255"/>
            <a:ext cx="12430760" cy="1809115"/>
            <a:chOff x="-443" y="1654"/>
            <a:chExt cx="19576" cy="2849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893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l"/>
              <a:r>
                <a:rPr sz="33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她认为</a:t>
              </a:r>
              <a:r>
                <a:rPr sz="3300" b="1" u="sng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    </a:t>
              </a:r>
              <a:r>
                <a:rPr lang="en-US" sz="3300" b="1" u="sng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  </a:t>
              </a:r>
              <a:r>
                <a:rPr sz="33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比事业更重要，所以她辞职，成为了一名全职妈妈。</a:t>
              </a: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36" name="文本框 35"/>
          <p:cNvSpPr txBox="1"/>
          <p:nvPr/>
        </p:nvSpPr>
        <p:spPr>
          <a:xfrm>
            <a:off x="1221740" y="1985962"/>
            <a:ext cx="3591560" cy="598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33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家庭</a:t>
            </a:r>
            <a:r>
              <a:rPr lang="en-US" altLang="zh-CN" sz="33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  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-349885" y="2957195"/>
            <a:ext cx="12430760" cy="1628140"/>
            <a:chOff x="-443" y="1654"/>
            <a:chExt cx="19576" cy="2564"/>
          </a:xfrm>
        </p:grpSpPr>
        <p:sp>
          <p:nvSpPr>
            <p:cNvPr id="8" name="矩形 7"/>
            <p:cNvSpPr/>
            <p:nvPr/>
          </p:nvSpPr>
          <p:spPr>
            <a:xfrm>
              <a:off x="1460" y="2765"/>
              <a:ext cx="17673" cy="1453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just"/>
              <a:r>
                <a:rPr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这是我的私人</a:t>
              </a:r>
              <a:r>
                <a:rPr sz="3600" b="1" u="sng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</a:t>
              </a:r>
              <a:r>
                <a:rPr lang="en-US" sz="3600" b="1" u="sng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  </a:t>
              </a:r>
              <a:r>
                <a:rPr sz="3600" b="1" u="sng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</a:t>
              </a:r>
              <a:r>
                <a:rPr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，你不能拿走。</a:t>
              </a: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-406400" y="4636135"/>
            <a:ext cx="12487910" cy="1973580"/>
            <a:chOff x="-443" y="1654"/>
            <a:chExt cx="19666" cy="3108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763" cy="2152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just"/>
              <a:r>
                <a:rPr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从一个人的</a:t>
              </a:r>
              <a:r>
                <a:rPr sz="3600" b="1" u="sng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</a:t>
              </a:r>
              <a:r>
                <a:rPr lang="en-US" sz="3600" b="1" u="sng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 </a:t>
              </a:r>
              <a:r>
                <a:rPr sz="3600" b="1" u="sng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</a:t>
              </a:r>
              <a:r>
                <a:rPr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上可以看出他是否受过良好的教育。</a:t>
              </a: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3815715" y="3832224"/>
            <a:ext cx="199517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3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财产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3087694" y="5850359"/>
            <a:ext cx="199517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3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行为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6694170" y="163195"/>
            <a:ext cx="1472565" cy="706755"/>
            <a:chOff x="4428" y="448"/>
            <a:chExt cx="2319" cy="1113"/>
          </a:xfrm>
        </p:grpSpPr>
        <p:sp>
          <p:nvSpPr>
            <p:cNvPr id="14" name="圆角矩形 13"/>
            <p:cNvSpPr/>
            <p:nvPr/>
          </p:nvSpPr>
          <p:spPr>
            <a:xfrm>
              <a:off x="4428" y="462"/>
              <a:ext cx="2319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428" y="448"/>
              <a:ext cx="2318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蔬菜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8802370" y="156845"/>
            <a:ext cx="1472565" cy="706755"/>
            <a:chOff x="4428" y="448"/>
            <a:chExt cx="2319" cy="1113"/>
          </a:xfrm>
        </p:grpSpPr>
        <p:sp>
          <p:nvSpPr>
            <p:cNvPr id="20" name="圆角矩形 19"/>
            <p:cNvSpPr/>
            <p:nvPr/>
          </p:nvSpPr>
          <p:spPr>
            <a:xfrm>
              <a:off x="4428" y="462"/>
              <a:ext cx="2319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4428" y="448"/>
              <a:ext cx="2318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粮食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620770" y="1027430"/>
            <a:ext cx="1472565" cy="706755"/>
            <a:chOff x="4428" y="448"/>
            <a:chExt cx="2319" cy="1113"/>
          </a:xfrm>
        </p:grpSpPr>
        <p:sp>
          <p:nvSpPr>
            <p:cNvPr id="26" name="圆角矩形 25"/>
            <p:cNvSpPr/>
            <p:nvPr/>
          </p:nvSpPr>
          <p:spPr>
            <a:xfrm>
              <a:off x="4428" y="462"/>
              <a:ext cx="2319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4428" y="448"/>
              <a:ext cx="2318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家庭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704205" y="1027430"/>
            <a:ext cx="1402371" cy="706755"/>
            <a:chOff x="4428" y="448"/>
            <a:chExt cx="3124" cy="1113"/>
          </a:xfrm>
        </p:grpSpPr>
        <p:sp>
          <p:nvSpPr>
            <p:cNvPr id="29" name="圆角矩形 28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财产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7794000" y="1021080"/>
            <a:ext cx="1417634" cy="706755"/>
            <a:chOff x="4387" y="448"/>
            <a:chExt cx="3158" cy="1113"/>
          </a:xfrm>
        </p:grpSpPr>
        <p:sp>
          <p:nvSpPr>
            <p:cNvPr id="32" name="圆角矩形 31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4387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消费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24" grpId="0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686050" y="169545"/>
            <a:ext cx="1402371" cy="706755"/>
            <a:chOff x="4428" y="448"/>
            <a:chExt cx="3124" cy="1113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行为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643120" y="169545"/>
            <a:ext cx="1472565" cy="706755"/>
            <a:chOff x="4428" y="448"/>
            <a:chExt cx="2319" cy="1113"/>
          </a:xfrm>
        </p:grpSpPr>
        <p:sp>
          <p:nvSpPr>
            <p:cNvPr id="11" name="圆角矩形 10"/>
            <p:cNvSpPr/>
            <p:nvPr/>
          </p:nvSpPr>
          <p:spPr>
            <a:xfrm>
              <a:off x="4428" y="462"/>
              <a:ext cx="2319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428" y="448"/>
              <a:ext cx="2318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对方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349885" y="1278255"/>
            <a:ext cx="12430760" cy="1957705"/>
            <a:chOff x="-443" y="1654"/>
            <a:chExt cx="19576" cy="3083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2127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l"/>
              <a:r>
                <a:rPr sz="3600" b="1" dirty="0" err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两个人在一起生活，一定要经常为</a:t>
              </a:r>
              <a:r>
                <a:rPr sz="3600" b="1" u="sng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</a:t>
              </a:r>
              <a:r>
                <a:rPr lang="en-US" sz="3600" b="1" u="sng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   </a:t>
              </a:r>
              <a:r>
                <a:rPr sz="3600" b="1" u="sng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 </a:t>
              </a:r>
              <a:r>
                <a:rPr sz="3600" b="1" dirty="0" err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考虑</a:t>
              </a:r>
              <a:r>
                <a:rPr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。</a:t>
              </a: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36" name="文本框 35"/>
          <p:cNvSpPr txBox="1"/>
          <p:nvPr/>
        </p:nvSpPr>
        <p:spPr>
          <a:xfrm>
            <a:off x="7006590" y="2292985"/>
            <a:ext cx="359156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对方</a:t>
            </a: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 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-349885" y="2957195"/>
            <a:ext cx="12430760" cy="1628140"/>
            <a:chOff x="-443" y="1654"/>
            <a:chExt cx="19576" cy="2564"/>
          </a:xfrm>
        </p:grpSpPr>
        <p:sp>
          <p:nvSpPr>
            <p:cNvPr id="8" name="矩形 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我们不可以浪费</a:t>
              </a:r>
              <a:r>
                <a:rPr sz="3600" b="1" u="sng">
                  <a:solidFill>
                    <a:schemeClr val="tx1"/>
                  </a:solidFill>
                  <a:effectLst/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</a:t>
              </a:r>
              <a:r>
                <a:rPr lang="en-US" sz="3600" b="1" u="sng">
                  <a:solidFill>
                    <a:schemeClr val="tx1"/>
                  </a:solidFill>
                  <a:effectLst/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  </a:t>
              </a:r>
              <a:r>
                <a:rPr sz="3600" b="1" u="sng">
                  <a:solidFill>
                    <a:schemeClr val="tx1"/>
                  </a:solidFill>
                  <a:effectLst/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</a:t>
              </a:r>
              <a:r>
                <a:rPr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和</a:t>
              </a:r>
              <a:r>
                <a:rPr sz="3600" b="1" u="sng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</a:t>
              </a:r>
              <a:r>
                <a:rPr lang="en-US" sz="3600" b="1" u="sng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   </a:t>
              </a:r>
              <a:r>
                <a:rPr sz="3600" b="1" u="sng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</a:t>
              </a:r>
              <a:r>
                <a:rPr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。</a:t>
              </a: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-406400" y="4636135"/>
            <a:ext cx="12430760" cy="1858645"/>
            <a:chOff x="-443" y="1654"/>
            <a:chExt cx="19576" cy="2927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673" cy="1971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just"/>
              <a:r>
                <a:rPr sz="3600" b="1" dirty="0" err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他赚的钱比以前少了很多，所以必须减少自己的</a:t>
              </a:r>
              <a:r>
                <a:rPr sz="3600" b="1" u="sng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</a:t>
              </a:r>
              <a:r>
                <a:rPr lang="en-US" sz="3600" b="1" u="sng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</a:t>
              </a:r>
              <a:r>
                <a:rPr sz="3600" b="1" u="sng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 </a:t>
              </a:r>
              <a:r>
                <a:rPr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。</a:t>
              </a: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5817235" y="3814963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粮食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625600" y="5911215"/>
            <a:ext cx="199517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3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消费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6694170" y="163195"/>
            <a:ext cx="1472565" cy="706755"/>
            <a:chOff x="4428" y="448"/>
            <a:chExt cx="2319" cy="1113"/>
          </a:xfrm>
        </p:grpSpPr>
        <p:sp>
          <p:nvSpPr>
            <p:cNvPr id="14" name="圆角矩形 13"/>
            <p:cNvSpPr/>
            <p:nvPr/>
          </p:nvSpPr>
          <p:spPr>
            <a:xfrm>
              <a:off x="4428" y="462"/>
              <a:ext cx="2319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428" y="448"/>
              <a:ext cx="2318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蔬菜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8802370" y="156845"/>
            <a:ext cx="1472565" cy="706755"/>
            <a:chOff x="4428" y="448"/>
            <a:chExt cx="2319" cy="1113"/>
          </a:xfrm>
        </p:grpSpPr>
        <p:sp>
          <p:nvSpPr>
            <p:cNvPr id="20" name="圆角矩形 19"/>
            <p:cNvSpPr/>
            <p:nvPr/>
          </p:nvSpPr>
          <p:spPr>
            <a:xfrm>
              <a:off x="4428" y="462"/>
              <a:ext cx="2319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4428" y="448"/>
              <a:ext cx="2318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粮食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620770" y="1027430"/>
            <a:ext cx="1472565" cy="706755"/>
            <a:chOff x="4428" y="448"/>
            <a:chExt cx="2319" cy="1113"/>
          </a:xfrm>
        </p:grpSpPr>
        <p:sp>
          <p:nvSpPr>
            <p:cNvPr id="26" name="圆角矩形 25"/>
            <p:cNvSpPr/>
            <p:nvPr/>
          </p:nvSpPr>
          <p:spPr>
            <a:xfrm>
              <a:off x="4428" y="462"/>
              <a:ext cx="2319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4428" y="448"/>
              <a:ext cx="2318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家庭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704205" y="1027430"/>
            <a:ext cx="1402371" cy="706755"/>
            <a:chOff x="4428" y="448"/>
            <a:chExt cx="3124" cy="1113"/>
          </a:xfrm>
        </p:grpSpPr>
        <p:sp>
          <p:nvSpPr>
            <p:cNvPr id="29" name="圆角矩形 28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财产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7794000" y="1021080"/>
            <a:ext cx="1417634" cy="706755"/>
            <a:chOff x="4387" y="448"/>
            <a:chExt cx="3158" cy="1113"/>
          </a:xfrm>
        </p:grpSpPr>
        <p:sp>
          <p:nvSpPr>
            <p:cNvPr id="32" name="圆角矩形 31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4387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消费</a:t>
              </a: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7951470" y="3881120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蔬菜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24" grpId="0"/>
      <p:bldP spid="25" grpId="0"/>
      <p:bldP spid="3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4\节省.jpg节省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861685" y="1910715"/>
            <a:ext cx="4244340" cy="309499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6676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节省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536822" y="1157303"/>
            <a:ext cx="254889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jié shěng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186305" y="2973705"/>
            <a:ext cx="30949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zh-CN" sz="2000" dirty="0">
                <a:solidFill>
                  <a:srgbClr val="2A2A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v. to save, to economize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073910" y="3568700"/>
            <a:ext cx="3787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现在钱不好赚</a:t>
            </a:r>
            <a:r>
              <a:rPr lang="en-US" altLang="zh-CN"/>
              <a:t>，</a:t>
            </a:r>
            <a:r>
              <a:rPr lang="zh-CN" altLang="en-US"/>
              <a:t>我们都要</a:t>
            </a:r>
            <a:r>
              <a:rPr lang="zh-CN" altLang="en-US">
                <a:solidFill>
                  <a:srgbClr val="FF0000"/>
                </a:solidFill>
              </a:rPr>
              <a:t>节省</a:t>
            </a:r>
            <a:r>
              <a:rPr lang="zh-CN" altLang="en-US"/>
              <a:t>一点</a:t>
            </a:r>
            <a:r>
              <a:rPr lang="en-US" altLang="zh-CN"/>
              <a:t>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073910" y="4344035"/>
            <a:ext cx="3787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节省</a:t>
            </a:r>
            <a:r>
              <a:rPr lang="zh-CN" altLang="en-US"/>
              <a:t>花费</a:t>
            </a:r>
            <a:endParaRPr lang="en-US" altLang="zh-CN"/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4\限制.jpg限制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746240" y="1839595"/>
            <a:ext cx="3225800" cy="309499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49618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限制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536822" y="1157303"/>
            <a:ext cx="211518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xiàn zhì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035175" y="2973705"/>
            <a:ext cx="30949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zh-CN" sz="2000" dirty="0">
                <a:solidFill>
                  <a:srgbClr val="2A2A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v. to limit, to restrict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292350" y="3601720"/>
            <a:ext cx="3728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这座桥</a:t>
            </a:r>
            <a:r>
              <a:rPr lang="zh-CN" altLang="en-US">
                <a:solidFill>
                  <a:srgbClr val="FF0000"/>
                </a:solidFill>
              </a:rPr>
              <a:t>限制</a:t>
            </a:r>
            <a:r>
              <a:rPr lang="zh-CN" altLang="en-US"/>
              <a:t>车辆高度为</a:t>
            </a:r>
            <a:r>
              <a:rPr lang="en-US" altLang="zh-CN"/>
              <a:t>4</a:t>
            </a:r>
            <a:r>
              <a:rPr lang="zh-CN" altLang="en-US"/>
              <a:t>米</a:t>
            </a:r>
            <a:r>
              <a:rPr lang="en-US" altLang="zh-CN"/>
              <a:t>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419350" y="4566285"/>
            <a:ext cx="3728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这里</a:t>
            </a:r>
            <a:r>
              <a:rPr lang="zh-CN" altLang="en-US">
                <a:solidFill>
                  <a:srgbClr val="FF0000"/>
                </a:solidFill>
              </a:rPr>
              <a:t>限制</a:t>
            </a:r>
            <a:r>
              <a:rPr lang="zh-CN" altLang="en-US"/>
              <a:t>卡车行驶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4\调皮.jpg调皮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831205" y="1839595"/>
            <a:ext cx="3721100" cy="319659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26504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调皮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305682" y="1157303"/>
            <a:ext cx="200342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zh-CN"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tiáo</a:t>
            </a:r>
            <a:r>
              <a:rPr lang="en-US" altLang="zh-CN"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 </a:t>
            </a:r>
            <a:r>
              <a:rPr lang="zh-CN" altLang="zh-CN"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pí</a:t>
            </a:r>
            <a:endParaRPr lang="en-US" altLang="zh-CN" sz="440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866265" y="2973705"/>
            <a:ext cx="30949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zh-CN" sz="2000" dirty="0">
                <a:solidFill>
                  <a:srgbClr val="2A2A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adj. naughty, mischievous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009775" y="3909695"/>
            <a:ext cx="3316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这个小男孩很</a:t>
            </a:r>
            <a:r>
              <a:rPr lang="zh-CN" altLang="en-US">
                <a:solidFill>
                  <a:srgbClr val="FF0000"/>
                </a:solidFill>
              </a:rPr>
              <a:t>调皮</a:t>
            </a:r>
            <a:r>
              <a:rPr lang="en-US" altLang="zh-CN"/>
              <a:t>，</a:t>
            </a:r>
            <a:r>
              <a:rPr lang="zh-CN" altLang="en-US"/>
              <a:t>经常乱跑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4\淘气.jpg淘气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030595" y="2022475"/>
            <a:ext cx="4308475" cy="279336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4009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淘气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536822" y="1157303"/>
            <a:ext cx="189166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altLang="zh-CN"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táo</a:t>
            </a:r>
            <a:r>
              <a:rPr lang="en-US"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 </a:t>
            </a:r>
            <a:r>
              <a:rPr altLang="zh-CN"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qì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866265" y="2973705"/>
            <a:ext cx="30949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zh-CN" sz="2000" dirty="0">
                <a:solidFill>
                  <a:srgbClr val="2A2A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adj. naughty, mischievous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866265" y="3909695"/>
            <a:ext cx="3316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他是一个</a:t>
            </a:r>
            <a:r>
              <a:rPr lang="zh-CN" altLang="en-US">
                <a:solidFill>
                  <a:srgbClr val="FF0000"/>
                </a:solidFill>
              </a:rPr>
              <a:t>淘气</a:t>
            </a:r>
            <a:r>
              <a:rPr lang="zh-CN" altLang="en-US"/>
              <a:t>的男孩</a:t>
            </a:r>
            <a:r>
              <a:rPr lang="en-US" altLang="zh-CN"/>
              <a:t>，</a:t>
            </a:r>
            <a:r>
              <a:rPr lang="zh-CN" altLang="en-US"/>
              <a:t>被大家称为熊孩子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4\似乎.jpg似乎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246370" y="2022475"/>
            <a:ext cx="4896485" cy="287718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03136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似乎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376802" y="1157303"/>
            <a:ext cx="161099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sì</a:t>
            </a:r>
            <a:r>
              <a:rPr lang="en-US"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  </a:t>
            </a:r>
            <a:r>
              <a:rPr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hū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688465" y="2973705"/>
            <a:ext cx="30949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zh-CN" sz="2000" dirty="0">
                <a:solidFill>
                  <a:srgbClr val="2A2A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adv. it seems that…, seemingly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193925" y="3700780"/>
            <a:ext cx="28530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他看到了这个场景</a:t>
            </a:r>
            <a:r>
              <a:rPr lang="en-US" altLang="zh-CN" sz="2400"/>
              <a:t>，</a:t>
            </a:r>
            <a:r>
              <a:rPr lang="zh-CN" altLang="en-US" sz="2400">
                <a:solidFill>
                  <a:srgbClr val="FF0000"/>
                </a:solidFill>
              </a:rPr>
              <a:t>似乎</a:t>
            </a:r>
            <a:r>
              <a:rPr lang="zh-CN" altLang="en-US" sz="2400"/>
              <a:t>想到了什么</a:t>
            </a:r>
            <a:r>
              <a:rPr lang="en-US" altLang="zh-CN" sz="2400"/>
              <a:t>。</a:t>
            </a:r>
          </a:p>
          <a:p>
            <a:endParaRPr lang="en-US" altLang="zh-CN" sz="2400"/>
          </a:p>
        </p:txBody>
      </p:sp>
      <p:sp>
        <p:nvSpPr>
          <p:cNvPr id="8" name="文本框 7"/>
          <p:cNvSpPr txBox="1"/>
          <p:nvPr/>
        </p:nvSpPr>
        <p:spPr>
          <a:xfrm>
            <a:off x="2376805" y="4728210"/>
            <a:ext cx="12865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highlight>
                  <a:srgbClr val="FFFF00"/>
                </a:highlight>
              </a:rPr>
              <a:t>好像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9" grpId="0"/>
      <p:bldP spid="8" grpId="0"/>
      <p:bldP spid="8" grpId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4\安慰.jpg安慰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95645" y="1925955"/>
            <a:ext cx="3942715" cy="296291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19138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安慰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232022" y="1157303"/>
            <a:ext cx="212407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ān</a:t>
            </a:r>
            <a:r>
              <a:rPr lang="en-US"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 </a:t>
            </a:r>
            <a:r>
              <a:rPr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wèi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752600" y="2964180"/>
            <a:ext cx="30949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zh-CN" sz="2000" dirty="0">
                <a:solidFill>
                  <a:srgbClr val="2A2A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v. to confort, to console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275840" y="3750310"/>
            <a:ext cx="25895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小猫总是可以</a:t>
            </a:r>
            <a:r>
              <a:rPr lang="zh-CN" altLang="en-US">
                <a:solidFill>
                  <a:srgbClr val="FF0000"/>
                </a:solidFill>
              </a:rPr>
              <a:t>安慰</a:t>
            </a:r>
            <a:r>
              <a:rPr lang="zh-CN" altLang="en-US"/>
              <a:t>伤心的主人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4\不足.jpg不足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825490" y="1360805"/>
            <a:ext cx="3723005" cy="317373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19818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不足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232022" y="1157303"/>
            <a:ext cx="176022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bù</a:t>
            </a:r>
            <a:r>
              <a:rPr lang="en-US"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 </a:t>
            </a:r>
            <a:r>
              <a:rPr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zú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592580" y="2964180"/>
            <a:ext cx="30949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zh-CN" sz="2000" dirty="0">
                <a:solidFill>
                  <a:srgbClr val="2A2A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adj./v. insufficient; to be less than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193925" y="3980815"/>
            <a:ext cx="28206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还有</a:t>
            </a:r>
            <a:r>
              <a:rPr lang="en-US" altLang="zh-CN"/>
              <a:t>7</a:t>
            </a:r>
            <a:r>
              <a:rPr lang="zh-CN" altLang="en-US"/>
              <a:t>天就上学了</a:t>
            </a:r>
            <a:r>
              <a:rPr lang="en-US" altLang="zh-CN"/>
              <a:t>，</a:t>
            </a:r>
            <a:r>
              <a:rPr lang="zh-CN" altLang="en-US"/>
              <a:t>假期时间已经</a:t>
            </a:r>
            <a:r>
              <a:rPr lang="zh-CN" altLang="en-US">
                <a:solidFill>
                  <a:srgbClr val="FF0000"/>
                </a:solidFill>
              </a:rPr>
              <a:t>不足</a:t>
            </a:r>
            <a:r>
              <a:rPr lang="zh-CN" altLang="en-US"/>
              <a:t>了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4\颗.jpg颗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125210" y="2022475"/>
            <a:ext cx="3427095" cy="281305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524122" y="1839293"/>
            <a:ext cx="120015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颗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774312" y="1157303"/>
            <a:ext cx="82677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kē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592580" y="2964180"/>
            <a:ext cx="30949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zh-CN" sz="2000" dirty="0">
                <a:solidFill>
                  <a:srgbClr val="2A2A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m. used for things small and roundish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358390" y="3931920"/>
            <a:ext cx="18148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一颗钻石</a:t>
            </a:r>
          </a:p>
          <a:p>
            <a:r>
              <a:rPr lang="zh-CN" altLang="en-US"/>
              <a:t>一颗水晶</a:t>
            </a:r>
          </a:p>
          <a:p>
            <a:r>
              <a:rPr lang="zh-CN" altLang="en-US"/>
              <a:t>一颗珍珠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4\吃亏.jpg吃亏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333173" y="1839278"/>
            <a:ext cx="3733165" cy="328676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075177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吃亏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136772" y="1157303"/>
            <a:ext cx="200850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chī </a:t>
            </a:r>
            <a:r>
              <a:rPr lang="en-US"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kuī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592580" y="2964180"/>
            <a:ext cx="30949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zh-CN" sz="2000" dirty="0">
                <a:solidFill>
                  <a:srgbClr val="2A2A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v. to suffer losses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061845" y="3717925"/>
            <a:ext cx="37776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小明总是很相信别人</a:t>
            </a:r>
            <a:r>
              <a:rPr lang="en-US" altLang="zh-CN"/>
              <a:t>，</a:t>
            </a:r>
            <a:r>
              <a:rPr lang="zh-CN" altLang="en-US"/>
              <a:t>所以经常被骗</a:t>
            </a:r>
            <a:r>
              <a:rPr lang="en-US" altLang="zh-CN"/>
              <a:t>，</a:t>
            </a:r>
            <a:r>
              <a:rPr lang="zh-CN" altLang="en-US"/>
              <a:t>经常</a:t>
            </a:r>
            <a:r>
              <a:rPr lang="zh-CN" altLang="en-US">
                <a:solidFill>
                  <a:srgbClr val="FF0000"/>
                </a:solidFill>
              </a:rPr>
              <a:t>吃亏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9493250" y="3423285"/>
            <a:ext cx="2311400" cy="1878965"/>
          </a:xfrm>
          <a:prstGeom prst="round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87985" y="3423285"/>
            <a:ext cx="2311400" cy="1878965"/>
          </a:xfrm>
          <a:prstGeom prst="round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367790" y="3061335"/>
            <a:ext cx="3208020" cy="2602865"/>
          </a:xfrm>
          <a:prstGeom prst="round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616190" y="3061335"/>
            <a:ext cx="3208020" cy="2602865"/>
          </a:xfrm>
          <a:prstGeom prst="round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3119755" y="2280920"/>
            <a:ext cx="5952490" cy="4163695"/>
          </a:xfrm>
          <a:prstGeom prst="roundRect">
            <a:avLst/>
          </a:prstGeom>
          <a:blipFill rotWithShape="1">
            <a:blip r:embed="rId6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5" name="mei"/>
          <p:cNvGrpSpPr/>
          <p:nvPr/>
        </p:nvGrpSpPr>
        <p:grpSpPr>
          <a:xfrm>
            <a:off x="4265459" y="702310"/>
            <a:ext cx="3777553" cy="1172210"/>
            <a:chOff x="12466" y="1589"/>
            <a:chExt cx="2942" cy="1789"/>
          </a:xfrm>
          <a:solidFill>
            <a:srgbClr val="207793"/>
          </a:solidFill>
        </p:grpSpPr>
        <p:sp>
          <p:nvSpPr>
            <p:cNvPr id="26" name="圆角矩形 25"/>
            <p:cNvSpPr/>
            <p:nvPr/>
          </p:nvSpPr>
          <p:spPr>
            <a:xfrm>
              <a:off x="12467" y="1589"/>
              <a:ext cx="2941" cy="1789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466" y="1674"/>
              <a:ext cx="2942" cy="1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</a:rPr>
                <a:t>fāng shì</a:t>
              </a:r>
            </a:p>
            <a:p>
              <a:pPr lvl="0" algn="ctr">
                <a:buClrTx/>
                <a:buSzTx/>
                <a:buFontTx/>
                <a:defRPr/>
              </a:pPr>
              <a:r>
                <a:rPr 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方</a:t>
              </a:r>
              <a:r>
                <a:rPr lang="en-US" alt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式</a:t>
              </a: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8148955" y="1466215"/>
            <a:ext cx="36550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夫妻之间要有正确的沟通</a:t>
            </a:r>
            <a:r>
              <a:rPr lang="zh-CN" altLang="en-US" sz="2400">
                <a:solidFill>
                  <a:srgbClr val="FF0000"/>
                </a:solidFill>
              </a:rPr>
              <a:t>方式</a:t>
            </a:r>
            <a:r>
              <a:rPr lang="en-US" altLang="zh-CN" sz="2400"/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9491980" y="3472815"/>
            <a:ext cx="2313940" cy="1881505"/>
          </a:xfrm>
          <a:prstGeom prst="round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86715" y="3472815"/>
            <a:ext cx="2313940" cy="1881505"/>
          </a:xfrm>
          <a:prstGeom prst="round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345565" y="3108960"/>
            <a:ext cx="3214370" cy="2607945"/>
          </a:xfrm>
          <a:prstGeom prst="round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613015" y="3108960"/>
            <a:ext cx="3214370" cy="2607945"/>
          </a:xfrm>
          <a:prstGeom prst="round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3114040" y="2327910"/>
            <a:ext cx="5963920" cy="4171950"/>
          </a:xfrm>
          <a:prstGeom prst="roundRect">
            <a:avLst/>
          </a:prstGeom>
          <a:blipFill rotWithShape="1">
            <a:blip r:embed="rId6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5" name="mei"/>
          <p:cNvGrpSpPr/>
          <p:nvPr/>
        </p:nvGrpSpPr>
        <p:grpSpPr>
          <a:xfrm>
            <a:off x="4265459" y="702310"/>
            <a:ext cx="3777553" cy="1172210"/>
            <a:chOff x="12466" y="1589"/>
            <a:chExt cx="2942" cy="1789"/>
          </a:xfrm>
          <a:solidFill>
            <a:srgbClr val="207793"/>
          </a:solidFill>
        </p:grpSpPr>
        <p:sp>
          <p:nvSpPr>
            <p:cNvPr id="26" name="圆角矩形 25"/>
            <p:cNvSpPr/>
            <p:nvPr/>
          </p:nvSpPr>
          <p:spPr>
            <a:xfrm>
              <a:off x="12467" y="1589"/>
              <a:ext cx="2941" cy="1789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466" y="1674"/>
              <a:ext cx="2942" cy="1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</a:rPr>
                <a:t>yào bu</a:t>
              </a:r>
            </a:p>
            <a:p>
              <a:pPr lvl="0" algn="ctr">
                <a:buClrTx/>
                <a:buSzTx/>
                <a:buFontTx/>
                <a:defRPr/>
              </a:pPr>
              <a:r>
                <a:rPr 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要</a:t>
              </a:r>
              <a:r>
                <a:rPr lang="en-US" alt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不</a:t>
              </a: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692150" y="1270000"/>
            <a:ext cx="29527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今天下雨了</a:t>
            </a:r>
            <a:r>
              <a:rPr lang="en-US" altLang="zh-CN"/>
              <a:t>，</a:t>
            </a:r>
            <a:r>
              <a:rPr lang="zh-CN" altLang="en-US">
                <a:solidFill>
                  <a:srgbClr val="FF0000"/>
                </a:solidFill>
              </a:rPr>
              <a:t>要不</a:t>
            </a:r>
            <a:r>
              <a:rPr lang="zh-CN" altLang="en-US"/>
              <a:t>我们明天出去玩吧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9455785" y="3411855"/>
            <a:ext cx="2386330" cy="1939925"/>
          </a:xfrm>
          <a:prstGeom prst="round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50520" y="3411855"/>
            <a:ext cx="2386330" cy="1939925"/>
          </a:xfrm>
          <a:prstGeom prst="round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315085" y="3037205"/>
            <a:ext cx="3313430" cy="2688590"/>
          </a:xfrm>
          <a:prstGeom prst="round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563485" y="3037205"/>
            <a:ext cx="3313430" cy="2688590"/>
          </a:xfrm>
          <a:prstGeom prst="round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3022600" y="2231390"/>
            <a:ext cx="6146800" cy="4300220"/>
          </a:xfrm>
          <a:prstGeom prst="roundRect">
            <a:avLst/>
          </a:prstGeom>
          <a:blipFill rotWithShape="1">
            <a:blip r:embed="rId6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5" name="mei"/>
          <p:cNvGrpSpPr/>
          <p:nvPr/>
        </p:nvGrpSpPr>
        <p:grpSpPr>
          <a:xfrm>
            <a:off x="4265459" y="702310"/>
            <a:ext cx="3777553" cy="1172210"/>
            <a:chOff x="12466" y="1589"/>
            <a:chExt cx="2942" cy="1789"/>
          </a:xfrm>
          <a:solidFill>
            <a:srgbClr val="207793"/>
          </a:solidFill>
        </p:grpSpPr>
        <p:sp>
          <p:nvSpPr>
            <p:cNvPr id="26" name="圆角矩形 25"/>
            <p:cNvSpPr/>
            <p:nvPr/>
          </p:nvSpPr>
          <p:spPr>
            <a:xfrm>
              <a:off x="12467" y="1589"/>
              <a:ext cx="2941" cy="1789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466" y="1674"/>
              <a:ext cx="2942" cy="1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</a:rPr>
                <a:t>xiǎn de</a:t>
              </a:r>
            </a:p>
            <a:p>
              <a:pPr lvl="0" algn="ctr">
                <a:buClrTx/>
                <a:buSzTx/>
                <a:buFontTx/>
                <a:defRPr/>
              </a:pPr>
              <a:r>
                <a:rPr 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显</a:t>
              </a:r>
              <a:r>
                <a:rPr lang="en-US" alt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得</a:t>
              </a: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642620" y="1351915"/>
            <a:ext cx="3119120" cy="4819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她今天的打扮</a:t>
            </a:r>
            <a:r>
              <a:rPr lang="zh-CN" altLang="en-US">
                <a:solidFill>
                  <a:srgbClr val="FF0000"/>
                </a:solidFill>
              </a:rPr>
              <a:t>显得</a:t>
            </a:r>
            <a:r>
              <a:rPr lang="zh-CN" altLang="en-US"/>
              <a:t>很成熟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9474835" y="3320415"/>
            <a:ext cx="2348230" cy="1908810"/>
          </a:xfrm>
          <a:prstGeom prst="round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69570" y="3320415"/>
            <a:ext cx="2348230" cy="1908810"/>
          </a:xfrm>
          <a:prstGeom prst="round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343025" y="2952750"/>
            <a:ext cx="3257550" cy="2643505"/>
          </a:xfrm>
          <a:prstGeom prst="round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591425" y="2952750"/>
            <a:ext cx="3257550" cy="2643505"/>
          </a:xfrm>
          <a:prstGeom prst="round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3072765" y="2159635"/>
            <a:ext cx="6046470" cy="4229735"/>
          </a:xfrm>
          <a:prstGeom prst="roundRect">
            <a:avLst/>
          </a:prstGeom>
          <a:blipFill rotWithShape="1">
            <a:blip r:embed="rId6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5" name="mei"/>
          <p:cNvGrpSpPr/>
          <p:nvPr/>
        </p:nvGrpSpPr>
        <p:grpSpPr>
          <a:xfrm>
            <a:off x="4265459" y="702310"/>
            <a:ext cx="3777553" cy="1172210"/>
            <a:chOff x="12466" y="1589"/>
            <a:chExt cx="2942" cy="1789"/>
          </a:xfrm>
          <a:solidFill>
            <a:srgbClr val="207793"/>
          </a:solidFill>
        </p:grpSpPr>
        <p:sp>
          <p:nvSpPr>
            <p:cNvPr id="26" name="圆角矩形 25"/>
            <p:cNvSpPr/>
            <p:nvPr/>
          </p:nvSpPr>
          <p:spPr>
            <a:xfrm>
              <a:off x="12467" y="1589"/>
              <a:ext cx="2941" cy="1789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466" y="1674"/>
              <a:ext cx="2942" cy="1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gé wài</a:t>
              </a:r>
              <a:r>
                <a:rPr 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lvl="0" algn="ctr">
                <a:buClrTx/>
                <a:buSzTx/>
                <a:buFontTx/>
                <a:defRPr/>
              </a:pPr>
              <a:r>
                <a:rPr 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格</a:t>
              </a:r>
              <a:r>
                <a:rPr lang="en-US" alt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外</a:t>
              </a: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659130" y="1500505"/>
            <a:ext cx="24911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天空</a:t>
            </a:r>
            <a:r>
              <a:rPr lang="zh-CN" altLang="en-US">
                <a:solidFill>
                  <a:srgbClr val="FF0000"/>
                </a:solidFill>
              </a:rPr>
              <a:t>格外</a:t>
            </a:r>
            <a:r>
              <a:rPr lang="zh-CN" altLang="en-US"/>
              <a:t>美丽</a:t>
            </a:r>
            <a:r>
              <a:rPr lang="en-US" altLang="zh-CN"/>
              <a:t>，</a:t>
            </a:r>
            <a:r>
              <a:rPr lang="zh-CN" altLang="en-US"/>
              <a:t>天边的云朵都是彩色的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9438640" y="3233420"/>
            <a:ext cx="2420620" cy="1967230"/>
          </a:xfrm>
          <a:prstGeom prst="round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333375" y="3233420"/>
            <a:ext cx="2420620" cy="1967230"/>
          </a:xfrm>
          <a:prstGeom prst="round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1290955" y="2853055"/>
            <a:ext cx="3361690" cy="2727325"/>
          </a:xfrm>
          <a:prstGeom prst="round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/>
        </p:nvSpPr>
        <p:spPr>
          <a:xfrm>
            <a:off x="7539355" y="2853055"/>
            <a:ext cx="3361690" cy="2727325"/>
          </a:xfrm>
          <a:prstGeom prst="roundRect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/>
          <p:cNvSpPr/>
          <p:nvPr/>
        </p:nvSpPr>
        <p:spPr>
          <a:xfrm>
            <a:off x="2977515" y="2035175"/>
            <a:ext cx="6236970" cy="4363720"/>
          </a:xfrm>
          <a:prstGeom prst="roundRect">
            <a:avLst/>
          </a:prstGeom>
          <a:blipFill rotWithShape="1">
            <a:blip r:embed="rId6"/>
            <a:stretch>
              <a:fillRect/>
            </a:stretch>
          </a:blipFill>
          <a:ln>
            <a:noFill/>
          </a:ln>
          <a:effectLst>
            <a:reflection stA="16000" endPos="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24" name="文本框 7"/>
          <p:cNvSpPr txBox="1"/>
          <p:nvPr/>
        </p:nvSpPr>
        <p:spPr>
          <a:xfrm>
            <a:off x="166805" y="214290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3" name="文本框 7"/>
          <p:cNvSpPr txBox="1"/>
          <p:nvPr/>
        </p:nvSpPr>
        <p:spPr>
          <a:xfrm>
            <a:off x="238243" y="702214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grpSp>
        <p:nvGrpSpPr>
          <p:cNvPr id="25" name="mei"/>
          <p:cNvGrpSpPr/>
          <p:nvPr/>
        </p:nvGrpSpPr>
        <p:grpSpPr>
          <a:xfrm>
            <a:off x="4265459" y="702310"/>
            <a:ext cx="3777553" cy="1172210"/>
            <a:chOff x="12466" y="1589"/>
            <a:chExt cx="2942" cy="1789"/>
          </a:xfrm>
          <a:solidFill>
            <a:srgbClr val="207793"/>
          </a:solidFill>
        </p:grpSpPr>
        <p:sp>
          <p:nvSpPr>
            <p:cNvPr id="26" name="圆角矩形 25"/>
            <p:cNvSpPr/>
            <p:nvPr/>
          </p:nvSpPr>
          <p:spPr>
            <a:xfrm>
              <a:off x="12467" y="1589"/>
              <a:ext cx="2941" cy="1789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2466" y="1674"/>
              <a:ext cx="2942" cy="1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>
              <a:sp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华文细黑" panose="02010600040101010101" pitchFamily="2" charset="-122"/>
                </a:rPr>
                <a:t>qíng jǐng</a:t>
              </a:r>
              <a:r>
                <a:rPr lang="en-US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</a:p>
            <a:p>
              <a:pPr lvl="0" algn="ctr">
                <a:buClrTx/>
                <a:buSzTx/>
                <a:buFontTx/>
                <a:defRPr/>
              </a:pPr>
              <a:r>
                <a:rPr 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情</a:t>
              </a:r>
              <a:r>
                <a:rPr lang="en-US" alt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 </a:t>
              </a:r>
              <a:r>
                <a:rPr lang="zh-CN" sz="3200" b="1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华文细黑" panose="02010600040101010101" pitchFamily="2" charset="-122"/>
                  <a:ea typeface="华文细黑" panose="02010600040101010101" pitchFamily="2" charset="-122"/>
                  <a:cs typeface="华文细黑" panose="02010600040101010101" pitchFamily="2" charset="-122"/>
                  <a:sym typeface="+mn-ea"/>
                </a:rPr>
                <a:t>景</a:t>
              </a: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527050" y="1270000"/>
            <a:ext cx="3035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他们一家人快乐和谐的</a:t>
            </a:r>
            <a:r>
              <a:rPr lang="zh-CN" altLang="en-US">
                <a:solidFill>
                  <a:srgbClr val="FF0000"/>
                </a:solidFill>
              </a:rPr>
              <a:t>情景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360094">
        <p159:morph option="byObject"/>
      </p:transition>
    </mc:Choice>
    <mc:Fallback xmlns="">
      <p:transition spd="med" advTm="360094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099945" y="372745"/>
            <a:ext cx="7992110" cy="706755"/>
            <a:chOff x="4428" y="448"/>
            <a:chExt cx="3124" cy="1113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颗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群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安慰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似乎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限制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相处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349885" y="1278255"/>
            <a:ext cx="12430760" cy="162814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598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just"/>
              <a:r>
                <a:rPr sz="3600" b="1" dirty="0" err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希望我们能够友好</a:t>
              </a:r>
              <a:r>
                <a:rPr sz="3600" b="1" u="sng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</a:t>
              </a:r>
              <a:r>
                <a:rPr lang="en-US" sz="3600" b="1" u="sng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  </a:t>
              </a:r>
              <a:r>
                <a:rPr sz="3600" b="1" u="sng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 </a:t>
              </a:r>
              <a:r>
                <a:rPr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，</a:t>
              </a:r>
              <a:r>
                <a:rPr sz="3600" b="1" dirty="0" err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共同发展</a:t>
              </a:r>
              <a:r>
                <a:rPr sz="36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。</a:t>
              </a: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-406400" y="3114040"/>
            <a:ext cx="12430760" cy="1628140"/>
            <a:chOff x="-443" y="1654"/>
            <a:chExt cx="19576" cy="2564"/>
          </a:xfrm>
        </p:grpSpPr>
        <p:sp>
          <p:nvSpPr>
            <p:cNvPr id="8" name="矩形 7"/>
            <p:cNvSpPr/>
            <p:nvPr/>
          </p:nvSpPr>
          <p:spPr>
            <a:xfrm>
              <a:off x="1460" y="2155"/>
              <a:ext cx="17673" cy="2063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marL="0" marR="0" lvl="0" indent="0" algn="just" defTabSz="130048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他最近心情不太好，事情</a:t>
              </a:r>
              <a:r>
                <a:rPr sz="3600" b="1" u="sng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</a:t>
              </a:r>
              <a:r>
                <a:rPr lang="en-US" sz="3600" b="1" u="sng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  </a:t>
              </a:r>
              <a:r>
                <a:rPr sz="3600" b="1" u="sng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 </a:t>
              </a:r>
              <a:r>
                <a:rPr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办得不太顺利。</a:t>
              </a: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-406400" y="4636135"/>
            <a:ext cx="12430760" cy="1628140"/>
            <a:chOff x="-443" y="1654"/>
            <a:chExt cx="19576" cy="2564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just"/>
              <a:r>
                <a:rPr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聚在电台门口的那</a:t>
              </a:r>
              <a:r>
                <a:rPr lang="en-US" sz="3600" b="1" u="sng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         </a:t>
              </a:r>
              <a:r>
                <a:rPr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人是干什么的？</a:t>
              </a: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5864393" y="3840163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似乎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4684395" y="5495925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群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4684395" y="2200615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相处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3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099945" y="372745"/>
            <a:ext cx="7992110" cy="706755"/>
            <a:chOff x="4428" y="448"/>
            <a:chExt cx="3124" cy="1113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颗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群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安慰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似乎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限制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相处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349885" y="1278255"/>
            <a:ext cx="12430760" cy="162814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她跟丈夫离婚后非常伤心，朋友们轮流来</a:t>
              </a:r>
              <a:r>
                <a:rPr sz="3600" b="1" u="sng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</a:t>
              </a:r>
              <a:r>
                <a:rPr lang="en-US" sz="3600" b="1" u="sng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   </a:t>
              </a:r>
              <a:r>
                <a:rPr sz="3600" b="1" u="sng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  </a:t>
              </a:r>
              <a:r>
                <a:rPr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她。</a:t>
              </a: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-349885" y="2957195"/>
            <a:ext cx="12430760" cy="1628140"/>
            <a:chOff x="-443" y="1654"/>
            <a:chExt cx="19576" cy="2564"/>
          </a:xfrm>
        </p:grpSpPr>
        <p:sp>
          <p:nvSpPr>
            <p:cNvPr id="8" name="矩形 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marL="0" marR="0" lvl="0" indent="0" algn="ctr" defTabSz="130048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小明昨天掉了一</a:t>
              </a:r>
              <a:r>
                <a:rPr sz="3600" b="1" u="sng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</a:t>
              </a:r>
              <a:r>
                <a:rPr lang="en-US" sz="3600" b="1" u="sng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</a:t>
              </a:r>
              <a:r>
                <a:rPr sz="3600" b="1" u="sng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 </a:t>
              </a:r>
              <a:r>
                <a:rPr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牙齿，这是他第一次换牙。</a:t>
              </a: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-406400" y="4636135"/>
            <a:ext cx="12430760" cy="1628140"/>
            <a:chOff x="-443" y="1654"/>
            <a:chExt cx="19576" cy="2564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这次的作文不</a:t>
              </a:r>
              <a:r>
                <a:rPr sz="3600" b="1" u="sng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 </a:t>
              </a:r>
              <a:r>
                <a:rPr lang="en-US" sz="3600" b="1" u="sng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</a:t>
              </a:r>
              <a:r>
                <a:rPr sz="3600" b="1" u="sng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</a:t>
              </a:r>
              <a:r>
                <a:rPr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字数，你可以想写多少就写多少。</a:t>
              </a: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4315460" y="3821430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颗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3319780" y="5485765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限制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9092565" y="2164080"/>
            <a:ext cx="199517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4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安慰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3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19272" y="349505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_tradnl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一定</a:t>
            </a:r>
          </a:p>
        </p:txBody>
      </p:sp>
      <p:sp>
        <p:nvSpPr>
          <p:cNvPr id="6" name="5 Nube"/>
          <p:cNvSpPr/>
          <p:nvPr/>
        </p:nvSpPr>
        <p:spPr>
          <a:xfrm>
            <a:off x="4005590" y="350086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固定</a:t>
            </a:r>
          </a:p>
        </p:txBody>
      </p:sp>
      <p:sp>
        <p:nvSpPr>
          <p:cNvPr id="11" name="圆角矩形标注 10"/>
          <p:cNvSpPr/>
          <p:nvPr/>
        </p:nvSpPr>
        <p:spPr>
          <a:xfrm>
            <a:off x="2446020" y="1209040"/>
            <a:ext cx="8442325" cy="918210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zh-CN" altLang="zh-CN" sz="30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我建议这几天我们应该把下周会议讨论话题的顺序</a:t>
            </a:r>
            <a:r>
              <a:rPr lang="zh-CN" altLang="zh-CN" sz="3000" b="1" u="sng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             </a:t>
            </a:r>
            <a:r>
              <a:rPr lang="zh-CN" altLang="zh-CN" sz="30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下来。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2772748" y="1604665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s-ES_tradnl" sz="3200" b="1" dirty="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固定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19272" y="349505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_tradnl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词汇</a:t>
            </a:r>
          </a:p>
        </p:txBody>
      </p:sp>
      <p:sp>
        <p:nvSpPr>
          <p:cNvPr id="6" name="5 Nube"/>
          <p:cNvSpPr/>
          <p:nvPr/>
        </p:nvSpPr>
        <p:spPr>
          <a:xfrm>
            <a:off x="3906530" y="3495149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None/>
            </a:pPr>
            <a:r>
              <a:rPr lang="zh-CN" altLang="es-E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词</a:t>
            </a:r>
          </a:p>
        </p:txBody>
      </p:sp>
      <p:sp>
        <p:nvSpPr>
          <p:cNvPr id="11" name="圆角矩形标注 10"/>
          <p:cNvSpPr/>
          <p:nvPr/>
        </p:nvSpPr>
        <p:spPr>
          <a:xfrm>
            <a:off x="2446020" y="1209040"/>
            <a:ext cx="8442325" cy="918210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zh-CN" altLang="zh-CN" sz="30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汉语的</a:t>
            </a:r>
            <a:r>
              <a:rPr lang="zh-CN" altLang="zh-CN" sz="3000" b="1" u="sng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             </a:t>
            </a:r>
            <a:r>
              <a:rPr lang="zh-CN" altLang="zh-CN" sz="30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非常丰富，你得特别注意</a:t>
            </a:r>
          </a:p>
          <a:p>
            <a:pPr algn="l"/>
            <a:r>
              <a:rPr lang="zh-CN" altLang="zh-CN" sz="30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近义</a:t>
            </a:r>
            <a:r>
              <a:rPr lang="zh-CN" altLang="zh-CN" sz="3000" b="1" u="sng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             </a:t>
            </a:r>
            <a:r>
              <a:rPr lang="zh-CN" altLang="zh-CN" sz="30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之间的区别。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3621108" y="1132860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s-ES_tradnl" sz="3200" b="1" dirty="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词汇</a:t>
            </a:r>
          </a:p>
        </p:txBody>
      </p:sp>
      <p:sp>
        <p:nvSpPr>
          <p:cNvPr id="2" name="8 CuadroTexto"/>
          <p:cNvSpPr txBox="1"/>
          <p:nvPr/>
        </p:nvSpPr>
        <p:spPr>
          <a:xfrm>
            <a:off x="3252808" y="1624985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s-ES_tradnl" sz="3200" b="1" dirty="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词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463925" y="4970780"/>
            <a:ext cx="63182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词汇</a:t>
            </a:r>
            <a:r>
              <a:rPr lang="en-US" altLang="zh-CN" sz="2800" dirty="0"/>
              <a:t>：</a:t>
            </a:r>
            <a:r>
              <a:rPr lang="zh-CN" altLang="en-US" sz="2800" dirty="0"/>
              <a:t>范围更大</a:t>
            </a:r>
            <a:r>
              <a:rPr lang="en-US" altLang="zh-CN" sz="2800" dirty="0"/>
              <a:t>，</a:t>
            </a:r>
            <a:r>
              <a:rPr lang="zh-CN" altLang="en-US" sz="2800" dirty="0"/>
              <a:t>包括各种词语</a:t>
            </a:r>
            <a:r>
              <a:rPr lang="en-US" altLang="zh-CN" sz="2800" dirty="0"/>
              <a:t>。</a:t>
            </a:r>
            <a:r>
              <a:rPr lang="vi-VN" altLang="zh-CN" sz="2800" dirty="0"/>
              <a:t>Vốn từ</a:t>
            </a:r>
            <a:endParaRPr lang="en-US" altLang="zh-CN" sz="2800" dirty="0"/>
          </a:p>
          <a:p>
            <a:r>
              <a:rPr lang="zh-CN" altLang="en-US" sz="2800" dirty="0"/>
              <a:t>词</a:t>
            </a:r>
            <a:r>
              <a:rPr lang="en-US" altLang="zh-CN" sz="2800" dirty="0"/>
              <a:t>：</a:t>
            </a:r>
            <a:r>
              <a:rPr lang="zh-CN" altLang="en-US" sz="2800" dirty="0"/>
              <a:t>一般指具体的词语</a:t>
            </a:r>
            <a:r>
              <a:rPr lang="en-US" altLang="zh-CN" sz="2800" dirty="0"/>
              <a:t>。</a:t>
            </a:r>
            <a:r>
              <a:rPr lang="vi-VN" altLang="zh-CN" sz="2800" dirty="0"/>
              <a:t>Từ</a:t>
            </a:r>
            <a:endParaRPr lang="en-US" altLang="zh-CN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3" grpId="0"/>
      <p:bldP spid="3" grpId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19272" y="349505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_tradnl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完整</a:t>
            </a:r>
          </a:p>
        </p:txBody>
      </p:sp>
      <p:sp>
        <p:nvSpPr>
          <p:cNvPr id="6" name="5 Nube"/>
          <p:cNvSpPr/>
          <p:nvPr/>
        </p:nvSpPr>
        <p:spPr>
          <a:xfrm>
            <a:off x="4005590" y="350086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整体</a:t>
            </a:r>
          </a:p>
        </p:txBody>
      </p:sp>
      <p:sp>
        <p:nvSpPr>
          <p:cNvPr id="11" name="圆角矩形标注 10"/>
          <p:cNvSpPr/>
          <p:nvPr/>
        </p:nvSpPr>
        <p:spPr>
          <a:xfrm>
            <a:off x="2446020" y="1071245"/>
            <a:ext cx="8442325" cy="1170305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zh-CN" altLang="zh-CN" sz="30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这篇文章</a:t>
            </a:r>
            <a:r>
              <a:rPr lang="zh-CN" altLang="zh-CN" sz="3000" b="1" u="sng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             </a:t>
            </a:r>
            <a:r>
              <a:rPr lang="zh-CN" altLang="zh-CN" sz="30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上写得不错，有些小地方还要再改改。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4057353" y="1135400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s-ES_tradnl" sz="3200" b="1" dirty="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整体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19272" y="349505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_tradnl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好像</a:t>
            </a:r>
          </a:p>
        </p:txBody>
      </p:sp>
      <p:sp>
        <p:nvSpPr>
          <p:cNvPr id="6" name="5 Nube"/>
          <p:cNvSpPr/>
          <p:nvPr/>
        </p:nvSpPr>
        <p:spPr>
          <a:xfrm>
            <a:off x="4005590" y="350086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似乎</a:t>
            </a:r>
          </a:p>
        </p:txBody>
      </p:sp>
      <p:sp>
        <p:nvSpPr>
          <p:cNvPr id="11" name="圆角矩形标注 10"/>
          <p:cNvSpPr/>
          <p:nvPr/>
        </p:nvSpPr>
        <p:spPr>
          <a:xfrm>
            <a:off x="2446020" y="1209040"/>
            <a:ext cx="8442325" cy="1181735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just"/>
            <a:r>
              <a:rPr lang="zh-CN" altLang="zh-CN" sz="31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这两个女孩儿关系非常好，</a:t>
            </a:r>
            <a:r>
              <a:rPr lang="zh-CN" altLang="zh-CN" sz="3100" b="1" u="sng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             </a:t>
            </a:r>
            <a:r>
              <a:rPr lang="zh-CN" altLang="zh-CN" sz="31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亲姐妹一样。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7589858" y="1209060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s-ES_tradnl" sz="3200" b="1" dirty="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好像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208245" y="4467226"/>
            <a:ext cx="998375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/>
            <a:r>
              <a:rPr lang="zh-CN" altLang="en-US" sz="2400" i="0" dirty="0">
                <a:solidFill>
                  <a:srgbClr val="404040"/>
                </a:solidFill>
                <a:latin typeface="DeepSeek-CJK-patch"/>
                <a:ea typeface="DeepSeek-CJK-patch"/>
              </a:rPr>
              <a:t>好像</a:t>
            </a:r>
            <a:r>
              <a:rPr lang="en-US" altLang="zh-CN" sz="2400" i="0" dirty="0">
                <a:solidFill>
                  <a:srgbClr val="404040"/>
                </a:solidFill>
                <a:latin typeface="DeepSeek-CJK-patch"/>
                <a:ea typeface="DeepSeek-CJK-patch"/>
              </a:rPr>
              <a:t>：</a:t>
            </a:r>
            <a:r>
              <a:rPr lang="zh-CN" altLang="en-US" sz="2400" i="0" dirty="0">
                <a:solidFill>
                  <a:srgbClr val="404040"/>
                </a:solidFill>
                <a:latin typeface="DeepSeek-CJK-patch"/>
                <a:ea typeface="DeepSeek-CJK-patch"/>
              </a:rPr>
              <a:t>强调主观感受或比喻</a:t>
            </a:r>
            <a:r>
              <a:rPr lang="en-US" altLang="zh-CN" sz="2400" i="0" dirty="0">
                <a:solidFill>
                  <a:srgbClr val="404040"/>
                </a:solidFill>
                <a:latin typeface="DeepSeek-CJK-patch"/>
                <a:ea typeface="DeepSeek-CJK-patch"/>
              </a:rPr>
              <a:t>，</a:t>
            </a:r>
            <a:r>
              <a:rPr lang="zh-CN" altLang="en-US" sz="2400" i="0" dirty="0">
                <a:solidFill>
                  <a:srgbClr val="404040"/>
                </a:solidFill>
                <a:latin typeface="DeepSeek-CJK-patch"/>
                <a:ea typeface="DeepSeek-CJK-patch"/>
              </a:rPr>
              <a:t>更常用于日常对话</a:t>
            </a:r>
            <a:r>
              <a:rPr lang="en-US" altLang="zh-CN" sz="2400" i="0" dirty="0">
                <a:solidFill>
                  <a:srgbClr val="404040"/>
                </a:solidFill>
                <a:latin typeface="DeepSeek-CJK-patch"/>
                <a:ea typeface="DeepSeek-CJK-patch"/>
              </a:rPr>
              <a:t>。</a:t>
            </a:r>
            <a:r>
              <a:rPr lang="vi-VN" altLang="zh-CN" sz="2400" dirty="0">
                <a:solidFill>
                  <a:srgbClr val="404040"/>
                </a:solidFill>
                <a:latin typeface="DeepSeek-CJK-patch"/>
                <a:ea typeface="DeepSeek-CJK-patch"/>
              </a:rPr>
              <a:t>Cảm nhận hoặc so sánh chủ quan,thường dùng trong đối thoại, hội thoại </a:t>
            </a:r>
            <a:endParaRPr lang="zh-CN" altLang="en-US" sz="2400" i="0" dirty="0">
              <a:solidFill>
                <a:srgbClr val="404040"/>
              </a:solidFill>
              <a:latin typeface="DeepSeek-CJK-patch"/>
              <a:ea typeface="DeepSeek-CJK-patch"/>
            </a:endParaRPr>
          </a:p>
          <a:p>
            <a:pPr marL="0" indent="0" algn="l"/>
            <a:r>
              <a:rPr lang="zh-CN" altLang="en-US" sz="2400" i="0" dirty="0">
                <a:solidFill>
                  <a:srgbClr val="404040"/>
                </a:solidFill>
                <a:latin typeface="DeepSeek-CJK-patch"/>
                <a:ea typeface="DeepSeek-CJK-patch"/>
              </a:rPr>
              <a:t>似乎</a:t>
            </a:r>
            <a:r>
              <a:rPr lang="en-US" altLang="zh-CN" sz="2400" i="0" dirty="0">
                <a:solidFill>
                  <a:srgbClr val="404040"/>
                </a:solidFill>
                <a:latin typeface="DeepSeek-CJK-patch"/>
                <a:ea typeface="DeepSeek-CJK-patch"/>
              </a:rPr>
              <a:t>：</a:t>
            </a:r>
            <a:r>
              <a:rPr lang="zh-CN" altLang="en-US" sz="2400" i="0" dirty="0">
                <a:solidFill>
                  <a:srgbClr val="404040"/>
                </a:solidFill>
                <a:latin typeface="DeepSeek-CJK-patch"/>
                <a:ea typeface="DeepSeek-CJK-patch"/>
              </a:rPr>
              <a:t>强调客观推测</a:t>
            </a:r>
            <a:r>
              <a:rPr lang="en-US" altLang="zh-CN" sz="2400" i="0" dirty="0">
                <a:solidFill>
                  <a:srgbClr val="404040"/>
                </a:solidFill>
                <a:latin typeface="DeepSeek-CJK-patch"/>
                <a:ea typeface="DeepSeek-CJK-patch"/>
              </a:rPr>
              <a:t>，</a:t>
            </a:r>
            <a:r>
              <a:rPr lang="zh-CN" altLang="en-US" sz="2400" i="0" dirty="0">
                <a:solidFill>
                  <a:srgbClr val="404040"/>
                </a:solidFill>
                <a:latin typeface="DeepSeek-CJK-patch"/>
                <a:ea typeface="DeepSeek-CJK-patch"/>
              </a:rPr>
              <a:t>常见于正式文本或学术写作</a:t>
            </a:r>
            <a:r>
              <a:rPr lang="en-US" altLang="zh-CN" sz="2400" i="0" dirty="0">
                <a:solidFill>
                  <a:srgbClr val="404040"/>
                </a:solidFill>
                <a:latin typeface="DeepSeek-CJK-patch"/>
                <a:ea typeface="DeepSeek-CJK-patch"/>
              </a:rPr>
              <a:t>。</a:t>
            </a:r>
          </a:p>
          <a:p>
            <a:pPr marL="0" indent="0" algn="l"/>
            <a:r>
              <a:rPr lang="vi-VN" altLang="zh-CN" sz="2400" i="0" dirty="0">
                <a:solidFill>
                  <a:srgbClr val="404040"/>
                </a:solidFill>
                <a:latin typeface="DeepSeek-CJK-patch"/>
                <a:ea typeface="DeepSeek-CJK-patch"/>
              </a:rPr>
              <a:t>Thường dùng trong khách quan, tình huống văn bản trang trọng, hoặc văn viết</a:t>
            </a:r>
            <a:endParaRPr lang="zh-CN" altLang="en-US" sz="2400" i="0" dirty="0">
              <a:solidFill>
                <a:srgbClr val="404040"/>
              </a:solidFill>
              <a:latin typeface="DeepSeek-CJK-patch"/>
              <a:ea typeface="DeepSeek-CJK-patch"/>
            </a:endParaRPr>
          </a:p>
          <a:p>
            <a:pPr marL="0" indent="0" algn="l"/>
            <a:r>
              <a:rPr lang="en-US" altLang="zh-CN" sz="2400" i="0" dirty="0" err="1">
                <a:solidFill>
                  <a:srgbClr val="404040"/>
                </a:solidFill>
                <a:latin typeface="DeepSeek-CJK-patch"/>
                <a:ea typeface="DeepSeek-CJK-patch"/>
              </a:rPr>
              <a:t>eg</a:t>
            </a:r>
            <a:r>
              <a:rPr lang="en-US" altLang="zh-CN" sz="2400" i="0" dirty="0">
                <a:solidFill>
                  <a:srgbClr val="404040"/>
                </a:solidFill>
                <a:latin typeface="DeepSeek-CJK-patch"/>
                <a:ea typeface="DeepSeek-CJK-patch"/>
              </a:rPr>
              <a:t>：</a:t>
            </a:r>
            <a:r>
              <a:rPr lang="zh-CN" altLang="en-US" sz="2400" i="0" dirty="0">
                <a:solidFill>
                  <a:srgbClr val="404040"/>
                </a:solidFill>
                <a:latin typeface="DeepSeek-CJK-patch"/>
                <a:ea typeface="DeepSeek-CJK-patch"/>
              </a:rPr>
              <a:t>数据似乎表明经济正在复苏。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上图顶部底图"/>
          <p:cNvGrpSpPr/>
          <p:nvPr/>
        </p:nvGrpSpPr>
        <p:grpSpPr>
          <a:xfrm>
            <a:off x="3930015" y="2047240"/>
            <a:ext cx="5907405" cy="1473835"/>
            <a:chOff x="3758" y="2217"/>
            <a:chExt cx="9303" cy="2321"/>
          </a:xfrm>
        </p:grpSpPr>
        <p:sp>
          <p:nvSpPr>
            <p:cNvPr id="35" name="圆角矩形 34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37" name="圆角矩形 3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C</a:t>
                </a: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3974465" y="4685030"/>
            <a:ext cx="5907405" cy="1473835"/>
            <a:chOff x="3758" y="2217"/>
            <a:chExt cx="9303" cy="2321"/>
          </a:xfrm>
        </p:grpSpPr>
        <p:sp>
          <p:nvSpPr>
            <p:cNvPr id="14" name="圆角矩形 13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17" name="圆角矩形 1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D</a:t>
                </a:r>
              </a:p>
            </p:txBody>
          </p:sp>
        </p:grpSp>
      </p:grpSp>
      <p:sp>
        <p:nvSpPr>
          <p:cNvPr id="3" name="文本框 7"/>
          <p:cNvSpPr txBox="1"/>
          <p:nvPr/>
        </p:nvSpPr>
        <p:spPr>
          <a:xfrm>
            <a:off x="165852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290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39" name="上图顶部橙色半夹"/>
          <p:cNvSpPr/>
          <p:nvPr/>
        </p:nvSpPr>
        <p:spPr>
          <a:xfrm>
            <a:off x="2566670" y="201485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上图左半夹文字"/>
          <p:cNvSpPr/>
          <p:nvPr/>
        </p:nvSpPr>
        <p:spPr>
          <a:xfrm>
            <a:off x="2566035" y="2363470"/>
            <a:ext cx="4540885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l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从成为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A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大学同学以来，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B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他们就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C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相爱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D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了。</a:t>
            </a:r>
          </a:p>
        </p:txBody>
      </p:sp>
      <p:sp>
        <p:nvSpPr>
          <p:cNvPr id="41" name="下图顶部橙色半夹"/>
          <p:cNvSpPr/>
          <p:nvPr/>
        </p:nvSpPr>
        <p:spPr>
          <a:xfrm>
            <a:off x="2566670" y="464502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下图左半夹文字"/>
          <p:cNvSpPr/>
          <p:nvPr/>
        </p:nvSpPr>
        <p:spPr>
          <a:xfrm>
            <a:off x="2566035" y="5010150"/>
            <a:ext cx="4540885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l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他输了这场比赛不是因为能力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A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不够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B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，而是因为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C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准备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D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。</a:t>
            </a:r>
          </a:p>
        </p:txBody>
      </p:sp>
      <p:sp>
        <p:nvSpPr>
          <p:cNvPr id="43" name="文本框 7"/>
          <p:cNvSpPr txBox="1"/>
          <p:nvPr/>
        </p:nvSpPr>
        <p:spPr>
          <a:xfrm>
            <a:off x="3693160" y="641328"/>
            <a:ext cx="48056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1300480" eaLnBrk="1"/>
            <a:r>
              <a:rPr lang="zh-CN" altLang="zh-CN" sz="28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给括号里的词选择适当的位置</a:t>
            </a:r>
            <a:endParaRPr kumimoji="0" lang="zh-CN" altLang="en-US" sz="2800" i="0" u="none" strike="noStrike" kern="1200" cap="none" spc="0" normalizeH="0" baseline="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41300" y="2382520"/>
            <a:ext cx="1925320" cy="706755"/>
            <a:chOff x="4428" y="448"/>
            <a:chExt cx="3124" cy="1113"/>
          </a:xfrm>
        </p:grpSpPr>
        <p:sp>
          <p:nvSpPr>
            <p:cNvPr id="8" name="圆角矩形 7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彼此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36855" y="5058410"/>
            <a:ext cx="1925320" cy="706755"/>
            <a:chOff x="4428" y="448"/>
            <a:chExt cx="3124" cy="1113"/>
          </a:xfrm>
        </p:grpSpPr>
        <p:sp>
          <p:nvSpPr>
            <p:cNvPr id="9" name="圆角矩形 8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不足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上图顶部底图"/>
          <p:cNvGrpSpPr/>
          <p:nvPr/>
        </p:nvGrpSpPr>
        <p:grpSpPr>
          <a:xfrm>
            <a:off x="3930015" y="2047240"/>
            <a:ext cx="5907405" cy="1473835"/>
            <a:chOff x="3758" y="2217"/>
            <a:chExt cx="9303" cy="2321"/>
          </a:xfrm>
        </p:grpSpPr>
        <p:sp>
          <p:nvSpPr>
            <p:cNvPr id="35" name="圆角矩形 34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37" name="圆角矩形 3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B</a:t>
                </a: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3974465" y="4685030"/>
            <a:ext cx="5907405" cy="1473835"/>
            <a:chOff x="3758" y="2217"/>
            <a:chExt cx="9303" cy="2321"/>
          </a:xfrm>
        </p:grpSpPr>
        <p:sp>
          <p:nvSpPr>
            <p:cNvPr id="14" name="圆角矩形 13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17" name="圆角矩形 1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C</a:t>
                </a:r>
              </a:p>
            </p:txBody>
          </p:sp>
        </p:grpSp>
      </p:grpSp>
      <p:sp>
        <p:nvSpPr>
          <p:cNvPr id="3" name="文本框 7"/>
          <p:cNvSpPr txBox="1"/>
          <p:nvPr/>
        </p:nvSpPr>
        <p:spPr>
          <a:xfrm>
            <a:off x="165852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290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39" name="上图顶部橙色半夹"/>
          <p:cNvSpPr/>
          <p:nvPr/>
        </p:nvSpPr>
        <p:spPr>
          <a:xfrm>
            <a:off x="2566670" y="201485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上图左半夹文字"/>
          <p:cNvSpPr/>
          <p:nvPr/>
        </p:nvSpPr>
        <p:spPr>
          <a:xfrm>
            <a:off x="2566035" y="2363470"/>
            <a:ext cx="4540885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l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A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我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B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很想辞职，但是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C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我妻子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D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不支持我的想法。</a:t>
            </a:r>
          </a:p>
        </p:txBody>
      </p:sp>
      <p:sp>
        <p:nvSpPr>
          <p:cNvPr id="41" name="下图顶部橙色半夹"/>
          <p:cNvSpPr/>
          <p:nvPr/>
        </p:nvSpPr>
        <p:spPr>
          <a:xfrm>
            <a:off x="2566670" y="464502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下图左半夹文字"/>
          <p:cNvSpPr/>
          <p:nvPr/>
        </p:nvSpPr>
        <p:spPr>
          <a:xfrm>
            <a:off x="2566035" y="5010150"/>
            <a:ext cx="4540885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l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你已经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A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不错了，别老觉得自己好像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B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吃了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C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亏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D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似的！</a:t>
            </a:r>
          </a:p>
        </p:txBody>
      </p:sp>
      <p:sp>
        <p:nvSpPr>
          <p:cNvPr id="43" name="文本框 7"/>
          <p:cNvSpPr txBox="1"/>
          <p:nvPr/>
        </p:nvSpPr>
        <p:spPr>
          <a:xfrm>
            <a:off x="3693160" y="641328"/>
            <a:ext cx="48056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1300480" eaLnBrk="1"/>
            <a:r>
              <a:rPr lang="zh-CN" altLang="zh-CN" sz="28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给括号里的词选择适当的位置</a:t>
            </a:r>
            <a:endParaRPr kumimoji="0" lang="zh-CN" altLang="en-US" sz="2800" i="0" u="none" strike="noStrike" kern="1200" cap="none" spc="0" normalizeH="0" baseline="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41300" y="2382520"/>
            <a:ext cx="1925320" cy="706755"/>
            <a:chOff x="4428" y="448"/>
            <a:chExt cx="3124" cy="1113"/>
          </a:xfrm>
        </p:grpSpPr>
        <p:sp>
          <p:nvSpPr>
            <p:cNvPr id="8" name="圆角矩形 7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倒是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36855" y="5058410"/>
            <a:ext cx="1925320" cy="706755"/>
            <a:chOff x="4428" y="448"/>
            <a:chExt cx="3124" cy="1113"/>
          </a:xfrm>
        </p:grpSpPr>
        <p:sp>
          <p:nvSpPr>
            <p:cNvPr id="9" name="圆角矩形 8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大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66724" y="3193415"/>
            <a:ext cx="2837180" cy="1995664"/>
            <a:chOff x="7743" y="3144"/>
            <a:chExt cx="5660" cy="2220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43" y="3344"/>
              <a:ext cx="5660" cy="2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32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……来……去</a:t>
              </a:r>
              <a:endParaRPr lang="zh-CN" altLang="en-US" sz="4400" b="1" kern="1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sz="2000" b="1" kern="100" dirty="0" err="1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表示</a:t>
              </a:r>
              <a:r>
                <a:rPr sz="2000" b="1" kern="100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动作的多次重复</a:t>
              </a:r>
              <a:endParaRPr lang="vi-VN"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Động tác lặp đi lặp lại nhiều lần</a:t>
              </a:r>
              <a:endParaRPr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253615"/>
            <a:ext cx="8538845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小狗追着自己的尾巴，在草地上跑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来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跑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去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。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0" y="4958080"/>
            <a:ext cx="8538845" cy="828675"/>
            <a:chOff x="518" y="3426"/>
            <a:chExt cx="13447" cy="1305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8" y="361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>
                <a:buClrTx/>
                <a:buSzTx/>
                <a:buFontTx/>
              </a:pPr>
              <a:r>
                <a:rPr lang="en-US" altLang="zh-CN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           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他们研究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来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讨论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去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，还是没找出原因。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23850" y="3590925"/>
            <a:ext cx="8538845" cy="839470"/>
            <a:chOff x="518" y="3426"/>
            <a:chExt cx="13447" cy="1322"/>
          </a:xfrm>
        </p:grpSpPr>
        <p:sp>
          <p:nvSpPr>
            <p:cNvPr id="6" name="圆角矩形 5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7"/>
            <p:cNvSpPr txBox="1"/>
            <p:nvPr/>
          </p:nvSpPr>
          <p:spPr>
            <a:xfrm>
              <a:off x="518" y="3441"/>
              <a:ext cx="13446" cy="13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>
                <a:buClrTx/>
                <a:buSzTx/>
                <a:buFontTx/>
              </a:pPr>
              <a:r>
                <a:rPr lang="zh-CN" altLang="en-US" sz="24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猴子们似乎只弄懂了主人前面说的一个“三”，觉得自己吃了亏，一个个立起身子跳</a:t>
              </a:r>
              <a:r>
                <a:rPr lang="zh-CN" altLang="en-US" sz="24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来</a:t>
              </a:r>
              <a:r>
                <a:rPr lang="zh-CN" altLang="en-US" sz="24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跳</a:t>
              </a:r>
              <a:r>
                <a:rPr lang="zh-CN" altLang="en-US" sz="24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去</a:t>
              </a:r>
              <a:r>
                <a:rPr lang="zh-CN" altLang="en-US" sz="24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，对着老人大喊大叫地发脾气。</a:t>
              </a:r>
            </a:p>
          </p:txBody>
        </p:sp>
      </p:grpSp>
      <p:pic>
        <p:nvPicPr>
          <p:cNvPr id="8" name="图片 7" descr="研究来研究去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360000">
            <a:off x="112395" y="4847590"/>
            <a:ext cx="1543050" cy="1049655"/>
          </a:xfrm>
          <a:prstGeom prst="round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pic>
        <p:nvPicPr>
          <p:cNvPr id="10" name="图片 9" descr="追着自己的尾巴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21360000">
            <a:off x="7879715" y="1917700"/>
            <a:ext cx="892810" cy="661035"/>
          </a:xfrm>
          <a:prstGeom prst="ellipse">
            <a:avLst/>
          </a:prstGeom>
        </p:spPr>
      </p:pic>
      <p:pic>
        <p:nvPicPr>
          <p:cNvPr id="11" name="图片 10" descr="站起来的猴子1"/>
          <p:cNvPicPr>
            <a:picLocks noChangeAspect="1"/>
          </p:cNvPicPr>
          <p:nvPr/>
        </p:nvPicPr>
        <p:blipFill>
          <a:blip r:embed="rId7">
            <a:clrChange>
              <a:clrFrom>
                <a:srgbClr val="F6F6F6">
                  <a:alpha val="100000"/>
                </a:srgbClr>
              </a:clrFrom>
              <a:clrTo>
                <a:srgbClr val="F6F6F6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rot="420000">
            <a:off x="8437880" y="3787775"/>
            <a:ext cx="857885" cy="9290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66724" y="3133185"/>
            <a:ext cx="2837180" cy="2000159"/>
            <a:chOff x="7743" y="3077"/>
            <a:chExt cx="5660" cy="2225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43" y="3077"/>
              <a:ext cx="5660" cy="2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要不</a:t>
              </a:r>
            </a:p>
            <a:p>
              <a:pPr algn="ctr" fontAlgn="ctr"/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连词——</a:t>
              </a:r>
              <a:r>
                <a:rPr sz="2000" b="1" kern="100" dirty="0" err="1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意思跟</a:t>
              </a:r>
              <a:r>
                <a:rPr sz="2000" b="1" kern="100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“要不然”</a:t>
              </a:r>
              <a:r>
                <a:rPr sz="2000" b="1" kern="100" dirty="0" err="1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相同</a:t>
              </a:r>
              <a:endParaRPr lang="vi-VN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Nếu không thì</a:t>
              </a:r>
              <a:endParaRPr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253615"/>
            <a:ext cx="8538845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>
                <a:buClrTx/>
                <a:buSzTx/>
                <a:buFontTx/>
              </a:pPr>
              <a:r>
                <a:rPr lang="en-US" altLang="zh-CN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       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老太太说：“4块，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要不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我不买。”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0" y="4256405"/>
            <a:ext cx="8538845" cy="828675"/>
            <a:chOff x="518" y="3426"/>
            <a:chExt cx="13447" cy="1305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8" y="3648"/>
              <a:ext cx="13446" cy="8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>
                <a:buClrTx/>
                <a:buSzTx/>
                <a:buFontTx/>
              </a:pPr>
              <a:r>
                <a:rPr lang="zh-CN" altLang="en-US" sz="30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还好碰见你了，</a:t>
              </a:r>
              <a:r>
                <a:rPr lang="zh-CN" altLang="en-US" sz="30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要不</a:t>
              </a:r>
              <a:r>
                <a:rPr lang="zh-CN" altLang="en-US" sz="30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然我今天肯定要迟到了。</a:t>
              </a:r>
            </a:p>
          </p:txBody>
        </p:sp>
      </p:grpSp>
      <p:pic>
        <p:nvPicPr>
          <p:cNvPr id="4" name="图片 3" descr="迟到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39075" y="3731895"/>
            <a:ext cx="1427480" cy="1218565"/>
          </a:xfrm>
          <a:prstGeom prst="ellipse">
            <a:avLst/>
          </a:prstGeom>
        </p:spPr>
      </p:pic>
      <p:pic>
        <p:nvPicPr>
          <p:cNvPr id="6" name="图片 5" descr="老太太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rot="21300000">
            <a:off x="769620" y="1956435"/>
            <a:ext cx="859790" cy="142303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66724" y="3133185"/>
            <a:ext cx="2837180" cy="2000159"/>
            <a:chOff x="7743" y="3077"/>
            <a:chExt cx="5660" cy="2225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43" y="3077"/>
              <a:ext cx="5660" cy="2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要不</a:t>
              </a:r>
            </a:p>
            <a:p>
              <a:pPr algn="ctr" fontAlgn="ctr"/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sz="2000" b="1" kern="100" dirty="0" err="1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还可以</a:t>
              </a:r>
              <a:r>
                <a:rPr sz="2000" b="1" kern="100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表示还有另外一种选择</a:t>
              </a:r>
              <a:endParaRPr lang="vi-VN"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Hay là( lựa  chọn khác)</a:t>
              </a:r>
              <a:endParaRPr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253615"/>
            <a:ext cx="8538845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>
                <a:buClrTx/>
                <a:buSzTx/>
                <a:buFontTx/>
              </a:pPr>
              <a:r>
                <a:rPr lang="en-US" altLang="zh-CN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       </a:t>
              </a:r>
              <a:r>
                <a:rPr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今天太晚了，</a:t>
              </a:r>
              <a:r>
                <a:rPr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要不</a:t>
              </a:r>
              <a:r>
                <a:rPr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你明天再走吧。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0" y="3880552"/>
            <a:ext cx="8538845" cy="1460433"/>
            <a:chOff x="518" y="3101"/>
            <a:chExt cx="13447" cy="1630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9" y="3101"/>
              <a:ext cx="13446" cy="92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l" eaLnBrk="1" fontAlgn="base">
                <a:buClrTx/>
                <a:buSzTx/>
                <a:buFontTx/>
              </a:pPr>
              <a:endParaRPr lang="zh-CN" altLang="en-US" sz="30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sym typeface="华文细黑" panose="02010600040101010101" pitchFamily="2" charset="-122"/>
              </a:endParaRPr>
            </a:p>
            <a:p>
              <a:pPr algn="l" eaLnBrk="1" fontAlgn="base">
                <a:buClrTx/>
                <a:buSzTx/>
                <a:buFontTx/>
              </a:pPr>
              <a:r>
                <a:rPr lang="zh-CN" altLang="en-US" sz="30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要不</a:t>
              </a:r>
              <a:r>
                <a:rPr lang="zh-CN" altLang="en-US" sz="30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这样吧，既然你们觉得少，那就改成每天早上四颗，晚上三颗，这样总够了吧？</a:t>
              </a:r>
            </a:p>
          </p:txBody>
        </p:sp>
      </p:grpSp>
      <p:pic>
        <p:nvPicPr>
          <p:cNvPr id="2" name="图片 1" descr="早上3个晚上4个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rot="720000">
            <a:off x="7336155" y="4667250"/>
            <a:ext cx="1292860" cy="1172210"/>
          </a:xfrm>
          <a:prstGeom prst="rect">
            <a:avLst/>
          </a:prstGeom>
        </p:spPr>
      </p:pic>
      <p:pic>
        <p:nvPicPr>
          <p:cNvPr id="3" name="图片 2" descr="明天再走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rot="21120000">
            <a:off x="174625" y="1908175"/>
            <a:ext cx="1515745" cy="118554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用“……来……去”完成下列句子或对话。</a:t>
            </a:r>
            <a:endParaRPr lang="en-US" altLang="zh-CN" sz="2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31925" y="2619375"/>
            <a:ext cx="877252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1.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</a:rPr>
              <a:t>他的手机不见了，很着急，</a:t>
            </a:r>
            <a:r>
              <a:rPr lang="zh-CN" altLang="en-US" sz="3200" b="1" u="sng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</a:rPr>
              <a:t>              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</a:rPr>
              <a:t>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431925" y="3597275"/>
            <a:ext cx="673671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2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.公园里， </a:t>
            </a:r>
            <a:r>
              <a:rPr lang="zh-CN" altLang="en-US" sz="3200" b="1" u="sng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</a:rPr>
              <a:t>                   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</a:rPr>
              <a:t>。</a:t>
            </a: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31925" y="4630420"/>
            <a:ext cx="9482455" cy="12350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1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3</a:t>
            </a:r>
            <a:r>
              <a:rPr lang="zh-CN" altLang="en-US" sz="31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</a:t>
            </a:r>
            <a:r>
              <a:rPr lang="en-US" altLang="zh-CN" sz="31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A：怎么帮他把丢掉的手机找回来，你有办法了吗？</a:t>
            </a:r>
            <a:endParaRPr lang="en-US" altLang="zh-CN" sz="3100" b="1" u="sng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  <a:p>
            <a:pPr algn="l" eaLnBrk="1">
              <a:lnSpc>
                <a:spcPct val="120000"/>
              </a:lnSpc>
            </a:pPr>
            <a:r>
              <a:rPr lang="en-US" altLang="zh-CN" sz="31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B：</a:t>
            </a:r>
            <a:r>
              <a:rPr lang="en-US" altLang="zh-CN" sz="3100" b="1" u="sng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          </a:t>
            </a:r>
            <a:r>
              <a:rPr lang="en-US" altLang="zh-CN" sz="3100" b="1" u="sng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__。</a:t>
            </a:r>
            <a:endParaRPr lang="en-US" altLang="zh-CN" sz="31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用“要不”完成下列句子或对话。</a:t>
            </a:r>
            <a:endParaRPr lang="en-US" altLang="zh-CN" sz="2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31925" y="2619375"/>
            <a:ext cx="918083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1.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</a:rPr>
              <a:t>谢谢你昨晚给我发了个短信，</a:t>
            </a:r>
            <a:r>
              <a:rPr lang="zh-CN" altLang="en-US" sz="3200" b="1" u="sng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</a:rPr>
              <a:t>              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</a:rPr>
              <a:t>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431925" y="3349625"/>
            <a:ext cx="9302115" cy="11245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2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</a:t>
            </a: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A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：后天我们打算去中国朋友家过除夕，你有什么计划？</a:t>
            </a:r>
          </a:p>
          <a:p>
            <a:pPr algn="l" eaLnBrk="1">
              <a:lnSpc>
                <a:spcPct val="120000"/>
              </a:lnSpc>
            </a:pP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B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： </a:t>
            </a:r>
            <a:r>
              <a:rPr lang="zh-CN" altLang="en-US" sz="2800" b="1" u="sng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</a:rPr>
              <a:t>                   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</a:rPr>
              <a:t>。</a:t>
            </a: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31925" y="4630420"/>
            <a:ext cx="6713220" cy="12350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1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3</a:t>
            </a:r>
            <a:r>
              <a:rPr lang="zh-CN" altLang="en-US" sz="31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</a:t>
            </a:r>
            <a:r>
              <a:rPr lang="en-US" altLang="zh-CN" sz="31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A：</a:t>
            </a:r>
            <a:r>
              <a:rPr lang="en-US" altLang="zh-CN" sz="3100" b="1" u="sng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          </a:t>
            </a:r>
            <a:r>
              <a:rPr lang="en-US" altLang="zh-CN" sz="3100" b="1" u="sng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__。</a:t>
            </a:r>
            <a:r>
              <a:rPr lang="en-US" altLang="zh-CN" sz="31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</a:t>
            </a:r>
          </a:p>
          <a:p>
            <a:pPr algn="l" eaLnBrk="1">
              <a:lnSpc>
                <a:spcPct val="120000"/>
              </a:lnSpc>
            </a:pPr>
            <a:r>
              <a:rPr lang="en-US" altLang="zh-CN" sz="31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B：我都行，看你什么时候方便吧。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图片 601" descr="C:\Users\38577\Desktop\11.jpg11"/>
          <p:cNvPicPr>
            <a:picLocks noChangeAspect="1"/>
          </p:cNvPicPr>
          <p:nvPr/>
        </p:nvPicPr>
        <p:blipFill rotWithShape="1">
          <a:blip r:embed="rId118"/>
          <a:srcRect/>
          <a:stretch>
            <a:fillRect/>
          </a:stretch>
        </p:blipFill>
        <p:spPr>
          <a:xfrm>
            <a:off x="-190500" y="-578167"/>
            <a:ext cx="12573635" cy="8015605"/>
          </a:xfrm>
          <a:prstGeom prst="rect">
            <a:avLst/>
          </a:prstGeom>
        </p:spPr>
      </p:pic>
      <p:sp>
        <p:nvSpPr>
          <p:cNvPr id="34" name="PA-4-Point Star 33"/>
          <p:cNvSpPr/>
          <p:nvPr>
            <p:custDataLst>
              <p:tags r:id="rId1"/>
            </p:custDataLst>
          </p:nvPr>
        </p:nvSpPr>
        <p:spPr>
          <a:xfrm rot="8294776">
            <a:off x="5002837" y="21462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A-4-Point Star 34"/>
          <p:cNvSpPr/>
          <p:nvPr>
            <p:custDataLst>
              <p:tags r:id="rId2"/>
            </p:custDataLst>
          </p:nvPr>
        </p:nvSpPr>
        <p:spPr>
          <a:xfrm rot="8294776">
            <a:off x="5483061" y="2369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PA-4-Point Star 35"/>
          <p:cNvSpPr/>
          <p:nvPr>
            <p:custDataLst>
              <p:tags r:id="rId3"/>
            </p:custDataLst>
          </p:nvPr>
        </p:nvSpPr>
        <p:spPr>
          <a:xfrm rot="8294776">
            <a:off x="5344914" y="2685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PA-4-Point Star 36"/>
          <p:cNvSpPr/>
          <p:nvPr>
            <p:custDataLst>
              <p:tags r:id="rId4"/>
            </p:custDataLst>
          </p:nvPr>
        </p:nvSpPr>
        <p:spPr>
          <a:xfrm rot="16200000">
            <a:off x="243104" y="-655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PA-4-Point Star 77"/>
          <p:cNvSpPr/>
          <p:nvPr>
            <p:custDataLst>
              <p:tags r:id="rId5"/>
            </p:custDataLst>
          </p:nvPr>
        </p:nvSpPr>
        <p:spPr>
          <a:xfrm rot="16200000">
            <a:off x="6457747" y="229694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PA-4-Point Star 96"/>
          <p:cNvSpPr/>
          <p:nvPr>
            <p:custDataLst>
              <p:tags r:id="rId6"/>
            </p:custDataLst>
          </p:nvPr>
        </p:nvSpPr>
        <p:spPr>
          <a:xfrm rot="8294776">
            <a:off x="5628180" y="26272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PA-4-Point Star 97"/>
          <p:cNvSpPr/>
          <p:nvPr>
            <p:custDataLst>
              <p:tags r:id="rId7"/>
            </p:custDataLst>
          </p:nvPr>
        </p:nvSpPr>
        <p:spPr>
          <a:xfrm rot="16200000">
            <a:off x="11913218" y="758020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PA-4-Point Star 108"/>
          <p:cNvSpPr/>
          <p:nvPr>
            <p:custDataLst>
              <p:tags r:id="rId8"/>
            </p:custDataLst>
          </p:nvPr>
        </p:nvSpPr>
        <p:spPr>
          <a:xfrm rot="16200000">
            <a:off x="6141590" y="2473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PA-4-Point Star 133"/>
          <p:cNvSpPr/>
          <p:nvPr>
            <p:custDataLst>
              <p:tags r:id="rId9"/>
            </p:custDataLst>
          </p:nvPr>
        </p:nvSpPr>
        <p:spPr>
          <a:xfrm rot="16200000">
            <a:off x="4653787" y="3063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PA-4-Point Star 134"/>
          <p:cNvSpPr/>
          <p:nvPr>
            <p:custDataLst>
              <p:tags r:id="rId10"/>
            </p:custDataLst>
          </p:nvPr>
        </p:nvSpPr>
        <p:spPr>
          <a:xfrm rot="8294776">
            <a:off x="5693570" y="21922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PA-4-Point Star 135"/>
          <p:cNvSpPr/>
          <p:nvPr>
            <p:custDataLst>
              <p:tags r:id="rId11"/>
            </p:custDataLst>
          </p:nvPr>
        </p:nvSpPr>
        <p:spPr>
          <a:xfrm rot="8294776">
            <a:off x="5555423" y="25080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PA-4-Point Star 136"/>
          <p:cNvSpPr/>
          <p:nvPr>
            <p:custDataLst>
              <p:tags r:id="rId12"/>
            </p:custDataLst>
          </p:nvPr>
        </p:nvSpPr>
        <p:spPr>
          <a:xfrm rot="8294776">
            <a:off x="4594974" y="2672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PA-4-Point Star 138"/>
          <p:cNvSpPr/>
          <p:nvPr>
            <p:custDataLst>
              <p:tags r:id="rId13"/>
            </p:custDataLst>
          </p:nvPr>
        </p:nvSpPr>
        <p:spPr>
          <a:xfrm rot="16200000">
            <a:off x="6686518" y="4379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PA-4-Point Star 139"/>
          <p:cNvSpPr/>
          <p:nvPr>
            <p:custDataLst>
              <p:tags r:id="rId14"/>
            </p:custDataLst>
          </p:nvPr>
        </p:nvSpPr>
        <p:spPr>
          <a:xfrm rot="7352446">
            <a:off x="9882647" y="68728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PA-4-Point Star 140"/>
          <p:cNvSpPr/>
          <p:nvPr>
            <p:custDataLst>
              <p:tags r:id="rId15"/>
            </p:custDataLst>
          </p:nvPr>
        </p:nvSpPr>
        <p:spPr>
          <a:xfrm rot="7352446">
            <a:off x="9744500" y="718859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PA-4-Point Star 141"/>
          <p:cNvSpPr/>
          <p:nvPr>
            <p:custDataLst>
              <p:tags r:id="rId16"/>
            </p:custDataLst>
          </p:nvPr>
        </p:nvSpPr>
        <p:spPr>
          <a:xfrm rot="8294776">
            <a:off x="7009842" y="177126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PA-4-Point Star 153"/>
          <p:cNvSpPr/>
          <p:nvPr>
            <p:custDataLst>
              <p:tags r:id="rId17"/>
            </p:custDataLst>
          </p:nvPr>
        </p:nvSpPr>
        <p:spPr>
          <a:xfrm rot="13694776">
            <a:off x="-716950" y="47656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PA-4-Point Star 154"/>
          <p:cNvSpPr/>
          <p:nvPr>
            <p:custDataLst>
              <p:tags r:id="rId18"/>
            </p:custDataLst>
          </p:nvPr>
        </p:nvSpPr>
        <p:spPr>
          <a:xfrm rot="13694776">
            <a:off x="275801" y="-11363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PA-4-Point Star 155"/>
          <p:cNvSpPr/>
          <p:nvPr>
            <p:custDataLst>
              <p:tags r:id="rId19"/>
            </p:custDataLst>
          </p:nvPr>
        </p:nvSpPr>
        <p:spPr>
          <a:xfrm>
            <a:off x="506143" y="-49301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PA-4-Point Star 225"/>
          <p:cNvSpPr/>
          <p:nvPr>
            <p:custDataLst>
              <p:tags r:id="rId20"/>
            </p:custDataLst>
          </p:nvPr>
        </p:nvSpPr>
        <p:spPr>
          <a:xfrm rot="13694776">
            <a:off x="-209233" y="15781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PA-4-Point Star 236"/>
          <p:cNvSpPr/>
          <p:nvPr>
            <p:custDataLst>
              <p:tags r:id="rId21"/>
            </p:custDataLst>
          </p:nvPr>
        </p:nvSpPr>
        <p:spPr>
          <a:xfrm rot="13694776">
            <a:off x="5239957" y="26512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PA-4-Point Star 237"/>
          <p:cNvSpPr/>
          <p:nvPr>
            <p:custDataLst>
              <p:tags r:id="rId22"/>
            </p:custDataLst>
          </p:nvPr>
        </p:nvSpPr>
        <p:spPr>
          <a:xfrm>
            <a:off x="960449" y="-53828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PA-4-Point Star 238"/>
          <p:cNvSpPr/>
          <p:nvPr>
            <p:custDataLst>
              <p:tags r:id="rId23"/>
            </p:custDataLst>
          </p:nvPr>
        </p:nvSpPr>
        <p:spPr>
          <a:xfrm>
            <a:off x="0" y="-3738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PA-4-Point Star 239"/>
          <p:cNvSpPr/>
          <p:nvPr>
            <p:custDataLst>
              <p:tags r:id="rId24"/>
            </p:custDataLst>
          </p:nvPr>
        </p:nvSpPr>
        <p:spPr>
          <a:xfrm>
            <a:off x="5390375" y="71836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PA-4-Point Star 241"/>
          <p:cNvSpPr/>
          <p:nvPr>
            <p:custDataLst>
              <p:tags r:id="rId25"/>
            </p:custDataLst>
          </p:nvPr>
        </p:nvSpPr>
        <p:spPr>
          <a:xfrm rot="13694776">
            <a:off x="-209232" y="14334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PA-4-Point Star 242"/>
          <p:cNvSpPr/>
          <p:nvPr>
            <p:custDataLst>
              <p:tags r:id="rId26"/>
            </p:custDataLst>
          </p:nvPr>
        </p:nvSpPr>
        <p:spPr>
          <a:xfrm>
            <a:off x="-1098007" y="548865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PA-4-Point Star 243"/>
          <p:cNvSpPr/>
          <p:nvPr>
            <p:custDataLst>
              <p:tags r:id="rId27"/>
            </p:custDataLst>
          </p:nvPr>
        </p:nvSpPr>
        <p:spPr>
          <a:xfrm>
            <a:off x="3844446" y="708495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PA-4-Point Star 244"/>
          <p:cNvSpPr/>
          <p:nvPr>
            <p:custDataLst>
              <p:tags r:id="rId28"/>
            </p:custDataLst>
          </p:nvPr>
        </p:nvSpPr>
        <p:spPr>
          <a:xfrm rot="13694776">
            <a:off x="-696034" y="15781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PA-4-Point Star 245"/>
          <p:cNvSpPr/>
          <p:nvPr>
            <p:custDataLst>
              <p:tags r:id="rId29"/>
            </p:custDataLst>
          </p:nvPr>
        </p:nvSpPr>
        <p:spPr>
          <a:xfrm>
            <a:off x="-966438" y="55412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PA-4-Point Star 246"/>
          <p:cNvSpPr/>
          <p:nvPr>
            <p:custDataLst>
              <p:tags r:id="rId30"/>
            </p:custDataLst>
          </p:nvPr>
        </p:nvSpPr>
        <p:spPr>
          <a:xfrm>
            <a:off x="-1104585" y="58570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PA-4-Point Star 247"/>
          <p:cNvSpPr/>
          <p:nvPr>
            <p:custDataLst>
              <p:tags r:id="rId31"/>
            </p:custDataLst>
          </p:nvPr>
        </p:nvSpPr>
        <p:spPr>
          <a:xfrm>
            <a:off x="3837868" y="745334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PA-4-Point Star 251"/>
          <p:cNvSpPr/>
          <p:nvPr>
            <p:custDataLst>
              <p:tags r:id="rId32"/>
            </p:custDataLst>
          </p:nvPr>
        </p:nvSpPr>
        <p:spPr>
          <a:xfrm>
            <a:off x="10170037" y="-720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PA-4-Point Star 256"/>
          <p:cNvSpPr/>
          <p:nvPr>
            <p:custDataLst>
              <p:tags r:id="rId33"/>
            </p:custDataLst>
          </p:nvPr>
        </p:nvSpPr>
        <p:spPr>
          <a:xfrm>
            <a:off x="730203" y="-7027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PA-4-Point Star 261"/>
          <p:cNvSpPr/>
          <p:nvPr>
            <p:custDataLst>
              <p:tags r:id="rId34"/>
            </p:custDataLst>
          </p:nvPr>
        </p:nvSpPr>
        <p:spPr>
          <a:xfrm>
            <a:off x="10321341" y="-28909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PA-4-Point Star 264"/>
          <p:cNvSpPr/>
          <p:nvPr>
            <p:custDataLst>
              <p:tags r:id="rId35"/>
            </p:custDataLst>
          </p:nvPr>
        </p:nvSpPr>
        <p:spPr>
          <a:xfrm>
            <a:off x="4844366" y="74138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PA-4-Point Star 265"/>
          <p:cNvSpPr/>
          <p:nvPr>
            <p:custDataLst>
              <p:tags r:id="rId36"/>
            </p:custDataLst>
          </p:nvPr>
        </p:nvSpPr>
        <p:spPr>
          <a:xfrm>
            <a:off x="-913810" y="58241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PA-4-Point Star 266"/>
          <p:cNvSpPr/>
          <p:nvPr>
            <p:custDataLst>
              <p:tags r:id="rId37"/>
            </p:custDataLst>
          </p:nvPr>
        </p:nvSpPr>
        <p:spPr>
          <a:xfrm>
            <a:off x="9420098" y="-28251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PA-4-Point Star 267"/>
          <p:cNvSpPr/>
          <p:nvPr>
            <p:custDataLst>
              <p:tags r:id="rId38"/>
            </p:custDataLst>
          </p:nvPr>
        </p:nvSpPr>
        <p:spPr>
          <a:xfrm>
            <a:off x="4423348" y="70323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PA-4-Point Star 268"/>
          <p:cNvSpPr/>
          <p:nvPr>
            <p:custDataLst>
              <p:tags r:id="rId39"/>
            </p:custDataLst>
          </p:nvPr>
        </p:nvSpPr>
        <p:spPr>
          <a:xfrm>
            <a:off x="5456160" y="70783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4" name="PA-4-Point Star 383"/>
          <p:cNvSpPr/>
          <p:nvPr>
            <p:custDataLst>
              <p:tags r:id="rId40"/>
            </p:custDataLst>
          </p:nvPr>
        </p:nvSpPr>
        <p:spPr>
          <a:xfrm rot="8294776">
            <a:off x="6733943" y="16996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PA-4-Point Star 387"/>
          <p:cNvSpPr/>
          <p:nvPr>
            <p:custDataLst>
              <p:tags r:id="rId41"/>
            </p:custDataLst>
          </p:nvPr>
        </p:nvSpPr>
        <p:spPr>
          <a:xfrm rot="8294776">
            <a:off x="4805877" y="251540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2" name="PA-4-Point Star 391"/>
          <p:cNvSpPr/>
          <p:nvPr>
            <p:custDataLst>
              <p:tags r:id="rId42"/>
            </p:custDataLst>
          </p:nvPr>
        </p:nvSpPr>
        <p:spPr>
          <a:xfrm rot="16200000">
            <a:off x="657938" y="-6214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PA-4-Point Star 396"/>
          <p:cNvSpPr/>
          <p:nvPr>
            <p:custDataLst>
              <p:tags r:id="rId43"/>
            </p:custDataLst>
          </p:nvPr>
        </p:nvSpPr>
        <p:spPr>
          <a:xfrm rot="15257670">
            <a:off x="12926393" y="53587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PA-4-Point Star 401"/>
          <p:cNvSpPr/>
          <p:nvPr>
            <p:custDataLst>
              <p:tags r:id="rId44"/>
            </p:custDataLst>
          </p:nvPr>
        </p:nvSpPr>
        <p:spPr>
          <a:xfrm rot="8294776">
            <a:off x="5865005" y="26140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PA-4-Point Star 402"/>
          <p:cNvSpPr/>
          <p:nvPr>
            <p:custDataLst>
              <p:tags r:id="rId45"/>
            </p:custDataLst>
          </p:nvPr>
        </p:nvSpPr>
        <p:spPr>
          <a:xfrm rot="16200000">
            <a:off x="7095855" y="2250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PA-4-Point Star 403"/>
          <p:cNvSpPr/>
          <p:nvPr>
            <p:custDataLst>
              <p:tags r:id="rId46"/>
            </p:custDataLst>
          </p:nvPr>
        </p:nvSpPr>
        <p:spPr>
          <a:xfrm rot="16200000">
            <a:off x="6957708" y="2566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PA-4-Point Star 404"/>
          <p:cNvSpPr/>
          <p:nvPr>
            <p:custDataLst>
              <p:tags r:id="rId47"/>
            </p:custDataLst>
          </p:nvPr>
        </p:nvSpPr>
        <p:spPr>
          <a:xfrm rot="16200000">
            <a:off x="10446429" y="-3919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PA-4-Point Star 405"/>
          <p:cNvSpPr/>
          <p:nvPr>
            <p:custDataLst>
              <p:tags r:id="rId48"/>
            </p:custDataLst>
          </p:nvPr>
        </p:nvSpPr>
        <p:spPr>
          <a:xfrm rot="16200000">
            <a:off x="6495647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PA-4-Point Star 407"/>
          <p:cNvSpPr/>
          <p:nvPr>
            <p:custDataLst>
              <p:tags r:id="rId49"/>
            </p:custDataLst>
          </p:nvPr>
        </p:nvSpPr>
        <p:spPr>
          <a:xfrm rot="16200000">
            <a:off x="657939" y="-76617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PA-4-Point Star 408"/>
          <p:cNvSpPr/>
          <p:nvPr>
            <p:custDataLst>
              <p:tags r:id="rId50"/>
            </p:custDataLst>
          </p:nvPr>
        </p:nvSpPr>
        <p:spPr>
          <a:xfrm rot="16200000">
            <a:off x="519792" y="-45040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PA-4-Point Star 411"/>
          <p:cNvSpPr/>
          <p:nvPr>
            <p:custDataLst>
              <p:tags r:id="rId51"/>
            </p:custDataLst>
          </p:nvPr>
        </p:nvSpPr>
        <p:spPr>
          <a:xfrm rot="16200000">
            <a:off x="651361" y="-397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PA-4-Point Star 412"/>
          <p:cNvSpPr/>
          <p:nvPr>
            <p:custDataLst>
              <p:tags r:id="rId52"/>
            </p:custDataLst>
          </p:nvPr>
        </p:nvSpPr>
        <p:spPr>
          <a:xfrm rot="16200000">
            <a:off x="9854371" y="-2867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PA-4-Point Star 414"/>
          <p:cNvSpPr/>
          <p:nvPr>
            <p:custDataLst>
              <p:tags r:id="rId53"/>
            </p:custDataLst>
          </p:nvPr>
        </p:nvSpPr>
        <p:spPr>
          <a:xfrm rot="16200000">
            <a:off x="12071102" y="73104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PA-4-Point Star 415"/>
          <p:cNvSpPr/>
          <p:nvPr>
            <p:custDataLst>
              <p:tags r:id="rId54"/>
            </p:custDataLst>
          </p:nvPr>
        </p:nvSpPr>
        <p:spPr>
          <a:xfrm rot="15257670">
            <a:off x="12919816" y="55823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PA-4-Point Star 416"/>
          <p:cNvSpPr/>
          <p:nvPr>
            <p:custDataLst>
              <p:tags r:id="rId55"/>
            </p:custDataLst>
          </p:nvPr>
        </p:nvSpPr>
        <p:spPr>
          <a:xfrm rot="15257670">
            <a:off x="12781669" y="589814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PA-4-Point Star 417"/>
          <p:cNvSpPr/>
          <p:nvPr>
            <p:custDataLst>
              <p:tags r:id="rId56"/>
            </p:custDataLst>
          </p:nvPr>
        </p:nvSpPr>
        <p:spPr>
          <a:xfrm rot="16200000">
            <a:off x="6416706" y="711362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PA-4-Point Star 422"/>
          <p:cNvSpPr/>
          <p:nvPr>
            <p:custDataLst>
              <p:tags r:id="rId57"/>
            </p:custDataLst>
          </p:nvPr>
        </p:nvSpPr>
        <p:spPr>
          <a:xfrm rot="16200000">
            <a:off x="6727462" y="2402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PA-4-Point Star 425"/>
          <p:cNvSpPr/>
          <p:nvPr>
            <p:custDataLst>
              <p:tags r:id="rId58"/>
            </p:custDataLst>
          </p:nvPr>
        </p:nvSpPr>
        <p:spPr>
          <a:xfrm rot="16200000">
            <a:off x="8113939" y="69952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PA-4-Point Star 426"/>
          <p:cNvSpPr/>
          <p:nvPr>
            <p:custDataLst>
              <p:tags r:id="rId59"/>
            </p:custDataLst>
          </p:nvPr>
        </p:nvSpPr>
        <p:spPr>
          <a:xfrm rot="16200000">
            <a:off x="2295770" y="70849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PA-4-Point Star 427"/>
          <p:cNvSpPr/>
          <p:nvPr>
            <p:custDataLst>
              <p:tags r:id="rId60"/>
            </p:custDataLst>
          </p:nvPr>
        </p:nvSpPr>
        <p:spPr>
          <a:xfrm rot="16200000">
            <a:off x="6977443" y="302057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PA-4-Point Star 428"/>
          <p:cNvSpPr/>
          <p:nvPr>
            <p:custDataLst>
              <p:tags r:id="rId61"/>
            </p:custDataLst>
          </p:nvPr>
        </p:nvSpPr>
        <p:spPr>
          <a:xfrm rot="16200000">
            <a:off x="7048234" y="7120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PA-4-Point Star 429"/>
          <p:cNvSpPr/>
          <p:nvPr>
            <p:custDataLst>
              <p:tags r:id="rId62"/>
            </p:custDataLst>
          </p:nvPr>
        </p:nvSpPr>
        <p:spPr>
          <a:xfrm rot="16200000">
            <a:off x="6910087" y="743596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1" name="PA-4-Point Star 430"/>
          <p:cNvSpPr/>
          <p:nvPr>
            <p:custDataLst>
              <p:tags r:id="rId63"/>
            </p:custDataLst>
          </p:nvPr>
        </p:nvSpPr>
        <p:spPr>
          <a:xfrm rot="16200000">
            <a:off x="5949638" y="76004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PA-4-Point Star 431"/>
          <p:cNvSpPr/>
          <p:nvPr>
            <p:custDataLst>
              <p:tags r:id="rId64"/>
            </p:custDataLst>
          </p:nvPr>
        </p:nvSpPr>
        <p:spPr>
          <a:xfrm rot="16200000">
            <a:off x="10045146" y="-3196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PA-4-Point Star 432"/>
          <p:cNvSpPr/>
          <p:nvPr>
            <p:custDataLst>
              <p:tags r:id="rId65"/>
            </p:custDataLst>
          </p:nvPr>
        </p:nvSpPr>
        <p:spPr>
          <a:xfrm rot="16200000">
            <a:off x="6076200" y="302715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PA-4-Point Star 433"/>
          <p:cNvSpPr/>
          <p:nvPr>
            <p:custDataLst>
              <p:tags r:id="rId66"/>
            </p:custDataLst>
          </p:nvPr>
        </p:nvSpPr>
        <p:spPr>
          <a:xfrm rot="16200000">
            <a:off x="5528620" y="72188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PA-4-Point Star 434"/>
          <p:cNvSpPr/>
          <p:nvPr>
            <p:custDataLst>
              <p:tags r:id="rId67"/>
            </p:custDataLst>
          </p:nvPr>
        </p:nvSpPr>
        <p:spPr>
          <a:xfrm rot="16200000">
            <a:off x="6561432" y="72649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PA-4-Point Star 435"/>
          <p:cNvSpPr/>
          <p:nvPr>
            <p:custDataLst>
              <p:tags r:id="rId68"/>
            </p:custDataLst>
          </p:nvPr>
        </p:nvSpPr>
        <p:spPr>
          <a:xfrm rot="16200000">
            <a:off x="7041656" y="748859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PA-4-Point Star 436"/>
          <p:cNvSpPr/>
          <p:nvPr>
            <p:custDataLst>
              <p:tags r:id="rId69"/>
            </p:custDataLst>
          </p:nvPr>
        </p:nvSpPr>
        <p:spPr>
          <a:xfrm rot="16200000">
            <a:off x="1703712" y="719021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PA-4-Point Star 437"/>
          <p:cNvSpPr/>
          <p:nvPr>
            <p:custDataLst>
              <p:tags r:id="rId70"/>
            </p:custDataLst>
          </p:nvPr>
        </p:nvSpPr>
        <p:spPr>
          <a:xfrm rot="7352446">
            <a:off x="9751474" y="728147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PA-4-Point Star 438"/>
          <p:cNvSpPr/>
          <p:nvPr>
            <p:custDataLst>
              <p:tags r:id="rId71"/>
            </p:custDataLst>
          </p:nvPr>
        </p:nvSpPr>
        <p:spPr>
          <a:xfrm rot="16200000">
            <a:off x="12475404" y="357659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PA-4-Point Star 439"/>
          <p:cNvSpPr/>
          <p:nvPr>
            <p:custDataLst>
              <p:tags r:id="rId72"/>
            </p:custDataLst>
          </p:nvPr>
        </p:nvSpPr>
        <p:spPr>
          <a:xfrm rot="15257670">
            <a:off x="12722463" y="555606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PA-4-Point Star 440"/>
          <p:cNvSpPr/>
          <p:nvPr>
            <p:custDataLst>
              <p:tags r:id="rId73"/>
            </p:custDataLst>
          </p:nvPr>
        </p:nvSpPr>
        <p:spPr>
          <a:xfrm rot="16200000">
            <a:off x="8225770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PA-4-Point Star 456"/>
          <p:cNvSpPr/>
          <p:nvPr>
            <p:custDataLst>
              <p:tags r:id="rId74"/>
            </p:custDataLst>
          </p:nvPr>
        </p:nvSpPr>
        <p:spPr>
          <a:xfrm rot="15257670">
            <a:off x="9567374" y="771427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PA-4-Point Star 462"/>
          <p:cNvSpPr/>
          <p:nvPr>
            <p:custDataLst>
              <p:tags r:id="rId75"/>
            </p:custDataLst>
          </p:nvPr>
        </p:nvSpPr>
        <p:spPr>
          <a:xfrm>
            <a:off x="3837967" y="6117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PA-4-Point Star 464"/>
          <p:cNvSpPr/>
          <p:nvPr>
            <p:custDataLst>
              <p:tags r:id="rId76"/>
            </p:custDataLst>
          </p:nvPr>
        </p:nvSpPr>
        <p:spPr>
          <a:xfrm rot="13694776">
            <a:off x="4739603" y="25385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PA-4-Point Star 465"/>
          <p:cNvSpPr/>
          <p:nvPr>
            <p:custDataLst>
              <p:tags r:id="rId77"/>
            </p:custDataLst>
          </p:nvPr>
        </p:nvSpPr>
        <p:spPr>
          <a:xfrm>
            <a:off x="-874734" y="53234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PA-4-Point Star 467"/>
          <p:cNvSpPr/>
          <p:nvPr>
            <p:custDataLst>
              <p:tags r:id="rId78"/>
            </p:custDataLst>
          </p:nvPr>
        </p:nvSpPr>
        <p:spPr>
          <a:xfrm>
            <a:off x="2292038" y="-37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PA-4-Point Star 468"/>
          <p:cNvSpPr/>
          <p:nvPr>
            <p:custDataLst>
              <p:tags r:id="rId79"/>
            </p:custDataLst>
          </p:nvPr>
        </p:nvSpPr>
        <p:spPr>
          <a:xfrm rot="13694776">
            <a:off x="-571439" y="10050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PA-4-Point Star 469"/>
          <p:cNvSpPr/>
          <p:nvPr>
            <p:custDataLst>
              <p:tags r:id="rId80"/>
            </p:custDataLst>
          </p:nvPr>
        </p:nvSpPr>
        <p:spPr>
          <a:xfrm rot="13694776">
            <a:off x="-709586" y="132078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PA-4-Point Star 471"/>
          <p:cNvSpPr/>
          <p:nvPr>
            <p:custDataLst>
              <p:tags r:id="rId81"/>
            </p:custDataLst>
          </p:nvPr>
        </p:nvSpPr>
        <p:spPr>
          <a:xfrm rot="13694776">
            <a:off x="-1058241" y="11497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PA-4-Point Star 472"/>
          <p:cNvSpPr/>
          <p:nvPr>
            <p:custDataLst>
              <p:tags r:id="rId82"/>
            </p:custDataLst>
          </p:nvPr>
        </p:nvSpPr>
        <p:spPr>
          <a:xfrm rot="13694776">
            <a:off x="-578017" y="137341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PA-4-Point Star 473"/>
          <p:cNvSpPr/>
          <p:nvPr>
            <p:custDataLst>
              <p:tags r:id="rId83"/>
            </p:custDataLst>
          </p:nvPr>
        </p:nvSpPr>
        <p:spPr>
          <a:xfrm>
            <a:off x="-347675" y="201672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PA-4-Point Star 480"/>
          <p:cNvSpPr/>
          <p:nvPr>
            <p:custDataLst>
              <p:tags r:id="rId84"/>
            </p:custDataLst>
          </p:nvPr>
        </p:nvSpPr>
        <p:spPr>
          <a:xfrm>
            <a:off x="4002426" y="-49141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PA-4-Point Star 481"/>
          <p:cNvSpPr/>
          <p:nvPr>
            <p:custDataLst>
              <p:tags r:id="rId85"/>
            </p:custDataLst>
          </p:nvPr>
        </p:nvSpPr>
        <p:spPr>
          <a:xfrm>
            <a:off x="3041977" y="-3269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PA-4-Point Star 482"/>
          <p:cNvSpPr/>
          <p:nvPr>
            <p:custDataLst>
              <p:tags r:id="rId86"/>
            </p:custDataLst>
          </p:nvPr>
        </p:nvSpPr>
        <p:spPr>
          <a:xfrm rot="13694776">
            <a:off x="4509357" y="2374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PA-4-Point Star 501"/>
          <p:cNvSpPr/>
          <p:nvPr>
            <p:custDataLst>
              <p:tags r:id="rId87"/>
            </p:custDataLst>
          </p:nvPr>
        </p:nvSpPr>
        <p:spPr>
          <a:xfrm rot="13694776">
            <a:off x="-999821" y="466694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3" name="PA-4-Point Star 502"/>
          <p:cNvSpPr/>
          <p:nvPr>
            <p:custDataLst>
              <p:tags r:id="rId88"/>
            </p:custDataLst>
          </p:nvPr>
        </p:nvSpPr>
        <p:spPr>
          <a:xfrm rot="13694776">
            <a:off x="4502780" y="25977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PA-4-Point Star 503"/>
          <p:cNvSpPr/>
          <p:nvPr>
            <p:custDataLst>
              <p:tags r:id="rId89"/>
            </p:custDataLst>
          </p:nvPr>
        </p:nvSpPr>
        <p:spPr>
          <a:xfrm>
            <a:off x="223272" y="-59169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5" name="PA-4-Point Star 504"/>
          <p:cNvSpPr/>
          <p:nvPr>
            <p:custDataLst>
              <p:tags r:id="rId90"/>
            </p:custDataLst>
          </p:nvPr>
        </p:nvSpPr>
        <p:spPr>
          <a:xfrm>
            <a:off x="-1249704" y="569838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PA-4-Point Star 528"/>
          <p:cNvSpPr/>
          <p:nvPr>
            <p:custDataLst>
              <p:tags r:id="rId91"/>
            </p:custDataLst>
          </p:nvPr>
        </p:nvSpPr>
        <p:spPr>
          <a:xfrm rot="13694776">
            <a:off x="4476465" y="243990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PA-4-Point Star 530"/>
          <p:cNvSpPr/>
          <p:nvPr>
            <p:custDataLst>
              <p:tags r:id="rId92"/>
            </p:custDataLst>
          </p:nvPr>
        </p:nvSpPr>
        <p:spPr>
          <a:xfrm>
            <a:off x="3153811" y="-4190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PA-4-Point Star 531"/>
          <p:cNvSpPr/>
          <p:nvPr>
            <p:custDataLst>
              <p:tags r:id="rId93"/>
            </p:custDataLst>
          </p:nvPr>
        </p:nvSpPr>
        <p:spPr>
          <a:xfrm>
            <a:off x="3634035" y="-1953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PA-4-Point Star 532"/>
          <p:cNvSpPr/>
          <p:nvPr>
            <p:custDataLst>
              <p:tags r:id="rId94"/>
            </p:custDataLst>
          </p:nvPr>
        </p:nvSpPr>
        <p:spPr>
          <a:xfrm rot="13694776">
            <a:off x="-966930" y="43511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PA-4-Point Star 533"/>
          <p:cNvSpPr/>
          <p:nvPr>
            <p:custDataLst>
              <p:tags r:id="rId95"/>
            </p:custDataLst>
          </p:nvPr>
        </p:nvSpPr>
        <p:spPr>
          <a:xfrm rot="13694776">
            <a:off x="-808262" y="110370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PA-4-Point Star 534"/>
          <p:cNvSpPr/>
          <p:nvPr>
            <p:custDataLst>
              <p:tags r:id="rId96"/>
            </p:custDataLst>
          </p:nvPr>
        </p:nvSpPr>
        <p:spPr>
          <a:xfrm>
            <a:off x="-651069" y="56062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9" name="PA-4-Point Star 538"/>
          <p:cNvSpPr/>
          <p:nvPr>
            <p:custDataLst>
              <p:tags r:id="rId97"/>
            </p:custDataLst>
          </p:nvPr>
        </p:nvSpPr>
        <p:spPr>
          <a:xfrm>
            <a:off x="328526" y="-6969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" name="PA-4-Point Star 541"/>
          <p:cNvSpPr/>
          <p:nvPr>
            <p:custDataLst>
              <p:tags r:id="rId98"/>
            </p:custDataLst>
          </p:nvPr>
        </p:nvSpPr>
        <p:spPr>
          <a:xfrm>
            <a:off x="2285459" y="5459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3" name="PA-4-Point Star 542"/>
          <p:cNvSpPr/>
          <p:nvPr>
            <p:custDataLst>
              <p:tags r:id="rId99"/>
            </p:custDataLst>
          </p:nvPr>
        </p:nvSpPr>
        <p:spPr>
          <a:xfrm rot="13694776">
            <a:off x="-1196389" y="11892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5" name="PA-4-Point Star 544"/>
          <p:cNvSpPr/>
          <p:nvPr>
            <p:custDataLst>
              <p:tags r:id="rId100"/>
            </p:custDataLst>
          </p:nvPr>
        </p:nvSpPr>
        <p:spPr>
          <a:xfrm>
            <a:off x="3120917" y="-2874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PA-4-Point Star 559"/>
          <p:cNvSpPr/>
          <p:nvPr>
            <p:custDataLst>
              <p:tags r:id="rId101"/>
            </p:custDataLst>
          </p:nvPr>
        </p:nvSpPr>
        <p:spPr>
          <a:xfrm>
            <a:off x="3361858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1" name="PA-4-Point Star 560"/>
          <p:cNvSpPr/>
          <p:nvPr>
            <p:custDataLst>
              <p:tags r:id="rId102"/>
            </p:custDataLst>
          </p:nvPr>
        </p:nvSpPr>
        <p:spPr>
          <a:xfrm>
            <a:off x="2479263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PA-4-Point Star 561"/>
          <p:cNvSpPr/>
          <p:nvPr>
            <p:custDataLst>
              <p:tags r:id="rId103"/>
            </p:custDataLst>
          </p:nvPr>
        </p:nvSpPr>
        <p:spPr>
          <a:xfrm>
            <a:off x="-694732" y="185261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8" name="PA-4-Point Star 567"/>
          <p:cNvSpPr/>
          <p:nvPr>
            <p:custDataLst>
              <p:tags r:id="rId104"/>
            </p:custDataLst>
          </p:nvPr>
        </p:nvSpPr>
        <p:spPr>
          <a:xfrm>
            <a:off x="-993911" y="177903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0" name="PA-4-Point Star 569"/>
          <p:cNvSpPr/>
          <p:nvPr>
            <p:custDataLst>
              <p:tags r:id="rId105"/>
            </p:custDataLst>
          </p:nvPr>
        </p:nvSpPr>
        <p:spPr>
          <a:xfrm>
            <a:off x="-811031" y="2152744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1" name="PA-4-Point Star 570"/>
          <p:cNvSpPr/>
          <p:nvPr>
            <p:custDataLst>
              <p:tags r:id="rId106"/>
            </p:custDataLst>
          </p:nvPr>
        </p:nvSpPr>
        <p:spPr>
          <a:xfrm>
            <a:off x="-842836" y="278089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2" name="PA-4-Point Star 571"/>
          <p:cNvSpPr/>
          <p:nvPr>
            <p:custDataLst>
              <p:tags r:id="rId107"/>
            </p:custDataLst>
          </p:nvPr>
        </p:nvSpPr>
        <p:spPr>
          <a:xfrm>
            <a:off x="-1411295" y="7320855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3" name="PA-4-Point Star 572"/>
          <p:cNvSpPr/>
          <p:nvPr>
            <p:custDataLst>
              <p:tags r:id="rId108"/>
            </p:custDataLst>
          </p:nvPr>
        </p:nvSpPr>
        <p:spPr>
          <a:xfrm>
            <a:off x="4225824" y="740226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7" name="PA-4-Point Star 586"/>
          <p:cNvSpPr/>
          <p:nvPr>
            <p:custDataLst>
              <p:tags r:id="rId109"/>
            </p:custDataLst>
          </p:nvPr>
        </p:nvSpPr>
        <p:spPr>
          <a:xfrm rot="8294776">
            <a:off x="-859688" y="4374360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0" name="PA-4-Point Star 589"/>
          <p:cNvSpPr/>
          <p:nvPr>
            <p:custDataLst>
              <p:tags r:id="rId110"/>
            </p:custDataLst>
          </p:nvPr>
        </p:nvSpPr>
        <p:spPr>
          <a:xfrm rot="8294776">
            <a:off x="12236491" y="8201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1" name="PA-4-Point Star 590"/>
          <p:cNvSpPr/>
          <p:nvPr>
            <p:custDataLst>
              <p:tags r:id="rId111"/>
            </p:custDataLst>
          </p:nvPr>
        </p:nvSpPr>
        <p:spPr>
          <a:xfrm rot="16200000">
            <a:off x="12604980" y="172016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2" name="PA-4-Point Star 591"/>
          <p:cNvSpPr/>
          <p:nvPr>
            <p:custDataLst>
              <p:tags r:id="rId112"/>
            </p:custDataLst>
          </p:nvPr>
        </p:nvSpPr>
        <p:spPr>
          <a:xfrm rot="16200000">
            <a:off x="3004408" y="704445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PA-4-Point Star 595"/>
          <p:cNvSpPr/>
          <p:nvPr>
            <p:custDataLst>
              <p:tags r:id="rId113"/>
            </p:custDataLst>
          </p:nvPr>
        </p:nvSpPr>
        <p:spPr>
          <a:xfrm rot="8294776">
            <a:off x="12236490" y="2495122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7" name="PA-4-Point Star 596"/>
          <p:cNvSpPr/>
          <p:nvPr>
            <p:custDataLst>
              <p:tags r:id="rId114"/>
            </p:custDataLst>
          </p:nvPr>
        </p:nvSpPr>
        <p:spPr>
          <a:xfrm rot="16200000">
            <a:off x="7117397" y="-6436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8" name="PA-4-Point Star 597"/>
          <p:cNvSpPr/>
          <p:nvPr>
            <p:custDataLst>
              <p:tags r:id="rId115"/>
            </p:custDataLst>
          </p:nvPr>
        </p:nvSpPr>
        <p:spPr>
          <a:xfrm rot="16200000">
            <a:off x="5058009" y="-715188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PA-4-Point Star 598"/>
          <p:cNvSpPr/>
          <p:nvPr>
            <p:custDataLst>
              <p:tags r:id="rId116"/>
            </p:custDataLst>
          </p:nvPr>
        </p:nvSpPr>
        <p:spPr>
          <a:xfrm rot="16200000">
            <a:off x="3602920" y="-659529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08571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第八课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372872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 8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201913" y="2576830"/>
            <a:ext cx="9659087" cy="2916646"/>
            <a:chOff x="1893" y="4058"/>
            <a:chExt cx="15211" cy="4593"/>
          </a:xfrm>
        </p:grpSpPr>
        <p:grpSp>
          <p:nvGrpSpPr>
            <p:cNvPr id="14" name="组合 13"/>
            <p:cNvGrpSpPr/>
            <p:nvPr/>
          </p:nvGrpSpPr>
          <p:grpSpPr>
            <a:xfrm>
              <a:off x="1893" y="4058"/>
              <a:ext cx="15211" cy="4593"/>
              <a:chOff x="-96" y="3669"/>
              <a:chExt cx="18916" cy="5713"/>
            </a:xfrm>
          </p:grpSpPr>
          <p:sp>
            <p:nvSpPr>
              <p:cNvPr id="10" name="圆角矩形 9"/>
              <p:cNvSpPr/>
              <p:nvPr/>
            </p:nvSpPr>
            <p:spPr>
              <a:xfrm>
                <a:off x="-96" y="3669"/>
                <a:ext cx="18744" cy="5713"/>
              </a:xfrm>
              <a:prstGeom prst="roundRect">
                <a:avLst/>
              </a:prstGeom>
              <a:solidFill>
                <a:schemeClr val="bg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-96" y="4499"/>
                <a:ext cx="18916" cy="2928"/>
                <a:chOff x="3051" y="4499"/>
                <a:chExt cx="18916" cy="2928"/>
              </a:xfrm>
            </p:grpSpPr>
            <p:grpSp>
              <p:nvGrpSpPr>
                <p:cNvPr id="3" name="组合 2"/>
                <p:cNvGrpSpPr/>
                <p:nvPr/>
              </p:nvGrpSpPr>
              <p:grpSpPr>
                <a:xfrm>
                  <a:off x="3738" y="6525"/>
                  <a:ext cx="17587" cy="902"/>
                  <a:chOff x="5872" y="6525"/>
                  <a:chExt cx="17587" cy="902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5872" y="6525"/>
                    <a:ext cx="3417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Lesson 8</a:t>
                    </a: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11530" y="6525"/>
                    <a:ext cx="11929" cy="500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Three at Dawn and Four at Dusk</a:t>
                    </a:r>
                  </a:p>
                </p:txBody>
              </p:sp>
            </p:grpSp>
            <p:sp>
              <p:nvSpPr>
                <p:cNvPr id="6" name="文本框 7"/>
                <p:cNvSpPr txBox="1"/>
                <p:nvPr/>
              </p:nvSpPr>
              <p:spPr>
                <a:xfrm>
                  <a:off x="3051" y="4499"/>
                  <a:ext cx="18916" cy="2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fontAlgn="auto">
                    <a:lnSpc>
                      <a:spcPts val="90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第</a:t>
                  </a:r>
                  <a:r>
                    <a:rPr kumimoji="0" lang="en-US" altLang="zh-CN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8</a:t>
                  </a: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课</a:t>
                  </a:r>
                  <a:r>
                    <a:rPr kumimoji="0" lang="zh-CN" altLang="en-US" sz="5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“朝三暮四”的古今义</a:t>
                  </a:r>
                </a:p>
              </p:txBody>
            </p:sp>
          </p:grpSp>
        </p:grpSp>
        <p:sp>
          <p:nvSpPr>
            <p:cNvPr id="7" name="矩形 6"/>
            <p:cNvSpPr/>
            <p:nvPr/>
          </p:nvSpPr>
          <p:spPr>
            <a:xfrm>
              <a:off x="2071" y="7368"/>
              <a:ext cx="14751" cy="11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000" b="1" noProof="0" dirty="0">
                  <a:ln>
                    <a:noFill/>
                  </a:ln>
                  <a:solidFill>
                    <a:srgbClr val="9F313C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Part 3</a:t>
              </a:r>
              <a:endParaRPr lang="en-US" sz="4000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10681970" y="5398770"/>
            <a:ext cx="1459230" cy="1459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700"/>
    </mc:Choice>
    <mc:Fallback xmlns="">
      <p:transition spd="slow" advTm="509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repeatCount="indefinite" fill="hold" grpId="0" nodeType="withEffect">
                                  <p:stCondLst>
                                    <p:cond delay="507"/>
                                  </p:stCondLst>
                                  <p:childTnLst>
                                    <p:set>
                                      <p:cBhvr>
                                        <p:cTn id="20" dur="6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5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6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6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8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repeatCount="indefinite" fill="hold" grpId="0" nodeType="withEffect">
                                  <p:stCondLst>
                                    <p:cond delay="244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153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repeatCount="indefinite" fill="hold" grpId="0" nodeType="withEffect">
                                  <p:stCondLst>
                                    <p:cond delay="1334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1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528" repeatCount="indefinite" fill="hold" grpId="0" nodeType="withEffect">
                                  <p:stCondLst>
                                    <p:cond delay="189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142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528" repeatCount="indefinite" fill="hold" grpId="0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232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528" repeatCount="indefinite" fill="hold" grpId="0" nodeType="withEffect">
                                  <p:stCondLst>
                                    <p:cond delay="31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737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528" repeatCount="indefinite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663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528" repeatCount="indefinite" fill="hold" grpId="0" nodeType="withEffect">
                                  <p:stCondLst>
                                    <p:cond delay="1993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24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528" repeatCount="indefinite" fill="hold" grpId="0" nodeType="withEffect">
                                  <p:stCondLst>
                                    <p:cond delay="140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7466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528" repeatCount="indefinite" fill="hold" grpId="0" nodeType="withEffect">
                                  <p:stCondLst>
                                    <p:cond delay="1034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6672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528" repeatCount="indefinite" fill="hold" grpId="0" nodeType="withEffect">
                                  <p:stCondLst>
                                    <p:cond delay="57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637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528" repeatCount="indefinite" fill="hold" grpId="0" nodeType="withEffect">
                                  <p:stCondLst>
                                    <p:cond delay="1978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644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528" repeatCount="indefinite" fill="hold" grpId="0" nodeType="withEffect">
                                  <p:stCondLst>
                                    <p:cond delay="136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172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528" repeatCount="indefinite" fill="hold" grpId="0" nodeType="withEffect">
                                  <p:stCondLst>
                                    <p:cond delay="17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618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528" repeatCount="indefinite" fill="hold" grpId="0" nodeType="withEffect">
                                  <p:stCondLst>
                                    <p:cond delay="1791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546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528" repeatCount="indefinite" fill="hold" grpId="0" nodeType="withEffect">
                                  <p:stCondLst>
                                    <p:cond delay="731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6797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528" repeatCount="indefinite" fill="hold" grpId="0" nodeType="withEffect">
                                  <p:stCondLst>
                                    <p:cond delay="18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7034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528" repeatCount="indefinite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6907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528" repeatCount="indefinite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6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528" repeatCount="indefinite" fill="hold" grpId="0" nodeType="withEffect">
                                  <p:stCondLst>
                                    <p:cond delay="1481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366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repeatCount="indefinite" fill="hold" grpId="0" nodeType="withEffect">
                                  <p:stCondLst>
                                    <p:cond delay="1091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755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repeatCount="indefinite" fill="hold" grpId="0" nodeType="withEffect">
                                  <p:stCondLst>
                                    <p:cond delay="334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746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repeatCount="indefinite" fill="hold" grpId="0" nodeType="withEffect">
                                  <p:stCondLst>
                                    <p:cond delay="1852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254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repeatCount="indefinite" fill="hold" grpId="0" nodeType="withEffect">
                                  <p:stCondLst>
                                    <p:cond delay="657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6642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889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repeatCount="indefinite" fill="hold" grpId="0" nodeType="withEffect">
                                  <p:stCondLst>
                                    <p:cond delay="854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408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repeatCount="indefinite" fill="hold" grpId="0" nodeType="withEffect">
                                  <p:stCondLst>
                                    <p:cond delay="793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173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6982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repeatCount="indefinite" fill="hold" grpId="0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6854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repeatCount="indefinite" fill="hold" grpId="0" nodeType="withEffect">
                                  <p:stCondLst>
                                    <p:cond delay="1449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704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repeatCount="indefinite" fill="hold" grpId="0" nodeType="withEffect">
                                  <p:stCondLst>
                                    <p:cond delay="1214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6173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repeatCount="indefinite" fill="hold" grpId="0" nodeType="withEffect">
                                  <p:stCondLst>
                                    <p:cond delay="1303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6273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6866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969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53" presetClass="entr" presetSubtype="528" repeatCount="indefinite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7002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53" presetClass="entr" presetSubtype="528" repeatCount="indefinite" fill="hold" grpId="0" nodeType="withEffect">
                                  <p:stCondLst>
                                    <p:cond delay="173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737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53" presetClass="entr" presetSubtype="528" repeatCount="indefinite" fill="hold" grpId="0" nodeType="withEffect">
                                  <p:stCondLst>
                                    <p:cond delay="1018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261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53" presetClass="entr" presetSubtype="528" repeatCount="indefinite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6177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53" presetClass="entr" presetSubtype="528" repeatCount="indefinite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5255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534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53" presetClass="entr" presetSubtype="528" repeatCount="indefinite" fill="hold" grpId="0" nodeType="withEffect">
                                  <p:stCondLst>
                                    <p:cond delay="377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6932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53" presetClass="entr" presetSubtype="528" repeatCount="indefinite" fill="hold" grpId="0" nodeType="withEffect">
                                  <p:stCondLst>
                                    <p:cond delay="1461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1" dur="7218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53" presetClass="entr" presetSubtype="528" repeatCount="indefinite" fill="hold" grpId="0" nodeType="withEffect">
                                  <p:stCondLst>
                                    <p:cond delay="1078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6826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53" presetClass="entr" presetSubtype="528" repeatCount="indefinite" fill="hold" grpId="0" nodeType="withEffect">
                                  <p:stCondLst>
                                    <p:cond delay="1447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5322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53" presetClass="entr" presetSubtype="528" repeatCount="indefinite" fill="hold" grpId="0" nodeType="withEffect">
                                  <p:stCondLst>
                                    <p:cond delay="1654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6922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53" presetClass="entr" presetSubtype="528" repeatCount="indefinite" fill="hold" grpId="0" nodeType="withEffect">
                                  <p:stCondLst>
                                    <p:cond delay="487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7039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53" presetClass="entr" presetSubtype="528" repeatCount="indefinite" fill="hold" grpId="0" nodeType="withEffect">
                                  <p:stCondLst>
                                    <p:cond delay="1043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6539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7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53" presetClass="entr" presetSubtype="528" repeatCount="indefinite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5392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4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presetID="53" presetClass="entr" presetSubtype="528" repeatCount="indefinite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5326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1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53" presetClass="entr" presetSubtype="528" repeatCount="indefinite" fill="hold" grpId="0" nodeType="withEffect">
                                  <p:stCondLst>
                                    <p:cond delay="1436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5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7" dur="5561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0" presetID="53" presetClass="entr" presetSubtype="528" repeatCount="indefinite" fill="hold" grpId="0" nodeType="withEffect">
                                  <p:stCondLst>
                                    <p:cond delay="1228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4" dur="6911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53" presetClass="entr" presetSubtype="528" repeatCount="indefinite" fill="hold" grpId="0" nodeType="withEffect">
                                  <p:stCondLst>
                                    <p:cond delay="904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5869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53" presetClass="entr" presetSubtype="528" repeatCount="indefinite" fill="hold" grpId="0" nodeType="withEffect">
                                  <p:stCondLst>
                                    <p:cond delay="603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6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8" dur="6813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9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53" presetClass="entr" presetSubtype="528" repeatCount="indefinite" fill="hold" grpId="0" nodeType="withEffect">
                                  <p:stCondLst>
                                    <p:cond delay="85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3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5" dur="5399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8" presetID="53" presetClass="entr" presetSubtype="528" repeatCount="indefinite" fill="hold" grpId="0" nodeType="withEffect">
                                  <p:stCondLst>
                                    <p:cond delay="1332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2" dur="698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53" presetClass="entr" presetSubtype="528" repeatCount="indefinite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96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53" presetClass="entr" presetSubtype="528" repeatCount="indefinite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6" dur="6406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53" presetClass="entr" presetSubtype="528" repeatCount="indefinite" fill="hold" grpId="0" nodeType="withEffect">
                                  <p:stCondLst>
                                    <p:cond delay="1093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1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6713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6" presetID="53" presetClass="entr" presetSubtype="528" repeatCount="indefinite" fill="hold" grpId="0" nodeType="withEffect">
                                  <p:stCondLst>
                                    <p:cond delay="1754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8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0" dur="6271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53" presetClass="entr" presetSubtype="528" repeatCount="indefinite" fill="hold" grpId="0" nodeType="withEffect">
                                  <p:stCondLst>
                                    <p:cond delay="331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5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7" dur="6081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0" presetID="53" presetClass="entr" presetSubtype="528" repeatCount="indefinite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4" dur="6712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5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53" presetClass="entr" presetSubtype="528" repeatCount="indefinite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9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5135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presetID="53" presetClass="entr" presetSubtype="528" repeatCount="indefinite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6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8" dur="5463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9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1" presetID="53" presetClass="entr" presetSubtype="528" repeatCount="indefinite" fill="hold" grpId="0" nodeType="withEffect">
                                  <p:stCondLst>
                                    <p:cond delay="207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3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5" dur="5327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6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8" presetID="53" presetClass="entr" presetSubtype="528" repeatCount="indefinite" fill="hold" grpId="0" nodeType="withEffect">
                                  <p:stCondLst>
                                    <p:cond delay="852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0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2" dur="5099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5" presetID="53" presetClass="entr" presetSubtype="528" repeatCount="indefinite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7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9" dur="7073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53" presetClass="entr" presetSubtype="528" repeatCount="indefinite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4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6" dur="7201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53" presetClass="entr" presetSubtype="528" repeatCount="indefinite" fill="hold" grpId="0" nodeType="withEffect">
                                  <p:stCondLst>
                                    <p:cond delay="157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1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7468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4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5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6" presetID="53" presetClass="entr" presetSubtype="528" repeatCount="indefinite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0" dur="7485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1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2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3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6432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8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9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0" presetID="53" presetClass="entr" presetSubtype="528" repeatCount="indefinite" fill="hold" grpId="0" nodeType="withEffect">
                                  <p:stCondLst>
                                    <p:cond delay="736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2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4" dur="5423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5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7" presetID="53" presetClass="entr" presetSubtype="528" repeatCount="indefinite" fill="hold" grpId="0" nodeType="withEffect">
                                  <p:stCondLst>
                                    <p:cond delay="482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5102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2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4" presetID="53" presetClass="entr" presetSubtype="528" repeatCount="indefinite" fill="hold" grpId="0" nodeType="withEffect">
                                  <p:stCondLst>
                                    <p:cond delay="399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6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8" dur="5819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9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0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1" presetID="53" presetClass="entr" presetSubtype="528" repeatCount="indefinite" fill="hold" grpId="0" nodeType="withEffect">
                                  <p:stCondLst>
                                    <p:cond delay="1338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3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5" dur="6554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6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8" presetID="53" presetClass="entr" presetSubtype="528" repeatCount="indefinite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0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1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2" dur="5853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53" presetClass="entr" presetSubtype="528" repeatCount="indefinite" fill="hold" grpId="0" nodeType="withEffect">
                                  <p:stCondLst>
                                    <p:cond delay="1555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7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9" dur="5653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0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1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2" presetID="53" presetClass="entr" presetSubtype="528" repeatCount="indefinite" fill="hold" grpId="0" nodeType="withEffect">
                                  <p:stCondLst>
                                    <p:cond delay="1065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4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6" dur="7301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7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9" presetID="53" presetClass="entr" presetSubtype="528" repeatCount="indefinite" fill="hold" grpId="0" nodeType="withEffect">
                                  <p:stCondLst>
                                    <p:cond delay="1298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1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2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3" dur="7173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4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6" presetID="53" presetClass="entr" presetSubtype="528" repeatCount="indefinite" fill="hold" grpId="0" nodeType="withEffect">
                                  <p:stCondLst>
                                    <p:cond delay="1367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8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0" dur="6011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1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2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3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5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7" dur="5785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8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0" presetID="53" presetClass="entr" presetSubtype="528" repeatCount="indefinite" fill="hold" grpId="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2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4" dur="6234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5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7" presetID="53" presetClass="entr" presetSubtype="528" repeatCount="indefinite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9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0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1" dur="7063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2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4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6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8" dur="5494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9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1" presetID="53" presetClass="entr" presetSubtype="528" repeatCount="indefinite" fill="hold" grpId="0" nodeType="withEffect">
                                  <p:stCondLst>
                                    <p:cond delay="1769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3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4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5" dur="7135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6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7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8" presetID="53" presetClass="entr" presetSubtype="528" repeatCount="indefinite" fill="hold" grpId="0" nodeType="withEffect">
                                  <p:stCondLst>
                                    <p:cond delay="552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0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2" dur="7132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3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53" presetClass="entr" presetSubtype="528" repeatCount="indefinite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41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0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2" presetID="53" presetClass="entr" presetSubtype="528" repeatCount="indefinite" fill="hold" grpId="0" nodeType="withEffect">
                                  <p:stCondLst>
                                    <p:cond delay="1934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4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5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6" dur="6965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7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8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9" presetID="53" presetClass="entr" presetSubtype="528" repeatCount="indefinite" fill="hold" grpId="0" nodeType="withEffect">
                                  <p:stCondLst>
                                    <p:cond delay="775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1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2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3" dur="5313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4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5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6" presetID="53" presetClass="entr" presetSubtype="528" repeatCount="indefinite" fill="hold" grpId="0" nodeType="withEffect">
                                  <p:stCondLst>
                                    <p:cond delay="178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8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9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0" dur="563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1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2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3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5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6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7" dur="5437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8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9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0" presetID="53" presetClass="entr" presetSubtype="528" repeatCount="indefinite" fill="hold" grpId="0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2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3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4" dur="566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5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6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7" presetID="53" presetClass="entr" presetSubtype="528" repeatCount="indefinite" fill="hold" grpId="0" nodeType="withEffect">
                                  <p:stCondLst>
                                    <p:cond delay="1747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9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0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1" dur="6723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2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4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6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7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8" dur="5888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9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0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1" presetID="53" presetClass="entr" presetSubtype="528" repeatCount="indefinite" fill="hold" grpId="0" nodeType="withEffect">
                                  <p:stCondLst>
                                    <p:cond delay="809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3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5" dur="5356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6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7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8" presetID="53" presetClass="entr" presetSubtype="528" repeatCount="indefinite" fill="hold" grpId="0" nodeType="withEffect">
                                  <p:stCondLst>
                                    <p:cond delay="351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0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1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2" dur="7274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3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5" presetID="53" presetClass="entr" presetSubtype="528" repeatCount="indefinite" fill="hold" grpId="0" nodeType="withEffect">
                                  <p:stCondLst>
                                    <p:cond delay="1594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7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8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9" dur="5069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0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1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2" presetID="53" presetClass="entr" presetSubtype="528" repeatCount="indefinite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4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5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6" dur="5443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7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8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9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1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2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3" dur="6959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4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5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6" presetID="53" presetClass="entr" presetSubtype="528" repeatCount="indefinite" fill="hold" grpId="0" nodeType="withEffect">
                                  <p:stCondLst>
                                    <p:cond delay="1388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861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1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2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3" presetID="53" presetClass="entr" presetSubtype="528" repeatCount="indefinite" fill="hold" grpId="0" nodeType="withEffect">
                                  <p:stCondLst>
                                    <p:cond delay="278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5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6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7" dur="5961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53" presetClass="entr" presetSubtype="528" repeatCount="indefinite" fill="hold" grpId="0" nodeType="withEffect">
                                  <p:stCondLst>
                                    <p:cond delay="954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2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3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4" dur="5261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5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6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7" presetID="53" presetClass="entr" presetSubtype="528" repeatCount="indefinite" fill="hold" grpId="0" nodeType="withEffect">
                                  <p:stCondLst>
                                    <p:cond delay="494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9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0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1" dur="6404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2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3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4" presetID="53" presetClass="entr" presetSubtype="528" repeatCount="indefinite" fill="hold" grpId="0" nodeType="withEffect">
                                  <p:stCondLst>
                                    <p:cond delay="1901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6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7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8" dur="6419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9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0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1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3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4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5" dur="7266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6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8" presetID="53" presetClass="entr" presetSubtype="528" repeatCount="indefinite" fill="hold" grpId="0" nodeType="withEffect">
                                  <p:stCondLst>
                                    <p:cond delay="961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0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2" dur="6578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3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4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5" presetID="53" presetClass="entr" presetSubtype="528" repeatCount="indefinite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7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8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9" dur="5112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0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1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2" presetID="53" presetClass="entr" presetSubtype="528" repeatCount="indefinite" fill="hold" grpId="0" nodeType="withEffect">
                                  <p:stCondLst>
                                    <p:cond delay="1664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4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5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6" dur="5239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7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8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9" presetID="53" presetClass="entr" presetSubtype="528" repeatCount="indefinite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1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2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3" dur="5535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4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5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6" presetID="53" presetClass="entr" presetSubtype="528" repeatCount="indefinite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8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9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0" dur="5003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1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2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3" presetID="53" presetClass="entr" presetSubtype="528" repeatCount="indefinite" fill="hold" grpId="0" nodeType="withEffect">
                                  <p:stCondLst>
                                    <p:cond delay="1048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5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6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7" dur="5033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8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9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0" presetID="53" presetClass="entr" presetSubtype="528" repeatCount="indefinite" fill="hold" grpId="0" nodeType="withEffect">
                                  <p:stCondLst>
                                    <p:cond delay="1359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2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3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4" dur="6787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5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6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7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25 0.0564815 L -0.000833333 -0.258611 " pathEditMode="relative" rAng="0" ptsTypes="">
                                      <p:cBhvr>
                                        <p:cTn id="824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  <p:bldP spid="36" grpId="0" bldLvl="0" animBg="1"/>
      <p:bldP spid="37" grpId="0" bldLvl="0" animBg="1"/>
      <p:bldP spid="78" grpId="0" bldLvl="0" animBg="1"/>
      <p:bldP spid="97" grpId="0" bldLvl="0" animBg="1"/>
      <p:bldP spid="98" grpId="0" bldLvl="0" animBg="1"/>
      <p:bldP spid="109" grpId="0" bldLvl="0" animBg="1"/>
      <p:bldP spid="134" grpId="0" bldLvl="0" animBg="1"/>
      <p:bldP spid="135" grpId="0" bldLvl="0" animBg="1"/>
      <p:bldP spid="136" grpId="0" bldLvl="0" animBg="1"/>
      <p:bldP spid="137" grpId="0" bldLvl="0" animBg="1"/>
      <p:bldP spid="139" grpId="0" bldLvl="0" animBg="1"/>
      <p:bldP spid="140" grpId="0" bldLvl="0" animBg="1"/>
      <p:bldP spid="141" grpId="0" bldLvl="0" animBg="1"/>
      <p:bldP spid="142" grpId="0" bldLvl="0" animBg="1"/>
      <p:bldP spid="154" grpId="0" bldLvl="0" animBg="1"/>
      <p:bldP spid="155" grpId="0" bldLvl="0" animBg="1"/>
      <p:bldP spid="156" grpId="0" bldLvl="0" animBg="1"/>
      <p:bldP spid="226" grpId="0" bldLvl="0" animBg="1"/>
      <p:bldP spid="237" grpId="0" bldLvl="0" animBg="1"/>
      <p:bldP spid="238" grpId="0" bldLvl="0" animBg="1"/>
      <p:bldP spid="239" grpId="0" bldLvl="0" animBg="1"/>
      <p:bldP spid="240" grpId="0" bldLvl="0" animBg="1"/>
      <p:bldP spid="242" grpId="0" bldLvl="0" animBg="1"/>
      <p:bldP spid="243" grpId="0" bldLvl="0" animBg="1"/>
      <p:bldP spid="244" grpId="0" bldLvl="0" animBg="1"/>
      <p:bldP spid="245" grpId="0" bldLvl="0" animBg="1"/>
      <p:bldP spid="246" grpId="0" bldLvl="0" animBg="1"/>
      <p:bldP spid="247" grpId="0" bldLvl="0" animBg="1"/>
      <p:bldP spid="248" grpId="0" bldLvl="0" animBg="1"/>
      <p:bldP spid="252" grpId="0" bldLvl="0" animBg="1"/>
      <p:bldP spid="257" grpId="0" bldLvl="0" animBg="1"/>
      <p:bldP spid="262" grpId="0" bldLvl="0" animBg="1"/>
      <p:bldP spid="265" grpId="0" bldLvl="0" animBg="1"/>
      <p:bldP spid="266" grpId="0" bldLvl="0" animBg="1"/>
      <p:bldP spid="267" grpId="0" bldLvl="0" animBg="1"/>
      <p:bldP spid="268" grpId="0" bldLvl="0" animBg="1"/>
      <p:bldP spid="269" grpId="0" bldLvl="0" animBg="1"/>
      <p:bldP spid="384" grpId="0" bldLvl="0" animBg="1"/>
      <p:bldP spid="388" grpId="0" bldLvl="0" animBg="1"/>
      <p:bldP spid="392" grpId="0" bldLvl="0" animBg="1"/>
      <p:bldP spid="397" grpId="0" bldLvl="0" animBg="1"/>
      <p:bldP spid="402" grpId="0" bldLvl="0" animBg="1"/>
      <p:bldP spid="403" grpId="0" bldLvl="0" animBg="1"/>
      <p:bldP spid="404" grpId="0" bldLvl="0" animBg="1"/>
      <p:bldP spid="405" grpId="0" bldLvl="0" animBg="1"/>
      <p:bldP spid="406" grpId="0" bldLvl="0" animBg="1"/>
      <p:bldP spid="408" grpId="0" bldLvl="0" animBg="1"/>
      <p:bldP spid="409" grpId="0" bldLvl="0" animBg="1"/>
      <p:bldP spid="412" grpId="0" bldLvl="0" animBg="1"/>
      <p:bldP spid="413" grpId="0" bldLvl="0" animBg="1"/>
      <p:bldP spid="415" grpId="0" bldLvl="0" animBg="1"/>
      <p:bldP spid="416" grpId="0" bldLvl="0" animBg="1"/>
      <p:bldP spid="417" grpId="0" bldLvl="0" animBg="1"/>
      <p:bldP spid="418" grpId="0" bldLvl="0" animBg="1"/>
      <p:bldP spid="423" grpId="0" bldLvl="0" animBg="1"/>
      <p:bldP spid="426" grpId="0" bldLvl="0" animBg="1"/>
      <p:bldP spid="427" grpId="0" bldLvl="0" animBg="1"/>
      <p:bldP spid="428" grpId="0" bldLvl="0" animBg="1"/>
      <p:bldP spid="429" grpId="0" bldLvl="0" animBg="1"/>
      <p:bldP spid="430" grpId="0" bldLvl="0" animBg="1"/>
      <p:bldP spid="431" grpId="0" bldLvl="0" animBg="1"/>
      <p:bldP spid="432" grpId="0" bldLvl="0" animBg="1"/>
      <p:bldP spid="433" grpId="0" bldLvl="0" animBg="1"/>
      <p:bldP spid="434" grpId="0" bldLvl="0" animBg="1"/>
      <p:bldP spid="435" grpId="0" bldLvl="0" animBg="1"/>
      <p:bldP spid="436" grpId="0" bldLvl="0" animBg="1"/>
      <p:bldP spid="437" grpId="0" bldLvl="0" animBg="1"/>
      <p:bldP spid="438" grpId="0" bldLvl="0" animBg="1"/>
      <p:bldP spid="439" grpId="0" bldLvl="0" animBg="1"/>
      <p:bldP spid="440" grpId="0" bldLvl="0" animBg="1"/>
      <p:bldP spid="441" grpId="0" bldLvl="0" animBg="1"/>
      <p:bldP spid="457" grpId="0" bldLvl="0" animBg="1"/>
      <p:bldP spid="463" grpId="0" bldLvl="0" animBg="1"/>
      <p:bldP spid="465" grpId="0" bldLvl="0" animBg="1"/>
      <p:bldP spid="466" grpId="0" bldLvl="0" animBg="1"/>
      <p:bldP spid="468" grpId="0" bldLvl="0" animBg="1"/>
      <p:bldP spid="469" grpId="0" bldLvl="0" animBg="1"/>
      <p:bldP spid="470" grpId="0" bldLvl="0" animBg="1"/>
      <p:bldP spid="472" grpId="0" bldLvl="0" animBg="1"/>
      <p:bldP spid="473" grpId="0" bldLvl="0" animBg="1"/>
      <p:bldP spid="474" grpId="0" bldLvl="0" animBg="1"/>
      <p:bldP spid="481" grpId="0" bldLvl="0" animBg="1"/>
      <p:bldP spid="482" grpId="0" bldLvl="0" animBg="1"/>
      <p:bldP spid="483" grpId="0" bldLvl="0" animBg="1"/>
      <p:bldP spid="502" grpId="0" bldLvl="0" animBg="1"/>
      <p:bldP spid="503" grpId="0" bldLvl="0" animBg="1"/>
      <p:bldP spid="504" grpId="0" bldLvl="0" animBg="1"/>
      <p:bldP spid="505" grpId="0" bldLvl="0" animBg="1"/>
      <p:bldP spid="529" grpId="0" bldLvl="0" animBg="1"/>
      <p:bldP spid="531" grpId="0" bldLvl="0" animBg="1"/>
      <p:bldP spid="532" grpId="0" bldLvl="0" animBg="1"/>
      <p:bldP spid="533" grpId="0" bldLvl="0" animBg="1"/>
      <p:bldP spid="534" grpId="0" bldLvl="0" animBg="1"/>
      <p:bldP spid="535" grpId="0" bldLvl="0" animBg="1"/>
      <p:bldP spid="539" grpId="0" bldLvl="0" animBg="1"/>
      <p:bldP spid="542" grpId="0" bldLvl="0" animBg="1"/>
      <p:bldP spid="543" grpId="0" bldLvl="0" animBg="1"/>
      <p:bldP spid="545" grpId="0" bldLvl="0" animBg="1"/>
      <p:bldP spid="560" grpId="0" bldLvl="0" animBg="1"/>
      <p:bldP spid="561" grpId="0" bldLvl="0" animBg="1"/>
      <p:bldP spid="562" grpId="0" bldLvl="0" animBg="1"/>
      <p:bldP spid="568" grpId="0" bldLvl="0" animBg="1"/>
      <p:bldP spid="570" grpId="0" bldLvl="0" animBg="1"/>
      <p:bldP spid="571" grpId="0" bldLvl="0" animBg="1"/>
      <p:bldP spid="572" grpId="0" bldLvl="0" animBg="1"/>
      <p:bldP spid="573" grpId="0" bldLvl="0" animBg="1"/>
      <p:bldP spid="587" grpId="0" bldLvl="0" animBg="1"/>
      <p:bldP spid="590" grpId="0" bldLvl="0" animBg="1"/>
      <p:bldP spid="591" grpId="0" bldLvl="0" animBg="1"/>
      <p:bldP spid="592" grpId="0" bldLvl="0" animBg="1"/>
      <p:bldP spid="596" grpId="0" bldLvl="0" animBg="1"/>
      <p:bldP spid="597" grpId="0" bldLvl="0" animBg="1"/>
      <p:bldP spid="598" grpId="0" bldLvl="0" animBg="1"/>
      <p:bldP spid="599" grpId="0" bldLvl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手拿遥控器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997950" y="3854450"/>
            <a:ext cx="3194050" cy="3003550"/>
          </a:xfrm>
          <a:prstGeom prst="rect">
            <a:avLst/>
          </a:prstGeom>
        </p:spPr>
      </p:pic>
      <p:grpSp>
        <p:nvGrpSpPr>
          <p:cNvPr id="55" name="组合 54"/>
          <p:cNvGrpSpPr/>
          <p:nvPr/>
        </p:nvGrpSpPr>
        <p:grpSpPr>
          <a:xfrm>
            <a:off x="676910" y="946785"/>
            <a:ext cx="7586980" cy="5412105"/>
            <a:chOff x="1066" y="1491"/>
            <a:chExt cx="11948" cy="8523"/>
          </a:xfrm>
        </p:grpSpPr>
        <p:grpSp>
          <p:nvGrpSpPr>
            <p:cNvPr id="2" name="组合 1"/>
            <p:cNvGrpSpPr/>
            <p:nvPr/>
          </p:nvGrpSpPr>
          <p:grpSpPr>
            <a:xfrm>
              <a:off x="1066" y="1491"/>
              <a:ext cx="11948" cy="8523"/>
              <a:chOff x="1066" y="1491"/>
              <a:chExt cx="11948" cy="8523"/>
            </a:xfrm>
          </p:grpSpPr>
          <p:pic>
            <p:nvPicPr>
              <p:cNvPr id="3" name="图片 2" descr="电视机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6" y="1491"/>
                <a:ext cx="11948" cy="8523"/>
              </a:xfrm>
              <a:prstGeom prst="rect">
                <a:avLst/>
              </a:prstGeom>
            </p:spPr>
          </p:pic>
          <p:sp>
            <p:nvSpPr>
              <p:cNvPr id="9" name="矩形 8"/>
              <p:cNvSpPr/>
              <p:nvPr/>
            </p:nvSpPr>
            <p:spPr>
              <a:xfrm>
                <a:off x="5675" y="8209"/>
                <a:ext cx="2939" cy="1013"/>
              </a:xfrm>
              <a:prstGeom prst="rect">
                <a:avLst/>
              </a:prstGeom>
              <a:solidFill>
                <a:srgbClr val="FD431C"/>
              </a:solidFill>
              <a:ln>
                <a:solidFill>
                  <a:srgbClr val="FD43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54" name="图片 53" descr="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83" y="8073"/>
              <a:ext cx="1661" cy="1661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/>
        </p:nvGrpSpPr>
        <p:grpSpPr>
          <a:xfrm>
            <a:off x="7430718" y="-493395"/>
            <a:ext cx="4806699" cy="2945130"/>
            <a:chOff x="9056" y="6028"/>
            <a:chExt cx="6741" cy="4638"/>
          </a:xfrm>
        </p:grpSpPr>
        <p:pic>
          <p:nvPicPr>
            <p:cNvPr id="11" name="图片 10" descr="0f19f38c4d898577ade8f7c1d044040e (1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300000">
              <a:off x="9317" y="6028"/>
              <a:ext cx="6480" cy="4638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9056" y="8460"/>
              <a:ext cx="6716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300480" eaLnBrk="1"/>
              <a:r>
                <a:rPr lang="zh-CN" altLang="en-US" sz="2000" b="1" dirty="0">
                  <a:latin typeface="华文细黑" panose="02010600040101010101" pitchFamily="2" charset="-122"/>
                  <a:ea typeface="华文细黑" panose="02010600040101010101" pitchFamily="2" charset="-122"/>
                  <a:cs typeface="宋体" panose="02010600030101010101" pitchFamily="2" charset="-122"/>
                  <a:sym typeface="Calibri" panose="020F0502020204030204" charset="0"/>
                </a:rPr>
                <a:t>在你的国家有没有什么故事</a:t>
              </a:r>
            </a:p>
            <a:p>
              <a:pPr algn="ctr" defTabSz="1300480" eaLnBrk="1"/>
              <a:r>
                <a:rPr lang="zh-CN" altLang="en-US" sz="2000" b="1" dirty="0">
                  <a:latin typeface="华文细黑" panose="02010600040101010101" pitchFamily="2" charset="-122"/>
                  <a:ea typeface="华文细黑" panose="02010600040101010101" pitchFamily="2" charset="-122"/>
                  <a:cs typeface="宋体" panose="02010600030101010101" pitchFamily="2" charset="-122"/>
                  <a:sym typeface="Calibri" panose="020F0502020204030204" charset="0"/>
                </a:rPr>
                <a:t>和动物有关？</a:t>
              </a:r>
            </a:p>
          </p:txBody>
        </p:sp>
      </p:grpSp>
      <p:sp>
        <p:nvSpPr>
          <p:cNvPr id="4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热身</a:t>
            </a:r>
          </a:p>
        </p:txBody>
      </p:sp>
      <p:sp>
        <p:nvSpPr>
          <p:cNvPr id="6" name="文本框 7"/>
          <p:cNvSpPr txBox="1"/>
          <p:nvPr/>
        </p:nvSpPr>
        <p:spPr>
          <a:xfrm>
            <a:off x="237490" y="702310"/>
            <a:ext cx="11772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Warm-up</a:t>
            </a:r>
          </a:p>
        </p:txBody>
      </p:sp>
      <p:pic>
        <p:nvPicPr>
          <p:cNvPr id="29701" name="Picture 6" descr="pasted-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3025" y="1976755"/>
            <a:ext cx="5574030" cy="3129915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5\朝三暮四.jpg朝三暮四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668770" y="1720850"/>
            <a:ext cx="3186430" cy="339915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1877057" y="1839293"/>
            <a:ext cx="425196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朝三暮四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877057" y="1157303"/>
            <a:ext cx="405892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zhāo</a:t>
            </a:r>
            <a:r>
              <a:rPr lang="en-US"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sān mù</a:t>
            </a:r>
            <a:r>
              <a:rPr lang="en-US"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sì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132965" y="3736340"/>
            <a:ext cx="354711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小猴子</a:t>
            </a:r>
            <a:r>
              <a:rPr lang="zh-CN" altLang="en-US">
                <a:solidFill>
                  <a:srgbClr val="FF0000"/>
                </a:solidFill>
              </a:rPr>
              <a:t>朝三暮四</a:t>
            </a:r>
            <a:r>
              <a:rPr lang="en-US" altLang="zh-CN"/>
              <a:t>，</a:t>
            </a:r>
            <a:r>
              <a:rPr lang="zh-CN" altLang="en-US"/>
              <a:t>吃了西瓜还想吃桃子和苹果</a:t>
            </a:r>
            <a:r>
              <a:rPr lang="en-US" altLang="zh-CN"/>
              <a:t>。</a:t>
            </a:r>
          </a:p>
          <a:p>
            <a:endParaRPr lang="en-US" altLang="zh-CN"/>
          </a:p>
          <a:p>
            <a:r>
              <a:rPr lang="zh-CN" altLang="en-US"/>
              <a:t>感情中</a:t>
            </a:r>
            <a:r>
              <a:rPr lang="zh-CN" altLang="en-US">
                <a:solidFill>
                  <a:srgbClr val="FF0000"/>
                </a:solidFill>
              </a:rPr>
              <a:t>朝三暮四</a:t>
            </a:r>
            <a:r>
              <a:rPr lang="zh-CN" altLang="en-US"/>
              <a:t>的人，最终会失去信任。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012315" y="312261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algn="l"/>
            <a:r>
              <a:rPr lang="zh-CN" altLang="en-US" sz="1600" b="0" i="0">
                <a:solidFill>
                  <a:srgbClr val="404040"/>
                </a:solidFill>
                <a:latin typeface="DeepSeek-CJK-patch"/>
                <a:ea typeface="DeepSeek-CJK-patch"/>
              </a:rPr>
              <a:t>形容人感情</a:t>
            </a:r>
            <a:r>
              <a:rPr lang="zh-CN" altLang="en-US" sz="1600" i="0">
                <a:solidFill>
                  <a:srgbClr val="404040"/>
                </a:solidFill>
                <a:latin typeface="DeepSeek-CJK-patch"/>
                <a:ea typeface="DeepSeek-CJK-patch"/>
              </a:rPr>
              <a:t>、态度或行为多变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5\哲学家.jpg哲学家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259070" y="1710690"/>
            <a:ext cx="2658110" cy="339915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1585592" y="1839293"/>
            <a:ext cx="323469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哲学家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885312" y="1157303"/>
            <a:ext cx="270256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zhéxuéjiā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734820" y="2964180"/>
            <a:ext cx="30949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zh-CN" sz="2000" dirty="0">
                <a:solidFill>
                  <a:srgbClr val="2A2A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n. philosopher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13255" y="3931920"/>
            <a:ext cx="33458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哲学家</a:t>
            </a:r>
            <a:r>
              <a:rPr lang="zh-CN" altLang="en-US"/>
              <a:t>们总是思考生命的意义</a:t>
            </a:r>
            <a:r>
              <a:rPr lang="en-US" altLang="zh-CN"/>
              <a:t>。</a:t>
            </a:r>
          </a:p>
          <a:p>
            <a:endParaRPr lang="en-US" altLang="zh-CN"/>
          </a:p>
          <a:p>
            <a:r>
              <a:rPr lang="zh-CN" altLang="en-US">
                <a:solidFill>
                  <a:srgbClr val="FF0000"/>
                </a:solidFill>
              </a:rPr>
              <a:t>哲学家</a:t>
            </a:r>
            <a:r>
              <a:rPr lang="zh-CN" altLang="en-US"/>
              <a:t>们充满智慧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9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5\寓言故事.jpg寓言故事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68925" y="2022475"/>
            <a:ext cx="4564380" cy="300736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1742437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寓言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885312" y="1157303"/>
            <a:ext cx="198437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yù</a:t>
            </a:r>
            <a:r>
              <a:rPr lang="en-US"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yán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379220" y="2964180"/>
            <a:ext cx="30949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zh-CN" sz="2000" dirty="0">
                <a:solidFill>
                  <a:srgbClr val="2A2A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n. fable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885315" y="3700780"/>
            <a:ext cx="3200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寓言</a:t>
            </a:r>
            <a:r>
              <a:rPr lang="zh-CN" altLang="en-US"/>
              <a:t>是指用比喻性的故事来讲道理，给人启示的文学体裁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9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5\橡子.jpg橡子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779010" y="1925955"/>
            <a:ext cx="3700780" cy="300736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1824987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橡子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885312" y="1157303"/>
            <a:ext cx="215011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xiàng</a:t>
            </a:r>
            <a:r>
              <a:rPr lang="en-US"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zi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379220" y="2964180"/>
            <a:ext cx="30949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zh-CN" sz="2000" dirty="0">
                <a:solidFill>
                  <a:srgbClr val="2A2A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n. acorn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9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5\果实.jpg果实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45773" y="1910715"/>
            <a:ext cx="3636645" cy="300736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1824987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果实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885312" y="1157303"/>
            <a:ext cx="207327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guǒ</a:t>
            </a:r>
            <a:r>
              <a:rPr lang="en-US"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shí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379220" y="2964180"/>
            <a:ext cx="30949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zh-CN" sz="2000" dirty="0">
                <a:solidFill>
                  <a:srgbClr val="2A2A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n. fruit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9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5\馒头.jpg馒头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655820" y="1971675"/>
            <a:ext cx="3960495" cy="284670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01485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馒头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885312" y="1157303"/>
            <a:ext cx="246380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mán</a:t>
            </a:r>
            <a:r>
              <a:rPr lang="en-US"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 </a:t>
            </a:r>
            <a:r>
              <a:rPr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tou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592580" y="2964180"/>
            <a:ext cx="30949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zh-CN" sz="2000" dirty="0">
                <a:solidFill>
                  <a:srgbClr val="2A2A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n. steamed bun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391410" y="3849370"/>
            <a:ext cx="171640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中国北方人喜欢吃</a:t>
            </a:r>
            <a:r>
              <a:rPr lang="zh-CN" altLang="en-US" sz="2000">
                <a:solidFill>
                  <a:srgbClr val="FF0000"/>
                </a:solidFill>
              </a:rPr>
              <a:t>馒头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9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Chris Chan\Desktop\新建文件夹\鱼仔课件\2022.09.20-22课件8-9\图片\生词5\哈.jpg哈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6F6F6">
                  <a:alpha val="100000"/>
                </a:srgbClr>
              </a:clrFrom>
              <a:clrTo>
                <a:srgbClr val="F6F6F6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655820" y="2018348"/>
            <a:ext cx="3960495" cy="275336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535552" y="1839293"/>
            <a:ext cx="120015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哈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678427" y="1157303"/>
            <a:ext cx="90551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sz="4400" dirty="0">
                <a:solidFill>
                  <a:srgbClr val="2A2A2B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hā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592580" y="2964180"/>
            <a:ext cx="309499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/>
            <a:r>
              <a:rPr lang="zh-CN" altLang="zh-CN" sz="2000" dirty="0">
                <a:solidFill>
                  <a:srgbClr val="2A2A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onom./int. sound of laughter indicating</a:t>
            </a:r>
          </a:p>
          <a:p>
            <a:pPr algn="ctr" eaLnBrk="1"/>
            <a:r>
              <a:rPr lang="zh-CN" altLang="zh-CN" sz="2000" dirty="0">
                <a:solidFill>
                  <a:srgbClr val="2A2A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complacency or satisfaction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9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C:\Users\Chris Chan\Desktop\猴子.jpg猴子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35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7" name="卡通人像" descr="D:\大敏\C盘东西\小红书\对外汉语战略搞钱计划\教学素材\图片素材\我压缩.png我压缩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116830" y="601869"/>
            <a:ext cx="1958340" cy="1958451"/>
          </a:xfrm>
          <a:custGeom>
            <a:avLst/>
            <a:gdLst>
              <a:gd name="connsiteX0" fmla="*/ 2019868 w 4039736"/>
              <a:gd name="connsiteY0" fmla="*/ 0 h 4039736"/>
              <a:gd name="connsiteX1" fmla="*/ 4039736 w 4039736"/>
              <a:gd name="connsiteY1" fmla="*/ 2019868 h 4039736"/>
              <a:gd name="connsiteX2" fmla="*/ 2019868 w 4039736"/>
              <a:gd name="connsiteY2" fmla="*/ 4039736 h 4039736"/>
              <a:gd name="connsiteX3" fmla="*/ 0 w 4039736"/>
              <a:gd name="connsiteY3" fmla="*/ 2019868 h 4039736"/>
              <a:gd name="connsiteX4" fmla="*/ 2019868 w 4039736"/>
              <a:gd name="connsiteY4" fmla="*/ 0 h 4039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9736" h="4039736">
                <a:moveTo>
                  <a:pt x="2019868" y="0"/>
                </a:moveTo>
                <a:cubicBezTo>
                  <a:pt x="3135410" y="0"/>
                  <a:pt x="4039736" y="904326"/>
                  <a:pt x="4039736" y="2019868"/>
                </a:cubicBezTo>
                <a:cubicBezTo>
                  <a:pt x="4039736" y="3135410"/>
                  <a:pt x="3135410" y="4039736"/>
                  <a:pt x="2019868" y="4039736"/>
                </a:cubicBezTo>
                <a:cubicBezTo>
                  <a:pt x="904326" y="4039736"/>
                  <a:pt x="0" y="3135410"/>
                  <a:pt x="0" y="2019868"/>
                </a:cubicBezTo>
                <a:cubicBezTo>
                  <a:pt x="0" y="904326"/>
                  <a:pt x="904326" y="0"/>
                  <a:pt x="2019868" y="0"/>
                </a:cubicBezTo>
                <a:close/>
              </a:path>
            </a:pathLst>
          </a:custGeom>
          <a:ln cap="rnd">
            <a:solidFill>
              <a:srgbClr val="E2AEAB"/>
            </a:solidFill>
          </a:ln>
          <a:effectLst>
            <a:glow rad="152400">
              <a:srgbClr val="FEADBB">
                <a:alpha val="40000"/>
              </a:srgbClr>
            </a:glow>
          </a:effectLst>
        </p:spPr>
      </p:pic>
      <p:sp>
        <p:nvSpPr>
          <p:cNvPr id="14" name="文本框 13"/>
          <p:cNvSpPr txBox="1"/>
          <p:nvPr/>
        </p:nvSpPr>
        <p:spPr>
          <a:xfrm>
            <a:off x="1027430" y="2948305"/>
            <a:ext cx="11164570" cy="27584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algn="l" fontAlgn="auto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成语有哪些特点？</a:t>
            </a:r>
          </a:p>
          <a:p>
            <a:pPr marL="457200" indent="-457200" algn="l" fontAlgn="auto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老人和猴子们相处得怎么样？</a:t>
            </a:r>
          </a:p>
          <a:p>
            <a:pPr marL="457200" indent="-457200" algn="l" fontAlgn="auto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老人发现了什么问题？</a:t>
            </a:r>
          </a:p>
          <a:p>
            <a:pPr marL="457200" indent="-457200" algn="l" fontAlgn="auto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他想了什么办法解决？</a:t>
            </a:r>
          </a:p>
          <a:p>
            <a:pPr marL="457200" indent="-457200" algn="l" fontAlgn="auto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猴子的反应怎么样？</a:t>
            </a:r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</a:p>
        </p:txBody>
      </p:sp>
      <p:pic>
        <p:nvPicPr>
          <p:cNvPr id="3" name="08-1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54405" y="1699895"/>
            <a:ext cx="1294130" cy="1247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7" fill="hold" display="1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22" dur="20856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C:\Users\Chris Chan\Desktop\猴子.jpg猴子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65100" y="1501775"/>
            <a:ext cx="11882755" cy="50927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>
              <a:lnSpc>
                <a:spcPct val="150000"/>
              </a:lnSpc>
            </a:pPr>
            <a:r>
              <a:rPr lang="en-US" altLang="zh-CN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  </a:t>
            </a:r>
            <a:r>
              <a:rPr lang="zh-CN" altLang="en-US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成语是汉语中非常有特点的一部分词汇。成语有固定的结构，不能随便更改；意义是整体性的，不是每个字意思的简单相加，而是综合起来表达一个完整的意思。</a:t>
            </a:r>
          </a:p>
          <a:p>
            <a:pPr eaLnBrk="1">
              <a:lnSpc>
                <a:spcPct val="150000"/>
              </a:lnSpc>
            </a:pPr>
            <a:r>
              <a:rPr lang="zh-CN" altLang="en-US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       </a:t>
            </a:r>
            <a:r>
              <a:rPr lang="en-US" altLang="zh-CN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 </a:t>
            </a:r>
            <a:r>
              <a:rPr lang="zh-CN" altLang="en-US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一般来说，成语的意义也是稳定的，很少发生变化，比如我们学过的“盲人摸象”和“精诚所至，金石为开”。但也有古今不同的，像我们今天要学习的“朝三暮四”。</a:t>
            </a:r>
          </a:p>
          <a:p>
            <a:pPr eaLnBrk="1">
              <a:lnSpc>
                <a:spcPct val="150000"/>
              </a:lnSpc>
            </a:pPr>
            <a:r>
              <a:rPr lang="zh-CN" altLang="en-US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        中国古代有一位哲学家，在他的书中讲了这样一个寓言故事：</a:t>
            </a:r>
          </a:p>
          <a:p>
            <a:pPr algn="l" fontAlgn="auto">
              <a:lnSpc>
                <a:spcPct val="200000"/>
              </a:lnSpc>
            </a:pPr>
            <a:endParaRPr lang="zh-CN" altLang="en-US" sz="26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809750" y="346710"/>
            <a:ext cx="3840480" cy="62484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indent="0" algn="l" fontAlgn="auto">
              <a:lnSpc>
                <a:spcPts val="4160"/>
              </a:lnSpc>
              <a:buFont typeface="Arial" panose="020B0704020202020204" pitchFamily="34" charset="0"/>
              <a:buNone/>
            </a:pPr>
            <a:r>
              <a:rPr lang="zh-CN" altLang="en-US" sz="36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成语有哪些特点？</a:t>
            </a:r>
            <a:endParaRPr lang="zh-CN" altLang="en-US" sz="36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00"/>
              </a:highlight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C:\Users\Chris Chan\Desktop\猴子.jpg猴子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65100" y="1181735"/>
            <a:ext cx="11897995" cy="3091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>
              <a:lnSpc>
                <a:spcPct val="150000"/>
              </a:lnSpc>
            </a:pPr>
            <a:r>
              <a:rPr lang="en-US" altLang="zh-CN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   </a:t>
            </a:r>
            <a:r>
              <a:rPr lang="en-US" altLang="zh-CN" sz="26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从前</a:t>
            </a:r>
            <a:r>
              <a:rPr lang="zh-CN" altLang="en-US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有位老人，</a:t>
            </a:r>
            <a:r>
              <a:rPr lang="en-US" altLang="zh-CN" sz="26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喂养</a:t>
            </a:r>
            <a:r>
              <a:rPr lang="zh-CN" altLang="en-US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了一群猴子当宠物。相处久了，彼此居然可以从表情、声音和行为举止中</a:t>
            </a:r>
            <a:r>
              <a:rPr lang="en-US" altLang="zh-CN" sz="26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了解</a:t>
            </a:r>
            <a:r>
              <a:rPr lang="zh-CN" altLang="en-US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对方的意思。</a:t>
            </a:r>
          </a:p>
          <a:p>
            <a:pPr eaLnBrk="1">
              <a:lnSpc>
                <a:spcPct val="150000"/>
              </a:lnSpc>
            </a:pPr>
            <a:r>
              <a:rPr lang="zh-CN" altLang="en-US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        猴子太多，每天要吃大量的瓜果、蔬菜和粮食。</a:t>
            </a:r>
            <a:r>
              <a:rPr lang="en-US" altLang="zh-CN" sz="26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然而</a:t>
            </a:r>
            <a:r>
              <a:rPr lang="zh-CN" altLang="en-US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，一个普通的家庭，财产不多，哪有那么大的财力满足一群猴子对食物的长期需要呢？老人甚至必须</a:t>
            </a:r>
            <a:r>
              <a:rPr lang="en-US" altLang="zh-CN" sz="26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减少</a:t>
            </a:r>
            <a:r>
              <a:rPr lang="zh-CN" altLang="en-US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家人的消费，好节省些食物拿去喂养猴子。他注意到该</a:t>
            </a:r>
            <a:r>
              <a:rPr lang="en-US" altLang="zh-CN" sz="26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限制</a:t>
            </a:r>
            <a:r>
              <a:rPr lang="zh-CN" altLang="en-US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猴子的食量了。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246505" y="5685155"/>
            <a:ext cx="9341485" cy="668020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25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请用重点词语复述故事</a:t>
            </a:r>
            <a:r>
              <a:rPr sz="25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：从前、喂养、了解、然而、减少、限制</a:t>
            </a:r>
          </a:p>
        </p:txBody>
      </p:sp>
      <p:sp>
        <p:nvSpPr>
          <p:cNvPr id="2" name="矩形 1"/>
          <p:cNvSpPr/>
          <p:nvPr/>
        </p:nvSpPr>
        <p:spPr>
          <a:xfrm>
            <a:off x="1344930" y="445770"/>
            <a:ext cx="6126480" cy="62484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indent="0" algn="l" fontAlgn="auto">
              <a:lnSpc>
                <a:spcPts val="4160"/>
              </a:lnSpc>
              <a:buFont typeface="Arial" panose="020B0704020202020204" pitchFamily="34" charset="0"/>
              <a:buNone/>
            </a:pPr>
            <a:r>
              <a:rPr lang="zh-CN" altLang="en-US" sz="36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老人和猴子们相处得怎么样？</a:t>
            </a:r>
            <a:endParaRPr lang="zh-CN" altLang="en-US" sz="36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00"/>
              </a:highlight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楷体" panose="02010600040101010101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437120" y="445770"/>
            <a:ext cx="4754880" cy="115824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indent="0" algn="l" fontAlgn="auto">
              <a:lnSpc>
                <a:spcPts val="4160"/>
              </a:lnSpc>
              <a:buFont typeface="Arial" panose="020B0704020202020204" pitchFamily="34" charset="0"/>
              <a:buNone/>
            </a:pPr>
            <a:r>
              <a:rPr lang="zh-CN" altLang="en-US" sz="36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老人发现了什么问题？</a:t>
            </a:r>
          </a:p>
          <a:p>
            <a:pPr indent="0" algn="l" fontAlgn="auto">
              <a:lnSpc>
                <a:spcPts val="4160"/>
              </a:lnSpc>
              <a:buFont typeface="Arial" panose="020B0704020202020204" pitchFamily="34" charset="0"/>
              <a:buNone/>
            </a:pPr>
            <a:endParaRPr lang="zh-CN" altLang="en-US" sz="36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00"/>
              </a:highlight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C:\Users\Chris Chan\Desktop\猴子.jpg猴子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4135" y="848360"/>
            <a:ext cx="12056110" cy="4292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>
              <a:lnSpc>
                <a:spcPct val="150000"/>
              </a:lnSpc>
            </a:pPr>
            <a:r>
              <a:rPr lang="en-US" altLang="zh-CN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   </a:t>
            </a:r>
            <a:r>
              <a:rPr lang="en-US" altLang="zh-CN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问题是，猴子不像猪、狗，吃不饱时仅仅只是叫叫，它们如果得不到好的待遇，就会像一群</a:t>
            </a:r>
            <a:r>
              <a:rPr lang="en-US" altLang="zh-CN" sz="26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调皮</a:t>
            </a:r>
            <a:r>
              <a:rPr lang="en-US" altLang="zh-CN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的孩子，经常跟人淘气。</a:t>
            </a:r>
          </a:p>
          <a:p>
            <a:pPr eaLnBrk="1">
              <a:lnSpc>
                <a:spcPct val="150000"/>
              </a:lnSpc>
            </a:pPr>
            <a:r>
              <a:rPr lang="en-US" altLang="zh-CN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         老人的朋友送给他很多</a:t>
            </a:r>
            <a:r>
              <a:rPr lang="en-US" altLang="zh-CN" sz="26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橡子</a:t>
            </a:r>
            <a:r>
              <a:rPr lang="en-US" altLang="zh-CN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，这是一种猴子爱吃的果实。在其他粮食不足的情况下，用橡子喂猴子倒是个办法。于是老人对猴子们说：“今后你们除了吃馒头，还可以再吃一些橡子。我</a:t>
            </a:r>
            <a:r>
              <a:rPr lang="en-US" altLang="zh-CN" sz="26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早上</a:t>
            </a:r>
            <a:r>
              <a:rPr lang="en-US" altLang="zh-CN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给你们三颗，</a:t>
            </a:r>
            <a:r>
              <a:rPr lang="en-US" altLang="zh-CN" sz="26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晚上</a:t>
            </a:r>
            <a:r>
              <a:rPr lang="en-US" altLang="zh-CN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给四颗。”</a:t>
            </a:r>
          </a:p>
          <a:p>
            <a:pPr eaLnBrk="1">
              <a:lnSpc>
                <a:spcPct val="150000"/>
              </a:lnSpc>
            </a:pPr>
            <a:r>
              <a:rPr lang="en-US" altLang="zh-CN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         猴子们似乎只弄懂了主人前面说的一个“三”，觉得自己</a:t>
            </a:r>
            <a:r>
              <a:rPr lang="en-US" altLang="zh-CN" sz="26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吃了亏</a:t>
            </a:r>
            <a:r>
              <a:rPr lang="en-US" altLang="zh-CN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，一个个立起身子跳来跳去，对着老人大喊大叫地</a:t>
            </a:r>
            <a:r>
              <a:rPr lang="en-US" altLang="zh-CN" sz="26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发脾气</a:t>
            </a:r>
            <a:r>
              <a:rPr lang="en-US" altLang="zh-CN" sz="2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。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246505" y="5685155"/>
            <a:ext cx="9341485" cy="645160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24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请用重点词语复述故事</a:t>
            </a:r>
            <a:r>
              <a:rPr sz="24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：调皮、橡子、早上、晚上、吃亏、发脾气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24430" y="450850"/>
            <a:ext cx="4834255" cy="95313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8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老人想了什么办法解决？</a:t>
            </a:r>
          </a:p>
          <a:p>
            <a:endParaRPr lang="zh-CN" altLang="en-US" sz="280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00"/>
              </a:highlight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C:\Users\Chris Chan\Desktop\猴子.jpg猴子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106045" y="0"/>
            <a:ext cx="12298045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4135" y="1515110"/>
            <a:ext cx="1205611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   </a:t>
            </a: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老人见猴子们</a:t>
            </a:r>
            <a:r>
              <a:rPr lang="en-US" altLang="zh-CN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不接受</a:t>
            </a: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，就</a:t>
            </a:r>
            <a:r>
              <a:rPr lang="en-US" altLang="zh-CN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换了一种方式</a:t>
            </a: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，安慰它们说道：“要不这样吧，既然你们觉得少，那就改成每天早上四颗，晚上三颗，这样总够了吧？”</a:t>
            </a:r>
          </a:p>
          <a:p>
            <a:pPr eaLnBrk="1"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         猴子把主人前面说的一个“四”当成全天多得了的橡子，所以马上安静下来，</a:t>
            </a:r>
            <a:r>
              <a:rPr lang="en-US" altLang="zh-CN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显得</a:t>
            </a: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格外开心。老人看着这</a:t>
            </a:r>
            <a:r>
              <a:rPr lang="en-US" altLang="zh-CN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情景</a:t>
            </a: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，哈哈地笑了。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379855" y="5572125"/>
            <a:ext cx="9341485" cy="737235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请用重点词语复述故事</a:t>
            </a:r>
            <a:r>
              <a:rPr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：不接受、换方式、显得、情景</a:t>
            </a:r>
          </a:p>
        </p:txBody>
      </p:sp>
      <p:sp>
        <p:nvSpPr>
          <p:cNvPr id="2" name="矩形 1"/>
          <p:cNvSpPr/>
          <p:nvPr/>
        </p:nvSpPr>
        <p:spPr>
          <a:xfrm>
            <a:off x="1809750" y="346710"/>
            <a:ext cx="4297680" cy="62484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indent="0" algn="l" fontAlgn="auto">
              <a:lnSpc>
                <a:spcPts val="4160"/>
              </a:lnSpc>
              <a:buFont typeface="Arial" panose="020B0704020202020204" pitchFamily="34" charset="0"/>
              <a:buNone/>
            </a:pPr>
            <a:r>
              <a:rPr lang="zh-CN" alt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猴子的反应怎么样？</a:t>
            </a:r>
            <a:endParaRPr lang="zh-CN" altLang="en-US" sz="36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00"/>
              </a:highlight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C:\Users\Chris Chan\Desktop\猴子.jpg猴子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4135" y="2448560"/>
            <a:ext cx="1205611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   </a:t>
            </a: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哲学家用这个故事告诉人们，不要太关心生死、得失，因为到最后我们会发现没有失去什么，也没有得到什么。不过，发展到今天，“朝三暮四”这个成语的意义已经完全改变了。你知道它现在是什么意思吗？</a:t>
            </a:r>
          </a:p>
        </p:txBody>
      </p:sp>
      <p:sp>
        <p:nvSpPr>
          <p:cNvPr id="3" name="矩形 2"/>
          <p:cNvSpPr/>
          <p:nvPr/>
        </p:nvSpPr>
        <p:spPr>
          <a:xfrm>
            <a:off x="2139315" y="346710"/>
            <a:ext cx="6126480" cy="62484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indent="0" algn="l" fontAlgn="auto">
              <a:lnSpc>
                <a:spcPts val="4160"/>
              </a:lnSpc>
              <a:buFont typeface="Arial" panose="020B0704020202020204" pitchFamily="34" charset="0"/>
              <a:buNone/>
            </a:pPr>
            <a:r>
              <a:rPr lang="zh-CN" altLang="en-US" sz="36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这个故事告诉我们什么道理？</a:t>
            </a:r>
            <a:endParaRPr lang="zh-CN" altLang="en-US" sz="36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00"/>
              </a:highlight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745615" y="2932430"/>
            <a:ext cx="8382000" cy="18630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  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请以“‘朝三暮四’的古与今”为题谈一谈你对词汇语义变化的看法。尽量用上本课所学的生词，字数不少于100字。</a:t>
            </a: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22"/>
          <a:stretch>
            <a:fillRect/>
          </a:stretch>
        </p:blipFill>
        <p:spPr>
          <a:xfrm>
            <a:off x="1609394" y="2910920"/>
            <a:ext cx="8973213" cy="37245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083"/>
          <a:stretch>
            <a:fillRect/>
          </a:stretch>
        </p:blipFill>
        <p:spPr>
          <a:xfrm>
            <a:off x="1609394" y="2346186"/>
            <a:ext cx="8885546" cy="3649538"/>
          </a:xfrm>
          <a:prstGeom prst="rect">
            <a:avLst/>
          </a:prstGeom>
        </p:spPr>
      </p:pic>
      <p:pic>
        <p:nvPicPr>
          <p:cNvPr id="18" name="图片 17" descr="C:\Users\Administrator\Desktop\小红书\对外汉语战略搞钱计划\卡通头像\2.png2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263141" y="2857500"/>
            <a:ext cx="2981325" cy="2981960"/>
          </a:xfrm>
          <a:prstGeom prst="rect">
            <a:avLst/>
          </a:prstGeom>
        </p:spPr>
      </p:pic>
      <p:pic>
        <p:nvPicPr>
          <p:cNvPr id="17" name="图片 16" descr="C:\Users\Administrator\Desktop\小红书\对外汉语战略搞钱计划\卡通头像\嘟嘴.png嘟嘴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671946" y="2910205"/>
            <a:ext cx="2928620" cy="2929255"/>
          </a:xfrm>
          <a:prstGeom prst="rect">
            <a:avLst/>
          </a:prstGeom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</p:pic>
      <p:sp>
        <p:nvSpPr>
          <p:cNvPr id="20" name="文本框 19"/>
          <p:cNvSpPr txBox="1"/>
          <p:nvPr/>
        </p:nvSpPr>
        <p:spPr>
          <a:xfrm>
            <a:off x="3463663" y="1671088"/>
            <a:ext cx="5177007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96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再见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-35242" y="-635"/>
            <a:ext cx="12235180" cy="7702550"/>
            <a:chOff x="-57" y="-1"/>
            <a:chExt cx="19268" cy="12130"/>
          </a:xfrm>
        </p:grpSpPr>
        <p:sp>
          <p:nvSpPr>
            <p:cNvPr id="15" name="任意多边形: 形状 14"/>
            <p:cNvSpPr/>
            <p:nvPr/>
          </p:nvSpPr>
          <p:spPr>
            <a:xfrm>
              <a:off x="0" y="1291"/>
              <a:ext cx="19197" cy="10839"/>
            </a:xfrm>
            <a:custGeom>
              <a:avLst/>
              <a:gdLst>
                <a:gd name="connsiteX0" fmla="*/ 3583673 w 12192000"/>
                <a:gd name="connsiteY0" fmla="*/ 2333624 h 6858000"/>
                <a:gd name="connsiteX1" fmla="*/ 2468198 w 12192000"/>
                <a:gd name="connsiteY1" fmla="*/ 3429000 h 6858000"/>
                <a:gd name="connsiteX2" fmla="*/ 3583673 w 12192000"/>
                <a:gd name="connsiteY2" fmla="*/ 4524376 h 6858000"/>
                <a:gd name="connsiteX3" fmla="*/ 3583694 w 12192000"/>
                <a:gd name="connsiteY3" fmla="*/ 4524374 h 6858000"/>
                <a:gd name="connsiteX4" fmla="*/ 8608307 w 12192000"/>
                <a:gd name="connsiteY4" fmla="*/ 4524374 h 6858000"/>
                <a:gd name="connsiteX5" fmla="*/ 8608327 w 12192000"/>
                <a:gd name="connsiteY5" fmla="*/ 4524376 h 6858000"/>
                <a:gd name="connsiteX6" fmla="*/ 8608349 w 12192000"/>
                <a:gd name="connsiteY6" fmla="*/ 4524374 h 6858000"/>
                <a:gd name="connsiteX7" fmla="*/ 8728919 w 12192000"/>
                <a:gd name="connsiteY7" fmla="*/ 4524374 h 6858000"/>
                <a:gd name="connsiteX8" fmla="*/ 8728919 w 12192000"/>
                <a:gd name="connsiteY8" fmla="*/ 4512439 h 6858000"/>
                <a:gd name="connsiteX9" fmla="*/ 8833135 w 12192000"/>
                <a:gd name="connsiteY9" fmla="*/ 4502121 h 6858000"/>
                <a:gd name="connsiteX10" fmla="*/ 9723802 w 12192000"/>
                <a:gd name="connsiteY10" fmla="*/ 3429000 h 6858000"/>
                <a:gd name="connsiteX11" fmla="*/ 8833135 w 12192000"/>
                <a:gd name="connsiteY11" fmla="*/ 2355879 h 6858000"/>
                <a:gd name="connsiteX12" fmla="*/ 8728919 w 12192000"/>
                <a:gd name="connsiteY12" fmla="*/ 2345561 h 6858000"/>
                <a:gd name="connsiteX13" fmla="*/ 8728919 w 12192000"/>
                <a:gd name="connsiteY13" fmla="*/ 2333624 h 6858000"/>
                <a:gd name="connsiteX14" fmla="*/ 8608327 w 12192000"/>
                <a:gd name="connsiteY14" fmla="*/ 2333624 h 6858000"/>
                <a:gd name="connsiteX15" fmla="*/ 0 w 12192000"/>
                <a:gd name="connsiteY15" fmla="*/ 0 h 6858000"/>
                <a:gd name="connsiteX16" fmla="*/ 12192000 w 12192000"/>
                <a:gd name="connsiteY16" fmla="*/ 0 h 6858000"/>
                <a:gd name="connsiteX17" fmla="*/ 12192000 w 12192000"/>
                <a:gd name="connsiteY17" fmla="*/ 6858000 h 6858000"/>
                <a:gd name="connsiteX18" fmla="*/ 0 w 12192000"/>
                <a:gd name="connsiteY18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92000" h="6858000">
                  <a:moveTo>
                    <a:pt x="3583673" y="2333624"/>
                  </a:moveTo>
                  <a:cubicBezTo>
                    <a:pt x="2967613" y="2333624"/>
                    <a:pt x="2468198" y="2824041"/>
                    <a:pt x="2468198" y="3429000"/>
                  </a:cubicBezTo>
                  <a:cubicBezTo>
                    <a:pt x="2468198" y="4033959"/>
                    <a:pt x="2967613" y="4524376"/>
                    <a:pt x="3583673" y="4524376"/>
                  </a:cubicBezTo>
                  <a:lnTo>
                    <a:pt x="3583694" y="4524374"/>
                  </a:lnTo>
                  <a:lnTo>
                    <a:pt x="8608307" y="4524374"/>
                  </a:lnTo>
                  <a:lnTo>
                    <a:pt x="8608327" y="4524376"/>
                  </a:lnTo>
                  <a:lnTo>
                    <a:pt x="8608349" y="4524374"/>
                  </a:lnTo>
                  <a:lnTo>
                    <a:pt x="8728919" y="4524374"/>
                  </a:lnTo>
                  <a:lnTo>
                    <a:pt x="8728919" y="4512439"/>
                  </a:lnTo>
                  <a:lnTo>
                    <a:pt x="8833135" y="4502121"/>
                  </a:lnTo>
                  <a:cubicBezTo>
                    <a:pt x="9341439" y="4399982"/>
                    <a:pt x="9723802" y="3958340"/>
                    <a:pt x="9723802" y="3429000"/>
                  </a:cubicBezTo>
                  <a:cubicBezTo>
                    <a:pt x="9723802" y="2899661"/>
                    <a:pt x="9341439" y="2458018"/>
                    <a:pt x="8833135" y="2355879"/>
                  </a:cubicBezTo>
                  <a:lnTo>
                    <a:pt x="8728919" y="2345561"/>
                  </a:lnTo>
                  <a:lnTo>
                    <a:pt x="8728919" y="2333624"/>
                  </a:lnTo>
                  <a:lnTo>
                    <a:pt x="8608327" y="2333624"/>
                  </a:ln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E3EC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effectLst>
                  <a:innerShdw blurRad="114300">
                    <a:prstClr val="black"/>
                  </a:innerShdw>
                </a:effectLst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57" y="-1"/>
              <a:ext cx="19268" cy="1744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3464204" y="1670813"/>
            <a:ext cx="5177816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再见</a:t>
            </a:r>
            <a:r>
              <a:rPr lang="en-US" altLang="zh-CN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Bye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30034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第八课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367665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11111E-6 L 0.3806 -1.11111E-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2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2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32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1"/>
      <p:bldP spid="8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A0MmQ4N2JlZDRkYTVmM2QxMDAwYTU3YTQ3MzY2OG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ce034b8-f88d-4f6e-b38b-c51fa4f860c9}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4926</Words>
  <Application>Microsoft Office PowerPoint</Application>
  <PresentationFormat>Widescreen</PresentationFormat>
  <Paragraphs>673</Paragraphs>
  <Slides>91</Slides>
  <Notes>9</Notes>
  <HiddenSlides>0</HiddenSlides>
  <MMClips>1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107" baseType="lpstr">
      <vt:lpstr>DeepSeek-CJK-patch</vt:lpstr>
      <vt:lpstr>HelveticaExt-Normal</vt:lpstr>
      <vt:lpstr>微软雅黑</vt:lpstr>
      <vt:lpstr>华文楷体</vt:lpstr>
      <vt:lpstr>华文细黑</vt:lpstr>
      <vt:lpstr>思源黑体 CN Bold</vt:lpstr>
      <vt:lpstr>思源黑体 CN Heavy</vt:lpstr>
      <vt:lpstr>思源黑体 CN Regular</vt:lpstr>
      <vt:lpstr>方正兰亭黑简体</vt:lpstr>
      <vt:lpstr>方正喵呜体</vt:lpstr>
      <vt:lpstr>Arial</vt:lpstr>
      <vt:lpstr>Calibri</vt:lpstr>
      <vt:lpstr>Comic Sans MS</vt:lpstr>
      <vt:lpstr>Times New Roman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</cp:lastModifiedBy>
  <cp:revision>196</cp:revision>
  <dcterms:created xsi:type="dcterms:W3CDTF">2025-03-29T13:27:41Z</dcterms:created>
  <dcterms:modified xsi:type="dcterms:W3CDTF">2025-03-29T15:45:35Z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2052-6.13.2.8918</vt:lpwstr>
  </property>
  <property fmtid="{D5CDD505-2E9C-101B-9397-08002B2CF9AE}" pid="3" name="ICV">
    <vt:lpwstr>35A9CCEA9BBA4DA1904689B5AD18C3DD</vt:lpwstr>
  </property>
</Properties>
</file>