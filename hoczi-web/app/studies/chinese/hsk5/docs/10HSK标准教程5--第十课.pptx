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heme/theme2.xml" ContentType="application/vnd.openxmlformats-officedocument.theme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notesSlides/notesSlide1.xml" ContentType="application/vnd.openxmlformats-officedocument.presentationml.notesSlide+xml"/>
  <Override PartName="/ppt/tags/tag181.xml" ContentType="application/vnd.openxmlformats-officedocument.presentationml.tags+xml"/>
  <Override PartName="/ppt/notesSlides/notesSlide2.xml" ContentType="application/vnd.openxmlformats-officedocument.presentationml.notesSlide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00.xml" ContentType="application/vnd.openxmlformats-officedocument.presentationml.tags+xml"/>
  <Override PartName="/ppt/notesSlides/notesSlide3.xml" ContentType="application/vnd.openxmlformats-officedocument.presentationml.notesSlide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0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421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7"/>
  </p:notesMasterIdLst>
  <p:sldIdLst>
    <p:sldId id="1640" r:id="rId2"/>
    <p:sldId id="1641" r:id="rId3"/>
    <p:sldId id="1642" r:id="rId4"/>
    <p:sldId id="1643" r:id="rId5"/>
    <p:sldId id="1644" r:id="rId6"/>
    <p:sldId id="1646" r:id="rId7"/>
    <p:sldId id="1647" r:id="rId8"/>
    <p:sldId id="1648" r:id="rId9"/>
    <p:sldId id="1649" r:id="rId10"/>
    <p:sldId id="1650" r:id="rId11"/>
    <p:sldId id="1651" r:id="rId12"/>
    <p:sldId id="1652" r:id="rId13"/>
    <p:sldId id="1653" r:id="rId14"/>
    <p:sldId id="1708" r:id="rId15"/>
    <p:sldId id="1654" r:id="rId16"/>
    <p:sldId id="1656" r:id="rId17"/>
    <p:sldId id="1657" r:id="rId18"/>
    <p:sldId id="1658" r:id="rId19"/>
    <p:sldId id="1659" r:id="rId20"/>
    <p:sldId id="1660" r:id="rId21"/>
    <p:sldId id="1661" r:id="rId22"/>
    <p:sldId id="1662" r:id="rId23"/>
    <p:sldId id="1663" r:id="rId24"/>
    <p:sldId id="1664" r:id="rId25"/>
    <p:sldId id="1665" r:id="rId26"/>
    <p:sldId id="1666" r:id="rId27"/>
    <p:sldId id="1667" r:id="rId28"/>
    <p:sldId id="1668" r:id="rId29"/>
    <p:sldId id="1669" r:id="rId30"/>
    <p:sldId id="1670" r:id="rId31"/>
    <p:sldId id="1671" r:id="rId32"/>
    <p:sldId id="1672" r:id="rId33"/>
    <p:sldId id="1709" r:id="rId34"/>
    <p:sldId id="1710" r:id="rId35"/>
    <p:sldId id="1711" r:id="rId36"/>
    <p:sldId id="1712" r:id="rId37"/>
    <p:sldId id="1673" r:id="rId38"/>
    <p:sldId id="1674" r:id="rId39"/>
    <p:sldId id="1718" r:id="rId40"/>
    <p:sldId id="1719" r:id="rId41"/>
    <p:sldId id="1720" r:id="rId42"/>
    <p:sldId id="1721" r:id="rId43"/>
    <p:sldId id="1675" r:id="rId44"/>
    <p:sldId id="1676" r:id="rId45"/>
    <p:sldId id="1677" r:id="rId46"/>
    <p:sldId id="1678" r:id="rId47"/>
    <p:sldId id="1679" r:id="rId48"/>
    <p:sldId id="1680" r:id="rId49"/>
    <p:sldId id="1681" r:id="rId50"/>
    <p:sldId id="1682" r:id="rId51"/>
    <p:sldId id="1683" r:id="rId52"/>
    <p:sldId id="1684" r:id="rId53"/>
    <p:sldId id="1685" r:id="rId54"/>
    <p:sldId id="1686" r:id="rId55"/>
    <p:sldId id="1687" r:id="rId56"/>
    <p:sldId id="1688" r:id="rId57"/>
    <p:sldId id="1689" r:id="rId58"/>
    <p:sldId id="1690" r:id="rId59"/>
    <p:sldId id="1691" r:id="rId60"/>
    <p:sldId id="1692" r:id="rId61"/>
    <p:sldId id="1693" r:id="rId62"/>
    <p:sldId id="1694" r:id="rId63"/>
    <p:sldId id="1695" r:id="rId64"/>
    <p:sldId id="1696" r:id="rId65"/>
    <p:sldId id="1697" r:id="rId66"/>
    <p:sldId id="1698" r:id="rId67"/>
    <p:sldId id="1699" r:id="rId68"/>
    <p:sldId id="1700" r:id="rId69"/>
    <p:sldId id="1701" r:id="rId70"/>
    <p:sldId id="1702" r:id="rId71"/>
    <p:sldId id="1703" r:id="rId72"/>
    <p:sldId id="1704" r:id="rId73"/>
    <p:sldId id="1705" r:id="rId74"/>
    <p:sldId id="1706" r:id="rId75"/>
    <p:sldId id="1707" r:id="rId76"/>
  </p:sldIdLst>
  <p:sldSz cx="12192000" cy="6858000"/>
  <p:notesSz cx="6858000" cy="9144000"/>
  <p:custDataLst>
    <p:tags r:id="rId7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88" userDrawn="1">
          <p15:clr>
            <a:srgbClr val="A4A3A4"/>
          </p15:clr>
        </p15:guide>
        <p15:guide id="2" pos="384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张 泽元" initials="张" lastIdx="1" clrIdx="0"/>
  <p:cmAuthor id="7" name="Taylor Hartwell" initials="TH [6]" lastIdx="1" clrIdx="6"/>
  <p:cmAuthor id="1" name="陈宣霖" initials="陈" lastIdx="1" clrIdx="0"/>
  <p:cmAuthor id="8" name="Administrator" initials="A" lastIdx="1" clrIdx="8"/>
  <p:cmAuthor id="2" name="作者" initials="A" lastIdx="1" clrIdx="1"/>
  <p:cmAuthor id="4" name="DTY" initials="D" lastIdx="1" clrIdx="7"/>
  <p:cmAuthor id="5" name="未知用户11" initials="未知用户11" lastIdx="1" clrIdx="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9D9D9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778" autoAdjust="0"/>
    <p:restoredTop sz="94660"/>
  </p:normalViewPr>
  <p:slideViewPr>
    <p:cSldViewPr snapToGrid="0">
      <p:cViewPr varScale="1">
        <p:scale>
          <a:sx n="82" d="100"/>
          <a:sy n="82" d="100"/>
        </p:scale>
        <p:origin x="773" y="72"/>
      </p:cViewPr>
      <p:guideLst>
        <p:guide orient="horz" pos="2088"/>
        <p:guide pos="3847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commentAuthors" Target="commentAuthor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tags" Target="tags/tag1.xml"/><Relationship Id="rId8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2025/8/5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E6506A-62AA-4D5F-AD58-31AF7D2E6C97}" type="slidenum">
              <a:rPr lang="zh-CN" altLang="en-US" smtClean="0"/>
              <a:t>65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E6506A-62AA-4D5F-AD58-31AF7D2E6C97}" type="slidenum">
              <a:rPr lang="zh-CN" altLang="en-US" smtClean="0"/>
              <a:t>66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E6506A-62AA-4D5F-AD58-31AF7D2E6C97}" type="slidenum">
              <a:rPr lang="zh-CN" altLang="en-US" smtClean="0"/>
              <a:t>67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E6506A-62AA-4D5F-AD58-31AF7D2E6C97}" type="slidenum">
              <a:rPr lang="zh-CN" altLang="en-US" smtClean="0"/>
              <a:t>68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10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2.xml"/><Relationship Id="rId4" Type="http://schemas.openxmlformats.org/officeDocument/2006/relationships/tags" Target="../tags/tag1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7.xml"/><Relationship Id="rId4" Type="http://schemas.openxmlformats.org/officeDocument/2006/relationships/tags" Target="../tags/tag16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2.xml"/><Relationship Id="rId4" Type="http://schemas.openxmlformats.org/officeDocument/2006/relationships/tags" Target="../tags/tag2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25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36.xml"/><Relationship Id="rId3" Type="http://schemas.openxmlformats.org/officeDocument/2006/relationships/tags" Target="../tags/tag31.xml"/><Relationship Id="rId7" Type="http://schemas.openxmlformats.org/officeDocument/2006/relationships/tags" Target="../tags/tag35.xml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6" Type="http://schemas.openxmlformats.org/officeDocument/2006/relationships/tags" Target="../tags/tag34.xml"/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9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40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43.xml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46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5.xml"/><Relationship Id="rId1" Type="http://schemas.openxmlformats.org/officeDocument/2006/relationships/tags" Target="../tags/tag44.xml"/><Relationship Id="rId6" Type="http://schemas.openxmlformats.org/officeDocument/2006/relationships/tags" Target="../tags/tag49.xml"/><Relationship Id="rId5" Type="http://schemas.openxmlformats.org/officeDocument/2006/relationships/tags" Target="../tags/tag48.xml"/><Relationship Id="rId4" Type="http://schemas.openxmlformats.org/officeDocument/2006/relationships/tags" Target="../tags/tag47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52.xml"/><Relationship Id="rId2" Type="http://schemas.openxmlformats.org/officeDocument/2006/relationships/tags" Target="../tags/tag51.xml"/><Relationship Id="rId1" Type="http://schemas.openxmlformats.org/officeDocument/2006/relationships/tags" Target="../tags/tag50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4.xml"/><Relationship Id="rId4" Type="http://schemas.openxmlformats.org/officeDocument/2006/relationships/tags" Target="../tags/tag53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tags" Target="../tags/tag55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58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61.xml"/><Relationship Id="rId2" Type="http://schemas.openxmlformats.org/officeDocument/2006/relationships/tags" Target="../tags/tag60.xml"/><Relationship Id="rId1" Type="http://schemas.openxmlformats.org/officeDocument/2006/relationships/tags" Target="../tags/tag59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63.xml"/><Relationship Id="rId4" Type="http://schemas.openxmlformats.org/officeDocument/2006/relationships/tags" Target="../tags/tag6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2025/8/5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2025/8/5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2025/8/5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2025/8/5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2025/8/5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2025/8/5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2025/8/5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08330" y="1555115"/>
            <a:ext cx="5233035" cy="4608195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2025/8/5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1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2025/8/5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2025/8/5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2025/8/5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18" Type="http://schemas.openxmlformats.org/officeDocument/2006/relationships/tags" Target="../tags/tag7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tags" Target="../tags/tag6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5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4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/>
            </a:gs>
            <a:gs pos="100000">
              <a:schemeClr val="bg2">
                <a:lumMod val="85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2025/8/5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custDataLst>
      <p:tags r:id="rId1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7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7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7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7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6" Type="http://schemas.openxmlformats.org/officeDocument/2006/relationships/tags" Target="../tags/tag89.xml"/><Relationship Id="rId117" Type="http://schemas.openxmlformats.org/officeDocument/2006/relationships/slideLayout" Target="../slideLayouts/slideLayout1.xml"/><Relationship Id="rId21" Type="http://schemas.openxmlformats.org/officeDocument/2006/relationships/tags" Target="../tags/tag84.xml"/><Relationship Id="rId42" Type="http://schemas.openxmlformats.org/officeDocument/2006/relationships/tags" Target="../tags/tag105.xml"/><Relationship Id="rId47" Type="http://schemas.openxmlformats.org/officeDocument/2006/relationships/tags" Target="../tags/tag110.xml"/><Relationship Id="rId63" Type="http://schemas.openxmlformats.org/officeDocument/2006/relationships/tags" Target="../tags/tag126.xml"/><Relationship Id="rId68" Type="http://schemas.openxmlformats.org/officeDocument/2006/relationships/tags" Target="../tags/tag131.xml"/><Relationship Id="rId84" Type="http://schemas.openxmlformats.org/officeDocument/2006/relationships/tags" Target="../tags/tag147.xml"/><Relationship Id="rId89" Type="http://schemas.openxmlformats.org/officeDocument/2006/relationships/tags" Target="../tags/tag152.xml"/><Relationship Id="rId112" Type="http://schemas.openxmlformats.org/officeDocument/2006/relationships/tags" Target="../tags/tag175.xml"/><Relationship Id="rId16" Type="http://schemas.openxmlformats.org/officeDocument/2006/relationships/tags" Target="../tags/tag79.xml"/><Relationship Id="rId107" Type="http://schemas.openxmlformats.org/officeDocument/2006/relationships/tags" Target="../tags/tag170.xml"/><Relationship Id="rId11" Type="http://schemas.openxmlformats.org/officeDocument/2006/relationships/tags" Target="../tags/tag74.xml"/><Relationship Id="rId32" Type="http://schemas.openxmlformats.org/officeDocument/2006/relationships/tags" Target="../tags/tag95.xml"/><Relationship Id="rId37" Type="http://schemas.openxmlformats.org/officeDocument/2006/relationships/tags" Target="../tags/tag100.xml"/><Relationship Id="rId53" Type="http://schemas.openxmlformats.org/officeDocument/2006/relationships/tags" Target="../tags/tag116.xml"/><Relationship Id="rId58" Type="http://schemas.openxmlformats.org/officeDocument/2006/relationships/tags" Target="../tags/tag121.xml"/><Relationship Id="rId74" Type="http://schemas.openxmlformats.org/officeDocument/2006/relationships/tags" Target="../tags/tag137.xml"/><Relationship Id="rId79" Type="http://schemas.openxmlformats.org/officeDocument/2006/relationships/tags" Target="../tags/tag142.xml"/><Relationship Id="rId102" Type="http://schemas.openxmlformats.org/officeDocument/2006/relationships/tags" Target="../tags/tag165.xml"/><Relationship Id="rId5" Type="http://schemas.openxmlformats.org/officeDocument/2006/relationships/tags" Target="../tags/tag68.xml"/><Relationship Id="rId90" Type="http://schemas.openxmlformats.org/officeDocument/2006/relationships/tags" Target="../tags/tag153.xml"/><Relationship Id="rId95" Type="http://schemas.openxmlformats.org/officeDocument/2006/relationships/tags" Target="../tags/tag158.xml"/><Relationship Id="rId22" Type="http://schemas.openxmlformats.org/officeDocument/2006/relationships/tags" Target="../tags/tag85.xml"/><Relationship Id="rId27" Type="http://schemas.openxmlformats.org/officeDocument/2006/relationships/tags" Target="../tags/tag90.xml"/><Relationship Id="rId43" Type="http://schemas.openxmlformats.org/officeDocument/2006/relationships/tags" Target="../tags/tag106.xml"/><Relationship Id="rId48" Type="http://schemas.openxmlformats.org/officeDocument/2006/relationships/tags" Target="../tags/tag111.xml"/><Relationship Id="rId64" Type="http://schemas.openxmlformats.org/officeDocument/2006/relationships/tags" Target="../tags/tag127.xml"/><Relationship Id="rId69" Type="http://schemas.openxmlformats.org/officeDocument/2006/relationships/tags" Target="../tags/tag132.xml"/><Relationship Id="rId113" Type="http://schemas.openxmlformats.org/officeDocument/2006/relationships/tags" Target="../tags/tag176.xml"/><Relationship Id="rId118" Type="http://schemas.openxmlformats.org/officeDocument/2006/relationships/image" Target="../media/image5.jpeg"/><Relationship Id="rId80" Type="http://schemas.openxmlformats.org/officeDocument/2006/relationships/tags" Target="../tags/tag143.xml"/><Relationship Id="rId85" Type="http://schemas.openxmlformats.org/officeDocument/2006/relationships/tags" Target="../tags/tag148.xml"/><Relationship Id="rId12" Type="http://schemas.openxmlformats.org/officeDocument/2006/relationships/tags" Target="../tags/tag75.xml"/><Relationship Id="rId17" Type="http://schemas.openxmlformats.org/officeDocument/2006/relationships/tags" Target="../tags/tag80.xml"/><Relationship Id="rId33" Type="http://schemas.openxmlformats.org/officeDocument/2006/relationships/tags" Target="../tags/tag96.xml"/><Relationship Id="rId38" Type="http://schemas.openxmlformats.org/officeDocument/2006/relationships/tags" Target="../tags/tag101.xml"/><Relationship Id="rId59" Type="http://schemas.openxmlformats.org/officeDocument/2006/relationships/tags" Target="../tags/tag122.xml"/><Relationship Id="rId103" Type="http://schemas.openxmlformats.org/officeDocument/2006/relationships/tags" Target="../tags/tag166.xml"/><Relationship Id="rId108" Type="http://schemas.openxmlformats.org/officeDocument/2006/relationships/tags" Target="../tags/tag171.xml"/><Relationship Id="rId54" Type="http://schemas.openxmlformats.org/officeDocument/2006/relationships/tags" Target="../tags/tag117.xml"/><Relationship Id="rId70" Type="http://schemas.openxmlformats.org/officeDocument/2006/relationships/tags" Target="../tags/tag133.xml"/><Relationship Id="rId75" Type="http://schemas.openxmlformats.org/officeDocument/2006/relationships/tags" Target="../tags/tag138.xml"/><Relationship Id="rId91" Type="http://schemas.openxmlformats.org/officeDocument/2006/relationships/tags" Target="../tags/tag154.xml"/><Relationship Id="rId96" Type="http://schemas.openxmlformats.org/officeDocument/2006/relationships/tags" Target="../tags/tag159.xml"/><Relationship Id="rId1" Type="http://schemas.openxmlformats.org/officeDocument/2006/relationships/tags" Target="../tags/tag64.xml"/><Relationship Id="rId6" Type="http://schemas.openxmlformats.org/officeDocument/2006/relationships/tags" Target="../tags/tag69.xml"/><Relationship Id="rId23" Type="http://schemas.openxmlformats.org/officeDocument/2006/relationships/tags" Target="../tags/tag86.xml"/><Relationship Id="rId28" Type="http://schemas.openxmlformats.org/officeDocument/2006/relationships/tags" Target="../tags/tag91.xml"/><Relationship Id="rId49" Type="http://schemas.openxmlformats.org/officeDocument/2006/relationships/tags" Target="../tags/tag112.xml"/><Relationship Id="rId114" Type="http://schemas.openxmlformats.org/officeDocument/2006/relationships/tags" Target="../tags/tag177.xml"/><Relationship Id="rId119" Type="http://schemas.openxmlformats.org/officeDocument/2006/relationships/image" Target="../media/image6.png"/><Relationship Id="rId10" Type="http://schemas.openxmlformats.org/officeDocument/2006/relationships/tags" Target="../tags/tag73.xml"/><Relationship Id="rId31" Type="http://schemas.openxmlformats.org/officeDocument/2006/relationships/tags" Target="../tags/tag94.xml"/><Relationship Id="rId44" Type="http://schemas.openxmlformats.org/officeDocument/2006/relationships/tags" Target="../tags/tag107.xml"/><Relationship Id="rId52" Type="http://schemas.openxmlformats.org/officeDocument/2006/relationships/tags" Target="../tags/tag115.xml"/><Relationship Id="rId60" Type="http://schemas.openxmlformats.org/officeDocument/2006/relationships/tags" Target="../tags/tag123.xml"/><Relationship Id="rId65" Type="http://schemas.openxmlformats.org/officeDocument/2006/relationships/tags" Target="../tags/tag128.xml"/><Relationship Id="rId73" Type="http://schemas.openxmlformats.org/officeDocument/2006/relationships/tags" Target="../tags/tag136.xml"/><Relationship Id="rId78" Type="http://schemas.openxmlformats.org/officeDocument/2006/relationships/tags" Target="../tags/tag141.xml"/><Relationship Id="rId81" Type="http://schemas.openxmlformats.org/officeDocument/2006/relationships/tags" Target="../tags/tag144.xml"/><Relationship Id="rId86" Type="http://schemas.openxmlformats.org/officeDocument/2006/relationships/tags" Target="../tags/tag149.xml"/><Relationship Id="rId94" Type="http://schemas.openxmlformats.org/officeDocument/2006/relationships/tags" Target="../tags/tag157.xml"/><Relationship Id="rId99" Type="http://schemas.openxmlformats.org/officeDocument/2006/relationships/tags" Target="../tags/tag162.xml"/><Relationship Id="rId101" Type="http://schemas.openxmlformats.org/officeDocument/2006/relationships/tags" Target="../tags/tag164.xml"/><Relationship Id="rId4" Type="http://schemas.openxmlformats.org/officeDocument/2006/relationships/tags" Target="../tags/tag67.xml"/><Relationship Id="rId9" Type="http://schemas.openxmlformats.org/officeDocument/2006/relationships/tags" Target="../tags/tag72.xml"/><Relationship Id="rId13" Type="http://schemas.openxmlformats.org/officeDocument/2006/relationships/tags" Target="../tags/tag76.xml"/><Relationship Id="rId18" Type="http://schemas.openxmlformats.org/officeDocument/2006/relationships/tags" Target="../tags/tag81.xml"/><Relationship Id="rId39" Type="http://schemas.openxmlformats.org/officeDocument/2006/relationships/tags" Target="../tags/tag102.xml"/><Relationship Id="rId109" Type="http://schemas.openxmlformats.org/officeDocument/2006/relationships/tags" Target="../tags/tag172.xml"/><Relationship Id="rId34" Type="http://schemas.openxmlformats.org/officeDocument/2006/relationships/tags" Target="../tags/tag97.xml"/><Relationship Id="rId50" Type="http://schemas.openxmlformats.org/officeDocument/2006/relationships/tags" Target="../tags/tag113.xml"/><Relationship Id="rId55" Type="http://schemas.openxmlformats.org/officeDocument/2006/relationships/tags" Target="../tags/tag118.xml"/><Relationship Id="rId76" Type="http://schemas.openxmlformats.org/officeDocument/2006/relationships/tags" Target="../tags/tag139.xml"/><Relationship Id="rId97" Type="http://schemas.openxmlformats.org/officeDocument/2006/relationships/tags" Target="../tags/tag160.xml"/><Relationship Id="rId104" Type="http://schemas.openxmlformats.org/officeDocument/2006/relationships/tags" Target="../tags/tag167.xml"/><Relationship Id="rId7" Type="http://schemas.openxmlformats.org/officeDocument/2006/relationships/tags" Target="../tags/tag70.xml"/><Relationship Id="rId71" Type="http://schemas.openxmlformats.org/officeDocument/2006/relationships/tags" Target="../tags/tag134.xml"/><Relationship Id="rId92" Type="http://schemas.openxmlformats.org/officeDocument/2006/relationships/tags" Target="../tags/tag155.xml"/><Relationship Id="rId2" Type="http://schemas.openxmlformats.org/officeDocument/2006/relationships/tags" Target="../tags/tag65.xml"/><Relationship Id="rId29" Type="http://schemas.openxmlformats.org/officeDocument/2006/relationships/tags" Target="../tags/tag92.xml"/><Relationship Id="rId24" Type="http://schemas.openxmlformats.org/officeDocument/2006/relationships/tags" Target="../tags/tag87.xml"/><Relationship Id="rId40" Type="http://schemas.openxmlformats.org/officeDocument/2006/relationships/tags" Target="../tags/tag103.xml"/><Relationship Id="rId45" Type="http://schemas.openxmlformats.org/officeDocument/2006/relationships/tags" Target="../tags/tag108.xml"/><Relationship Id="rId66" Type="http://schemas.openxmlformats.org/officeDocument/2006/relationships/tags" Target="../tags/tag129.xml"/><Relationship Id="rId87" Type="http://schemas.openxmlformats.org/officeDocument/2006/relationships/tags" Target="../tags/tag150.xml"/><Relationship Id="rId110" Type="http://schemas.openxmlformats.org/officeDocument/2006/relationships/tags" Target="../tags/tag173.xml"/><Relationship Id="rId115" Type="http://schemas.openxmlformats.org/officeDocument/2006/relationships/tags" Target="../tags/tag178.xml"/><Relationship Id="rId61" Type="http://schemas.openxmlformats.org/officeDocument/2006/relationships/tags" Target="../tags/tag124.xml"/><Relationship Id="rId82" Type="http://schemas.openxmlformats.org/officeDocument/2006/relationships/tags" Target="../tags/tag145.xml"/><Relationship Id="rId19" Type="http://schemas.openxmlformats.org/officeDocument/2006/relationships/tags" Target="../tags/tag82.xml"/><Relationship Id="rId14" Type="http://schemas.openxmlformats.org/officeDocument/2006/relationships/tags" Target="../tags/tag77.xml"/><Relationship Id="rId30" Type="http://schemas.openxmlformats.org/officeDocument/2006/relationships/tags" Target="../tags/tag93.xml"/><Relationship Id="rId35" Type="http://schemas.openxmlformats.org/officeDocument/2006/relationships/tags" Target="../tags/tag98.xml"/><Relationship Id="rId56" Type="http://schemas.openxmlformats.org/officeDocument/2006/relationships/tags" Target="../tags/tag119.xml"/><Relationship Id="rId77" Type="http://schemas.openxmlformats.org/officeDocument/2006/relationships/tags" Target="../tags/tag140.xml"/><Relationship Id="rId100" Type="http://schemas.openxmlformats.org/officeDocument/2006/relationships/tags" Target="../tags/tag163.xml"/><Relationship Id="rId105" Type="http://schemas.openxmlformats.org/officeDocument/2006/relationships/tags" Target="../tags/tag168.xml"/><Relationship Id="rId8" Type="http://schemas.openxmlformats.org/officeDocument/2006/relationships/tags" Target="../tags/tag71.xml"/><Relationship Id="rId51" Type="http://schemas.openxmlformats.org/officeDocument/2006/relationships/tags" Target="../tags/tag114.xml"/><Relationship Id="rId72" Type="http://schemas.openxmlformats.org/officeDocument/2006/relationships/tags" Target="../tags/tag135.xml"/><Relationship Id="rId93" Type="http://schemas.openxmlformats.org/officeDocument/2006/relationships/tags" Target="../tags/tag156.xml"/><Relationship Id="rId98" Type="http://schemas.openxmlformats.org/officeDocument/2006/relationships/tags" Target="../tags/tag161.xml"/><Relationship Id="rId3" Type="http://schemas.openxmlformats.org/officeDocument/2006/relationships/tags" Target="../tags/tag66.xml"/><Relationship Id="rId25" Type="http://schemas.openxmlformats.org/officeDocument/2006/relationships/tags" Target="../tags/tag88.xml"/><Relationship Id="rId46" Type="http://schemas.openxmlformats.org/officeDocument/2006/relationships/tags" Target="../tags/tag109.xml"/><Relationship Id="rId67" Type="http://schemas.openxmlformats.org/officeDocument/2006/relationships/tags" Target="../tags/tag130.xml"/><Relationship Id="rId116" Type="http://schemas.openxmlformats.org/officeDocument/2006/relationships/tags" Target="../tags/tag179.xml"/><Relationship Id="rId20" Type="http://schemas.openxmlformats.org/officeDocument/2006/relationships/tags" Target="../tags/tag83.xml"/><Relationship Id="rId41" Type="http://schemas.openxmlformats.org/officeDocument/2006/relationships/tags" Target="../tags/tag104.xml"/><Relationship Id="rId62" Type="http://schemas.openxmlformats.org/officeDocument/2006/relationships/tags" Target="../tags/tag125.xml"/><Relationship Id="rId83" Type="http://schemas.openxmlformats.org/officeDocument/2006/relationships/tags" Target="../tags/tag146.xml"/><Relationship Id="rId88" Type="http://schemas.openxmlformats.org/officeDocument/2006/relationships/tags" Target="../tags/tag151.xml"/><Relationship Id="rId111" Type="http://schemas.openxmlformats.org/officeDocument/2006/relationships/tags" Target="../tags/tag174.xml"/><Relationship Id="rId15" Type="http://schemas.openxmlformats.org/officeDocument/2006/relationships/tags" Target="../tags/tag78.xml"/><Relationship Id="rId36" Type="http://schemas.openxmlformats.org/officeDocument/2006/relationships/tags" Target="../tags/tag99.xml"/><Relationship Id="rId57" Type="http://schemas.openxmlformats.org/officeDocument/2006/relationships/tags" Target="../tags/tag120.xml"/><Relationship Id="rId106" Type="http://schemas.openxmlformats.org/officeDocument/2006/relationships/tags" Target="../tags/tag16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jpe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80.xml"/><Relationship Id="rId5" Type="http://schemas.openxmlformats.org/officeDocument/2006/relationships/image" Target="../media/image11.jpe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jpeg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7" Type="http://schemas.openxmlformats.org/officeDocument/2006/relationships/image" Target="../media/image19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jpeg"/><Relationship Id="rId5" Type="http://schemas.openxmlformats.org/officeDocument/2006/relationships/image" Target="../media/image18.jpeg"/><Relationship Id="rId4" Type="http://schemas.openxmlformats.org/officeDocument/2006/relationships/image" Target="../media/image17.jpe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jpeg"/><Relationship Id="rId3" Type="http://schemas.openxmlformats.org/officeDocument/2006/relationships/image" Target="../media/image20.jpeg"/><Relationship Id="rId7" Type="http://schemas.openxmlformats.org/officeDocument/2006/relationships/image" Target="../media/image23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jpeg"/><Relationship Id="rId5" Type="http://schemas.openxmlformats.org/officeDocument/2006/relationships/image" Target="../media/image14.jpeg"/><Relationship Id="rId4" Type="http://schemas.openxmlformats.org/officeDocument/2006/relationships/image" Target="../media/image21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7" Type="http://schemas.openxmlformats.org/officeDocument/2006/relationships/image" Target="../media/image2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jpeg"/><Relationship Id="rId5" Type="http://schemas.openxmlformats.org/officeDocument/2006/relationships/image" Target="../media/image27.jpeg"/><Relationship Id="rId4" Type="http://schemas.openxmlformats.org/officeDocument/2006/relationships/image" Target="../media/image26.jpe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jpeg"/><Relationship Id="rId3" Type="http://schemas.openxmlformats.org/officeDocument/2006/relationships/image" Target="../media/image30.jpeg"/><Relationship Id="rId7" Type="http://schemas.openxmlformats.org/officeDocument/2006/relationships/image" Target="../media/image33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jpeg"/><Relationship Id="rId5" Type="http://schemas.openxmlformats.org/officeDocument/2006/relationships/image" Target="../media/image21.jpeg"/><Relationship Id="rId4" Type="http://schemas.openxmlformats.org/officeDocument/2006/relationships/image" Target="../media/image31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7" Type="http://schemas.openxmlformats.org/officeDocument/2006/relationships/image" Target="../media/image3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jpeg"/><Relationship Id="rId5" Type="http://schemas.openxmlformats.org/officeDocument/2006/relationships/image" Target="../media/image26.jpeg"/><Relationship Id="rId4" Type="http://schemas.openxmlformats.org/officeDocument/2006/relationships/image" Target="../media/image36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7" Type="http://schemas.openxmlformats.org/officeDocument/2006/relationships/image" Target="../media/image41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jpeg"/><Relationship Id="rId5" Type="http://schemas.openxmlformats.org/officeDocument/2006/relationships/image" Target="../media/image39.jpeg"/><Relationship Id="rId4" Type="http://schemas.openxmlformats.org/officeDocument/2006/relationships/image" Target="../media/image38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81.xml"/><Relationship Id="rId6" Type="http://schemas.openxmlformats.org/officeDocument/2006/relationships/image" Target="../media/image6.png"/><Relationship Id="rId5" Type="http://schemas.openxmlformats.org/officeDocument/2006/relationships/image" Target="../media/image42.png"/><Relationship Id="rId4" Type="http://schemas.openxmlformats.org/officeDocument/2006/relationships/audio" Target="../media/audio1.wav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3.png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6.png"/><Relationship Id="rId4" Type="http://schemas.openxmlformats.org/officeDocument/2006/relationships/image" Target="../media/image45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6.png"/><Relationship Id="rId4" Type="http://schemas.openxmlformats.org/officeDocument/2006/relationships/image" Target="../media/image47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6.png"/><Relationship Id="rId4" Type="http://schemas.openxmlformats.org/officeDocument/2006/relationships/image" Target="../media/image48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6.png"/><Relationship Id="rId4" Type="http://schemas.openxmlformats.org/officeDocument/2006/relationships/image" Target="../media/image4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6.png"/><Relationship Id="rId4" Type="http://schemas.openxmlformats.org/officeDocument/2006/relationships/image" Target="../media/image50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6.png"/><Relationship Id="rId4" Type="http://schemas.openxmlformats.org/officeDocument/2006/relationships/image" Target="../media/image51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jpeg"/><Relationship Id="rId5" Type="http://schemas.openxmlformats.org/officeDocument/2006/relationships/image" Target="../media/image46.png"/><Relationship Id="rId4" Type="http://schemas.openxmlformats.org/officeDocument/2006/relationships/image" Target="../media/image52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6.png"/><Relationship Id="rId5" Type="http://schemas.openxmlformats.org/officeDocument/2006/relationships/image" Target="../media/image55.jpeg"/><Relationship Id="rId4" Type="http://schemas.openxmlformats.org/officeDocument/2006/relationships/image" Target="../media/image13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eg"/><Relationship Id="rId7" Type="http://schemas.openxmlformats.org/officeDocument/2006/relationships/image" Target="../media/image59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jpeg"/><Relationship Id="rId5" Type="http://schemas.openxmlformats.org/officeDocument/2006/relationships/image" Target="../media/image58.jpeg"/><Relationship Id="rId4" Type="http://schemas.openxmlformats.org/officeDocument/2006/relationships/image" Target="../media/image5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7" Type="http://schemas.openxmlformats.org/officeDocument/2006/relationships/image" Target="../media/image23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1.jpeg"/><Relationship Id="rId5" Type="http://schemas.openxmlformats.org/officeDocument/2006/relationships/image" Target="../media/image55.jpeg"/><Relationship Id="rId4" Type="http://schemas.openxmlformats.org/officeDocument/2006/relationships/image" Target="../media/image60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jpeg"/><Relationship Id="rId7" Type="http://schemas.openxmlformats.org/officeDocument/2006/relationships/image" Target="../media/image66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5.jpeg"/><Relationship Id="rId5" Type="http://schemas.openxmlformats.org/officeDocument/2006/relationships/image" Target="../media/image64.png"/><Relationship Id="rId4" Type="http://schemas.openxmlformats.org/officeDocument/2006/relationships/image" Target="../media/image63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82.xml"/><Relationship Id="rId6" Type="http://schemas.openxmlformats.org/officeDocument/2006/relationships/image" Target="../media/image69.jpeg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83.xml"/><Relationship Id="rId6" Type="http://schemas.openxmlformats.org/officeDocument/2006/relationships/image" Target="../media/image70.jpeg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30.xml.rels><?xml version="1.0" encoding="UTF-8" standalone="yes"?>
<Relationships xmlns="http://schemas.openxmlformats.org/package/2006/relationships"><Relationship Id="rId26" Type="http://schemas.openxmlformats.org/officeDocument/2006/relationships/tags" Target="../tags/tag209.xml"/><Relationship Id="rId117" Type="http://schemas.openxmlformats.org/officeDocument/2006/relationships/slideLayout" Target="../slideLayouts/slideLayout1.xml"/><Relationship Id="rId21" Type="http://schemas.openxmlformats.org/officeDocument/2006/relationships/tags" Target="../tags/tag204.xml"/><Relationship Id="rId42" Type="http://schemas.openxmlformats.org/officeDocument/2006/relationships/tags" Target="../tags/tag225.xml"/><Relationship Id="rId47" Type="http://schemas.openxmlformats.org/officeDocument/2006/relationships/tags" Target="../tags/tag230.xml"/><Relationship Id="rId63" Type="http://schemas.openxmlformats.org/officeDocument/2006/relationships/tags" Target="../tags/tag246.xml"/><Relationship Id="rId68" Type="http://schemas.openxmlformats.org/officeDocument/2006/relationships/tags" Target="../tags/tag251.xml"/><Relationship Id="rId84" Type="http://schemas.openxmlformats.org/officeDocument/2006/relationships/tags" Target="../tags/tag267.xml"/><Relationship Id="rId89" Type="http://schemas.openxmlformats.org/officeDocument/2006/relationships/tags" Target="../tags/tag272.xml"/><Relationship Id="rId112" Type="http://schemas.openxmlformats.org/officeDocument/2006/relationships/tags" Target="../tags/tag295.xml"/><Relationship Id="rId16" Type="http://schemas.openxmlformats.org/officeDocument/2006/relationships/tags" Target="../tags/tag199.xml"/><Relationship Id="rId107" Type="http://schemas.openxmlformats.org/officeDocument/2006/relationships/tags" Target="../tags/tag290.xml"/><Relationship Id="rId11" Type="http://schemas.openxmlformats.org/officeDocument/2006/relationships/tags" Target="../tags/tag194.xml"/><Relationship Id="rId32" Type="http://schemas.openxmlformats.org/officeDocument/2006/relationships/tags" Target="../tags/tag215.xml"/><Relationship Id="rId37" Type="http://schemas.openxmlformats.org/officeDocument/2006/relationships/tags" Target="../tags/tag220.xml"/><Relationship Id="rId53" Type="http://schemas.openxmlformats.org/officeDocument/2006/relationships/tags" Target="../tags/tag236.xml"/><Relationship Id="rId58" Type="http://schemas.openxmlformats.org/officeDocument/2006/relationships/tags" Target="../tags/tag241.xml"/><Relationship Id="rId74" Type="http://schemas.openxmlformats.org/officeDocument/2006/relationships/tags" Target="../tags/tag257.xml"/><Relationship Id="rId79" Type="http://schemas.openxmlformats.org/officeDocument/2006/relationships/tags" Target="../tags/tag262.xml"/><Relationship Id="rId102" Type="http://schemas.openxmlformats.org/officeDocument/2006/relationships/tags" Target="../tags/tag285.xml"/><Relationship Id="rId5" Type="http://schemas.openxmlformats.org/officeDocument/2006/relationships/tags" Target="../tags/tag188.xml"/><Relationship Id="rId90" Type="http://schemas.openxmlformats.org/officeDocument/2006/relationships/tags" Target="../tags/tag273.xml"/><Relationship Id="rId95" Type="http://schemas.openxmlformats.org/officeDocument/2006/relationships/tags" Target="../tags/tag278.xml"/><Relationship Id="rId22" Type="http://schemas.openxmlformats.org/officeDocument/2006/relationships/tags" Target="../tags/tag205.xml"/><Relationship Id="rId27" Type="http://schemas.openxmlformats.org/officeDocument/2006/relationships/tags" Target="../tags/tag210.xml"/><Relationship Id="rId43" Type="http://schemas.openxmlformats.org/officeDocument/2006/relationships/tags" Target="../tags/tag226.xml"/><Relationship Id="rId48" Type="http://schemas.openxmlformats.org/officeDocument/2006/relationships/tags" Target="../tags/tag231.xml"/><Relationship Id="rId64" Type="http://schemas.openxmlformats.org/officeDocument/2006/relationships/tags" Target="../tags/tag247.xml"/><Relationship Id="rId69" Type="http://schemas.openxmlformats.org/officeDocument/2006/relationships/tags" Target="../tags/tag252.xml"/><Relationship Id="rId113" Type="http://schemas.openxmlformats.org/officeDocument/2006/relationships/tags" Target="../tags/tag296.xml"/><Relationship Id="rId118" Type="http://schemas.openxmlformats.org/officeDocument/2006/relationships/image" Target="../media/image5.jpeg"/><Relationship Id="rId80" Type="http://schemas.openxmlformats.org/officeDocument/2006/relationships/tags" Target="../tags/tag263.xml"/><Relationship Id="rId85" Type="http://schemas.openxmlformats.org/officeDocument/2006/relationships/tags" Target="../tags/tag268.xml"/><Relationship Id="rId12" Type="http://schemas.openxmlformats.org/officeDocument/2006/relationships/tags" Target="../tags/tag195.xml"/><Relationship Id="rId17" Type="http://schemas.openxmlformats.org/officeDocument/2006/relationships/tags" Target="../tags/tag200.xml"/><Relationship Id="rId33" Type="http://schemas.openxmlformats.org/officeDocument/2006/relationships/tags" Target="../tags/tag216.xml"/><Relationship Id="rId38" Type="http://schemas.openxmlformats.org/officeDocument/2006/relationships/tags" Target="../tags/tag221.xml"/><Relationship Id="rId59" Type="http://schemas.openxmlformats.org/officeDocument/2006/relationships/tags" Target="../tags/tag242.xml"/><Relationship Id="rId103" Type="http://schemas.openxmlformats.org/officeDocument/2006/relationships/tags" Target="../tags/tag286.xml"/><Relationship Id="rId108" Type="http://schemas.openxmlformats.org/officeDocument/2006/relationships/tags" Target="../tags/tag291.xml"/><Relationship Id="rId54" Type="http://schemas.openxmlformats.org/officeDocument/2006/relationships/tags" Target="../tags/tag237.xml"/><Relationship Id="rId70" Type="http://schemas.openxmlformats.org/officeDocument/2006/relationships/tags" Target="../tags/tag253.xml"/><Relationship Id="rId75" Type="http://schemas.openxmlformats.org/officeDocument/2006/relationships/tags" Target="../tags/tag258.xml"/><Relationship Id="rId91" Type="http://schemas.openxmlformats.org/officeDocument/2006/relationships/tags" Target="../tags/tag274.xml"/><Relationship Id="rId96" Type="http://schemas.openxmlformats.org/officeDocument/2006/relationships/tags" Target="../tags/tag279.xml"/><Relationship Id="rId1" Type="http://schemas.openxmlformats.org/officeDocument/2006/relationships/tags" Target="../tags/tag184.xml"/><Relationship Id="rId6" Type="http://schemas.openxmlformats.org/officeDocument/2006/relationships/tags" Target="../tags/tag189.xml"/><Relationship Id="rId23" Type="http://schemas.openxmlformats.org/officeDocument/2006/relationships/tags" Target="../tags/tag206.xml"/><Relationship Id="rId28" Type="http://schemas.openxmlformats.org/officeDocument/2006/relationships/tags" Target="../tags/tag211.xml"/><Relationship Id="rId49" Type="http://schemas.openxmlformats.org/officeDocument/2006/relationships/tags" Target="../tags/tag232.xml"/><Relationship Id="rId114" Type="http://schemas.openxmlformats.org/officeDocument/2006/relationships/tags" Target="../tags/tag297.xml"/><Relationship Id="rId119" Type="http://schemas.openxmlformats.org/officeDocument/2006/relationships/image" Target="../media/image6.png"/><Relationship Id="rId10" Type="http://schemas.openxmlformats.org/officeDocument/2006/relationships/tags" Target="../tags/tag193.xml"/><Relationship Id="rId31" Type="http://schemas.openxmlformats.org/officeDocument/2006/relationships/tags" Target="../tags/tag214.xml"/><Relationship Id="rId44" Type="http://schemas.openxmlformats.org/officeDocument/2006/relationships/tags" Target="../tags/tag227.xml"/><Relationship Id="rId52" Type="http://schemas.openxmlformats.org/officeDocument/2006/relationships/tags" Target="../tags/tag235.xml"/><Relationship Id="rId60" Type="http://schemas.openxmlformats.org/officeDocument/2006/relationships/tags" Target="../tags/tag243.xml"/><Relationship Id="rId65" Type="http://schemas.openxmlformats.org/officeDocument/2006/relationships/tags" Target="../tags/tag248.xml"/><Relationship Id="rId73" Type="http://schemas.openxmlformats.org/officeDocument/2006/relationships/tags" Target="../tags/tag256.xml"/><Relationship Id="rId78" Type="http://schemas.openxmlformats.org/officeDocument/2006/relationships/tags" Target="../tags/tag261.xml"/><Relationship Id="rId81" Type="http://schemas.openxmlformats.org/officeDocument/2006/relationships/tags" Target="../tags/tag264.xml"/><Relationship Id="rId86" Type="http://schemas.openxmlformats.org/officeDocument/2006/relationships/tags" Target="../tags/tag269.xml"/><Relationship Id="rId94" Type="http://schemas.openxmlformats.org/officeDocument/2006/relationships/tags" Target="../tags/tag277.xml"/><Relationship Id="rId99" Type="http://schemas.openxmlformats.org/officeDocument/2006/relationships/tags" Target="../tags/tag282.xml"/><Relationship Id="rId101" Type="http://schemas.openxmlformats.org/officeDocument/2006/relationships/tags" Target="../tags/tag284.xml"/><Relationship Id="rId4" Type="http://schemas.openxmlformats.org/officeDocument/2006/relationships/tags" Target="../tags/tag187.xml"/><Relationship Id="rId9" Type="http://schemas.openxmlformats.org/officeDocument/2006/relationships/tags" Target="../tags/tag192.xml"/><Relationship Id="rId13" Type="http://schemas.openxmlformats.org/officeDocument/2006/relationships/tags" Target="../tags/tag196.xml"/><Relationship Id="rId18" Type="http://schemas.openxmlformats.org/officeDocument/2006/relationships/tags" Target="../tags/tag201.xml"/><Relationship Id="rId39" Type="http://schemas.openxmlformats.org/officeDocument/2006/relationships/tags" Target="../tags/tag222.xml"/><Relationship Id="rId109" Type="http://schemas.openxmlformats.org/officeDocument/2006/relationships/tags" Target="../tags/tag292.xml"/><Relationship Id="rId34" Type="http://schemas.openxmlformats.org/officeDocument/2006/relationships/tags" Target="../tags/tag217.xml"/><Relationship Id="rId50" Type="http://schemas.openxmlformats.org/officeDocument/2006/relationships/tags" Target="../tags/tag233.xml"/><Relationship Id="rId55" Type="http://schemas.openxmlformats.org/officeDocument/2006/relationships/tags" Target="../tags/tag238.xml"/><Relationship Id="rId76" Type="http://schemas.openxmlformats.org/officeDocument/2006/relationships/tags" Target="../tags/tag259.xml"/><Relationship Id="rId97" Type="http://schemas.openxmlformats.org/officeDocument/2006/relationships/tags" Target="../tags/tag280.xml"/><Relationship Id="rId104" Type="http://schemas.openxmlformats.org/officeDocument/2006/relationships/tags" Target="../tags/tag287.xml"/><Relationship Id="rId7" Type="http://schemas.openxmlformats.org/officeDocument/2006/relationships/tags" Target="../tags/tag190.xml"/><Relationship Id="rId71" Type="http://schemas.openxmlformats.org/officeDocument/2006/relationships/tags" Target="../tags/tag254.xml"/><Relationship Id="rId92" Type="http://schemas.openxmlformats.org/officeDocument/2006/relationships/tags" Target="../tags/tag275.xml"/><Relationship Id="rId2" Type="http://schemas.openxmlformats.org/officeDocument/2006/relationships/tags" Target="../tags/tag185.xml"/><Relationship Id="rId29" Type="http://schemas.openxmlformats.org/officeDocument/2006/relationships/tags" Target="../tags/tag212.xml"/><Relationship Id="rId24" Type="http://schemas.openxmlformats.org/officeDocument/2006/relationships/tags" Target="../tags/tag207.xml"/><Relationship Id="rId40" Type="http://schemas.openxmlformats.org/officeDocument/2006/relationships/tags" Target="../tags/tag223.xml"/><Relationship Id="rId45" Type="http://schemas.openxmlformats.org/officeDocument/2006/relationships/tags" Target="../tags/tag228.xml"/><Relationship Id="rId66" Type="http://schemas.openxmlformats.org/officeDocument/2006/relationships/tags" Target="../tags/tag249.xml"/><Relationship Id="rId87" Type="http://schemas.openxmlformats.org/officeDocument/2006/relationships/tags" Target="../tags/tag270.xml"/><Relationship Id="rId110" Type="http://schemas.openxmlformats.org/officeDocument/2006/relationships/tags" Target="../tags/tag293.xml"/><Relationship Id="rId115" Type="http://schemas.openxmlformats.org/officeDocument/2006/relationships/tags" Target="../tags/tag298.xml"/><Relationship Id="rId61" Type="http://schemas.openxmlformats.org/officeDocument/2006/relationships/tags" Target="../tags/tag244.xml"/><Relationship Id="rId82" Type="http://schemas.openxmlformats.org/officeDocument/2006/relationships/tags" Target="../tags/tag265.xml"/><Relationship Id="rId19" Type="http://schemas.openxmlformats.org/officeDocument/2006/relationships/tags" Target="../tags/tag202.xml"/><Relationship Id="rId14" Type="http://schemas.openxmlformats.org/officeDocument/2006/relationships/tags" Target="../tags/tag197.xml"/><Relationship Id="rId30" Type="http://schemas.openxmlformats.org/officeDocument/2006/relationships/tags" Target="../tags/tag213.xml"/><Relationship Id="rId35" Type="http://schemas.openxmlformats.org/officeDocument/2006/relationships/tags" Target="../tags/tag218.xml"/><Relationship Id="rId56" Type="http://schemas.openxmlformats.org/officeDocument/2006/relationships/tags" Target="../tags/tag239.xml"/><Relationship Id="rId77" Type="http://schemas.openxmlformats.org/officeDocument/2006/relationships/tags" Target="../tags/tag260.xml"/><Relationship Id="rId100" Type="http://schemas.openxmlformats.org/officeDocument/2006/relationships/tags" Target="../tags/tag283.xml"/><Relationship Id="rId105" Type="http://schemas.openxmlformats.org/officeDocument/2006/relationships/tags" Target="../tags/tag288.xml"/><Relationship Id="rId8" Type="http://schemas.openxmlformats.org/officeDocument/2006/relationships/tags" Target="../tags/tag191.xml"/><Relationship Id="rId51" Type="http://schemas.openxmlformats.org/officeDocument/2006/relationships/tags" Target="../tags/tag234.xml"/><Relationship Id="rId72" Type="http://schemas.openxmlformats.org/officeDocument/2006/relationships/tags" Target="../tags/tag255.xml"/><Relationship Id="rId93" Type="http://schemas.openxmlformats.org/officeDocument/2006/relationships/tags" Target="../tags/tag276.xml"/><Relationship Id="rId98" Type="http://schemas.openxmlformats.org/officeDocument/2006/relationships/tags" Target="../tags/tag281.xml"/><Relationship Id="rId3" Type="http://schemas.openxmlformats.org/officeDocument/2006/relationships/tags" Target="../tags/tag186.xml"/><Relationship Id="rId25" Type="http://schemas.openxmlformats.org/officeDocument/2006/relationships/tags" Target="../tags/tag208.xml"/><Relationship Id="rId46" Type="http://schemas.openxmlformats.org/officeDocument/2006/relationships/tags" Target="../tags/tag229.xml"/><Relationship Id="rId67" Type="http://schemas.openxmlformats.org/officeDocument/2006/relationships/tags" Target="../tags/tag250.xml"/><Relationship Id="rId116" Type="http://schemas.openxmlformats.org/officeDocument/2006/relationships/tags" Target="../tags/tag299.xml"/><Relationship Id="rId20" Type="http://schemas.openxmlformats.org/officeDocument/2006/relationships/tags" Target="../tags/tag203.xml"/><Relationship Id="rId41" Type="http://schemas.openxmlformats.org/officeDocument/2006/relationships/tags" Target="../tags/tag224.xml"/><Relationship Id="rId62" Type="http://schemas.openxmlformats.org/officeDocument/2006/relationships/tags" Target="../tags/tag245.xml"/><Relationship Id="rId83" Type="http://schemas.openxmlformats.org/officeDocument/2006/relationships/tags" Target="../tags/tag266.xml"/><Relationship Id="rId88" Type="http://schemas.openxmlformats.org/officeDocument/2006/relationships/tags" Target="../tags/tag271.xml"/><Relationship Id="rId111" Type="http://schemas.openxmlformats.org/officeDocument/2006/relationships/tags" Target="../tags/tag294.xml"/><Relationship Id="rId15" Type="http://schemas.openxmlformats.org/officeDocument/2006/relationships/tags" Target="../tags/tag198.xml"/><Relationship Id="rId36" Type="http://schemas.openxmlformats.org/officeDocument/2006/relationships/tags" Target="../tags/tag219.xml"/><Relationship Id="rId57" Type="http://schemas.openxmlformats.org/officeDocument/2006/relationships/tags" Target="../tags/tag240.xml"/><Relationship Id="rId106" Type="http://schemas.openxmlformats.org/officeDocument/2006/relationships/tags" Target="../tags/tag289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00.xml"/><Relationship Id="rId5" Type="http://schemas.openxmlformats.org/officeDocument/2006/relationships/image" Target="../media/image73.png"/><Relationship Id="rId4" Type="http://schemas.openxmlformats.org/officeDocument/2006/relationships/image" Target="../media/image6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audio" Target="../media/audio3.wav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jpeg"/><Relationship Id="rId2" Type="http://schemas.openxmlformats.org/officeDocument/2006/relationships/audio" Target="../media/audio3.wav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7.jpeg"/><Relationship Id="rId4" Type="http://schemas.openxmlformats.org/officeDocument/2006/relationships/image" Target="../media/image76.jpe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jpeg"/><Relationship Id="rId2" Type="http://schemas.openxmlformats.org/officeDocument/2006/relationships/audio" Target="../media/audio3.wav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0.jpeg"/><Relationship Id="rId4" Type="http://schemas.openxmlformats.org/officeDocument/2006/relationships/image" Target="../media/image79.jpe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jpeg"/><Relationship Id="rId2" Type="http://schemas.openxmlformats.org/officeDocument/2006/relationships/audio" Target="../media/audio3.wav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4.jpeg"/><Relationship Id="rId5" Type="http://schemas.openxmlformats.org/officeDocument/2006/relationships/image" Target="../media/image83.jpeg"/><Relationship Id="rId4" Type="http://schemas.openxmlformats.org/officeDocument/2006/relationships/image" Target="../media/image82.jpe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jpeg"/><Relationship Id="rId2" Type="http://schemas.openxmlformats.org/officeDocument/2006/relationships/audio" Target="../media/audio3.wav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6.jpe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jpeg"/><Relationship Id="rId2" Type="http://schemas.openxmlformats.org/officeDocument/2006/relationships/image" Target="../media/image87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90.jpeg"/><Relationship Id="rId4" Type="http://schemas.openxmlformats.org/officeDocument/2006/relationships/image" Target="../media/image89.jpe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audio" Target="../media/audio3.wav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jpeg"/><Relationship Id="rId2" Type="http://schemas.openxmlformats.org/officeDocument/2006/relationships/audio" Target="../media/audio3.wav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3.jpeg"/><Relationship Id="rId4" Type="http://schemas.openxmlformats.org/officeDocument/2006/relationships/image" Target="../media/image92.jpe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jpeg"/><Relationship Id="rId2" Type="http://schemas.openxmlformats.org/officeDocument/2006/relationships/audio" Target="../media/audio3.wav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6.jpeg"/><Relationship Id="rId4" Type="http://schemas.openxmlformats.org/officeDocument/2006/relationships/image" Target="../media/image95.jpe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jpeg"/><Relationship Id="rId2" Type="http://schemas.openxmlformats.org/officeDocument/2006/relationships/audio" Target="../media/audio3.wav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8.jpe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jpeg"/><Relationship Id="rId2" Type="http://schemas.openxmlformats.org/officeDocument/2006/relationships/audio" Target="../media/audio3.wav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01.xml"/><Relationship Id="rId6" Type="http://schemas.openxmlformats.org/officeDocument/2006/relationships/image" Target="../media/image101.png"/><Relationship Id="rId5" Type="http://schemas.openxmlformats.org/officeDocument/2006/relationships/image" Target="../media/image100.png"/><Relationship Id="rId4" Type="http://schemas.openxmlformats.org/officeDocument/2006/relationships/image" Target="../media/image67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02.xml"/><Relationship Id="rId6" Type="http://schemas.openxmlformats.org/officeDocument/2006/relationships/image" Target="../media/image103.png"/><Relationship Id="rId5" Type="http://schemas.openxmlformats.org/officeDocument/2006/relationships/image" Target="../media/image102.png"/><Relationship Id="rId4" Type="http://schemas.openxmlformats.org/officeDocument/2006/relationships/image" Target="../media/image67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7" Type="http://schemas.openxmlformats.org/officeDocument/2006/relationships/image" Target="../media/image106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03.xml"/><Relationship Id="rId6" Type="http://schemas.openxmlformats.org/officeDocument/2006/relationships/image" Target="../media/image105.png"/><Relationship Id="rId5" Type="http://schemas.openxmlformats.org/officeDocument/2006/relationships/image" Target="../media/image104.png"/><Relationship Id="rId4" Type="http://schemas.openxmlformats.org/officeDocument/2006/relationships/image" Target="../media/image67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50.xml.rels><?xml version="1.0" encoding="UTF-8" standalone="yes"?>
<Relationships xmlns="http://schemas.openxmlformats.org/package/2006/relationships"><Relationship Id="rId26" Type="http://schemas.openxmlformats.org/officeDocument/2006/relationships/tags" Target="../tags/tag329.xml"/><Relationship Id="rId117" Type="http://schemas.openxmlformats.org/officeDocument/2006/relationships/slideLayout" Target="../slideLayouts/slideLayout1.xml"/><Relationship Id="rId21" Type="http://schemas.openxmlformats.org/officeDocument/2006/relationships/tags" Target="../tags/tag324.xml"/><Relationship Id="rId42" Type="http://schemas.openxmlformats.org/officeDocument/2006/relationships/tags" Target="../tags/tag345.xml"/><Relationship Id="rId47" Type="http://schemas.openxmlformats.org/officeDocument/2006/relationships/tags" Target="../tags/tag350.xml"/><Relationship Id="rId63" Type="http://schemas.openxmlformats.org/officeDocument/2006/relationships/tags" Target="../tags/tag366.xml"/><Relationship Id="rId68" Type="http://schemas.openxmlformats.org/officeDocument/2006/relationships/tags" Target="../tags/tag371.xml"/><Relationship Id="rId84" Type="http://schemas.openxmlformats.org/officeDocument/2006/relationships/tags" Target="../tags/tag387.xml"/><Relationship Id="rId89" Type="http://schemas.openxmlformats.org/officeDocument/2006/relationships/tags" Target="../tags/tag392.xml"/><Relationship Id="rId112" Type="http://schemas.openxmlformats.org/officeDocument/2006/relationships/tags" Target="../tags/tag415.xml"/><Relationship Id="rId16" Type="http://schemas.openxmlformats.org/officeDocument/2006/relationships/tags" Target="../tags/tag319.xml"/><Relationship Id="rId107" Type="http://schemas.openxmlformats.org/officeDocument/2006/relationships/tags" Target="../tags/tag410.xml"/><Relationship Id="rId11" Type="http://schemas.openxmlformats.org/officeDocument/2006/relationships/tags" Target="../tags/tag314.xml"/><Relationship Id="rId32" Type="http://schemas.openxmlformats.org/officeDocument/2006/relationships/tags" Target="../tags/tag335.xml"/><Relationship Id="rId37" Type="http://schemas.openxmlformats.org/officeDocument/2006/relationships/tags" Target="../tags/tag340.xml"/><Relationship Id="rId53" Type="http://schemas.openxmlformats.org/officeDocument/2006/relationships/tags" Target="../tags/tag356.xml"/><Relationship Id="rId58" Type="http://schemas.openxmlformats.org/officeDocument/2006/relationships/tags" Target="../tags/tag361.xml"/><Relationship Id="rId74" Type="http://schemas.openxmlformats.org/officeDocument/2006/relationships/tags" Target="../tags/tag377.xml"/><Relationship Id="rId79" Type="http://schemas.openxmlformats.org/officeDocument/2006/relationships/tags" Target="../tags/tag382.xml"/><Relationship Id="rId102" Type="http://schemas.openxmlformats.org/officeDocument/2006/relationships/tags" Target="../tags/tag405.xml"/><Relationship Id="rId5" Type="http://schemas.openxmlformats.org/officeDocument/2006/relationships/tags" Target="../tags/tag308.xml"/><Relationship Id="rId90" Type="http://schemas.openxmlformats.org/officeDocument/2006/relationships/tags" Target="../tags/tag393.xml"/><Relationship Id="rId95" Type="http://schemas.openxmlformats.org/officeDocument/2006/relationships/tags" Target="../tags/tag398.xml"/><Relationship Id="rId22" Type="http://schemas.openxmlformats.org/officeDocument/2006/relationships/tags" Target="../tags/tag325.xml"/><Relationship Id="rId27" Type="http://schemas.openxmlformats.org/officeDocument/2006/relationships/tags" Target="../tags/tag330.xml"/><Relationship Id="rId43" Type="http://schemas.openxmlformats.org/officeDocument/2006/relationships/tags" Target="../tags/tag346.xml"/><Relationship Id="rId48" Type="http://schemas.openxmlformats.org/officeDocument/2006/relationships/tags" Target="../tags/tag351.xml"/><Relationship Id="rId64" Type="http://schemas.openxmlformats.org/officeDocument/2006/relationships/tags" Target="../tags/tag367.xml"/><Relationship Id="rId69" Type="http://schemas.openxmlformats.org/officeDocument/2006/relationships/tags" Target="../tags/tag372.xml"/><Relationship Id="rId113" Type="http://schemas.openxmlformats.org/officeDocument/2006/relationships/tags" Target="../tags/tag416.xml"/><Relationship Id="rId118" Type="http://schemas.openxmlformats.org/officeDocument/2006/relationships/image" Target="../media/image5.jpeg"/><Relationship Id="rId80" Type="http://schemas.openxmlformats.org/officeDocument/2006/relationships/tags" Target="../tags/tag383.xml"/><Relationship Id="rId85" Type="http://schemas.openxmlformats.org/officeDocument/2006/relationships/tags" Target="../tags/tag388.xml"/><Relationship Id="rId12" Type="http://schemas.openxmlformats.org/officeDocument/2006/relationships/tags" Target="../tags/tag315.xml"/><Relationship Id="rId17" Type="http://schemas.openxmlformats.org/officeDocument/2006/relationships/tags" Target="../tags/tag320.xml"/><Relationship Id="rId33" Type="http://schemas.openxmlformats.org/officeDocument/2006/relationships/tags" Target="../tags/tag336.xml"/><Relationship Id="rId38" Type="http://schemas.openxmlformats.org/officeDocument/2006/relationships/tags" Target="../tags/tag341.xml"/><Relationship Id="rId59" Type="http://schemas.openxmlformats.org/officeDocument/2006/relationships/tags" Target="../tags/tag362.xml"/><Relationship Id="rId103" Type="http://schemas.openxmlformats.org/officeDocument/2006/relationships/tags" Target="../tags/tag406.xml"/><Relationship Id="rId108" Type="http://schemas.openxmlformats.org/officeDocument/2006/relationships/tags" Target="../tags/tag411.xml"/><Relationship Id="rId54" Type="http://schemas.openxmlformats.org/officeDocument/2006/relationships/tags" Target="../tags/tag357.xml"/><Relationship Id="rId70" Type="http://schemas.openxmlformats.org/officeDocument/2006/relationships/tags" Target="../tags/tag373.xml"/><Relationship Id="rId75" Type="http://schemas.openxmlformats.org/officeDocument/2006/relationships/tags" Target="../tags/tag378.xml"/><Relationship Id="rId91" Type="http://schemas.openxmlformats.org/officeDocument/2006/relationships/tags" Target="../tags/tag394.xml"/><Relationship Id="rId96" Type="http://schemas.openxmlformats.org/officeDocument/2006/relationships/tags" Target="../tags/tag399.xml"/><Relationship Id="rId1" Type="http://schemas.openxmlformats.org/officeDocument/2006/relationships/tags" Target="../tags/tag304.xml"/><Relationship Id="rId6" Type="http://schemas.openxmlformats.org/officeDocument/2006/relationships/tags" Target="../tags/tag309.xml"/><Relationship Id="rId23" Type="http://schemas.openxmlformats.org/officeDocument/2006/relationships/tags" Target="../tags/tag326.xml"/><Relationship Id="rId28" Type="http://schemas.openxmlformats.org/officeDocument/2006/relationships/tags" Target="../tags/tag331.xml"/><Relationship Id="rId49" Type="http://schemas.openxmlformats.org/officeDocument/2006/relationships/tags" Target="../tags/tag352.xml"/><Relationship Id="rId114" Type="http://schemas.openxmlformats.org/officeDocument/2006/relationships/tags" Target="../tags/tag417.xml"/><Relationship Id="rId119" Type="http://schemas.openxmlformats.org/officeDocument/2006/relationships/image" Target="../media/image6.png"/><Relationship Id="rId10" Type="http://schemas.openxmlformats.org/officeDocument/2006/relationships/tags" Target="../tags/tag313.xml"/><Relationship Id="rId31" Type="http://schemas.openxmlformats.org/officeDocument/2006/relationships/tags" Target="../tags/tag334.xml"/><Relationship Id="rId44" Type="http://schemas.openxmlformats.org/officeDocument/2006/relationships/tags" Target="../tags/tag347.xml"/><Relationship Id="rId52" Type="http://schemas.openxmlformats.org/officeDocument/2006/relationships/tags" Target="../tags/tag355.xml"/><Relationship Id="rId60" Type="http://schemas.openxmlformats.org/officeDocument/2006/relationships/tags" Target="../tags/tag363.xml"/><Relationship Id="rId65" Type="http://schemas.openxmlformats.org/officeDocument/2006/relationships/tags" Target="../tags/tag368.xml"/><Relationship Id="rId73" Type="http://schemas.openxmlformats.org/officeDocument/2006/relationships/tags" Target="../tags/tag376.xml"/><Relationship Id="rId78" Type="http://schemas.openxmlformats.org/officeDocument/2006/relationships/tags" Target="../tags/tag381.xml"/><Relationship Id="rId81" Type="http://schemas.openxmlformats.org/officeDocument/2006/relationships/tags" Target="../tags/tag384.xml"/><Relationship Id="rId86" Type="http://schemas.openxmlformats.org/officeDocument/2006/relationships/tags" Target="../tags/tag389.xml"/><Relationship Id="rId94" Type="http://schemas.openxmlformats.org/officeDocument/2006/relationships/tags" Target="../tags/tag397.xml"/><Relationship Id="rId99" Type="http://schemas.openxmlformats.org/officeDocument/2006/relationships/tags" Target="../tags/tag402.xml"/><Relationship Id="rId101" Type="http://schemas.openxmlformats.org/officeDocument/2006/relationships/tags" Target="../tags/tag404.xml"/><Relationship Id="rId4" Type="http://schemas.openxmlformats.org/officeDocument/2006/relationships/tags" Target="../tags/tag307.xml"/><Relationship Id="rId9" Type="http://schemas.openxmlformats.org/officeDocument/2006/relationships/tags" Target="../tags/tag312.xml"/><Relationship Id="rId13" Type="http://schemas.openxmlformats.org/officeDocument/2006/relationships/tags" Target="../tags/tag316.xml"/><Relationship Id="rId18" Type="http://schemas.openxmlformats.org/officeDocument/2006/relationships/tags" Target="../tags/tag321.xml"/><Relationship Id="rId39" Type="http://schemas.openxmlformats.org/officeDocument/2006/relationships/tags" Target="../tags/tag342.xml"/><Relationship Id="rId109" Type="http://schemas.openxmlformats.org/officeDocument/2006/relationships/tags" Target="../tags/tag412.xml"/><Relationship Id="rId34" Type="http://schemas.openxmlformats.org/officeDocument/2006/relationships/tags" Target="../tags/tag337.xml"/><Relationship Id="rId50" Type="http://schemas.openxmlformats.org/officeDocument/2006/relationships/tags" Target="../tags/tag353.xml"/><Relationship Id="rId55" Type="http://schemas.openxmlformats.org/officeDocument/2006/relationships/tags" Target="../tags/tag358.xml"/><Relationship Id="rId76" Type="http://schemas.openxmlformats.org/officeDocument/2006/relationships/tags" Target="../tags/tag379.xml"/><Relationship Id="rId97" Type="http://schemas.openxmlformats.org/officeDocument/2006/relationships/tags" Target="../tags/tag400.xml"/><Relationship Id="rId104" Type="http://schemas.openxmlformats.org/officeDocument/2006/relationships/tags" Target="../tags/tag407.xml"/><Relationship Id="rId7" Type="http://schemas.openxmlformats.org/officeDocument/2006/relationships/tags" Target="../tags/tag310.xml"/><Relationship Id="rId71" Type="http://schemas.openxmlformats.org/officeDocument/2006/relationships/tags" Target="../tags/tag374.xml"/><Relationship Id="rId92" Type="http://schemas.openxmlformats.org/officeDocument/2006/relationships/tags" Target="../tags/tag395.xml"/><Relationship Id="rId2" Type="http://schemas.openxmlformats.org/officeDocument/2006/relationships/tags" Target="../tags/tag305.xml"/><Relationship Id="rId29" Type="http://schemas.openxmlformats.org/officeDocument/2006/relationships/tags" Target="../tags/tag332.xml"/><Relationship Id="rId24" Type="http://schemas.openxmlformats.org/officeDocument/2006/relationships/tags" Target="../tags/tag327.xml"/><Relationship Id="rId40" Type="http://schemas.openxmlformats.org/officeDocument/2006/relationships/tags" Target="../tags/tag343.xml"/><Relationship Id="rId45" Type="http://schemas.openxmlformats.org/officeDocument/2006/relationships/tags" Target="../tags/tag348.xml"/><Relationship Id="rId66" Type="http://schemas.openxmlformats.org/officeDocument/2006/relationships/tags" Target="../tags/tag369.xml"/><Relationship Id="rId87" Type="http://schemas.openxmlformats.org/officeDocument/2006/relationships/tags" Target="../tags/tag390.xml"/><Relationship Id="rId110" Type="http://schemas.openxmlformats.org/officeDocument/2006/relationships/tags" Target="../tags/tag413.xml"/><Relationship Id="rId115" Type="http://schemas.openxmlformats.org/officeDocument/2006/relationships/tags" Target="../tags/tag418.xml"/><Relationship Id="rId61" Type="http://schemas.openxmlformats.org/officeDocument/2006/relationships/tags" Target="../tags/tag364.xml"/><Relationship Id="rId82" Type="http://schemas.openxmlformats.org/officeDocument/2006/relationships/tags" Target="../tags/tag385.xml"/><Relationship Id="rId19" Type="http://schemas.openxmlformats.org/officeDocument/2006/relationships/tags" Target="../tags/tag322.xml"/><Relationship Id="rId14" Type="http://schemas.openxmlformats.org/officeDocument/2006/relationships/tags" Target="../tags/tag317.xml"/><Relationship Id="rId30" Type="http://schemas.openxmlformats.org/officeDocument/2006/relationships/tags" Target="../tags/tag333.xml"/><Relationship Id="rId35" Type="http://schemas.openxmlformats.org/officeDocument/2006/relationships/tags" Target="../tags/tag338.xml"/><Relationship Id="rId56" Type="http://schemas.openxmlformats.org/officeDocument/2006/relationships/tags" Target="../tags/tag359.xml"/><Relationship Id="rId77" Type="http://schemas.openxmlformats.org/officeDocument/2006/relationships/tags" Target="../tags/tag380.xml"/><Relationship Id="rId100" Type="http://schemas.openxmlformats.org/officeDocument/2006/relationships/tags" Target="../tags/tag403.xml"/><Relationship Id="rId105" Type="http://schemas.openxmlformats.org/officeDocument/2006/relationships/tags" Target="../tags/tag408.xml"/><Relationship Id="rId8" Type="http://schemas.openxmlformats.org/officeDocument/2006/relationships/tags" Target="../tags/tag311.xml"/><Relationship Id="rId51" Type="http://schemas.openxmlformats.org/officeDocument/2006/relationships/tags" Target="../tags/tag354.xml"/><Relationship Id="rId72" Type="http://schemas.openxmlformats.org/officeDocument/2006/relationships/tags" Target="../tags/tag375.xml"/><Relationship Id="rId93" Type="http://schemas.openxmlformats.org/officeDocument/2006/relationships/tags" Target="../tags/tag396.xml"/><Relationship Id="rId98" Type="http://schemas.openxmlformats.org/officeDocument/2006/relationships/tags" Target="../tags/tag401.xml"/><Relationship Id="rId3" Type="http://schemas.openxmlformats.org/officeDocument/2006/relationships/tags" Target="../tags/tag306.xml"/><Relationship Id="rId25" Type="http://schemas.openxmlformats.org/officeDocument/2006/relationships/tags" Target="../tags/tag328.xml"/><Relationship Id="rId46" Type="http://schemas.openxmlformats.org/officeDocument/2006/relationships/tags" Target="../tags/tag349.xml"/><Relationship Id="rId67" Type="http://schemas.openxmlformats.org/officeDocument/2006/relationships/tags" Target="../tags/tag370.xml"/><Relationship Id="rId116" Type="http://schemas.openxmlformats.org/officeDocument/2006/relationships/tags" Target="../tags/tag419.xml"/><Relationship Id="rId20" Type="http://schemas.openxmlformats.org/officeDocument/2006/relationships/tags" Target="../tags/tag323.xml"/><Relationship Id="rId41" Type="http://schemas.openxmlformats.org/officeDocument/2006/relationships/tags" Target="../tags/tag344.xml"/><Relationship Id="rId62" Type="http://schemas.openxmlformats.org/officeDocument/2006/relationships/tags" Target="../tags/tag365.xml"/><Relationship Id="rId83" Type="http://schemas.openxmlformats.org/officeDocument/2006/relationships/tags" Target="../tags/tag386.xml"/><Relationship Id="rId88" Type="http://schemas.openxmlformats.org/officeDocument/2006/relationships/tags" Target="../tags/tag391.xml"/><Relationship Id="rId111" Type="http://schemas.openxmlformats.org/officeDocument/2006/relationships/tags" Target="../tags/tag414.xml"/><Relationship Id="rId15" Type="http://schemas.openxmlformats.org/officeDocument/2006/relationships/tags" Target="../tags/tag318.xml"/><Relationship Id="rId36" Type="http://schemas.openxmlformats.org/officeDocument/2006/relationships/tags" Target="../tags/tag339.xml"/><Relationship Id="rId57" Type="http://schemas.openxmlformats.org/officeDocument/2006/relationships/tags" Target="../tags/tag360.xml"/><Relationship Id="rId106" Type="http://schemas.openxmlformats.org/officeDocument/2006/relationships/tags" Target="../tags/tag409.xml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2.jpeg"/><Relationship Id="rId3" Type="http://schemas.openxmlformats.org/officeDocument/2006/relationships/image" Target="../media/image108.png"/><Relationship Id="rId7" Type="http://schemas.openxmlformats.org/officeDocument/2006/relationships/image" Target="../media/image111.jpeg"/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0.jpeg"/><Relationship Id="rId5" Type="http://schemas.openxmlformats.org/officeDocument/2006/relationships/image" Target="../media/image109.png"/><Relationship Id="rId4" Type="http://schemas.openxmlformats.org/officeDocument/2006/relationships/image" Target="../media/image6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3.jpeg"/><Relationship Id="rId4" Type="http://schemas.openxmlformats.org/officeDocument/2006/relationships/image" Target="../media/image46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4.png"/><Relationship Id="rId4" Type="http://schemas.openxmlformats.org/officeDocument/2006/relationships/image" Target="../media/image46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5.png"/><Relationship Id="rId4" Type="http://schemas.openxmlformats.org/officeDocument/2006/relationships/image" Target="../media/image46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6.png"/><Relationship Id="rId4" Type="http://schemas.openxmlformats.org/officeDocument/2006/relationships/image" Target="../media/image46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8.jpeg"/><Relationship Id="rId5" Type="http://schemas.openxmlformats.org/officeDocument/2006/relationships/image" Target="../media/image117.png"/><Relationship Id="rId4" Type="http://schemas.openxmlformats.org/officeDocument/2006/relationships/image" Target="../media/image46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9.png"/><Relationship Id="rId4" Type="http://schemas.openxmlformats.org/officeDocument/2006/relationships/image" Target="../media/image46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0.png"/><Relationship Id="rId4" Type="http://schemas.openxmlformats.org/officeDocument/2006/relationships/image" Target="../media/image46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1.png"/><Relationship Id="rId4" Type="http://schemas.openxmlformats.org/officeDocument/2006/relationships/image" Target="../media/image46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2.png"/><Relationship Id="rId4" Type="http://schemas.openxmlformats.org/officeDocument/2006/relationships/image" Target="../media/image46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20.xml"/><Relationship Id="rId6" Type="http://schemas.openxmlformats.org/officeDocument/2006/relationships/image" Target="../media/image6.png"/><Relationship Id="rId5" Type="http://schemas.openxmlformats.org/officeDocument/2006/relationships/image" Target="../media/image42.png"/><Relationship Id="rId4" Type="http://schemas.openxmlformats.org/officeDocument/2006/relationships/audio" Target="../media/audio1.wav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124.jpe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124.jpe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21.xml"/><Relationship Id="rId4" Type="http://schemas.openxmlformats.org/officeDocument/2006/relationships/image" Target="../media/image67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audio" Target="../media/audio4.wav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5.png"/><Relationship Id="rId5" Type="http://schemas.openxmlformats.org/officeDocument/2006/relationships/image" Target="../media/image6.png"/><Relationship Id="rId4" Type="http://schemas.openxmlformats.org/officeDocument/2006/relationships/audio" Target="../media/audio1.wav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audio" Target="../media/audio4.wav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5.png"/><Relationship Id="rId5" Type="http://schemas.openxmlformats.org/officeDocument/2006/relationships/image" Target="../media/image6.png"/><Relationship Id="rId4" Type="http://schemas.openxmlformats.org/officeDocument/2006/relationships/audio" Target="../media/audio1.wav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audio" Target="../media/audio4.wav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5.png"/><Relationship Id="rId5" Type="http://schemas.openxmlformats.org/officeDocument/2006/relationships/image" Target="../media/image6.png"/><Relationship Id="rId4" Type="http://schemas.openxmlformats.org/officeDocument/2006/relationships/audio" Target="../media/audio1.wav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audio" Target="../media/audio4.wav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5.png"/><Relationship Id="rId5" Type="http://schemas.openxmlformats.org/officeDocument/2006/relationships/image" Target="../media/image6.png"/><Relationship Id="rId4" Type="http://schemas.openxmlformats.org/officeDocument/2006/relationships/audio" Target="../media/audio1.wav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6" Type="http://schemas.openxmlformats.org/officeDocument/2006/relationships/image" Target="../media/image127.png"/><Relationship Id="rId5" Type="http://schemas.openxmlformats.org/officeDocument/2006/relationships/image" Target="../media/image3.png"/><Relationship Id="rId4" Type="http://schemas.openxmlformats.org/officeDocument/2006/relationships/image" Target="../media/image126.jpe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9.png"/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1.png"/><Relationship Id="rId4" Type="http://schemas.openxmlformats.org/officeDocument/2006/relationships/image" Target="../media/image1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矩形 74"/>
          <p:cNvSpPr/>
          <p:nvPr/>
        </p:nvSpPr>
        <p:spPr>
          <a:xfrm>
            <a:off x="7544336" y="0"/>
            <a:ext cx="4647030" cy="6858000"/>
          </a:xfrm>
          <a:prstGeom prst="rect">
            <a:avLst/>
          </a:prstGeom>
          <a:gradFill flip="none" rotWithShape="1">
            <a:gsLst>
              <a:gs pos="0">
                <a:srgbClr val="E3C982"/>
              </a:gs>
              <a:gs pos="42100">
                <a:srgbClr val="B49256"/>
              </a:gs>
              <a:gs pos="100000">
                <a:srgbClr val="B29054"/>
              </a:gs>
            </a:gsLst>
            <a:lin ang="135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noFill/>
              <a:effectLst/>
              <a:uLnTx/>
              <a:uFillTx/>
              <a:latin typeface="方正兰亭黑简体" panose="02000000000000000000" charset="-122"/>
              <a:ea typeface="方正兰亭黑简体" panose="02000000000000000000" charset="-122"/>
              <a:cs typeface="+mn-cs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2905207" y="1"/>
            <a:ext cx="4647030" cy="6858024"/>
          </a:xfrm>
          <a:prstGeom prst="rect">
            <a:avLst/>
          </a:prstGeom>
          <a:gradFill>
            <a:gsLst>
              <a:gs pos="0">
                <a:schemeClr val="tx1">
                  <a:lumMod val="65000"/>
                  <a:lumOff val="35000"/>
                </a:schemeClr>
              </a:gs>
              <a:gs pos="42100">
                <a:schemeClr val="tx1">
                  <a:lumMod val="75000"/>
                  <a:lumOff val="25000"/>
                </a:schemeClr>
              </a:gs>
              <a:gs pos="100000">
                <a:schemeClr val="tx1">
                  <a:lumMod val="85000"/>
                  <a:lumOff val="15000"/>
                </a:schemeClr>
              </a:gs>
            </a:gsLst>
            <a:lin ang="13500000" scaled="1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Ext-Normal"/>
              <a:ea typeface="OPPOSans B"/>
              <a:cs typeface="+mn-cs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38243" y="605882"/>
            <a:ext cx="267652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教学内容和目标</a:t>
            </a:r>
          </a:p>
        </p:txBody>
      </p:sp>
      <p:cxnSp>
        <p:nvCxnSpPr>
          <p:cNvPr id="104" name="直接连接符 103"/>
          <p:cNvCxnSpPr/>
          <p:nvPr/>
        </p:nvCxnSpPr>
        <p:spPr>
          <a:xfrm>
            <a:off x="870585" y="3202305"/>
            <a:ext cx="6681470" cy="0"/>
          </a:xfrm>
          <a:prstGeom prst="line">
            <a:avLst/>
          </a:prstGeom>
          <a:ln w="12700" cap="rnd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直接连接符 107"/>
          <p:cNvCxnSpPr/>
          <p:nvPr/>
        </p:nvCxnSpPr>
        <p:spPr>
          <a:xfrm>
            <a:off x="870585" y="4983480"/>
            <a:ext cx="6681470" cy="0"/>
          </a:xfrm>
          <a:prstGeom prst="line">
            <a:avLst/>
          </a:prstGeom>
          <a:ln w="12700" cap="rnd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直接连接符 109"/>
          <p:cNvCxnSpPr/>
          <p:nvPr/>
        </p:nvCxnSpPr>
        <p:spPr>
          <a:xfrm>
            <a:off x="800949" y="6582160"/>
            <a:ext cx="10786758" cy="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直接连接符 111"/>
          <p:cNvCxnSpPr/>
          <p:nvPr/>
        </p:nvCxnSpPr>
        <p:spPr>
          <a:xfrm>
            <a:off x="3469391" y="1480994"/>
            <a:ext cx="8118316" cy="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/>
          <p:cNvSpPr txBox="1"/>
          <p:nvPr/>
        </p:nvSpPr>
        <p:spPr>
          <a:xfrm>
            <a:off x="746125" y="1773555"/>
            <a:ext cx="89789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OPPOSans M" panose="00020600040101010101" pitchFamily="18" charset="-122"/>
              </a:rPr>
              <a:t>主题</a:t>
            </a:r>
          </a:p>
        </p:txBody>
      </p:sp>
      <p:sp>
        <p:nvSpPr>
          <p:cNvPr id="58" name="文本框 57"/>
          <p:cNvSpPr txBox="1"/>
          <p:nvPr/>
        </p:nvSpPr>
        <p:spPr>
          <a:xfrm>
            <a:off x="3149600" y="1773555"/>
            <a:ext cx="606933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>
                <a:solidFill>
                  <a:prstClr val="white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发明创造</a:t>
            </a:r>
            <a:endParaRPr kumimoji="0" lang="zh-CN" altLang="en-US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思源黑体 CN Regular" panose="020B0500000000000000" pitchFamily="3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746125" y="3194685"/>
            <a:ext cx="1251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OPPOSans M" panose="00020600040101010101" pitchFamily="18" charset="-122"/>
              </a:rPr>
              <a:t>语言点</a:t>
            </a:r>
          </a:p>
        </p:txBody>
      </p:sp>
      <p:sp>
        <p:nvSpPr>
          <p:cNvPr id="33" name="文本框 32"/>
          <p:cNvSpPr txBox="1"/>
          <p:nvPr/>
        </p:nvSpPr>
        <p:spPr>
          <a:xfrm>
            <a:off x="7712710" y="2235835"/>
            <a:ext cx="4012637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（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2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）辨析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“</a:t>
            </a:r>
            <a:r>
              <a:rPr lang="zh-CN" altLang="en-US" dirty="0">
                <a:solidFill>
                  <a:prstClr val="white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显示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”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和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“</a:t>
            </a:r>
            <a:r>
              <a:rPr lang="zh-CN" altLang="en-US" dirty="0">
                <a:solidFill>
                  <a:prstClr val="white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显得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”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的异同</a:t>
            </a:r>
          </a:p>
        </p:txBody>
      </p:sp>
      <p:sp>
        <p:nvSpPr>
          <p:cNvPr id="59" name="文本框 58"/>
          <p:cNvSpPr txBox="1"/>
          <p:nvPr/>
        </p:nvSpPr>
        <p:spPr>
          <a:xfrm>
            <a:off x="3167380" y="2235835"/>
            <a:ext cx="4474302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（</a:t>
            </a:r>
            <a:r>
              <a:rPr lang="en-US" altLang="zh-CN" dirty="0">
                <a:solidFill>
                  <a:prstClr val="white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1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）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“</a:t>
            </a:r>
            <a:r>
              <a:rPr lang="zh-CN" altLang="en-US" dirty="0">
                <a:solidFill>
                  <a:prstClr val="white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毕竟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、</a:t>
            </a:r>
            <a:r>
              <a:rPr lang="zh-CN" altLang="en-US" dirty="0">
                <a:solidFill>
                  <a:prstClr val="white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逐渐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、或许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”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的意义和用法</a:t>
            </a:r>
          </a:p>
        </p:txBody>
      </p:sp>
      <p:sp>
        <p:nvSpPr>
          <p:cNvPr id="60" name="文本框 59"/>
          <p:cNvSpPr txBox="1"/>
          <p:nvPr/>
        </p:nvSpPr>
        <p:spPr>
          <a:xfrm>
            <a:off x="3167380" y="2665095"/>
            <a:ext cx="7471917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（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2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）</a:t>
            </a:r>
            <a:r>
              <a:rPr lang="en-US" altLang="zh-CN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“</a:t>
            </a:r>
            <a:r>
              <a:rPr lang="zh-CN" altLang="en-US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拍 改进 艰苦 成熟 围绕 始终 插 拦 匹 争论 辩论</a:t>
            </a:r>
            <a:r>
              <a:rPr lang="en-US" altLang="zh-CN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”</a:t>
            </a:r>
            <a:r>
              <a:rPr lang="zh-CN" altLang="en-US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等词语的搭配</a:t>
            </a:r>
          </a:p>
        </p:txBody>
      </p:sp>
      <p:sp>
        <p:nvSpPr>
          <p:cNvPr id="61" name="文本框 60"/>
          <p:cNvSpPr txBox="1"/>
          <p:nvPr/>
        </p:nvSpPr>
        <p:spPr>
          <a:xfrm>
            <a:off x="3167380" y="3251200"/>
            <a:ext cx="8629285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（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1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）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“</a:t>
            </a:r>
            <a:r>
              <a:rPr lang="zh-CN" altLang="en-US" dirty="0">
                <a:solidFill>
                  <a:prstClr val="white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奇迹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、啦、脖子、</a:t>
            </a:r>
            <a:r>
              <a:rPr lang="zh-CN" altLang="en-US" dirty="0">
                <a:solidFill>
                  <a:prstClr val="white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说服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、摄影师、</a:t>
            </a:r>
            <a:r>
              <a:rPr lang="zh-CN" altLang="en-US" dirty="0">
                <a:solidFill>
                  <a:prstClr val="white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操场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、洞、系、差距、兄弟</a:t>
            </a:r>
            <a:r>
              <a:rPr lang="zh-CN" altLang="en-US" dirty="0">
                <a:solidFill>
                  <a:prstClr val="white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、播放、纪念</a:t>
            </a: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思源黑体 CN Regular" panose="020B0500000000000000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思源黑体 CN Regular" panose="020B0500000000000000" pitchFamily="34" charset="-122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3167201" y="4059246"/>
            <a:ext cx="3916457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（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2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）理解本课</a:t>
            </a:r>
            <a:r>
              <a:rPr lang="en-US" altLang="zh-CN" dirty="0">
                <a:solidFill>
                  <a:prstClr val="white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7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个非大纲词语的意义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746125" y="4990465"/>
            <a:ext cx="89789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OPPOSans M" panose="00020600040101010101" pitchFamily="18" charset="-122"/>
              </a:rPr>
              <a:t>词汇</a:t>
            </a:r>
          </a:p>
        </p:txBody>
      </p:sp>
      <p:sp>
        <p:nvSpPr>
          <p:cNvPr id="63" name="文本框 62"/>
          <p:cNvSpPr txBox="1"/>
          <p:nvPr/>
        </p:nvSpPr>
        <p:spPr>
          <a:xfrm>
            <a:off x="3167380" y="5040630"/>
            <a:ext cx="9206366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（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1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）</a:t>
            </a:r>
            <a:r>
              <a:rPr lang="zh-CN" altLang="en-US" dirty="0">
                <a:solidFill>
                  <a:prstClr val="white"/>
                </a:solidFill>
                <a:latin typeface="黑体" panose="02010609060101010101" charset="-122"/>
                <a:ea typeface="思源黑体 CN Regular" panose="020B0500000000000000"/>
              </a:rPr>
              <a:t>本文讲述了电影诞生的故要</a:t>
            </a:r>
            <a:r>
              <a:rPr lang="zh-CN" altLang="en-US" dirty="0">
                <a:solidFill>
                  <a:prstClr val="white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── </a:t>
            </a:r>
            <a:r>
              <a:rPr lang="zh-CN" altLang="en-US" dirty="0">
                <a:solidFill>
                  <a:prstClr val="white"/>
                </a:solidFill>
                <a:latin typeface="黑体" panose="02010609060101010101" charset="-122"/>
                <a:ea typeface="思源黑体 CN Regular" panose="020B0500000000000000"/>
              </a:rPr>
              <a:t>一个因为争论产生的奇迹。</a:t>
            </a:r>
            <a:r>
              <a:rPr lang="zh-CN" altLang="en-US" dirty="0">
                <a:solidFill>
                  <a:prstClr val="white"/>
                </a:solidFill>
                <a:ea typeface="思源黑体 CN Regular" panose="020B0500000000000000" pitchFamily="34" charset="-122"/>
              </a:rPr>
              <a:t>要求学生阅读、理解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         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课文掌握文章大意，并能运用所学词语、语言点叙述</a:t>
            </a:r>
            <a:r>
              <a:rPr lang="zh-CN" altLang="en-US" dirty="0">
                <a:solidFill>
                  <a:prstClr val="white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这个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故事。</a:t>
            </a:r>
          </a:p>
        </p:txBody>
      </p:sp>
      <p:sp>
        <p:nvSpPr>
          <p:cNvPr id="64" name="文本框 63"/>
          <p:cNvSpPr txBox="1"/>
          <p:nvPr/>
        </p:nvSpPr>
        <p:spPr>
          <a:xfrm>
            <a:off x="3167201" y="5686442"/>
            <a:ext cx="5628464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（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2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）</a:t>
            </a:r>
            <a:r>
              <a:rPr lang="zh-CN" altLang="en-US" dirty="0">
                <a:solidFill>
                  <a:prstClr val="white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讨论日常生活中的重大发现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，并完成命题写作。</a:t>
            </a:r>
          </a:p>
        </p:txBody>
      </p:sp>
      <p:sp>
        <p:nvSpPr>
          <p:cNvPr id="73" name="文本框 72"/>
          <p:cNvSpPr txBox="1"/>
          <p:nvPr/>
        </p:nvSpPr>
        <p:spPr>
          <a:xfrm>
            <a:off x="3395611" y="855648"/>
            <a:ext cx="338328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charset="-122"/>
                <a:ea typeface="思源黑体 CN Bold" panose="020B0800000000000000" charset="-122"/>
                <a:cs typeface="+mn-cs"/>
              </a:rPr>
              <a:t>学生能够了解并掌握</a:t>
            </a:r>
          </a:p>
        </p:txBody>
      </p:sp>
      <p:cxnSp>
        <p:nvCxnSpPr>
          <p:cNvPr id="85" name="直接连接符 84"/>
          <p:cNvCxnSpPr/>
          <p:nvPr/>
        </p:nvCxnSpPr>
        <p:spPr>
          <a:xfrm>
            <a:off x="7543800" y="3202305"/>
            <a:ext cx="4043680" cy="0"/>
          </a:xfrm>
          <a:prstGeom prst="line">
            <a:avLst/>
          </a:prstGeom>
          <a:ln w="12700" cap="rnd"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接连接符 88"/>
          <p:cNvCxnSpPr/>
          <p:nvPr/>
        </p:nvCxnSpPr>
        <p:spPr>
          <a:xfrm>
            <a:off x="7543800" y="4983480"/>
            <a:ext cx="4043680" cy="0"/>
          </a:xfrm>
          <a:prstGeom prst="line">
            <a:avLst/>
          </a:prstGeom>
          <a:ln w="12700" cap="rnd"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图片 11" descr="C:\Users\Administrator\Desktop\我1.png我1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719753" y="0"/>
            <a:ext cx="1459230" cy="145923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3167380" y="3660140"/>
            <a:ext cx="9012555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         </a:t>
            </a:r>
            <a:r>
              <a:rPr lang="zh-CN" altLang="en-US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导演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、</a:t>
            </a:r>
            <a:r>
              <a:rPr lang="zh-CN" altLang="en-US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请求</a:t>
            </a:r>
            <a:r>
              <a:rPr lang="zh-CN" altLang="en-US" dirty="0">
                <a:solidFill>
                  <a:prstClr val="white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、</a:t>
            </a:r>
            <a:r>
              <a:rPr lang="zh-CN" altLang="en-US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重大”等本课其他重点五级大纲词语的意义和用法。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3158946" y="4460566"/>
            <a:ext cx="668644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（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3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）了解并掌握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“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扩展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”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板块</a:t>
            </a:r>
            <a:r>
              <a:rPr lang="en-US" altLang="zh-CN" dirty="0">
                <a:solidFill>
                  <a:prstClr val="white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8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个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“</a:t>
            </a:r>
            <a:r>
              <a:rPr lang="zh-CN" altLang="en-US" dirty="0">
                <a:solidFill>
                  <a:prstClr val="white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服饰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”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类词语的意义和用法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-53975" y="-110490"/>
            <a:ext cx="12245975" cy="8528685"/>
            <a:chOff x="-95" y="-188"/>
            <a:chExt cx="19285" cy="13431"/>
          </a:xfrm>
        </p:grpSpPr>
        <p:grpSp>
          <p:nvGrpSpPr>
            <p:cNvPr id="35" name="组合 34"/>
            <p:cNvGrpSpPr/>
            <p:nvPr/>
          </p:nvGrpSpPr>
          <p:grpSpPr>
            <a:xfrm>
              <a:off x="-95" y="-188"/>
              <a:ext cx="19285" cy="13431"/>
              <a:chOff x="-97" y="-188"/>
              <a:chExt cx="19285" cy="13431"/>
            </a:xfrm>
          </p:grpSpPr>
          <p:grpSp>
            <p:nvGrpSpPr>
              <p:cNvPr id="26" name="组合 25"/>
              <p:cNvGrpSpPr/>
              <p:nvPr/>
            </p:nvGrpSpPr>
            <p:grpSpPr>
              <a:xfrm>
                <a:off x="-97" y="-186"/>
                <a:ext cx="9664" cy="11216"/>
                <a:chOff x="1953" y="1163"/>
                <a:chExt cx="7302" cy="8474"/>
              </a:xfrm>
            </p:grpSpPr>
            <p:sp>
              <p:nvSpPr>
                <p:cNvPr id="8" name="矩形 7"/>
                <p:cNvSpPr/>
                <p:nvPr/>
              </p:nvSpPr>
              <p:spPr>
                <a:xfrm>
                  <a:off x="1964" y="3696"/>
                  <a:ext cx="7258" cy="3352"/>
                </a:xfrm>
                <a:prstGeom prst="rect">
                  <a:avLst/>
                </a:prstGeom>
                <a:solidFill>
                  <a:srgbClr val="25366A"/>
                </a:solidFill>
                <a:ln w="38100">
                  <a:solidFill>
                    <a:srgbClr val="000000">
                      <a:alpha val="0"/>
                    </a:srgb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9" name="TextBox 3"/>
                <p:cNvSpPr txBox="1"/>
                <p:nvPr/>
              </p:nvSpPr>
              <p:spPr>
                <a:xfrm>
                  <a:off x="1975" y="4268"/>
                  <a:ext cx="7239" cy="186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9600" b="1" dirty="0">
                      <a:ln w="28575">
                        <a:noFill/>
                      </a:ln>
                      <a:solidFill>
                        <a:schemeClr val="bg1"/>
                      </a:solidFill>
                      <a:latin typeface="思源黑体 CN Heavy" panose="020B0A00000000000000" pitchFamily="34" charset="-122"/>
                      <a:ea typeface="思源黑体 CN Heavy" panose="020B0A00000000000000" pitchFamily="34" charset="-122"/>
                    </a:rPr>
                    <a:t>HSK 5</a:t>
                  </a:r>
                </a:p>
              </p:txBody>
            </p:sp>
            <p:sp>
              <p:nvSpPr>
                <p:cNvPr id="11" name="矩形 10"/>
                <p:cNvSpPr/>
                <p:nvPr/>
              </p:nvSpPr>
              <p:spPr>
                <a:xfrm>
                  <a:off x="1963" y="1163"/>
                  <a:ext cx="7258" cy="2637"/>
                </a:xfrm>
                <a:prstGeom prst="rect">
                  <a:avLst/>
                </a:prstGeom>
                <a:solidFill>
                  <a:srgbClr val="25366A"/>
                </a:solidFill>
                <a:ln w="381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0" name="TextBox 3"/>
                <p:cNvSpPr txBox="1"/>
                <p:nvPr/>
              </p:nvSpPr>
              <p:spPr>
                <a:xfrm>
                  <a:off x="1964" y="1674"/>
                  <a:ext cx="7280" cy="120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6000" b="1" dirty="0">
                      <a:solidFill>
                        <a:schemeClr val="bg1"/>
                      </a:solidFill>
                      <a:latin typeface="思源黑体 CN Regular" panose="020B0500000000000000" pitchFamily="34" charset="-122"/>
                      <a:ea typeface="思源黑体 CN Regular" panose="020B0500000000000000" pitchFamily="34" charset="-122"/>
                    </a:rPr>
                    <a:t>Standard Course</a:t>
                  </a:r>
                </a:p>
              </p:txBody>
            </p:sp>
            <p:sp>
              <p:nvSpPr>
                <p:cNvPr id="12" name="矩形 11"/>
                <p:cNvSpPr/>
                <p:nvPr/>
              </p:nvSpPr>
              <p:spPr>
                <a:xfrm>
                  <a:off x="1953" y="7001"/>
                  <a:ext cx="7258" cy="2636"/>
                </a:xfrm>
                <a:prstGeom prst="rect">
                  <a:avLst/>
                </a:prstGeom>
                <a:solidFill>
                  <a:srgbClr val="25366A"/>
                </a:solidFill>
                <a:ln w="38100">
                  <a:solidFill>
                    <a:srgbClr val="000000">
                      <a:alpha val="0"/>
                    </a:srgb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3" name="TextBox 3"/>
                <p:cNvSpPr txBox="1"/>
                <p:nvPr/>
              </p:nvSpPr>
              <p:spPr>
                <a:xfrm>
                  <a:off x="1975" y="7522"/>
                  <a:ext cx="7280" cy="120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6000" b="1" dirty="0">
                      <a:solidFill>
                        <a:schemeClr val="bg1"/>
                      </a:solidFill>
                      <a:latin typeface="思源黑体 CN Regular" panose="020B0500000000000000" pitchFamily="34" charset="-122"/>
                      <a:ea typeface="思源黑体 CN Regular" panose="020B0500000000000000" pitchFamily="34" charset="-122"/>
                    </a:rPr>
                    <a:t>Lesson 10</a:t>
                  </a:r>
                </a:p>
              </p:txBody>
            </p:sp>
            <p:cxnSp>
              <p:nvCxnSpPr>
                <p:cNvPr id="14" name="直接连接符 13"/>
                <p:cNvCxnSpPr/>
                <p:nvPr/>
              </p:nvCxnSpPr>
              <p:spPr>
                <a:xfrm>
                  <a:off x="1965" y="3800"/>
                  <a:ext cx="7235" cy="28"/>
                </a:xfrm>
                <a:prstGeom prst="line">
                  <a:avLst/>
                </a:prstGeom>
                <a:ln w="38100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直接连接符 14"/>
                <p:cNvCxnSpPr/>
                <p:nvPr/>
              </p:nvCxnSpPr>
              <p:spPr>
                <a:xfrm>
                  <a:off x="1964" y="6960"/>
                  <a:ext cx="7235" cy="28"/>
                </a:xfrm>
                <a:prstGeom prst="line">
                  <a:avLst/>
                </a:prstGeom>
                <a:ln w="38100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2" name="矩形 21"/>
              <p:cNvSpPr/>
              <p:nvPr/>
            </p:nvSpPr>
            <p:spPr>
              <a:xfrm>
                <a:off x="9524" y="-188"/>
                <a:ext cx="9664" cy="11219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6" name="图片 5" descr="C:\Users\Administrator\Desktop\小红书\对外汉语战略搞钱计划\教学素材\图片素材\我压缩.png我压缩"/>
              <p:cNvPicPr>
                <a:picLocks noChangeAspect="1"/>
              </p:cNvPicPr>
              <p:nvPr/>
            </p:nvPicPr>
            <p:blipFill>
              <a:blip r:embed="rId3"/>
              <a:srcRect/>
              <a:stretch>
                <a:fillRect/>
              </a:stretch>
            </p:blipFill>
            <p:spPr>
              <a:xfrm>
                <a:off x="5130" y="77"/>
                <a:ext cx="13166" cy="13166"/>
              </a:xfrm>
              <a:prstGeom prst="rect">
                <a:avLst/>
              </a:prstGeom>
            </p:spPr>
          </p:pic>
        </p:grpSp>
        <p:pic>
          <p:nvPicPr>
            <p:cNvPr id="38" name="图片 37" descr="下一页按钮">
              <a:hlinkClick r:id="" action="ppaction://hlinkshowjump?jump=nextslide"/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5610" y="8802"/>
              <a:ext cx="2899" cy="1498"/>
            </a:xfrm>
            <a:prstGeom prst="rect">
              <a:avLst/>
            </a:prstGeom>
          </p:spPr>
        </p:pic>
      </p:grp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2" name="图片 601" descr="C:\Users\38577\Desktop\11.jpg11"/>
          <p:cNvPicPr>
            <a:picLocks noChangeAspect="1"/>
          </p:cNvPicPr>
          <p:nvPr/>
        </p:nvPicPr>
        <p:blipFill rotWithShape="1">
          <a:blip r:embed="rId118"/>
          <a:srcRect/>
          <a:stretch>
            <a:fillRect/>
          </a:stretch>
        </p:blipFill>
        <p:spPr>
          <a:xfrm>
            <a:off x="-190500" y="-578167"/>
            <a:ext cx="12573635" cy="8015605"/>
          </a:xfrm>
          <a:prstGeom prst="rect">
            <a:avLst/>
          </a:prstGeom>
        </p:spPr>
      </p:pic>
      <p:sp>
        <p:nvSpPr>
          <p:cNvPr id="34" name="PA-4-Point Star 33"/>
          <p:cNvSpPr/>
          <p:nvPr>
            <p:custDataLst>
              <p:tags r:id="rId1"/>
            </p:custDataLst>
          </p:nvPr>
        </p:nvSpPr>
        <p:spPr>
          <a:xfrm rot="8294776">
            <a:off x="5002837" y="214623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PA-4-Point Star 34"/>
          <p:cNvSpPr/>
          <p:nvPr>
            <p:custDataLst>
              <p:tags r:id="rId2"/>
            </p:custDataLst>
          </p:nvPr>
        </p:nvSpPr>
        <p:spPr>
          <a:xfrm rot="8294776">
            <a:off x="5483061" y="236990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PA-4-Point Star 35"/>
          <p:cNvSpPr/>
          <p:nvPr>
            <p:custDataLst>
              <p:tags r:id="rId3"/>
            </p:custDataLst>
          </p:nvPr>
        </p:nvSpPr>
        <p:spPr>
          <a:xfrm rot="8294776">
            <a:off x="5344914" y="268566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PA-4-Point Star 36"/>
          <p:cNvSpPr/>
          <p:nvPr>
            <p:custDataLst>
              <p:tags r:id="rId4"/>
            </p:custDataLst>
          </p:nvPr>
        </p:nvSpPr>
        <p:spPr>
          <a:xfrm rot="16200000">
            <a:off x="243104" y="-65512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PA-4-Point Star 77"/>
          <p:cNvSpPr/>
          <p:nvPr>
            <p:custDataLst>
              <p:tags r:id="rId5"/>
            </p:custDataLst>
          </p:nvPr>
        </p:nvSpPr>
        <p:spPr>
          <a:xfrm rot="16200000">
            <a:off x="6457747" y="2296949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7" name="PA-4-Point Star 96"/>
          <p:cNvSpPr/>
          <p:nvPr>
            <p:custDataLst>
              <p:tags r:id="rId6"/>
            </p:custDataLst>
          </p:nvPr>
        </p:nvSpPr>
        <p:spPr>
          <a:xfrm rot="8294776">
            <a:off x="5628180" y="262724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8" name="PA-4-Point Star 97"/>
          <p:cNvSpPr/>
          <p:nvPr>
            <p:custDataLst>
              <p:tags r:id="rId7"/>
            </p:custDataLst>
          </p:nvPr>
        </p:nvSpPr>
        <p:spPr>
          <a:xfrm rot="16200000">
            <a:off x="11913218" y="758020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9" name="PA-4-Point Star 108"/>
          <p:cNvSpPr/>
          <p:nvPr>
            <p:custDataLst>
              <p:tags r:id="rId8"/>
            </p:custDataLst>
          </p:nvPr>
        </p:nvSpPr>
        <p:spPr>
          <a:xfrm rot="16200000">
            <a:off x="6141590" y="247378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4" name="PA-4-Point Star 133"/>
          <p:cNvSpPr/>
          <p:nvPr>
            <p:custDataLst>
              <p:tags r:id="rId9"/>
            </p:custDataLst>
          </p:nvPr>
        </p:nvSpPr>
        <p:spPr>
          <a:xfrm rot="16200000">
            <a:off x="4653787" y="3063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5" name="PA-4-Point Star 134"/>
          <p:cNvSpPr/>
          <p:nvPr>
            <p:custDataLst>
              <p:tags r:id="rId10"/>
            </p:custDataLst>
          </p:nvPr>
        </p:nvSpPr>
        <p:spPr>
          <a:xfrm rot="8294776">
            <a:off x="5693570" y="219228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6" name="PA-4-Point Star 135"/>
          <p:cNvSpPr/>
          <p:nvPr>
            <p:custDataLst>
              <p:tags r:id="rId11"/>
            </p:custDataLst>
          </p:nvPr>
        </p:nvSpPr>
        <p:spPr>
          <a:xfrm rot="8294776">
            <a:off x="5555423" y="2508046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7" name="PA-4-Point Star 136"/>
          <p:cNvSpPr/>
          <p:nvPr>
            <p:custDataLst>
              <p:tags r:id="rId12"/>
            </p:custDataLst>
          </p:nvPr>
        </p:nvSpPr>
        <p:spPr>
          <a:xfrm rot="8294776">
            <a:off x="4594974" y="267250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9" name="PA-4-Point Star 138"/>
          <p:cNvSpPr/>
          <p:nvPr>
            <p:custDataLst>
              <p:tags r:id="rId13"/>
            </p:custDataLst>
          </p:nvPr>
        </p:nvSpPr>
        <p:spPr>
          <a:xfrm rot="16200000">
            <a:off x="6686518" y="43791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0" name="PA-4-Point Star 139"/>
          <p:cNvSpPr/>
          <p:nvPr>
            <p:custDataLst>
              <p:tags r:id="rId14"/>
            </p:custDataLst>
          </p:nvPr>
        </p:nvSpPr>
        <p:spPr>
          <a:xfrm rot="7352446">
            <a:off x="9882647" y="687283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1" name="PA-4-Point Star 140"/>
          <p:cNvSpPr/>
          <p:nvPr>
            <p:custDataLst>
              <p:tags r:id="rId15"/>
            </p:custDataLst>
          </p:nvPr>
        </p:nvSpPr>
        <p:spPr>
          <a:xfrm rot="7352446">
            <a:off x="9744500" y="718859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2" name="PA-4-Point Star 141"/>
          <p:cNvSpPr/>
          <p:nvPr>
            <p:custDataLst>
              <p:tags r:id="rId16"/>
            </p:custDataLst>
          </p:nvPr>
        </p:nvSpPr>
        <p:spPr>
          <a:xfrm rot="8294776">
            <a:off x="7009842" y="177126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4" name="PA-4-Point Star 153"/>
          <p:cNvSpPr/>
          <p:nvPr>
            <p:custDataLst>
              <p:tags r:id="rId17"/>
            </p:custDataLst>
          </p:nvPr>
        </p:nvSpPr>
        <p:spPr>
          <a:xfrm rot="13694776">
            <a:off x="-716950" y="4765621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5" name="PA-4-Point Star 154"/>
          <p:cNvSpPr/>
          <p:nvPr>
            <p:custDataLst>
              <p:tags r:id="rId18"/>
            </p:custDataLst>
          </p:nvPr>
        </p:nvSpPr>
        <p:spPr>
          <a:xfrm rot="13694776">
            <a:off x="275801" y="-113633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6" name="PA-4-Point Star 155"/>
          <p:cNvSpPr/>
          <p:nvPr>
            <p:custDataLst>
              <p:tags r:id="rId19"/>
            </p:custDataLst>
          </p:nvPr>
        </p:nvSpPr>
        <p:spPr>
          <a:xfrm>
            <a:off x="506143" y="-493019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6" name="PA-4-Point Star 225"/>
          <p:cNvSpPr/>
          <p:nvPr>
            <p:custDataLst>
              <p:tags r:id="rId20"/>
            </p:custDataLst>
          </p:nvPr>
        </p:nvSpPr>
        <p:spPr>
          <a:xfrm rot="13694776">
            <a:off x="-209233" y="157813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7" name="PA-4-Point Star 236"/>
          <p:cNvSpPr/>
          <p:nvPr>
            <p:custDataLst>
              <p:tags r:id="rId21"/>
            </p:custDataLst>
          </p:nvPr>
        </p:nvSpPr>
        <p:spPr>
          <a:xfrm rot="13694776">
            <a:off x="5239957" y="265120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8" name="PA-4-Point Star 237"/>
          <p:cNvSpPr/>
          <p:nvPr>
            <p:custDataLst>
              <p:tags r:id="rId22"/>
            </p:custDataLst>
          </p:nvPr>
        </p:nvSpPr>
        <p:spPr>
          <a:xfrm>
            <a:off x="960449" y="-53828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9" name="PA-4-Point Star 238"/>
          <p:cNvSpPr/>
          <p:nvPr>
            <p:custDataLst>
              <p:tags r:id="rId23"/>
            </p:custDataLst>
          </p:nvPr>
        </p:nvSpPr>
        <p:spPr>
          <a:xfrm>
            <a:off x="0" y="-37382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0" name="PA-4-Point Star 239"/>
          <p:cNvSpPr/>
          <p:nvPr>
            <p:custDataLst>
              <p:tags r:id="rId24"/>
            </p:custDataLst>
          </p:nvPr>
        </p:nvSpPr>
        <p:spPr>
          <a:xfrm>
            <a:off x="5390375" y="718363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2" name="PA-4-Point Star 241"/>
          <p:cNvSpPr/>
          <p:nvPr>
            <p:custDataLst>
              <p:tags r:id="rId25"/>
            </p:custDataLst>
          </p:nvPr>
        </p:nvSpPr>
        <p:spPr>
          <a:xfrm rot="13694776">
            <a:off x="-209232" y="143340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3" name="PA-4-Point Star 242"/>
          <p:cNvSpPr/>
          <p:nvPr>
            <p:custDataLst>
              <p:tags r:id="rId26"/>
            </p:custDataLst>
          </p:nvPr>
        </p:nvSpPr>
        <p:spPr>
          <a:xfrm>
            <a:off x="-1098007" y="548865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4" name="PA-4-Point Star 243"/>
          <p:cNvSpPr/>
          <p:nvPr>
            <p:custDataLst>
              <p:tags r:id="rId27"/>
            </p:custDataLst>
          </p:nvPr>
        </p:nvSpPr>
        <p:spPr>
          <a:xfrm>
            <a:off x="3844446" y="7084956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5" name="PA-4-Point Star 244"/>
          <p:cNvSpPr/>
          <p:nvPr>
            <p:custDataLst>
              <p:tags r:id="rId28"/>
            </p:custDataLst>
          </p:nvPr>
        </p:nvSpPr>
        <p:spPr>
          <a:xfrm rot="13694776">
            <a:off x="-696034" y="157813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6" name="PA-4-Point Star 245"/>
          <p:cNvSpPr/>
          <p:nvPr>
            <p:custDataLst>
              <p:tags r:id="rId29"/>
            </p:custDataLst>
          </p:nvPr>
        </p:nvSpPr>
        <p:spPr>
          <a:xfrm>
            <a:off x="-966438" y="5541286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7" name="PA-4-Point Star 246"/>
          <p:cNvSpPr/>
          <p:nvPr>
            <p:custDataLst>
              <p:tags r:id="rId30"/>
            </p:custDataLst>
          </p:nvPr>
        </p:nvSpPr>
        <p:spPr>
          <a:xfrm>
            <a:off x="-1104585" y="585705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8" name="PA-4-Point Star 247"/>
          <p:cNvSpPr/>
          <p:nvPr>
            <p:custDataLst>
              <p:tags r:id="rId31"/>
            </p:custDataLst>
          </p:nvPr>
        </p:nvSpPr>
        <p:spPr>
          <a:xfrm>
            <a:off x="3837868" y="745334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2" name="PA-4-Point Star 251"/>
          <p:cNvSpPr/>
          <p:nvPr>
            <p:custDataLst>
              <p:tags r:id="rId32"/>
            </p:custDataLst>
          </p:nvPr>
        </p:nvSpPr>
        <p:spPr>
          <a:xfrm>
            <a:off x="10170037" y="-7200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7" name="PA-4-Point Star 256"/>
          <p:cNvSpPr/>
          <p:nvPr>
            <p:custDataLst>
              <p:tags r:id="rId33"/>
            </p:custDataLst>
          </p:nvPr>
        </p:nvSpPr>
        <p:spPr>
          <a:xfrm>
            <a:off x="730203" y="-70274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2" name="PA-4-Point Star 261"/>
          <p:cNvSpPr/>
          <p:nvPr>
            <p:custDataLst>
              <p:tags r:id="rId34"/>
            </p:custDataLst>
          </p:nvPr>
        </p:nvSpPr>
        <p:spPr>
          <a:xfrm>
            <a:off x="10321341" y="-28909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5" name="PA-4-Point Star 264"/>
          <p:cNvSpPr/>
          <p:nvPr>
            <p:custDataLst>
              <p:tags r:id="rId35"/>
            </p:custDataLst>
          </p:nvPr>
        </p:nvSpPr>
        <p:spPr>
          <a:xfrm>
            <a:off x="4844366" y="741387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6" name="PA-4-Point Star 265"/>
          <p:cNvSpPr/>
          <p:nvPr>
            <p:custDataLst>
              <p:tags r:id="rId36"/>
            </p:custDataLst>
          </p:nvPr>
        </p:nvSpPr>
        <p:spPr>
          <a:xfrm>
            <a:off x="-913810" y="582415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7" name="PA-4-Point Star 266"/>
          <p:cNvSpPr/>
          <p:nvPr>
            <p:custDataLst>
              <p:tags r:id="rId37"/>
            </p:custDataLst>
          </p:nvPr>
        </p:nvSpPr>
        <p:spPr>
          <a:xfrm>
            <a:off x="9420098" y="-28251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8" name="PA-4-Point Star 267"/>
          <p:cNvSpPr/>
          <p:nvPr>
            <p:custDataLst>
              <p:tags r:id="rId38"/>
            </p:custDataLst>
          </p:nvPr>
        </p:nvSpPr>
        <p:spPr>
          <a:xfrm>
            <a:off x="4423348" y="7032329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9" name="PA-4-Point Star 268"/>
          <p:cNvSpPr/>
          <p:nvPr>
            <p:custDataLst>
              <p:tags r:id="rId39"/>
            </p:custDataLst>
          </p:nvPr>
        </p:nvSpPr>
        <p:spPr>
          <a:xfrm>
            <a:off x="5456160" y="707837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4" name="PA-4-Point Star 383"/>
          <p:cNvSpPr/>
          <p:nvPr>
            <p:custDataLst>
              <p:tags r:id="rId40"/>
            </p:custDataLst>
          </p:nvPr>
        </p:nvSpPr>
        <p:spPr>
          <a:xfrm rot="8294776">
            <a:off x="6733943" y="169968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8" name="PA-4-Point Star 387"/>
          <p:cNvSpPr/>
          <p:nvPr>
            <p:custDataLst>
              <p:tags r:id="rId41"/>
            </p:custDataLst>
          </p:nvPr>
        </p:nvSpPr>
        <p:spPr>
          <a:xfrm rot="8294776">
            <a:off x="4805877" y="2515409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2" name="PA-4-Point Star 391"/>
          <p:cNvSpPr/>
          <p:nvPr>
            <p:custDataLst>
              <p:tags r:id="rId42"/>
            </p:custDataLst>
          </p:nvPr>
        </p:nvSpPr>
        <p:spPr>
          <a:xfrm rot="16200000">
            <a:off x="657938" y="-621446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7" name="PA-4-Point Star 396"/>
          <p:cNvSpPr/>
          <p:nvPr>
            <p:custDataLst>
              <p:tags r:id="rId43"/>
            </p:custDataLst>
          </p:nvPr>
        </p:nvSpPr>
        <p:spPr>
          <a:xfrm rot="15257670">
            <a:off x="12926393" y="535871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2" name="PA-4-Point Star 401"/>
          <p:cNvSpPr/>
          <p:nvPr>
            <p:custDataLst>
              <p:tags r:id="rId44"/>
            </p:custDataLst>
          </p:nvPr>
        </p:nvSpPr>
        <p:spPr>
          <a:xfrm rot="8294776">
            <a:off x="5865005" y="261408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3" name="PA-4-Point Star 402"/>
          <p:cNvSpPr/>
          <p:nvPr>
            <p:custDataLst>
              <p:tags r:id="rId45"/>
            </p:custDataLst>
          </p:nvPr>
        </p:nvSpPr>
        <p:spPr>
          <a:xfrm rot="16200000">
            <a:off x="7095855" y="225090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4" name="PA-4-Point Star 403"/>
          <p:cNvSpPr/>
          <p:nvPr>
            <p:custDataLst>
              <p:tags r:id="rId46"/>
            </p:custDataLst>
          </p:nvPr>
        </p:nvSpPr>
        <p:spPr>
          <a:xfrm rot="16200000">
            <a:off x="6957708" y="256666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5" name="PA-4-Point Star 404"/>
          <p:cNvSpPr/>
          <p:nvPr>
            <p:custDataLst>
              <p:tags r:id="rId47"/>
            </p:custDataLst>
          </p:nvPr>
        </p:nvSpPr>
        <p:spPr>
          <a:xfrm rot="16200000">
            <a:off x="10446429" y="-391986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6" name="PA-4-Point Star 405"/>
          <p:cNvSpPr/>
          <p:nvPr>
            <p:custDataLst>
              <p:tags r:id="rId48"/>
            </p:custDataLst>
          </p:nvPr>
        </p:nvSpPr>
        <p:spPr>
          <a:xfrm rot="16200000">
            <a:off x="6495647" y="737018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8" name="PA-4-Point Star 407"/>
          <p:cNvSpPr/>
          <p:nvPr>
            <p:custDataLst>
              <p:tags r:id="rId49"/>
            </p:custDataLst>
          </p:nvPr>
        </p:nvSpPr>
        <p:spPr>
          <a:xfrm rot="16200000">
            <a:off x="657939" y="-76617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9" name="PA-4-Point Star 408"/>
          <p:cNvSpPr/>
          <p:nvPr>
            <p:custDataLst>
              <p:tags r:id="rId50"/>
            </p:custDataLst>
          </p:nvPr>
        </p:nvSpPr>
        <p:spPr>
          <a:xfrm rot="16200000">
            <a:off x="519792" y="-45040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2" name="PA-4-Point Star 411"/>
          <p:cNvSpPr/>
          <p:nvPr>
            <p:custDataLst>
              <p:tags r:id="rId51"/>
            </p:custDataLst>
          </p:nvPr>
        </p:nvSpPr>
        <p:spPr>
          <a:xfrm rot="16200000">
            <a:off x="651361" y="-39778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3" name="PA-4-Point Star 412"/>
          <p:cNvSpPr/>
          <p:nvPr>
            <p:custDataLst>
              <p:tags r:id="rId52"/>
            </p:custDataLst>
          </p:nvPr>
        </p:nvSpPr>
        <p:spPr>
          <a:xfrm rot="16200000">
            <a:off x="9854371" y="-28673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5" name="PA-4-Point Star 414"/>
          <p:cNvSpPr/>
          <p:nvPr>
            <p:custDataLst>
              <p:tags r:id="rId53"/>
            </p:custDataLst>
          </p:nvPr>
        </p:nvSpPr>
        <p:spPr>
          <a:xfrm rot="16200000">
            <a:off x="12071102" y="731048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6" name="PA-4-Point Star 415"/>
          <p:cNvSpPr/>
          <p:nvPr>
            <p:custDataLst>
              <p:tags r:id="rId54"/>
            </p:custDataLst>
          </p:nvPr>
        </p:nvSpPr>
        <p:spPr>
          <a:xfrm rot="15257670">
            <a:off x="12919816" y="558238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7" name="PA-4-Point Star 416"/>
          <p:cNvSpPr/>
          <p:nvPr>
            <p:custDataLst>
              <p:tags r:id="rId55"/>
            </p:custDataLst>
          </p:nvPr>
        </p:nvSpPr>
        <p:spPr>
          <a:xfrm rot="15257670">
            <a:off x="12781669" y="589814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8" name="PA-4-Point Star 417"/>
          <p:cNvSpPr/>
          <p:nvPr>
            <p:custDataLst>
              <p:tags r:id="rId56"/>
            </p:custDataLst>
          </p:nvPr>
        </p:nvSpPr>
        <p:spPr>
          <a:xfrm rot="16200000">
            <a:off x="6416706" y="711362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3" name="PA-4-Point Star 422"/>
          <p:cNvSpPr/>
          <p:nvPr>
            <p:custDataLst>
              <p:tags r:id="rId57"/>
            </p:custDataLst>
          </p:nvPr>
        </p:nvSpPr>
        <p:spPr>
          <a:xfrm rot="16200000">
            <a:off x="6727462" y="240220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6" name="PA-4-Point Star 425"/>
          <p:cNvSpPr/>
          <p:nvPr>
            <p:custDataLst>
              <p:tags r:id="rId58"/>
            </p:custDataLst>
          </p:nvPr>
        </p:nvSpPr>
        <p:spPr>
          <a:xfrm rot="16200000">
            <a:off x="8113939" y="699521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7" name="PA-4-Point Star 426"/>
          <p:cNvSpPr/>
          <p:nvPr>
            <p:custDataLst>
              <p:tags r:id="rId59"/>
            </p:custDataLst>
          </p:nvPr>
        </p:nvSpPr>
        <p:spPr>
          <a:xfrm rot="16200000">
            <a:off x="2295770" y="708495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8" name="PA-4-Point Star 427"/>
          <p:cNvSpPr/>
          <p:nvPr>
            <p:custDataLst>
              <p:tags r:id="rId60"/>
            </p:custDataLst>
          </p:nvPr>
        </p:nvSpPr>
        <p:spPr>
          <a:xfrm rot="16200000">
            <a:off x="6977443" y="302057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9" name="PA-4-Point Star 428"/>
          <p:cNvSpPr/>
          <p:nvPr>
            <p:custDataLst>
              <p:tags r:id="rId61"/>
            </p:custDataLst>
          </p:nvPr>
        </p:nvSpPr>
        <p:spPr>
          <a:xfrm rot="16200000">
            <a:off x="7048234" y="712020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0" name="PA-4-Point Star 429"/>
          <p:cNvSpPr/>
          <p:nvPr>
            <p:custDataLst>
              <p:tags r:id="rId62"/>
            </p:custDataLst>
          </p:nvPr>
        </p:nvSpPr>
        <p:spPr>
          <a:xfrm rot="16200000">
            <a:off x="6910087" y="743596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1" name="PA-4-Point Star 430"/>
          <p:cNvSpPr/>
          <p:nvPr>
            <p:custDataLst>
              <p:tags r:id="rId63"/>
            </p:custDataLst>
          </p:nvPr>
        </p:nvSpPr>
        <p:spPr>
          <a:xfrm rot="16200000">
            <a:off x="5949638" y="7600429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2" name="PA-4-Point Star 431"/>
          <p:cNvSpPr/>
          <p:nvPr>
            <p:custDataLst>
              <p:tags r:id="rId64"/>
            </p:custDataLst>
          </p:nvPr>
        </p:nvSpPr>
        <p:spPr>
          <a:xfrm rot="16200000">
            <a:off x="10045146" y="-31962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3" name="PA-4-Point Star 432"/>
          <p:cNvSpPr/>
          <p:nvPr>
            <p:custDataLst>
              <p:tags r:id="rId65"/>
            </p:custDataLst>
          </p:nvPr>
        </p:nvSpPr>
        <p:spPr>
          <a:xfrm rot="16200000">
            <a:off x="6076200" y="302715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4" name="PA-4-Point Star 433"/>
          <p:cNvSpPr/>
          <p:nvPr>
            <p:custDataLst>
              <p:tags r:id="rId66"/>
            </p:custDataLst>
          </p:nvPr>
        </p:nvSpPr>
        <p:spPr>
          <a:xfrm rot="16200000">
            <a:off x="5528620" y="7218881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5" name="PA-4-Point Star 434"/>
          <p:cNvSpPr/>
          <p:nvPr>
            <p:custDataLst>
              <p:tags r:id="rId67"/>
            </p:custDataLst>
          </p:nvPr>
        </p:nvSpPr>
        <p:spPr>
          <a:xfrm rot="16200000">
            <a:off x="6561432" y="7264929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6" name="PA-4-Point Star 435"/>
          <p:cNvSpPr/>
          <p:nvPr>
            <p:custDataLst>
              <p:tags r:id="rId68"/>
            </p:custDataLst>
          </p:nvPr>
        </p:nvSpPr>
        <p:spPr>
          <a:xfrm rot="16200000">
            <a:off x="7041656" y="7488596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7" name="PA-4-Point Star 436"/>
          <p:cNvSpPr/>
          <p:nvPr>
            <p:custDataLst>
              <p:tags r:id="rId69"/>
            </p:custDataLst>
          </p:nvPr>
        </p:nvSpPr>
        <p:spPr>
          <a:xfrm rot="16200000">
            <a:off x="1703712" y="7190211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8" name="PA-4-Point Star 437"/>
          <p:cNvSpPr/>
          <p:nvPr>
            <p:custDataLst>
              <p:tags r:id="rId70"/>
            </p:custDataLst>
          </p:nvPr>
        </p:nvSpPr>
        <p:spPr>
          <a:xfrm rot="7352446">
            <a:off x="9751474" y="7281476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9" name="PA-4-Point Star 438"/>
          <p:cNvSpPr/>
          <p:nvPr>
            <p:custDataLst>
              <p:tags r:id="rId71"/>
            </p:custDataLst>
          </p:nvPr>
        </p:nvSpPr>
        <p:spPr>
          <a:xfrm rot="16200000">
            <a:off x="12475404" y="357659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0" name="PA-4-Point Star 439"/>
          <p:cNvSpPr/>
          <p:nvPr>
            <p:custDataLst>
              <p:tags r:id="rId72"/>
            </p:custDataLst>
          </p:nvPr>
        </p:nvSpPr>
        <p:spPr>
          <a:xfrm rot="15257670">
            <a:off x="12722463" y="555606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1" name="PA-4-Point Star 440"/>
          <p:cNvSpPr/>
          <p:nvPr>
            <p:custDataLst>
              <p:tags r:id="rId73"/>
            </p:custDataLst>
          </p:nvPr>
        </p:nvSpPr>
        <p:spPr>
          <a:xfrm rot="16200000">
            <a:off x="8225770" y="737018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7" name="PA-4-Point Star 456"/>
          <p:cNvSpPr/>
          <p:nvPr>
            <p:custDataLst>
              <p:tags r:id="rId74"/>
            </p:custDataLst>
          </p:nvPr>
        </p:nvSpPr>
        <p:spPr>
          <a:xfrm rot="15257670">
            <a:off x="9567374" y="771427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3" name="PA-4-Point Star 462"/>
          <p:cNvSpPr/>
          <p:nvPr>
            <p:custDataLst>
              <p:tags r:id="rId75"/>
            </p:custDataLst>
          </p:nvPr>
        </p:nvSpPr>
        <p:spPr>
          <a:xfrm>
            <a:off x="3837967" y="6117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5" name="PA-4-Point Star 464"/>
          <p:cNvSpPr/>
          <p:nvPr>
            <p:custDataLst>
              <p:tags r:id="rId76"/>
            </p:custDataLst>
          </p:nvPr>
        </p:nvSpPr>
        <p:spPr>
          <a:xfrm rot="13694776">
            <a:off x="4739603" y="253858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6" name="PA-4-Point Star 465"/>
          <p:cNvSpPr/>
          <p:nvPr>
            <p:custDataLst>
              <p:tags r:id="rId77"/>
            </p:custDataLst>
          </p:nvPr>
        </p:nvSpPr>
        <p:spPr>
          <a:xfrm>
            <a:off x="-874734" y="532341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8" name="PA-4-Point Star 467"/>
          <p:cNvSpPr/>
          <p:nvPr>
            <p:custDataLst>
              <p:tags r:id="rId78"/>
            </p:custDataLst>
          </p:nvPr>
        </p:nvSpPr>
        <p:spPr>
          <a:xfrm>
            <a:off x="2292038" y="-3750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9" name="PA-4-Point Star 468"/>
          <p:cNvSpPr/>
          <p:nvPr>
            <p:custDataLst>
              <p:tags r:id="rId79"/>
            </p:custDataLst>
          </p:nvPr>
        </p:nvSpPr>
        <p:spPr>
          <a:xfrm rot="13694776">
            <a:off x="-571439" y="100502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0" name="PA-4-Point Star 469"/>
          <p:cNvSpPr/>
          <p:nvPr>
            <p:custDataLst>
              <p:tags r:id="rId80"/>
            </p:custDataLst>
          </p:nvPr>
        </p:nvSpPr>
        <p:spPr>
          <a:xfrm rot="13694776">
            <a:off x="-709586" y="1320789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2" name="PA-4-Point Star 471"/>
          <p:cNvSpPr/>
          <p:nvPr>
            <p:custDataLst>
              <p:tags r:id="rId81"/>
            </p:custDataLst>
          </p:nvPr>
        </p:nvSpPr>
        <p:spPr>
          <a:xfrm rot="13694776">
            <a:off x="-1058241" y="114975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3" name="PA-4-Point Star 472"/>
          <p:cNvSpPr/>
          <p:nvPr>
            <p:custDataLst>
              <p:tags r:id="rId82"/>
            </p:custDataLst>
          </p:nvPr>
        </p:nvSpPr>
        <p:spPr>
          <a:xfrm rot="13694776">
            <a:off x="-578017" y="137341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4" name="PA-4-Point Star 473"/>
          <p:cNvSpPr/>
          <p:nvPr>
            <p:custDataLst>
              <p:tags r:id="rId83"/>
            </p:custDataLst>
          </p:nvPr>
        </p:nvSpPr>
        <p:spPr>
          <a:xfrm>
            <a:off x="-347675" y="201672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1" name="PA-4-Point Star 480"/>
          <p:cNvSpPr/>
          <p:nvPr>
            <p:custDataLst>
              <p:tags r:id="rId84"/>
            </p:custDataLst>
          </p:nvPr>
        </p:nvSpPr>
        <p:spPr>
          <a:xfrm>
            <a:off x="4002426" y="-491416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2" name="PA-4-Point Star 481"/>
          <p:cNvSpPr/>
          <p:nvPr>
            <p:custDataLst>
              <p:tags r:id="rId85"/>
            </p:custDataLst>
          </p:nvPr>
        </p:nvSpPr>
        <p:spPr>
          <a:xfrm>
            <a:off x="3041977" y="-32695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3" name="PA-4-Point Star 482"/>
          <p:cNvSpPr/>
          <p:nvPr>
            <p:custDataLst>
              <p:tags r:id="rId86"/>
            </p:custDataLst>
          </p:nvPr>
        </p:nvSpPr>
        <p:spPr>
          <a:xfrm rot="13694776">
            <a:off x="4509357" y="237412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2" name="PA-4-Point Star 501"/>
          <p:cNvSpPr/>
          <p:nvPr>
            <p:custDataLst>
              <p:tags r:id="rId87"/>
            </p:custDataLst>
          </p:nvPr>
        </p:nvSpPr>
        <p:spPr>
          <a:xfrm rot="13694776">
            <a:off x="-999821" y="466694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3" name="PA-4-Point Star 502"/>
          <p:cNvSpPr/>
          <p:nvPr>
            <p:custDataLst>
              <p:tags r:id="rId88"/>
            </p:custDataLst>
          </p:nvPr>
        </p:nvSpPr>
        <p:spPr>
          <a:xfrm rot="13694776">
            <a:off x="4502780" y="259778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4" name="PA-4-Point Star 503"/>
          <p:cNvSpPr/>
          <p:nvPr>
            <p:custDataLst>
              <p:tags r:id="rId89"/>
            </p:custDataLst>
          </p:nvPr>
        </p:nvSpPr>
        <p:spPr>
          <a:xfrm>
            <a:off x="223272" y="-59169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5" name="PA-4-Point Star 504"/>
          <p:cNvSpPr/>
          <p:nvPr>
            <p:custDataLst>
              <p:tags r:id="rId90"/>
            </p:custDataLst>
          </p:nvPr>
        </p:nvSpPr>
        <p:spPr>
          <a:xfrm>
            <a:off x="-1249704" y="569838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9" name="PA-4-Point Star 528"/>
          <p:cNvSpPr/>
          <p:nvPr>
            <p:custDataLst>
              <p:tags r:id="rId91"/>
            </p:custDataLst>
          </p:nvPr>
        </p:nvSpPr>
        <p:spPr>
          <a:xfrm rot="13694776">
            <a:off x="4476465" y="243990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1" name="PA-4-Point Star 530"/>
          <p:cNvSpPr/>
          <p:nvPr>
            <p:custDataLst>
              <p:tags r:id="rId92"/>
            </p:custDataLst>
          </p:nvPr>
        </p:nvSpPr>
        <p:spPr>
          <a:xfrm>
            <a:off x="3153811" y="-41905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2" name="PA-4-Point Star 531"/>
          <p:cNvSpPr/>
          <p:nvPr>
            <p:custDataLst>
              <p:tags r:id="rId93"/>
            </p:custDataLst>
          </p:nvPr>
        </p:nvSpPr>
        <p:spPr>
          <a:xfrm>
            <a:off x="3634035" y="-19538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3" name="PA-4-Point Star 532"/>
          <p:cNvSpPr/>
          <p:nvPr>
            <p:custDataLst>
              <p:tags r:id="rId94"/>
            </p:custDataLst>
          </p:nvPr>
        </p:nvSpPr>
        <p:spPr>
          <a:xfrm rot="13694776">
            <a:off x="-966930" y="4351181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4" name="PA-4-Point Star 533"/>
          <p:cNvSpPr/>
          <p:nvPr>
            <p:custDataLst>
              <p:tags r:id="rId95"/>
            </p:custDataLst>
          </p:nvPr>
        </p:nvSpPr>
        <p:spPr>
          <a:xfrm rot="13694776">
            <a:off x="-808262" y="110370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5" name="PA-4-Point Star 534"/>
          <p:cNvSpPr/>
          <p:nvPr>
            <p:custDataLst>
              <p:tags r:id="rId96"/>
            </p:custDataLst>
          </p:nvPr>
        </p:nvSpPr>
        <p:spPr>
          <a:xfrm>
            <a:off x="-651069" y="560628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9" name="PA-4-Point Star 538"/>
          <p:cNvSpPr/>
          <p:nvPr>
            <p:custDataLst>
              <p:tags r:id="rId97"/>
            </p:custDataLst>
          </p:nvPr>
        </p:nvSpPr>
        <p:spPr>
          <a:xfrm>
            <a:off x="328526" y="-69695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2" name="PA-4-Point Star 541"/>
          <p:cNvSpPr/>
          <p:nvPr>
            <p:custDataLst>
              <p:tags r:id="rId98"/>
            </p:custDataLst>
          </p:nvPr>
        </p:nvSpPr>
        <p:spPr>
          <a:xfrm>
            <a:off x="2285459" y="5459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3" name="PA-4-Point Star 542"/>
          <p:cNvSpPr/>
          <p:nvPr>
            <p:custDataLst>
              <p:tags r:id="rId99"/>
            </p:custDataLst>
          </p:nvPr>
        </p:nvSpPr>
        <p:spPr>
          <a:xfrm rot="13694776">
            <a:off x="-1196389" y="1189221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5" name="PA-4-Point Star 544"/>
          <p:cNvSpPr/>
          <p:nvPr>
            <p:custDataLst>
              <p:tags r:id="rId100"/>
            </p:custDataLst>
          </p:nvPr>
        </p:nvSpPr>
        <p:spPr>
          <a:xfrm>
            <a:off x="3120917" y="-28748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0" name="PA-4-Point Star 559"/>
          <p:cNvSpPr/>
          <p:nvPr>
            <p:custDataLst>
              <p:tags r:id="rId101"/>
            </p:custDataLst>
          </p:nvPr>
        </p:nvSpPr>
        <p:spPr>
          <a:xfrm>
            <a:off x="3361858" y="-661423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1" name="PA-4-Point Star 560"/>
          <p:cNvSpPr/>
          <p:nvPr>
            <p:custDataLst>
              <p:tags r:id="rId102"/>
            </p:custDataLst>
          </p:nvPr>
        </p:nvSpPr>
        <p:spPr>
          <a:xfrm>
            <a:off x="2479263" y="-661423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2" name="PA-4-Point Star 561"/>
          <p:cNvSpPr/>
          <p:nvPr>
            <p:custDataLst>
              <p:tags r:id="rId103"/>
            </p:custDataLst>
          </p:nvPr>
        </p:nvSpPr>
        <p:spPr>
          <a:xfrm>
            <a:off x="-694732" y="1852613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8" name="PA-4-Point Star 567"/>
          <p:cNvSpPr/>
          <p:nvPr>
            <p:custDataLst>
              <p:tags r:id="rId104"/>
            </p:custDataLst>
          </p:nvPr>
        </p:nvSpPr>
        <p:spPr>
          <a:xfrm>
            <a:off x="-993911" y="1779033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0" name="PA-4-Point Star 569"/>
          <p:cNvSpPr/>
          <p:nvPr>
            <p:custDataLst>
              <p:tags r:id="rId105"/>
            </p:custDataLst>
          </p:nvPr>
        </p:nvSpPr>
        <p:spPr>
          <a:xfrm>
            <a:off x="-811031" y="2152744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1" name="PA-4-Point Star 570"/>
          <p:cNvSpPr/>
          <p:nvPr>
            <p:custDataLst>
              <p:tags r:id="rId106"/>
            </p:custDataLst>
          </p:nvPr>
        </p:nvSpPr>
        <p:spPr>
          <a:xfrm>
            <a:off x="-842836" y="2780897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2" name="PA-4-Point Star 571"/>
          <p:cNvSpPr/>
          <p:nvPr>
            <p:custDataLst>
              <p:tags r:id="rId107"/>
            </p:custDataLst>
          </p:nvPr>
        </p:nvSpPr>
        <p:spPr>
          <a:xfrm>
            <a:off x="-1411295" y="7320855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3" name="PA-4-Point Star 572"/>
          <p:cNvSpPr/>
          <p:nvPr>
            <p:custDataLst>
              <p:tags r:id="rId108"/>
            </p:custDataLst>
          </p:nvPr>
        </p:nvSpPr>
        <p:spPr>
          <a:xfrm>
            <a:off x="4225824" y="7402266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7" name="PA-4-Point Star 586"/>
          <p:cNvSpPr/>
          <p:nvPr>
            <p:custDataLst>
              <p:tags r:id="rId109"/>
            </p:custDataLst>
          </p:nvPr>
        </p:nvSpPr>
        <p:spPr>
          <a:xfrm rot="8294776">
            <a:off x="-859688" y="4374360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0" name="PA-4-Point Star 589"/>
          <p:cNvSpPr/>
          <p:nvPr>
            <p:custDataLst>
              <p:tags r:id="rId110"/>
            </p:custDataLst>
          </p:nvPr>
        </p:nvSpPr>
        <p:spPr>
          <a:xfrm rot="8294776">
            <a:off x="12236491" y="820126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1" name="PA-4-Point Star 590"/>
          <p:cNvSpPr/>
          <p:nvPr>
            <p:custDataLst>
              <p:tags r:id="rId111"/>
            </p:custDataLst>
          </p:nvPr>
        </p:nvSpPr>
        <p:spPr>
          <a:xfrm rot="16200000">
            <a:off x="12604980" y="1720167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2" name="PA-4-Point Star 591"/>
          <p:cNvSpPr/>
          <p:nvPr>
            <p:custDataLst>
              <p:tags r:id="rId112"/>
            </p:custDataLst>
          </p:nvPr>
        </p:nvSpPr>
        <p:spPr>
          <a:xfrm rot="16200000">
            <a:off x="3004408" y="7044456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6" name="PA-4-Point Star 595"/>
          <p:cNvSpPr/>
          <p:nvPr>
            <p:custDataLst>
              <p:tags r:id="rId113"/>
            </p:custDataLst>
          </p:nvPr>
        </p:nvSpPr>
        <p:spPr>
          <a:xfrm rot="8294776">
            <a:off x="12236490" y="2495122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7" name="PA-4-Point Star 596"/>
          <p:cNvSpPr/>
          <p:nvPr>
            <p:custDataLst>
              <p:tags r:id="rId114"/>
            </p:custDataLst>
          </p:nvPr>
        </p:nvSpPr>
        <p:spPr>
          <a:xfrm rot="16200000">
            <a:off x="7117397" y="-643626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8" name="PA-4-Point Star 597"/>
          <p:cNvSpPr/>
          <p:nvPr>
            <p:custDataLst>
              <p:tags r:id="rId115"/>
            </p:custDataLst>
          </p:nvPr>
        </p:nvSpPr>
        <p:spPr>
          <a:xfrm rot="16200000">
            <a:off x="5058009" y="-715188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9" name="PA-4-Point Star 598"/>
          <p:cNvSpPr/>
          <p:nvPr>
            <p:custDataLst>
              <p:tags r:id="rId116"/>
            </p:custDataLst>
          </p:nvPr>
        </p:nvSpPr>
        <p:spPr>
          <a:xfrm rot="16200000">
            <a:off x="3602920" y="-659529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7"/>
          <p:cNvSpPr txBox="1"/>
          <p:nvPr/>
        </p:nvSpPr>
        <p:spPr>
          <a:xfrm>
            <a:off x="-48577" y="213995"/>
            <a:ext cx="5085715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8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《HSK</a:t>
            </a:r>
            <a:r>
              <a:rPr lang="zh-CN" altLang="en-US" sz="28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标准教程</a:t>
            </a:r>
            <a:r>
              <a:rPr lang="en-US" altLang="zh-CN" sz="28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5--</a:t>
            </a:r>
            <a:r>
              <a:rPr lang="zh-CN" altLang="en-US" sz="28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第十课</a:t>
            </a:r>
            <a:r>
              <a:rPr lang="en-US" altLang="zh-CN" sz="28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》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238243" y="702214"/>
            <a:ext cx="4227632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HSK Standard  Course 5  Lesson 10</a:t>
            </a:r>
          </a:p>
        </p:txBody>
      </p:sp>
      <p:grpSp>
        <p:nvGrpSpPr>
          <p:cNvPr id="11" name="组合 10"/>
          <p:cNvGrpSpPr/>
          <p:nvPr/>
        </p:nvGrpSpPr>
        <p:grpSpPr>
          <a:xfrm>
            <a:off x="1201913" y="2576830"/>
            <a:ext cx="9659087" cy="2916646"/>
            <a:chOff x="1893" y="4058"/>
            <a:chExt cx="15211" cy="4593"/>
          </a:xfrm>
        </p:grpSpPr>
        <p:grpSp>
          <p:nvGrpSpPr>
            <p:cNvPr id="14" name="组合 13"/>
            <p:cNvGrpSpPr/>
            <p:nvPr/>
          </p:nvGrpSpPr>
          <p:grpSpPr>
            <a:xfrm>
              <a:off x="1893" y="4058"/>
              <a:ext cx="15211" cy="4593"/>
              <a:chOff x="-96" y="3669"/>
              <a:chExt cx="18916" cy="5713"/>
            </a:xfrm>
          </p:grpSpPr>
          <p:sp>
            <p:nvSpPr>
              <p:cNvPr id="10" name="圆角矩形 9"/>
              <p:cNvSpPr/>
              <p:nvPr/>
            </p:nvSpPr>
            <p:spPr>
              <a:xfrm>
                <a:off x="-96" y="3669"/>
                <a:ext cx="18744" cy="5713"/>
              </a:xfrm>
              <a:prstGeom prst="roundRect">
                <a:avLst/>
              </a:prstGeom>
              <a:solidFill>
                <a:schemeClr val="bg1">
                  <a:alpha val="6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8" name="组合 7"/>
              <p:cNvGrpSpPr/>
              <p:nvPr/>
            </p:nvGrpSpPr>
            <p:grpSpPr>
              <a:xfrm>
                <a:off x="-96" y="4499"/>
                <a:ext cx="18916" cy="2928"/>
                <a:chOff x="3051" y="4499"/>
                <a:chExt cx="18916" cy="2928"/>
              </a:xfrm>
            </p:grpSpPr>
            <p:grpSp>
              <p:nvGrpSpPr>
                <p:cNvPr id="3" name="组合 2"/>
                <p:cNvGrpSpPr/>
                <p:nvPr/>
              </p:nvGrpSpPr>
              <p:grpSpPr>
                <a:xfrm>
                  <a:off x="6731" y="6509"/>
                  <a:ext cx="13905" cy="918"/>
                  <a:chOff x="8865" y="6509"/>
                  <a:chExt cx="13905" cy="918"/>
                </a:xfrm>
              </p:grpSpPr>
              <p:sp>
                <p:nvSpPr>
                  <p:cNvPr id="15" name="矩形 14"/>
                  <p:cNvSpPr/>
                  <p:nvPr/>
                </p:nvSpPr>
                <p:spPr>
                  <a:xfrm>
                    <a:off x="8865" y="6525"/>
                    <a:ext cx="3417" cy="902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pPr algn="l"/>
                    <a:r>
                      <a:rPr lang="en-US" altLang="zh-CN" sz="2400" dirty="0">
                        <a:solidFill>
                          <a:schemeClr val="bg1">
                            <a:lumMod val="50000"/>
                          </a:schemeClr>
                        </a:solidFill>
                        <a:latin typeface="华文细黑" panose="02010600040101010101" pitchFamily="2" charset="-122"/>
                        <a:ea typeface="华文细黑" panose="02010600040101010101" pitchFamily="2" charset="-122"/>
                      </a:rPr>
                      <a:t>Lesson 10</a:t>
                    </a:r>
                  </a:p>
                </p:txBody>
              </p:sp>
              <p:sp>
                <p:nvSpPr>
                  <p:cNvPr id="18" name="矩形 17"/>
                  <p:cNvSpPr/>
                  <p:nvPr/>
                </p:nvSpPr>
                <p:spPr>
                  <a:xfrm>
                    <a:off x="13974" y="6509"/>
                    <a:ext cx="8796" cy="904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n-US" sz="2400" dirty="0">
                        <a:solidFill>
                          <a:schemeClr val="bg1">
                            <a:lumMod val="50000"/>
                          </a:schemeClr>
                        </a:solidFill>
                        <a:latin typeface="华文细黑" panose="02010600040101010101" pitchFamily="2" charset="-122"/>
                        <a:ea typeface="华文细黑" panose="02010600040101010101" pitchFamily="2" charset="-122"/>
                      </a:rPr>
                      <a:t>Miracle of Debate</a:t>
                    </a:r>
                  </a:p>
                </p:txBody>
              </p:sp>
            </p:grpSp>
            <p:sp>
              <p:nvSpPr>
                <p:cNvPr id="6" name="文本框 7"/>
                <p:cNvSpPr txBox="1"/>
                <p:nvPr/>
              </p:nvSpPr>
              <p:spPr>
                <a:xfrm>
                  <a:off x="3051" y="4499"/>
                  <a:ext cx="18916" cy="233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0" marR="0" lvl="0" indent="0" algn="ctr" defTabSz="914400" rtl="0" fontAlgn="auto">
                    <a:lnSpc>
                      <a:spcPts val="902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66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华文楷体" panose="02010600040101010101" charset="-122"/>
                      <a:ea typeface="华文楷体" panose="02010600040101010101" charset="-122"/>
                      <a:cs typeface="华文楷体" panose="02010600040101010101" charset="-122"/>
                    </a:rPr>
                    <a:t>第</a:t>
                  </a:r>
                  <a:r>
                    <a:rPr kumimoji="0" lang="en-US" altLang="zh-CN" sz="66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华文楷体" panose="02010600040101010101" charset="-122"/>
                      <a:ea typeface="华文楷体" panose="02010600040101010101" charset="-122"/>
                      <a:cs typeface="华文楷体" panose="02010600040101010101" charset="-122"/>
                    </a:rPr>
                    <a:t>10</a:t>
                  </a:r>
                  <a:r>
                    <a:rPr kumimoji="0" lang="zh-CN" altLang="en-US" sz="66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华文楷体" panose="02010600040101010101" charset="-122"/>
                      <a:ea typeface="华文楷体" panose="02010600040101010101" charset="-122"/>
                      <a:cs typeface="华文楷体" panose="02010600040101010101" charset="-122"/>
                    </a:rPr>
                    <a:t>课  </a:t>
                  </a:r>
                  <a:r>
                    <a:rPr lang="zh-CN" altLang="en-US" sz="6600" b="1" dirty="0">
                      <a:latin typeface="华文楷体" panose="02010600040101010101" charset="-122"/>
                      <a:ea typeface="华文楷体" panose="02010600040101010101" charset="-122"/>
                      <a:cs typeface="华文楷体" panose="02010600040101010101" charset="-122"/>
                    </a:rPr>
                    <a:t>争论的奇迹</a:t>
                  </a:r>
                  <a:endParaRPr kumimoji="0" lang="zh-CN" altLang="en-US" sz="66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华文楷体" panose="02010600040101010101" charset="-122"/>
                    <a:ea typeface="华文楷体" panose="02010600040101010101" charset="-122"/>
                    <a:cs typeface="华文楷体" panose="02010600040101010101" charset="-122"/>
                  </a:endParaRPr>
                </a:p>
              </p:txBody>
            </p:sp>
          </p:grpSp>
        </p:grpSp>
        <p:sp>
          <p:nvSpPr>
            <p:cNvPr id="7" name="矩形 6"/>
            <p:cNvSpPr/>
            <p:nvPr/>
          </p:nvSpPr>
          <p:spPr>
            <a:xfrm>
              <a:off x="2071" y="7368"/>
              <a:ext cx="14751" cy="111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4000" b="1" noProof="0" dirty="0">
                  <a:ln>
                    <a:noFill/>
                  </a:ln>
                  <a:solidFill>
                    <a:srgbClr val="9F313C"/>
                  </a:solidFill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+mn-ea"/>
                </a:rPr>
                <a:t>Part 1</a:t>
              </a:r>
              <a:endParaRPr lang="en-US" sz="4000" dirty="0">
                <a:solidFill>
                  <a:schemeClr val="bg1">
                    <a:lumMod val="5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</p:grpSp>
      <p:pic>
        <p:nvPicPr>
          <p:cNvPr id="4" name="图片 3" descr="1"/>
          <p:cNvPicPr>
            <a:picLocks noChangeAspect="1"/>
          </p:cNvPicPr>
          <p:nvPr/>
        </p:nvPicPr>
        <p:blipFill>
          <a:blip r:embed="rId119"/>
          <a:stretch>
            <a:fillRect/>
          </a:stretch>
        </p:blipFill>
        <p:spPr>
          <a:xfrm>
            <a:off x="10681970" y="5398770"/>
            <a:ext cx="1459230" cy="14592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9700"/>
    </mc:Choice>
    <mc:Fallback xmlns="">
      <p:transition spd="slow" advTm="5097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528" repeatCount="indefinite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5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6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6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6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56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6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53" presetClass="entr" presetSubtype="528" repeatCount="indefinite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5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6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6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6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6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6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53" presetClass="entr" presetSubtype="528" repeatCount="indefinite" fill="hold" grpId="0" nodeType="withEffect">
                                  <p:stCondLst>
                                    <p:cond delay="507"/>
                                  </p:stCondLst>
                                  <p:childTnLst>
                                    <p:set>
                                      <p:cBhvr>
                                        <p:cTn id="20" dur="64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64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4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6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64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4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53" presetClass="entr" presetSubtype="528" repeatCount="indefinite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7" dur="58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8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8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8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58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8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53" presetClass="entr" presetSubtype="528" repeatCount="indefinite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4" dur="6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6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6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6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6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6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53" presetClass="entr" presetSubtype="528" repeatCount="indefinite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1" dur="68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68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68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68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68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68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53" presetClass="entr" presetSubtype="528" repeatCount="indefinite" fill="hold" grpId="0" nodeType="withEffect">
                                  <p:stCondLst>
                                    <p:cond delay="244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153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153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153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5153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153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53" presetClass="entr" presetSubtype="528" repeatCount="indefinite" fill="hold" grpId="0" nodeType="withEffect">
                                  <p:stCondLst>
                                    <p:cond delay="1334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6175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6175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6175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6175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6175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53" presetClass="entr" presetSubtype="528" repeatCount="indefinite" fill="hold" grpId="0" nodeType="withEffect">
                                  <p:stCondLst>
                                    <p:cond delay="1892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142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142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142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5142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142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53" presetClass="entr" presetSubtype="528" repeatCount="indefinite" fill="hold" grpId="0" nodeType="withEffect">
                                  <p:stCondLst>
                                    <p:cond delay="907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232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232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232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5232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232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53" presetClass="entr" presetSubtype="528" repeatCount="indefinite" fill="hold" grpId="0" nodeType="withEffect">
                                  <p:stCondLst>
                                    <p:cond delay="317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737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737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737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5737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737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53" presetClass="entr" presetSubtype="528" repeatCount="indefinite" fill="hold" grpId="0" nodeType="withEffect">
                                  <p:stCondLst>
                                    <p:cond delay="1699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6663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6663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6663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6663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6663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53" presetClass="entr" presetSubtype="528" repeatCount="indefinite" fill="hold" grpId="0" nodeType="withEffect">
                                  <p:stCondLst>
                                    <p:cond delay="1993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24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24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524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524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24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53" presetClass="entr" presetSubtype="528" repeatCount="indefinite" fill="hold" grpId="0" nodeType="withEffect">
                                  <p:stCondLst>
                                    <p:cond delay="1408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7466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7466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7466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7466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7466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53" presetClass="entr" presetSubtype="528" repeatCount="indefinite" fill="hold" grpId="0" nodeType="withEffect">
                                  <p:stCondLst>
                                    <p:cond delay="1034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6672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6672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7" dur="6672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6672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6672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53" presetClass="entr" presetSubtype="528" repeatCount="indefinite" fill="hold" grpId="0" nodeType="withEffect">
                                  <p:stCondLst>
                                    <p:cond delay="57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5637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637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4" dur="5637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5" dur="5637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637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53" presetClass="entr" presetSubtype="528" repeatCount="indefinite" fill="hold" grpId="0" nodeType="withEffect">
                                  <p:stCondLst>
                                    <p:cond delay="1978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9" dur="644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644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1" dur="644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2" dur="644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644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53" presetClass="entr" presetSubtype="528" repeatCount="indefinite" fill="hold" grpId="0" nodeType="withEffect">
                                  <p:stCondLst>
                                    <p:cond delay="136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6" dur="6172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6172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8" dur="6172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9" dur="6172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6172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1" presetID="53" presetClass="entr" presetSubtype="528" repeatCount="indefinite" fill="hold" grpId="0" nodeType="withEffect">
                                  <p:stCondLst>
                                    <p:cond delay="177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3" dur="618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618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5" dur="618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6" dur="618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618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8" presetID="53" presetClass="entr" presetSubtype="528" repeatCount="indefinite" fill="hold" grpId="0" nodeType="withEffect">
                                  <p:stCondLst>
                                    <p:cond delay="1791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0" dur="5546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5546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2" dur="5546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3" dur="5546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5546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53" presetClass="entr" presetSubtype="528" repeatCount="indefinite" fill="hold" grpId="0" nodeType="withEffect">
                                  <p:stCondLst>
                                    <p:cond delay="731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7" dur="6797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6797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9" dur="6797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0" dur="6797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6797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2" presetID="53" presetClass="entr" presetSubtype="528" repeatCount="indefinite" fill="hold" grpId="0" nodeType="withEffect">
                                  <p:stCondLst>
                                    <p:cond delay="1855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4" dur="7034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7034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6" dur="7034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7" dur="7034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7034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9" presetID="53" presetClass="entr" presetSubtype="528" repeatCount="indefinite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1" dur="6907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2" dur="6907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3" dur="6907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4" dur="6907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5" dur="6907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6" presetID="53" presetClass="entr" presetSubtype="528" repeatCount="indefinite" fill="hold" grpId="0" nodeType="withEffect">
                                  <p:stCondLst>
                                    <p:cond delay="595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8" dur="5060" fill="hold"/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9" dur="5060" fill="hold"/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0" dur="506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1" dur="5060" fill="hold"/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2" dur="5060" fill="hold"/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3" presetID="53" presetClass="entr" presetSubtype="528" repeatCount="indefinite" fill="hold" grpId="0" nodeType="withEffect">
                                  <p:stCondLst>
                                    <p:cond delay="1481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5" dur="5366" fill="hold"/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5366" fill="hold"/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7" dur="5366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8" dur="5366" fill="hold"/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9" dur="5366" fill="hold"/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0" presetID="53" presetClass="entr" presetSubtype="528" repeatCount="indefinite" fill="hold" grpId="0" nodeType="withEffect">
                                  <p:stCondLst>
                                    <p:cond delay="1091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2" dur="5755" fill="hold"/>
                                        <p:tgtEl>
                                          <p:spTgt spid="2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3" dur="5755" fill="hold"/>
                                        <p:tgtEl>
                                          <p:spTgt spid="2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4" dur="5755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5" dur="5755" fill="hold"/>
                                        <p:tgtEl>
                                          <p:spTgt spid="2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6" dur="5755" fill="hold"/>
                                        <p:tgtEl>
                                          <p:spTgt spid="2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7" presetID="53" presetClass="entr" presetSubtype="528" repeatCount="indefinite" fill="hold" grpId="0" nodeType="withEffect">
                                  <p:stCondLst>
                                    <p:cond delay="334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9" dur="7460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0" dur="7460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1" dur="746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2" dur="7460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3" dur="7460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4" presetID="53" presetClass="entr" presetSubtype="528" repeatCount="indefinite" fill="hold" grpId="0" nodeType="withEffect">
                                  <p:stCondLst>
                                    <p:cond delay="1852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6" dur="5254" fill="hold"/>
                                        <p:tgtEl>
                                          <p:spTgt spid="2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7" dur="5254" fill="hold"/>
                                        <p:tgtEl>
                                          <p:spTgt spid="2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8" dur="5254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9" dur="5254" fill="hold"/>
                                        <p:tgtEl>
                                          <p:spTgt spid="2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0" dur="5254" fill="hold"/>
                                        <p:tgtEl>
                                          <p:spTgt spid="2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1" presetID="53" presetClass="entr" presetSubtype="528" repeatCount="indefinite" fill="hold" grpId="0" nodeType="withEffect">
                                  <p:stCondLst>
                                    <p:cond delay="657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3" dur="6642" fill="hold"/>
                                        <p:tgtEl>
                                          <p:spTgt spid="2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4" dur="6642" fill="hold"/>
                                        <p:tgtEl>
                                          <p:spTgt spid="2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5" dur="6642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6" dur="6642" fill="hold"/>
                                        <p:tgtEl>
                                          <p:spTgt spid="2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7" dur="6642" fill="hold"/>
                                        <p:tgtEl>
                                          <p:spTgt spid="2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8" presetID="53" presetClass="entr" presetSubtype="528" repeatCount="indefinite" fill="hold" grpId="0" nodeType="withEffect">
                                  <p:stCondLst>
                                    <p:cond delay="1083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0" dur="5889" fill="hold"/>
                                        <p:tgtEl>
                                          <p:spTgt spid="2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1" dur="5889" fill="hold"/>
                                        <p:tgtEl>
                                          <p:spTgt spid="2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2" dur="5889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3" dur="5889" fill="hold"/>
                                        <p:tgtEl>
                                          <p:spTgt spid="2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4" dur="5889" fill="hold"/>
                                        <p:tgtEl>
                                          <p:spTgt spid="2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5" presetID="53" presetClass="entr" presetSubtype="528" repeatCount="indefinite" fill="hold" grpId="0" nodeType="withEffect">
                                  <p:stCondLst>
                                    <p:cond delay="854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7" dur="5408" fill="hold"/>
                                        <p:tgtEl>
                                          <p:spTgt spid="2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8" dur="5408" fill="hold"/>
                                        <p:tgtEl>
                                          <p:spTgt spid="2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9" dur="5408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0" dur="5408" fill="hold"/>
                                        <p:tgtEl>
                                          <p:spTgt spid="2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1" dur="5408" fill="hold"/>
                                        <p:tgtEl>
                                          <p:spTgt spid="2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2" presetID="53" presetClass="entr" presetSubtype="528" repeatCount="indefinite" fill="hold" grpId="0" nodeType="withEffect">
                                  <p:stCondLst>
                                    <p:cond delay="793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4" dur="5173" fill="hold"/>
                                        <p:tgtEl>
                                          <p:spTgt spid="2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5" dur="5173" fill="hold"/>
                                        <p:tgtEl>
                                          <p:spTgt spid="2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6" dur="5173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7" dur="5173" fill="hold"/>
                                        <p:tgtEl>
                                          <p:spTgt spid="2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8" dur="5173" fill="hold"/>
                                        <p:tgtEl>
                                          <p:spTgt spid="2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9" presetID="53" presetClass="entr" presetSubtype="528" repeatCount="indefinite" fill="hold" grpId="0" nodeType="withEffect">
                                  <p:stCondLst>
                                    <p:cond delay="367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1" dur="6982" fill="hold"/>
                                        <p:tgtEl>
                                          <p:spTgt spid="2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2" dur="6982" fill="hold"/>
                                        <p:tgtEl>
                                          <p:spTgt spid="2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3" dur="6982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4" dur="6982" fill="hold"/>
                                        <p:tgtEl>
                                          <p:spTgt spid="2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5" dur="6982" fill="hold"/>
                                        <p:tgtEl>
                                          <p:spTgt spid="2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6" presetID="53" presetClass="entr" presetSubtype="528" repeatCount="indefinite" fill="hold" grpId="0" nodeType="withEffect">
                                  <p:stCondLst>
                                    <p:cond delay="232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8" dur="6854" fill="hold"/>
                                        <p:tgtEl>
                                          <p:spTgt spid="2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9" dur="6854" fill="hold"/>
                                        <p:tgtEl>
                                          <p:spTgt spid="2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0" dur="6854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1" dur="6854" fill="hold"/>
                                        <p:tgtEl>
                                          <p:spTgt spid="2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2" dur="6854" fill="hold"/>
                                        <p:tgtEl>
                                          <p:spTgt spid="2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3" presetID="53" presetClass="entr" presetSubtype="528" repeatCount="indefinite" fill="hold" grpId="0" nodeType="withEffect">
                                  <p:stCondLst>
                                    <p:cond delay="1449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5" dur="7040" fill="hold"/>
                                        <p:tgtEl>
                                          <p:spTgt spid="2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6" dur="7040" fill="hold"/>
                                        <p:tgtEl>
                                          <p:spTgt spid="2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7" dur="704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8" dur="7040" fill="hold"/>
                                        <p:tgtEl>
                                          <p:spTgt spid="2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9" dur="7040" fill="hold"/>
                                        <p:tgtEl>
                                          <p:spTgt spid="2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0" presetID="53" presetClass="entr" presetSubtype="528" repeatCount="indefinite" fill="hold" grpId="0" nodeType="withEffect">
                                  <p:stCondLst>
                                    <p:cond delay="1214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2" dur="6173" fill="hold"/>
                                        <p:tgtEl>
                                          <p:spTgt spid="2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3" dur="6173" fill="hold"/>
                                        <p:tgtEl>
                                          <p:spTgt spid="2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4" dur="6173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5" dur="6173" fill="hold"/>
                                        <p:tgtEl>
                                          <p:spTgt spid="2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6" dur="6173" fill="hold"/>
                                        <p:tgtEl>
                                          <p:spTgt spid="2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7" presetID="53" presetClass="entr" presetSubtype="528" repeatCount="indefinite" fill="hold" grpId="0" nodeType="withEffect">
                                  <p:stCondLst>
                                    <p:cond delay="1303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9" dur="6273" fill="hold"/>
                                        <p:tgtEl>
                                          <p:spTgt spid="2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0" dur="6273" fill="hold"/>
                                        <p:tgtEl>
                                          <p:spTgt spid="2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1" dur="6273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2" dur="6273" fill="hold"/>
                                        <p:tgtEl>
                                          <p:spTgt spid="2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3" dur="6273" fill="hold"/>
                                        <p:tgtEl>
                                          <p:spTgt spid="2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4" presetID="53" presetClass="entr" presetSubtype="528" repeatCount="indefinite" fill="hold" grpId="0" nodeType="withEffect">
                                  <p:stCondLst>
                                    <p:cond delay="1802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6" dur="6866" fill="hold"/>
                                        <p:tgtEl>
                                          <p:spTgt spid="2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7" dur="6866" fill="hold"/>
                                        <p:tgtEl>
                                          <p:spTgt spid="2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8" dur="6866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9" dur="6866" fill="hold"/>
                                        <p:tgtEl>
                                          <p:spTgt spid="2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0" dur="6866" fill="hold"/>
                                        <p:tgtEl>
                                          <p:spTgt spid="2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1" presetID="53" presetClass="entr" presetSubtype="528" repeatCount="indefinite" fill="hold" grpId="0" nodeType="withEffect">
                                  <p:stCondLst>
                                    <p:cond delay="1083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3" dur="5969" fill="hold"/>
                                        <p:tgtEl>
                                          <p:spTgt spid="2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4" dur="5969" fill="hold"/>
                                        <p:tgtEl>
                                          <p:spTgt spid="2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5" dur="5969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6" dur="5969" fill="hold"/>
                                        <p:tgtEl>
                                          <p:spTgt spid="2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7" dur="5969" fill="hold"/>
                                        <p:tgtEl>
                                          <p:spTgt spid="2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8" presetID="53" presetClass="entr" presetSubtype="528" repeatCount="indefinite" fill="hold" grpId="0" nodeType="withEffect">
                                  <p:stCondLst>
                                    <p:cond delay="127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0" dur="7002" fill="hold"/>
                                        <p:tgtEl>
                                          <p:spTgt spid="3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1" dur="7002" fill="hold"/>
                                        <p:tgtEl>
                                          <p:spTgt spid="3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2" dur="7002"/>
                                        <p:tgtEl>
                                          <p:spTgt spid="3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3" dur="7002" fill="hold"/>
                                        <p:tgtEl>
                                          <p:spTgt spid="3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4" dur="7002" fill="hold"/>
                                        <p:tgtEl>
                                          <p:spTgt spid="3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5" presetID="53" presetClass="entr" presetSubtype="528" repeatCount="indefinite" fill="hold" grpId="0" nodeType="withEffect">
                                  <p:stCondLst>
                                    <p:cond delay="1739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7" dur="7370" fill="hold"/>
                                        <p:tgtEl>
                                          <p:spTgt spid="3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8" dur="7370" fill="hold"/>
                                        <p:tgtEl>
                                          <p:spTgt spid="3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9" dur="7370"/>
                                        <p:tgtEl>
                                          <p:spTgt spid="38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0" dur="7370" fill="hold"/>
                                        <p:tgtEl>
                                          <p:spTgt spid="3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1" dur="7370" fill="hold"/>
                                        <p:tgtEl>
                                          <p:spTgt spid="3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2" presetID="53" presetClass="entr" presetSubtype="528" repeatCount="indefinite" fill="hold" grpId="0" nodeType="withEffect">
                                  <p:stCondLst>
                                    <p:cond delay="1018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4" dur="5261" fill="hold"/>
                                        <p:tgtEl>
                                          <p:spTgt spid="3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5" dur="5261" fill="hold"/>
                                        <p:tgtEl>
                                          <p:spTgt spid="3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6" dur="5261"/>
                                        <p:tgtEl>
                                          <p:spTgt spid="3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7" dur="5261" fill="hold"/>
                                        <p:tgtEl>
                                          <p:spTgt spid="3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8" dur="5261" fill="hold"/>
                                        <p:tgtEl>
                                          <p:spTgt spid="3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9" presetID="53" presetClass="entr" presetSubtype="528" repeatCount="indefinite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1" dur="6177" fill="hold"/>
                                        <p:tgtEl>
                                          <p:spTgt spid="3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2" dur="6177" fill="hold"/>
                                        <p:tgtEl>
                                          <p:spTgt spid="3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3" dur="6177"/>
                                        <p:tgtEl>
                                          <p:spTgt spid="3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4" dur="6177" fill="hold"/>
                                        <p:tgtEl>
                                          <p:spTgt spid="3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5" dur="6177" fill="hold"/>
                                        <p:tgtEl>
                                          <p:spTgt spid="3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6" presetID="53" presetClass="entr" presetSubtype="528" repeatCount="indefinite" fill="hold" grpId="0" nodeType="withEffect">
                                  <p:stCondLst>
                                    <p:cond delay="1490"/>
                                  </p:stCondLst>
                                  <p:childTnLs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8" dur="5255" fill="hold"/>
                                        <p:tgtEl>
                                          <p:spTgt spid="4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9" dur="5255" fill="hold"/>
                                        <p:tgtEl>
                                          <p:spTgt spid="4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0" dur="5255"/>
                                        <p:tgtEl>
                                          <p:spTgt spid="4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1" dur="5255" fill="hold"/>
                                        <p:tgtEl>
                                          <p:spTgt spid="4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2" dur="5255" fill="hold"/>
                                        <p:tgtEl>
                                          <p:spTgt spid="4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3" presetID="53" presetClass="entr" presetSubtype="528" repeatCount="indefinite" fill="hold" grpId="0" nodeType="withEffect">
                                  <p:stCondLst>
                                    <p:cond delay="633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5" dur="5534" fill="hold"/>
                                        <p:tgtEl>
                                          <p:spTgt spid="4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6" dur="5534" fill="hold"/>
                                        <p:tgtEl>
                                          <p:spTgt spid="4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7" dur="5534"/>
                                        <p:tgtEl>
                                          <p:spTgt spid="4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8" dur="5534" fill="hold"/>
                                        <p:tgtEl>
                                          <p:spTgt spid="4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9" dur="5534" fill="hold"/>
                                        <p:tgtEl>
                                          <p:spTgt spid="4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0" presetID="53" presetClass="entr" presetSubtype="528" repeatCount="indefinite" fill="hold" grpId="0" nodeType="withEffect">
                                  <p:stCondLst>
                                    <p:cond delay="377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2" dur="6932" fill="hold"/>
                                        <p:tgtEl>
                                          <p:spTgt spid="4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3" dur="6932" fill="hold"/>
                                        <p:tgtEl>
                                          <p:spTgt spid="4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4" dur="6932"/>
                                        <p:tgtEl>
                                          <p:spTgt spid="4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5" dur="6932" fill="hold"/>
                                        <p:tgtEl>
                                          <p:spTgt spid="4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6" dur="6932" fill="hold"/>
                                        <p:tgtEl>
                                          <p:spTgt spid="4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7" presetID="53" presetClass="entr" presetSubtype="528" repeatCount="indefinite" fill="hold" grpId="0" nodeType="withEffect">
                                  <p:stCondLst>
                                    <p:cond delay="1461"/>
                                  </p:stCondLst>
                                  <p:childTnLst>
                                    <p:set>
                                      <p:cBhvr>
                                        <p:cTn id="3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9" dur="7218" fill="hold"/>
                                        <p:tgtEl>
                                          <p:spTgt spid="4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0" dur="7218" fill="hold"/>
                                        <p:tgtEl>
                                          <p:spTgt spid="4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1" dur="7218"/>
                                        <p:tgtEl>
                                          <p:spTgt spid="40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2" dur="7218" fill="hold"/>
                                        <p:tgtEl>
                                          <p:spTgt spid="4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3" dur="7218" fill="hold"/>
                                        <p:tgtEl>
                                          <p:spTgt spid="4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4" presetID="53" presetClass="entr" presetSubtype="528" repeatCount="indefinite" fill="hold" grpId="0" nodeType="withEffect">
                                  <p:stCondLst>
                                    <p:cond delay="1078"/>
                                  </p:stCondLst>
                                  <p:childTnLst>
                                    <p:set>
                                      <p:cBhvr>
                                        <p:cTn id="3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6" dur="6826" fill="hold"/>
                                        <p:tgtEl>
                                          <p:spTgt spid="4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7" dur="6826" fill="hold"/>
                                        <p:tgtEl>
                                          <p:spTgt spid="4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8" dur="6826"/>
                                        <p:tgtEl>
                                          <p:spTgt spid="40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9" dur="6826" fill="hold"/>
                                        <p:tgtEl>
                                          <p:spTgt spid="4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0" dur="6826" fill="hold"/>
                                        <p:tgtEl>
                                          <p:spTgt spid="4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1" presetID="53" presetClass="entr" presetSubtype="528" repeatCount="indefinite" fill="hold" grpId="0" nodeType="withEffect">
                                  <p:stCondLst>
                                    <p:cond delay="1447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3" dur="5322" fill="hold"/>
                                        <p:tgtEl>
                                          <p:spTgt spid="4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4" dur="5322" fill="hold"/>
                                        <p:tgtEl>
                                          <p:spTgt spid="4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5" dur="5322"/>
                                        <p:tgtEl>
                                          <p:spTgt spid="40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6" dur="5322" fill="hold"/>
                                        <p:tgtEl>
                                          <p:spTgt spid="4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7" dur="5322" fill="hold"/>
                                        <p:tgtEl>
                                          <p:spTgt spid="4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8" presetID="53" presetClass="entr" presetSubtype="528" repeatCount="indefinite" fill="hold" grpId="0" nodeType="withEffect">
                                  <p:stCondLst>
                                    <p:cond delay="1654"/>
                                  </p:stCondLst>
                                  <p:childTnLs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0" dur="6922" fill="hold"/>
                                        <p:tgtEl>
                                          <p:spTgt spid="4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1" dur="6922" fill="hold"/>
                                        <p:tgtEl>
                                          <p:spTgt spid="4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2" dur="6922"/>
                                        <p:tgtEl>
                                          <p:spTgt spid="40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3" dur="6922" fill="hold"/>
                                        <p:tgtEl>
                                          <p:spTgt spid="4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4" dur="6922" fill="hold"/>
                                        <p:tgtEl>
                                          <p:spTgt spid="4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5" presetID="53" presetClass="entr" presetSubtype="528" repeatCount="indefinite" fill="hold" grpId="0" nodeType="withEffect">
                                  <p:stCondLst>
                                    <p:cond delay="487"/>
                                  </p:stCondLst>
                                  <p:childTnLst>
                                    <p:set>
                                      <p:cBhvr>
                                        <p:cTn id="3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7" dur="7039" fill="hold"/>
                                        <p:tgtEl>
                                          <p:spTgt spid="4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8" dur="7039" fill="hold"/>
                                        <p:tgtEl>
                                          <p:spTgt spid="4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9" dur="7039"/>
                                        <p:tgtEl>
                                          <p:spTgt spid="4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0" dur="7039" fill="hold"/>
                                        <p:tgtEl>
                                          <p:spTgt spid="4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1" dur="7039" fill="hold"/>
                                        <p:tgtEl>
                                          <p:spTgt spid="4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2" presetID="53" presetClass="entr" presetSubtype="528" repeatCount="indefinite" fill="hold" grpId="0" nodeType="withEffect">
                                  <p:stCondLst>
                                    <p:cond delay="1043"/>
                                  </p:stCondLst>
                                  <p:childTnLst>
                                    <p:set>
                                      <p:cBhvr>
                                        <p:cTn id="3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4" dur="6539" fill="hold"/>
                                        <p:tgtEl>
                                          <p:spTgt spid="4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5" dur="6539" fill="hold"/>
                                        <p:tgtEl>
                                          <p:spTgt spid="4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6" dur="6539"/>
                                        <p:tgtEl>
                                          <p:spTgt spid="4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7" dur="6539" fill="hold"/>
                                        <p:tgtEl>
                                          <p:spTgt spid="4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8" dur="6539" fill="hold"/>
                                        <p:tgtEl>
                                          <p:spTgt spid="4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9" presetID="53" presetClass="entr" presetSubtype="528" repeatCount="indefinite" fill="hold" grpId="0" nodeType="withEffect">
                                  <p:stCondLst>
                                    <p:cond delay="502"/>
                                  </p:stCondLst>
                                  <p:childTnLst>
                                    <p:set>
                                      <p:cBhvr>
                                        <p:cTn id="3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1" dur="5392" fill="hold"/>
                                        <p:tgtEl>
                                          <p:spTgt spid="4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2" dur="5392" fill="hold"/>
                                        <p:tgtEl>
                                          <p:spTgt spid="4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3" dur="5392"/>
                                        <p:tgtEl>
                                          <p:spTgt spid="4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4" dur="5392" fill="hold"/>
                                        <p:tgtEl>
                                          <p:spTgt spid="4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5" dur="5392" fill="hold"/>
                                        <p:tgtEl>
                                          <p:spTgt spid="4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6" presetID="53" presetClass="entr" presetSubtype="528" repeatCount="indefinite" fill="hold" grpId="0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3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8" dur="5326" fill="hold"/>
                                        <p:tgtEl>
                                          <p:spTgt spid="4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9" dur="5326" fill="hold"/>
                                        <p:tgtEl>
                                          <p:spTgt spid="4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0" dur="5326"/>
                                        <p:tgtEl>
                                          <p:spTgt spid="4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1" dur="5326" fill="hold"/>
                                        <p:tgtEl>
                                          <p:spTgt spid="4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2" dur="5326" fill="hold"/>
                                        <p:tgtEl>
                                          <p:spTgt spid="4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3" presetID="53" presetClass="entr" presetSubtype="528" repeatCount="indefinite" fill="hold" grpId="0" nodeType="withEffect">
                                  <p:stCondLst>
                                    <p:cond delay="1436"/>
                                  </p:stCondLst>
                                  <p:childTnLst>
                                    <p:set>
                                      <p:cBhvr>
                                        <p:cTn id="3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5" dur="5561" fill="hold"/>
                                        <p:tgtEl>
                                          <p:spTgt spid="4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6" dur="5561" fill="hold"/>
                                        <p:tgtEl>
                                          <p:spTgt spid="4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7" dur="5561"/>
                                        <p:tgtEl>
                                          <p:spTgt spid="4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8" dur="5561" fill="hold"/>
                                        <p:tgtEl>
                                          <p:spTgt spid="4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9" dur="5561" fill="hold"/>
                                        <p:tgtEl>
                                          <p:spTgt spid="4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0" presetID="53" presetClass="entr" presetSubtype="528" repeatCount="indefinite" fill="hold" grpId="0" nodeType="withEffect">
                                  <p:stCondLst>
                                    <p:cond delay="1228"/>
                                  </p:stCondLst>
                                  <p:childTnLst>
                                    <p:set>
                                      <p:cBhvr>
                                        <p:cTn id="3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2" dur="6911" fill="hold"/>
                                        <p:tgtEl>
                                          <p:spTgt spid="4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3" dur="6911" fill="hold"/>
                                        <p:tgtEl>
                                          <p:spTgt spid="4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4" dur="6911"/>
                                        <p:tgtEl>
                                          <p:spTgt spid="4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5" dur="6911" fill="hold"/>
                                        <p:tgtEl>
                                          <p:spTgt spid="4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6" dur="6911" fill="hold"/>
                                        <p:tgtEl>
                                          <p:spTgt spid="4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7" presetID="53" presetClass="entr" presetSubtype="528" repeatCount="indefinite" fill="hold" grpId="0" nodeType="withEffect">
                                  <p:stCondLst>
                                    <p:cond delay="904"/>
                                  </p:stCondLst>
                                  <p:childTnLst>
                                    <p:set>
                                      <p:cBhvr>
                                        <p:cTn id="3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9" dur="5869" fill="hold"/>
                                        <p:tgtEl>
                                          <p:spTgt spid="4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0" dur="5869" fill="hold"/>
                                        <p:tgtEl>
                                          <p:spTgt spid="4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1" dur="5869"/>
                                        <p:tgtEl>
                                          <p:spTgt spid="4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2" dur="5869" fill="hold"/>
                                        <p:tgtEl>
                                          <p:spTgt spid="4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3" dur="5869" fill="hold"/>
                                        <p:tgtEl>
                                          <p:spTgt spid="4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4" presetID="53" presetClass="entr" presetSubtype="528" repeatCount="indefinite" fill="hold" grpId="0" nodeType="withEffect">
                                  <p:stCondLst>
                                    <p:cond delay="603"/>
                                  </p:stCondLst>
                                  <p:childTnLst>
                                    <p:set>
                                      <p:cBhvr>
                                        <p:cTn id="4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6" dur="6813" fill="hold"/>
                                        <p:tgtEl>
                                          <p:spTgt spid="4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7" dur="6813" fill="hold"/>
                                        <p:tgtEl>
                                          <p:spTgt spid="4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8" dur="6813"/>
                                        <p:tgtEl>
                                          <p:spTgt spid="4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9" dur="6813" fill="hold"/>
                                        <p:tgtEl>
                                          <p:spTgt spid="4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0" dur="6813" fill="hold"/>
                                        <p:tgtEl>
                                          <p:spTgt spid="4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1" presetID="53" presetClass="entr" presetSubtype="528" repeatCount="indefinite" fill="hold" grpId="0" nodeType="withEffect">
                                  <p:stCondLst>
                                    <p:cond delay="857"/>
                                  </p:stCondLst>
                                  <p:childTnLst>
                                    <p:set>
                                      <p:cBhvr>
                                        <p:cTn id="4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3" dur="5399" fill="hold"/>
                                        <p:tgtEl>
                                          <p:spTgt spid="4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4" dur="5399" fill="hold"/>
                                        <p:tgtEl>
                                          <p:spTgt spid="4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5" dur="5399"/>
                                        <p:tgtEl>
                                          <p:spTgt spid="4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6" dur="5399" fill="hold"/>
                                        <p:tgtEl>
                                          <p:spTgt spid="4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7" dur="5399" fill="hold"/>
                                        <p:tgtEl>
                                          <p:spTgt spid="4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8" presetID="53" presetClass="entr" presetSubtype="528" repeatCount="indefinite" fill="hold" grpId="0" nodeType="withEffect">
                                  <p:stCondLst>
                                    <p:cond delay="1332"/>
                                  </p:stCondLst>
                                  <p:childTnLst>
                                    <p:set>
                                      <p:cBhvr>
                                        <p:cTn id="4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0" dur="6980" fill="hold"/>
                                        <p:tgtEl>
                                          <p:spTgt spid="4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1" dur="6980" fill="hold"/>
                                        <p:tgtEl>
                                          <p:spTgt spid="4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2" dur="6980"/>
                                        <p:tgtEl>
                                          <p:spTgt spid="4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3" dur="6980" fill="hold"/>
                                        <p:tgtEl>
                                          <p:spTgt spid="4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4" dur="6980" fill="hold"/>
                                        <p:tgtEl>
                                          <p:spTgt spid="4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5" presetID="53" presetClass="entr" presetSubtype="528" repeatCount="indefinite" fill="hold" grpId="0" nodeType="withEffect">
                                  <p:stCondLst>
                                    <p:cond delay="1850"/>
                                  </p:stCondLst>
                                  <p:childTnLst>
                                    <p:set>
                                      <p:cBhvr>
                                        <p:cTn id="4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7" dur="5960" fill="hold"/>
                                        <p:tgtEl>
                                          <p:spTgt spid="4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8" dur="5960" fill="hold"/>
                                        <p:tgtEl>
                                          <p:spTgt spid="4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9" dur="5960"/>
                                        <p:tgtEl>
                                          <p:spTgt spid="4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0" dur="5960" fill="hold"/>
                                        <p:tgtEl>
                                          <p:spTgt spid="4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1" dur="5960" fill="hold"/>
                                        <p:tgtEl>
                                          <p:spTgt spid="4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2" presetID="53" presetClass="entr" presetSubtype="528" repeatCount="indefinite" fill="hold" grpId="0" nodeType="withEffect">
                                  <p:stCondLst>
                                    <p:cond delay="464"/>
                                  </p:stCondLst>
                                  <p:childTnLst>
                                    <p:set>
                                      <p:cBhvr>
                                        <p:cTn id="4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4" dur="6406" fill="hold"/>
                                        <p:tgtEl>
                                          <p:spTgt spid="4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5" dur="6406" fill="hold"/>
                                        <p:tgtEl>
                                          <p:spTgt spid="4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6" dur="6406"/>
                                        <p:tgtEl>
                                          <p:spTgt spid="4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7" dur="6406" fill="hold"/>
                                        <p:tgtEl>
                                          <p:spTgt spid="4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8" dur="6406" fill="hold"/>
                                        <p:tgtEl>
                                          <p:spTgt spid="4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9" presetID="53" presetClass="entr" presetSubtype="528" repeatCount="indefinite" fill="hold" grpId="0" nodeType="withEffect">
                                  <p:stCondLst>
                                    <p:cond delay="1093"/>
                                  </p:stCondLst>
                                  <p:childTnLst>
                                    <p:set>
                                      <p:cBhvr>
                                        <p:cTn id="4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1" dur="6713" fill="hold"/>
                                        <p:tgtEl>
                                          <p:spTgt spid="4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2" dur="6713" fill="hold"/>
                                        <p:tgtEl>
                                          <p:spTgt spid="4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3" dur="6713"/>
                                        <p:tgtEl>
                                          <p:spTgt spid="4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4" dur="6713" fill="hold"/>
                                        <p:tgtEl>
                                          <p:spTgt spid="4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5" dur="6713" fill="hold"/>
                                        <p:tgtEl>
                                          <p:spTgt spid="4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6" presetID="53" presetClass="entr" presetSubtype="528" repeatCount="indefinite" fill="hold" grpId="0" nodeType="withEffect">
                                  <p:stCondLst>
                                    <p:cond delay="1754"/>
                                  </p:stCondLst>
                                  <p:childTnLst>
                                    <p:set>
                                      <p:cBhvr>
                                        <p:cTn id="4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8" dur="6271" fill="hold"/>
                                        <p:tgtEl>
                                          <p:spTgt spid="4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9" dur="6271" fill="hold"/>
                                        <p:tgtEl>
                                          <p:spTgt spid="4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0" dur="6271"/>
                                        <p:tgtEl>
                                          <p:spTgt spid="4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1" dur="6271" fill="hold"/>
                                        <p:tgtEl>
                                          <p:spTgt spid="4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2" dur="6271" fill="hold"/>
                                        <p:tgtEl>
                                          <p:spTgt spid="4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3" presetID="53" presetClass="entr" presetSubtype="528" repeatCount="indefinite" fill="hold" grpId="0" nodeType="withEffect">
                                  <p:stCondLst>
                                    <p:cond delay="331"/>
                                  </p:stCondLst>
                                  <p:childTnLst>
                                    <p:set>
                                      <p:cBhvr>
                                        <p:cTn id="4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5" dur="6081" fill="hold"/>
                                        <p:tgtEl>
                                          <p:spTgt spid="4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6" dur="6081" fill="hold"/>
                                        <p:tgtEl>
                                          <p:spTgt spid="4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7" dur="6081"/>
                                        <p:tgtEl>
                                          <p:spTgt spid="4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8" dur="6081" fill="hold"/>
                                        <p:tgtEl>
                                          <p:spTgt spid="4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9" dur="6081" fill="hold"/>
                                        <p:tgtEl>
                                          <p:spTgt spid="4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0" presetID="53" presetClass="entr" presetSubtype="528" repeatCount="indefinite" fill="hold" grpId="0" nodeType="withEffect">
                                  <p:stCondLst>
                                    <p:cond delay="52"/>
                                  </p:stCondLst>
                                  <p:childTnLst>
                                    <p:set>
                                      <p:cBhvr>
                                        <p:cTn id="4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2" dur="6712" fill="hold"/>
                                        <p:tgtEl>
                                          <p:spTgt spid="4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3" dur="6712" fill="hold"/>
                                        <p:tgtEl>
                                          <p:spTgt spid="4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4" dur="6712"/>
                                        <p:tgtEl>
                                          <p:spTgt spid="4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5" dur="6712" fill="hold"/>
                                        <p:tgtEl>
                                          <p:spTgt spid="4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6" dur="6712" fill="hold"/>
                                        <p:tgtEl>
                                          <p:spTgt spid="4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7" presetID="53" presetClass="entr" presetSubtype="528" repeatCount="indefinite" fill="hold" grpId="0" nodeType="withEffect">
                                  <p:stCondLst>
                                    <p:cond delay="35"/>
                                  </p:stCondLst>
                                  <p:childTnLst>
                                    <p:set>
                                      <p:cBhvr>
                                        <p:cTn id="4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9" dur="5135" fill="hold"/>
                                        <p:tgtEl>
                                          <p:spTgt spid="4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0" dur="5135" fill="hold"/>
                                        <p:tgtEl>
                                          <p:spTgt spid="4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1" dur="5135"/>
                                        <p:tgtEl>
                                          <p:spTgt spid="4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2" dur="5135" fill="hold"/>
                                        <p:tgtEl>
                                          <p:spTgt spid="4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3" dur="5135" fill="hold"/>
                                        <p:tgtEl>
                                          <p:spTgt spid="4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4" presetID="53" presetClass="entr" presetSubtype="528" repeatCount="indefinite" fill="hold" grpId="0" nodeType="withEffect">
                                  <p:stCondLst>
                                    <p:cond delay="1810"/>
                                  </p:stCondLst>
                                  <p:childTnLst>
                                    <p:set>
                                      <p:cBhvr>
                                        <p:cTn id="4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6" dur="5463" fill="hold"/>
                                        <p:tgtEl>
                                          <p:spTgt spid="4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7" dur="5463" fill="hold"/>
                                        <p:tgtEl>
                                          <p:spTgt spid="4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8" dur="5463"/>
                                        <p:tgtEl>
                                          <p:spTgt spid="4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9" dur="5463" fill="hold"/>
                                        <p:tgtEl>
                                          <p:spTgt spid="4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0" dur="5463" fill="hold"/>
                                        <p:tgtEl>
                                          <p:spTgt spid="4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1" presetID="53" presetClass="entr" presetSubtype="528" repeatCount="indefinite" fill="hold" grpId="0" nodeType="withEffect">
                                  <p:stCondLst>
                                    <p:cond delay="207"/>
                                  </p:stCondLst>
                                  <p:childTnLst>
                                    <p:set>
                                      <p:cBhvr>
                                        <p:cTn id="4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3" dur="5327" fill="hold"/>
                                        <p:tgtEl>
                                          <p:spTgt spid="4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4" dur="5327" fill="hold"/>
                                        <p:tgtEl>
                                          <p:spTgt spid="4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5" dur="5327"/>
                                        <p:tgtEl>
                                          <p:spTgt spid="4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6" dur="5327" fill="hold"/>
                                        <p:tgtEl>
                                          <p:spTgt spid="4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7" dur="5327" fill="hold"/>
                                        <p:tgtEl>
                                          <p:spTgt spid="4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8" presetID="53" presetClass="entr" presetSubtype="528" repeatCount="indefinite" fill="hold" grpId="0" nodeType="withEffect">
                                  <p:stCondLst>
                                    <p:cond delay="852"/>
                                  </p:stCondLst>
                                  <p:childTnLst>
                                    <p:set>
                                      <p:cBhvr>
                                        <p:cTn id="4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0" dur="5099" fill="hold"/>
                                        <p:tgtEl>
                                          <p:spTgt spid="4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1" dur="5099" fill="hold"/>
                                        <p:tgtEl>
                                          <p:spTgt spid="4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2" dur="5099"/>
                                        <p:tgtEl>
                                          <p:spTgt spid="4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3" dur="5099" fill="hold"/>
                                        <p:tgtEl>
                                          <p:spTgt spid="4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4" dur="5099" fill="hold"/>
                                        <p:tgtEl>
                                          <p:spTgt spid="4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5" presetID="53" presetClass="entr" presetSubtype="528" repeatCount="indefinite" fill="hold" grpId="0" nodeType="withEffect">
                                  <p:stCondLst>
                                    <p:cond delay="1482"/>
                                  </p:stCondLst>
                                  <p:childTnLst>
                                    <p:set>
                                      <p:cBhvr>
                                        <p:cTn id="4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7" dur="7073" fill="hold"/>
                                        <p:tgtEl>
                                          <p:spTgt spid="4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8" dur="7073" fill="hold"/>
                                        <p:tgtEl>
                                          <p:spTgt spid="4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9" dur="7073"/>
                                        <p:tgtEl>
                                          <p:spTgt spid="4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0" dur="7073" fill="hold"/>
                                        <p:tgtEl>
                                          <p:spTgt spid="4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1" dur="7073" fill="hold"/>
                                        <p:tgtEl>
                                          <p:spTgt spid="4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2" presetID="53" presetClass="entr" presetSubtype="528" repeatCount="indefinite" fill="hold" grpId="0" nodeType="withEffect">
                                  <p:stCondLst>
                                    <p:cond delay="176"/>
                                  </p:stCondLst>
                                  <p:childTnLst>
                                    <p:set>
                                      <p:cBhvr>
                                        <p:cTn id="5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4" dur="7201" fill="hold"/>
                                        <p:tgtEl>
                                          <p:spTgt spid="4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5" dur="7201" fill="hold"/>
                                        <p:tgtEl>
                                          <p:spTgt spid="4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6" dur="7201"/>
                                        <p:tgtEl>
                                          <p:spTgt spid="4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7" dur="7201" fill="hold"/>
                                        <p:tgtEl>
                                          <p:spTgt spid="4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8" dur="7201" fill="hold"/>
                                        <p:tgtEl>
                                          <p:spTgt spid="4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9" presetID="53" presetClass="entr" presetSubtype="528" repeatCount="indefinite" fill="hold" grpId="0" nodeType="withEffect">
                                  <p:stCondLst>
                                    <p:cond delay="157"/>
                                  </p:stCondLst>
                                  <p:childTnLst>
                                    <p:set>
                                      <p:cBhvr>
                                        <p:cTn id="5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1" dur="7468" fill="hold"/>
                                        <p:tgtEl>
                                          <p:spTgt spid="4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2" dur="7468" fill="hold"/>
                                        <p:tgtEl>
                                          <p:spTgt spid="4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3" dur="7468"/>
                                        <p:tgtEl>
                                          <p:spTgt spid="4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4" dur="7468" fill="hold"/>
                                        <p:tgtEl>
                                          <p:spTgt spid="4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5" dur="7468" fill="hold"/>
                                        <p:tgtEl>
                                          <p:spTgt spid="4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6" presetID="53" presetClass="entr" presetSubtype="528" repeatCount="indefinite" fill="hold" grpId="0" nodeType="withEffect">
                                  <p:stCondLst>
                                    <p:cond delay="234"/>
                                  </p:stCondLst>
                                  <p:childTnLst>
                                    <p:set>
                                      <p:cBhvr>
                                        <p:cTn id="5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8" dur="7485" fill="hold"/>
                                        <p:tgtEl>
                                          <p:spTgt spid="4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9" dur="7485" fill="hold"/>
                                        <p:tgtEl>
                                          <p:spTgt spid="4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0" dur="7485"/>
                                        <p:tgtEl>
                                          <p:spTgt spid="4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1" dur="7485" fill="hold"/>
                                        <p:tgtEl>
                                          <p:spTgt spid="4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2" dur="7485" fill="hold"/>
                                        <p:tgtEl>
                                          <p:spTgt spid="4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3" presetID="53" presetClass="entr" presetSubtype="528" repeatCount="indefinite" fill="hold" grpId="0" nodeType="withEffect">
                                  <p:stCondLst>
                                    <p:cond delay="1802"/>
                                  </p:stCondLst>
                                  <p:childTnLst>
                                    <p:set>
                                      <p:cBhvr>
                                        <p:cTn id="5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5" dur="6432" fill="hold"/>
                                        <p:tgtEl>
                                          <p:spTgt spid="4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6" dur="6432" fill="hold"/>
                                        <p:tgtEl>
                                          <p:spTgt spid="4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7" dur="6432"/>
                                        <p:tgtEl>
                                          <p:spTgt spid="4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8" dur="6432" fill="hold"/>
                                        <p:tgtEl>
                                          <p:spTgt spid="4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9" dur="6432" fill="hold"/>
                                        <p:tgtEl>
                                          <p:spTgt spid="4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0" presetID="53" presetClass="entr" presetSubtype="528" repeatCount="indefinite" fill="hold" grpId="0" nodeType="withEffect">
                                  <p:stCondLst>
                                    <p:cond delay="736"/>
                                  </p:stCondLst>
                                  <p:childTnLst>
                                    <p:set>
                                      <p:cBhvr>
                                        <p:cTn id="5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2" dur="5423" fill="hold"/>
                                        <p:tgtEl>
                                          <p:spTgt spid="4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3" dur="5423" fill="hold"/>
                                        <p:tgtEl>
                                          <p:spTgt spid="4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4" dur="5423"/>
                                        <p:tgtEl>
                                          <p:spTgt spid="4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5" dur="5423" fill="hold"/>
                                        <p:tgtEl>
                                          <p:spTgt spid="4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6" dur="5423" fill="hold"/>
                                        <p:tgtEl>
                                          <p:spTgt spid="4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7" presetID="53" presetClass="entr" presetSubtype="528" repeatCount="indefinite" fill="hold" grpId="0" nodeType="withEffect">
                                  <p:stCondLst>
                                    <p:cond delay="482"/>
                                  </p:stCondLst>
                                  <p:childTnLst>
                                    <p:set>
                                      <p:cBhvr>
                                        <p:cTn id="5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9" dur="5102" fill="hold"/>
                                        <p:tgtEl>
                                          <p:spTgt spid="4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0" dur="5102" fill="hold"/>
                                        <p:tgtEl>
                                          <p:spTgt spid="4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1" dur="5102"/>
                                        <p:tgtEl>
                                          <p:spTgt spid="4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2" dur="5102" fill="hold"/>
                                        <p:tgtEl>
                                          <p:spTgt spid="4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3" dur="5102" fill="hold"/>
                                        <p:tgtEl>
                                          <p:spTgt spid="4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4" presetID="53" presetClass="entr" presetSubtype="528" repeatCount="indefinite" fill="hold" grpId="0" nodeType="withEffect">
                                  <p:stCondLst>
                                    <p:cond delay="399"/>
                                  </p:stCondLst>
                                  <p:childTnLst>
                                    <p:set>
                                      <p:cBhvr>
                                        <p:cTn id="5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6" dur="5819" fill="hold"/>
                                        <p:tgtEl>
                                          <p:spTgt spid="4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7" dur="5819" fill="hold"/>
                                        <p:tgtEl>
                                          <p:spTgt spid="4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8" dur="5819"/>
                                        <p:tgtEl>
                                          <p:spTgt spid="4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9" dur="5819" fill="hold"/>
                                        <p:tgtEl>
                                          <p:spTgt spid="4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0" dur="5819" fill="hold"/>
                                        <p:tgtEl>
                                          <p:spTgt spid="4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1" presetID="53" presetClass="entr" presetSubtype="528" repeatCount="indefinite" fill="hold" grpId="0" nodeType="withEffect">
                                  <p:stCondLst>
                                    <p:cond delay="1338"/>
                                  </p:stCondLst>
                                  <p:childTnLst>
                                    <p:set>
                                      <p:cBhvr>
                                        <p:cTn id="5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3" dur="6554" fill="hold"/>
                                        <p:tgtEl>
                                          <p:spTgt spid="4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4" dur="6554" fill="hold"/>
                                        <p:tgtEl>
                                          <p:spTgt spid="4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5" dur="6554"/>
                                        <p:tgtEl>
                                          <p:spTgt spid="4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6" dur="6554" fill="hold"/>
                                        <p:tgtEl>
                                          <p:spTgt spid="4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7" dur="6554" fill="hold"/>
                                        <p:tgtEl>
                                          <p:spTgt spid="4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8" presetID="53" presetClass="entr" presetSubtype="528" repeatCount="indefinite" fill="hold" grpId="0" nodeType="withEffect">
                                  <p:stCondLst>
                                    <p:cond delay="245"/>
                                  </p:stCondLst>
                                  <p:childTnLst>
                                    <p:set>
                                      <p:cBhvr>
                                        <p:cTn id="5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0" dur="5853" fill="hold"/>
                                        <p:tgtEl>
                                          <p:spTgt spid="4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1" dur="5853" fill="hold"/>
                                        <p:tgtEl>
                                          <p:spTgt spid="4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2" dur="5853"/>
                                        <p:tgtEl>
                                          <p:spTgt spid="4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3" dur="5853" fill="hold"/>
                                        <p:tgtEl>
                                          <p:spTgt spid="4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4" dur="5853" fill="hold"/>
                                        <p:tgtEl>
                                          <p:spTgt spid="4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5" presetID="53" presetClass="entr" presetSubtype="528" repeatCount="indefinite" fill="hold" grpId="0" nodeType="withEffect">
                                  <p:stCondLst>
                                    <p:cond delay="1555"/>
                                  </p:stCondLst>
                                  <p:childTnLst>
                                    <p:set>
                                      <p:cBhvr>
                                        <p:cTn id="5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7" dur="5653" fill="hold"/>
                                        <p:tgtEl>
                                          <p:spTgt spid="4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8" dur="5653" fill="hold"/>
                                        <p:tgtEl>
                                          <p:spTgt spid="4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9" dur="5653"/>
                                        <p:tgtEl>
                                          <p:spTgt spid="4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0" dur="5653" fill="hold"/>
                                        <p:tgtEl>
                                          <p:spTgt spid="4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1" dur="5653" fill="hold"/>
                                        <p:tgtEl>
                                          <p:spTgt spid="4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2" presetID="53" presetClass="entr" presetSubtype="528" repeatCount="indefinite" fill="hold" grpId="0" nodeType="withEffect">
                                  <p:stCondLst>
                                    <p:cond delay="1065"/>
                                  </p:stCondLst>
                                  <p:childTnLst>
                                    <p:set>
                                      <p:cBhvr>
                                        <p:cTn id="5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4" dur="7301" fill="hold"/>
                                        <p:tgtEl>
                                          <p:spTgt spid="4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5" dur="7301" fill="hold"/>
                                        <p:tgtEl>
                                          <p:spTgt spid="4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6" dur="7301"/>
                                        <p:tgtEl>
                                          <p:spTgt spid="4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7" dur="7301" fill="hold"/>
                                        <p:tgtEl>
                                          <p:spTgt spid="4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8" dur="7301" fill="hold"/>
                                        <p:tgtEl>
                                          <p:spTgt spid="4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9" presetID="53" presetClass="entr" presetSubtype="528" repeatCount="indefinite" fill="hold" grpId="0" nodeType="withEffect">
                                  <p:stCondLst>
                                    <p:cond delay="1298"/>
                                  </p:stCondLst>
                                  <p:childTnLst>
                                    <p:set>
                                      <p:cBhvr>
                                        <p:cTn id="5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1" dur="7173" fill="hold"/>
                                        <p:tgtEl>
                                          <p:spTgt spid="4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2" dur="7173" fill="hold"/>
                                        <p:tgtEl>
                                          <p:spTgt spid="4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3" dur="7173"/>
                                        <p:tgtEl>
                                          <p:spTgt spid="4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4" dur="7173" fill="hold"/>
                                        <p:tgtEl>
                                          <p:spTgt spid="4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5" dur="7173" fill="hold"/>
                                        <p:tgtEl>
                                          <p:spTgt spid="4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6" presetID="53" presetClass="entr" presetSubtype="528" repeatCount="indefinite" fill="hold" grpId="0" nodeType="withEffect">
                                  <p:stCondLst>
                                    <p:cond delay="1367"/>
                                  </p:stCondLst>
                                  <p:childTnLst>
                                    <p:set>
                                      <p:cBhvr>
                                        <p:cTn id="5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8" dur="6011" fill="hold"/>
                                        <p:tgtEl>
                                          <p:spTgt spid="4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9" dur="6011" fill="hold"/>
                                        <p:tgtEl>
                                          <p:spTgt spid="4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0" dur="6011"/>
                                        <p:tgtEl>
                                          <p:spTgt spid="4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1" dur="6011" fill="hold"/>
                                        <p:tgtEl>
                                          <p:spTgt spid="4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2" dur="6011" fill="hold"/>
                                        <p:tgtEl>
                                          <p:spTgt spid="4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3" presetID="53" presetClass="entr" presetSubtype="528" repeatCount="indefinite" fill="hold" grpId="0" nodeType="withEffect">
                                  <p:stCondLst>
                                    <p:cond delay="1243"/>
                                  </p:stCondLst>
                                  <p:childTnLst>
                                    <p:set>
                                      <p:cBhvr>
                                        <p:cTn id="5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5" dur="5785" fill="hold"/>
                                        <p:tgtEl>
                                          <p:spTgt spid="4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6" dur="5785" fill="hold"/>
                                        <p:tgtEl>
                                          <p:spTgt spid="4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7" dur="5785"/>
                                        <p:tgtEl>
                                          <p:spTgt spid="4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8" dur="5785" fill="hold"/>
                                        <p:tgtEl>
                                          <p:spTgt spid="4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9" dur="5785" fill="hold"/>
                                        <p:tgtEl>
                                          <p:spTgt spid="4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0" presetID="53" presetClass="entr" presetSubtype="528" repeatCount="indefinite" fill="hold" grpId="0" nodeType="withEffect">
                                  <p:stCondLst>
                                    <p:cond delay="273"/>
                                  </p:stCondLst>
                                  <p:childTnLst>
                                    <p:set>
                                      <p:cBhvr>
                                        <p:cTn id="6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2" dur="6234" fill="hold"/>
                                        <p:tgtEl>
                                          <p:spTgt spid="4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3" dur="6234" fill="hold"/>
                                        <p:tgtEl>
                                          <p:spTgt spid="4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4" dur="6234"/>
                                        <p:tgtEl>
                                          <p:spTgt spid="4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5" dur="6234" fill="hold"/>
                                        <p:tgtEl>
                                          <p:spTgt spid="4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6" dur="6234" fill="hold"/>
                                        <p:tgtEl>
                                          <p:spTgt spid="4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7" presetID="53" presetClass="entr" presetSubtype="528" repeatCount="indefinite" fill="hold" grpId="0" nodeType="withEffect">
                                  <p:stCondLst>
                                    <p:cond delay="1910"/>
                                  </p:stCondLst>
                                  <p:childTnLst>
                                    <p:set>
                                      <p:cBhvr>
                                        <p:cTn id="6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9" dur="7063" fill="hold"/>
                                        <p:tgtEl>
                                          <p:spTgt spid="5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0" dur="7063" fill="hold"/>
                                        <p:tgtEl>
                                          <p:spTgt spid="5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1" dur="7063"/>
                                        <p:tgtEl>
                                          <p:spTgt spid="5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2" dur="7063" fill="hold"/>
                                        <p:tgtEl>
                                          <p:spTgt spid="5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3" dur="7063" fill="hold"/>
                                        <p:tgtEl>
                                          <p:spTgt spid="5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4" presetID="53" presetClass="entr" presetSubtype="528" repeatCount="indefinite" fill="hold" grpId="0" nodeType="withEffect">
                                  <p:stCondLst>
                                    <p:cond delay="633"/>
                                  </p:stCondLst>
                                  <p:childTnLst>
                                    <p:set>
                                      <p:cBhvr>
                                        <p:cTn id="6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6" dur="5494" fill="hold"/>
                                        <p:tgtEl>
                                          <p:spTgt spid="5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7" dur="5494" fill="hold"/>
                                        <p:tgtEl>
                                          <p:spTgt spid="5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8" dur="5494"/>
                                        <p:tgtEl>
                                          <p:spTgt spid="5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9" dur="5494" fill="hold"/>
                                        <p:tgtEl>
                                          <p:spTgt spid="5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0" dur="5494" fill="hold"/>
                                        <p:tgtEl>
                                          <p:spTgt spid="5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1" presetID="53" presetClass="entr" presetSubtype="528" repeatCount="indefinite" fill="hold" grpId="0" nodeType="withEffect">
                                  <p:stCondLst>
                                    <p:cond delay="1769"/>
                                  </p:stCondLst>
                                  <p:childTnLst>
                                    <p:set>
                                      <p:cBhvr>
                                        <p:cTn id="6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3" dur="7135" fill="hold"/>
                                        <p:tgtEl>
                                          <p:spTgt spid="5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4" dur="7135" fill="hold"/>
                                        <p:tgtEl>
                                          <p:spTgt spid="5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5" dur="7135"/>
                                        <p:tgtEl>
                                          <p:spTgt spid="5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6" dur="7135" fill="hold"/>
                                        <p:tgtEl>
                                          <p:spTgt spid="5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7" dur="7135" fill="hold"/>
                                        <p:tgtEl>
                                          <p:spTgt spid="5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8" presetID="53" presetClass="entr" presetSubtype="528" repeatCount="indefinite" fill="hold" grpId="0" nodeType="withEffect">
                                  <p:stCondLst>
                                    <p:cond delay="552"/>
                                  </p:stCondLst>
                                  <p:childTnLst>
                                    <p:set>
                                      <p:cBhvr>
                                        <p:cTn id="6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0" dur="7132" fill="hold"/>
                                        <p:tgtEl>
                                          <p:spTgt spid="5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1" dur="7132" fill="hold"/>
                                        <p:tgtEl>
                                          <p:spTgt spid="5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2" dur="7132"/>
                                        <p:tgtEl>
                                          <p:spTgt spid="50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3" dur="7132" fill="hold"/>
                                        <p:tgtEl>
                                          <p:spTgt spid="5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4" dur="7132" fill="hold"/>
                                        <p:tgtEl>
                                          <p:spTgt spid="5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5" presetID="53" presetClass="entr" presetSubtype="528" repeatCount="indefinite" fill="hold" grpId="0" nodeType="withEffect">
                                  <p:stCondLst>
                                    <p:cond delay="1645"/>
                                  </p:stCondLst>
                                  <p:childTnLst>
                                    <p:set>
                                      <p:cBhvr>
                                        <p:cTn id="6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7" dur="5041" fill="hold"/>
                                        <p:tgtEl>
                                          <p:spTgt spid="5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8" dur="5041" fill="hold"/>
                                        <p:tgtEl>
                                          <p:spTgt spid="5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9" dur="5041"/>
                                        <p:tgtEl>
                                          <p:spTgt spid="5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0" dur="5041" fill="hold"/>
                                        <p:tgtEl>
                                          <p:spTgt spid="5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1" dur="5041" fill="hold"/>
                                        <p:tgtEl>
                                          <p:spTgt spid="5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2" presetID="53" presetClass="entr" presetSubtype="528" repeatCount="indefinite" fill="hold" grpId="0" nodeType="withEffect">
                                  <p:stCondLst>
                                    <p:cond delay="1934"/>
                                  </p:stCondLst>
                                  <p:childTnLst>
                                    <p:set>
                                      <p:cBhvr>
                                        <p:cTn id="6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4" dur="6965" fill="hold"/>
                                        <p:tgtEl>
                                          <p:spTgt spid="5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5" dur="6965" fill="hold"/>
                                        <p:tgtEl>
                                          <p:spTgt spid="5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6" dur="6965"/>
                                        <p:tgtEl>
                                          <p:spTgt spid="5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7" dur="6965" fill="hold"/>
                                        <p:tgtEl>
                                          <p:spTgt spid="5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8" dur="6965" fill="hold"/>
                                        <p:tgtEl>
                                          <p:spTgt spid="5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9" presetID="53" presetClass="entr" presetSubtype="528" repeatCount="indefinite" fill="hold" grpId="0" nodeType="withEffect">
                                  <p:stCondLst>
                                    <p:cond delay="775"/>
                                  </p:stCondLst>
                                  <p:childTnLst>
                                    <p:set>
                                      <p:cBhvr>
                                        <p:cTn id="6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1" dur="5313" fill="hold"/>
                                        <p:tgtEl>
                                          <p:spTgt spid="5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2" dur="5313" fill="hold"/>
                                        <p:tgtEl>
                                          <p:spTgt spid="5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3" dur="5313"/>
                                        <p:tgtEl>
                                          <p:spTgt spid="5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4" dur="5313" fill="hold"/>
                                        <p:tgtEl>
                                          <p:spTgt spid="5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5" dur="5313" fill="hold"/>
                                        <p:tgtEl>
                                          <p:spTgt spid="5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6" presetID="53" presetClass="entr" presetSubtype="528" repeatCount="indefinite" fill="hold" grpId="0" nodeType="withEffect">
                                  <p:stCondLst>
                                    <p:cond delay="178"/>
                                  </p:stCondLst>
                                  <p:childTnLst>
                                    <p:set>
                                      <p:cBhvr>
                                        <p:cTn id="6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8" dur="5630" fill="hold"/>
                                        <p:tgtEl>
                                          <p:spTgt spid="5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9" dur="5630" fill="hold"/>
                                        <p:tgtEl>
                                          <p:spTgt spid="5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0" dur="5630"/>
                                        <p:tgtEl>
                                          <p:spTgt spid="5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1" dur="5630" fill="hold"/>
                                        <p:tgtEl>
                                          <p:spTgt spid="5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2" dur="5630" fill="hold"/>
                                        <p:tgtEl>
                                          <p:spTgt spid="5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3" presetID="53" presetClass="entr" presetSubtype="528" repeatCount="indefinite" fill="hold" grpId="0" nodeType="withEffect">
                                  <p:stCondLst>
                                    <p:cond delay="1402"/>
                                  </p:stCondLst>
                                  <p:childTnLst>
                                    <p:set>
                                      <p:cBhvr>
                                        <p:cTn id="6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5" dur="5437" fill="hold"/>
                                        <p:tgtEl>
                                          <p:spTgt spid="5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6" dur="5437" fill="hold"/>
                                        <p:tgtEl>
                                          <p:spTgt spid="5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7" dur="5437"/>
                                        <p:tgtEl>
                                          <p:spTgt spid="5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8" dur="5437" fill="hold"/>
                                        <p:tgtEl>
                                          <p:spTgt spid="5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9" dur="5437" fill="hold"/>
                                        <p:tgtEl>
                                          <p:spTgt spid="5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0" presetID="53" presetClass="entr" presetSubtype="528" repeatCount="indefinite" fill="hold" grpId="0" nodeType="withEffect">
                                  <p:stCondLst>
                                    <p:cond delay="441"/>
                                  </p:stCondLst>
                                  <p:childTnLst>
                                    <p:set>
                                      <p:cBhvr>
                                        <p:cTn id="6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2" dur="5660" fill="hold"/>
                                        <p:tgtEl>
                                          <p:spTgt spid="5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3" dur="5660" fill="hold"/>
                                        <p:tgtEl>
                                          <p:spTgt spid="5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4" dur="5660"/>
                                        <p:tgtEl>
                                          <p:spTgt spid="5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5" dur="5660" fill="hold"/>
                                        <p:tgtEl>
                                          <p:spTgt spid="5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6" dur="5660" fill="hold"/>
                                        <p:tgtEl>
                                          <p:spTgt spid="5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7" presetID="53" presetClass="entr" presetSubtype="528" repeatCount="indefinite" fill="hold" grpId="0" nodeType="withEffect">
                                  <p:stCondLst>
                                    <p:cond delay="1747"/>
                                  </p:stCondLst>
                                  <p:childTnLst>
                                    <p:set>
                                      <p:cBhvr>
                                        <p:cTn id="6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9" dur="6723" fill="hold"/>
                                        <p:tgtEl>
                                          <p:spTgt spid="5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0" dur="6723" fill="hold"/>
                                        <p:tgtEl>
                                          <p:spTgt spid="5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1" dur="6723"/>
                                        <p:tgtEl>
                                          <p:spTgt spid="5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2" dur="6723" fill="hold"/>
                                        <p:tgtEl>
                                          <p:spTgt spid="5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3" dur="6723" fill="hold"/>
                                        <p:tgtEl>
                                          <p:spTgt spid="5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4" presetID="53" presetClass="entr" presetSubtype="528" repeatCount="indefinite" fill="hold" grpId="0" nodeType="withEffect">
                                  <p:stCondLst>
                                    <p:cond delay="1402"/>
                                  </p:stCondLst>
                                  <p:childTnLst>
                                    <p:set>
                                      <p:cBhvr>
                                        <p:cTn id="6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6" dur="5888" fill="hold"/>
                                        <p:tgtEl>
                                          <p:spTgt spid="5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7" dur="5888" fill="hold"/>
                                        <p:tgtEl>
                                          <p:spTgt spid="5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8" dur="5888"/>
                                        <p:tgtEl>
                                          <p:spTgt spid="5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9" dur="5888" fill="hold"/>
                                        <p:tgtEl>
                                          <p:spTgt spid="5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0" dur="5888" fill="hold"/>
                                        <p:tgtEl>
                                          <p:spTgt spid="5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1" presetID="53" presetClass="entr" presetSubtype="528" repeatCount="indefinite" fill="hold" grpId="0" nodeType="withEffect">
                                  <p:stCondLst>
                                    <p:cond delay="809"/>
                                  </p:stCondLst>
                                  <p:childTnLst>
                                    <p:set>
                                      <p:cBhvr>
                                        <p:cTn id="6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3" dur="5356" fill="hold"/>
                                        <p:tgtEl>
                                          <p:spTgt spid="5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4" dur="5356" fill="hold"/>
                                        <p:tgtEl>
                                          <p:spTgt spid="5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5" dur="5356"/>
                                        <p:tgtEl>
                                          <p:spTgt spid="5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6" dur="5356" fill="hold"/>
                                        <p:tgtEl>
                                          <p:spTgt spid="5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7" dur="5356" fill="hold"/>
                                        <p:tgtEl>
                                          <p:spTgt spid="5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8" presetID="53" presetClass="entr" presetSubtype="528" repeatCount="indefinite" fill="hold" grpId="0" nodeType="withEffect">
                                  <p:stCondLst>
                                    <p:cond delay="351"/>
                                  </p:stCondLst>
                                  <p:childTnLst>
                                    <p:set>
                                      <p:cBhvr>
                                        <p:cTn id="6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0" dur="7274" fill="hold"/>
                                        <p:tgtEl>
                                          <p:spTgt spid="5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1" dur="7274" fill="hold"/>
                                        <p:tgtEl>
                                          <p:spTgt spid="5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2" dur="7274"/>
                                        <p:tgtEl>
                                          <p:spTgt spid="5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3" dur="7274" fill="hold"/>
                                        <p:tgtEl>
                                          <p:spTgt spid="5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4" dur="7274" fill="hold"/>
                                        <p:tgtEl>
                                          <p:spTgt spid="5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5" presetID="53" presetClass="entr" presetSubtype="528" repeatCount="indefinite" fill="hold" grpId="0" nodeType="withEffect">
                                  <p:stCondLst>
                                    <p:cond delay="1594"/>
                                  </p:stCondLst>
                                  <p:childTnLst>
                                    <p:set>
                                      <p:cBhvr>
                                        <p:cTn id="7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7" dur="5069" fill="hold"/>
                                        <p:tgtEl>
                                          <p:spTgt spid="5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8" dur="5069" fill="hold"/>
                                        <p:tgtEl>
                                          <p:spTgt spid="5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9" dur="5069"/>
                                        <p:tgtEl>
                                          <p:spTgt spid="5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0" dur="5069" fill="hold"/>
                                        <p:tgtEl>
                                          <p:spTgt spid="5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1" dur="5069" fill="hold"/>
                                        <p:tgtEl>
                                          <p:spTgt spid="5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2" presetID="53" presetClass="entr" presetSubtype="528" repeatCount="indefinite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7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4" dur="5443" fill="hold"/>
                                        <p:tgtEl>
                                          <p:spTgt spid="5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5" dur="5443" fill="hold"/>
                                        <p:tgtEl>
                                          <p:spTgt spid="5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6" dur="5443"/>
                                        <p:tgtEl>
                                          <p:spTgt spid="5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7" dur="5443" fill="hold"/>
                                        <p:tgtEl>
                                          <p:spTgt spid="5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8" dur="5443" fill="hold"/>
                                        <p:tgtEl>
                                          <p:spTgt spid="5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9" presetID="53" presetClass="entr" presetSubtype="528" repeatCount="indefinite" fill="hold" grpId="0" nodeType="withEffect">
                                  <p:stCondLst>
                                    <p:cond delay="1243"/>
                                  </p:stCondLst>
                                  <p:childTnLst>
                                    <p:set>
                                      <p:cBhvr>
                                        <p:cTn id="7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1" dur="6959" fill="hold"/>
                                        <p:tgtEl>
                                          <p:spTgt spid="5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2" dur="6959" fill="hold"/>
                                        <p:tgtEl>
                                          <p:spTgt spid="5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3" dur="6959"/>
                                        <p:tgtEl>
                                          <p:spTgt spid="5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4" dur="6959" fill="hold"/>
                                        <p:tgtEl>
                                          <p:spTgt spid="5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5" dur="6959" fill="hold"/>
                                        <p:tgtEl>
                                          <p:spTgt spid="5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6" presetID="53" presetClass="entr" presetSubtype="528" repeatCount="indefinite" fill="hold" grpId="0" nodeType="withEffect">
                                  <p:stCondLst>
                                    <p:cond delay="1388"/>
                                  </p:stCondLst>
                                  <p:childTnLst>
                                    <p:set>
                                      <p:cBhvr>
                                        <p:cTn id="7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8" dur="5861" fill="hold"/>
                                        <p:tgtEl>
                                          <p:spTgt spid="5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9" dur="5861" fill="hold"/>
                                        <p:tgtEl>
                                          <p:spTgt spid="5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0" dur="5861"/>
                                        <p:tgtEl>
                                          <p:spTgt spid="5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1" dur="5861" fill="hold"/>
                                        <p:tgtEl>
                                          <p:spTgt spid="5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2" dur="5861" fill="hold"/>
                                        <p:tgtEl>
                                          <p:spTgt spid="5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3" presetID="53" presetClass="entr" presetSubtype="528" repeatCount="indefinite" fill="hold" grpId="0" nodeType="withEffect">
                                  <p:stCondLst>
                                    <p:cond delay="278"/>
                                  </p:stCondLst>
                                  <p:childTnLst>
                                    <p:set>
                                      <p:cBhvr>
                                        <p:cTn id="7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5" dur="5961" fill="hold"/>
                                        <p:tgtEl>
                                          <p:spTgt spid="5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6" dur="5961" fill="hold"/>
                                        <p:tgtEl>
                                          <p:spTgt spid="5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7" dur="5961"/>
                                        <p:tgtEl>
                                          <p:spTgt spid="5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8" dur="5961" fill="hold"/>
                                        <p:tgtEl>
                                          <p:spTgt spid="5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9" dur="5961" fill="hold"/>
                                        <p:tgtEl>
                                          <p:spTgt spid="5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0" presetID="53" presetClass="entr" presetSubtype="528" repeatCount="indefinite" fill="hold" grpId="0" nodeType="withEffect">
                                  <p:stCondLst>
                                    <p:cond delay="954"/>
                                  </p:stCondLst>
                                  <p:childTnLst>
                                    <p:set>
                                      <p:cBhvr>
                                        <p:cTn id="7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2" dur="5261" fill="hold"/>
                                        <p:tgtEl>
                                          <p:spTgt spid="5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3" dur="5261" fill="hold"/>
                                        <p:tgtEl>
                                          <p:spTgt spid="5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4" dur="5261"/>
                                        <p:tgtEl>
                                          <p:spTgt spid="5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5" dur="5261" fill="hold"/>
                                        <p:tgtEl>
                                          <p:spTgt spid="5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6" dur="5261" fill="hold"/>
                                        <p:tgtEl>
                                          <p:spTgt spid="5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7" presetID="53" presetClass="entr" presetSubtype="528" repeatCount="indefinite" fill="hold" grpId="0" nodeType="withEffect">
                                  <p:stCondLst>
                                    <p:cond delay="494"/>
                                  </p:stCondLst>
                                  <p:childTnLst>
                                    <p:set>
                                      <p:cBhvr>
                                        <p:cTn id="7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9" dur="6404" fill="hold"/>
                                        <p:tgtEl>
                                          <p:spTgt spid="5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0" dur="6404" fill="hold"/>
                                        <p:tgtEl>
                                          <p:spTgt spid="5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1" dur="6404"/>
                                        <p:tgtEl>
                                          <p:spTgt spid="5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2" dur="6404" fill="hold"/>
                                        <p:tgtEl>
                                          <p:spTgt spid="5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3" dur="6404" fill="hold"/>
                                        <p:tgtEl>
                                          <p:spTgt spid="5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4" presetID="53" presetClass="entr" presetSubtype="528" repeatCount="indefinite" fill="hold" grpId="0" nodeType="withEffect">
                                  <p:stCondLst>
                                    <p:cond delay="1901"/>
                                  </p:stCondLst>
                                  <p:childTnLst>
                                    <p:set>
                                      <p:cBhvr>
                                        <p:cTn id="7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6" dur="6419" fill="hold"/>
                                        <p:tgtEl>
                                          <p:spTgt spid="5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7" dur="6419" fill="hold"/>
                                        <p:tgtEl>
                                          <p:spTgt spid="5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8" dur="6419"/>
                                        <p:tgtEl>
                                          <p:spTgt spid="5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9" dur="6419" fill="hold"/>
                                        <p:tgtEl>
                                          <p:spTgt spid="5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0" dur="6419" fill="hold"/>
                                        <p:tgtEl>
                                          <p:spTgt spid="5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1" presetID="53" presetClass="entr" presetSubtype="528" repeatCount="indefinite" fill="hold" grpId="0" nodeType="withEffect">
                                  <p:stCondLst>
                                    <p:cond delay="367"/>
                                  </p:stCondLst>
                                  <p:childTnLst>
                                    <p:set>
                                      <p:cBhvr>
                                        <p:cTn id="7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3" dur="7266" fill="hold"/>
                                        <p:tgtEl>
                                          <p:spTgt spid="5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4" dur="7266" fill="hold"/>
                                        <p:tgtEl>
                                          <p:spTgt spid="5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5" dur="7266"/>
                                        <p:tgtEl>
                                          <p:spTgt spid="5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6" dur="7266" fill="hold"/>
                                        <p:tgtEl>
                                          <p:spTgt spid="5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7" dur="7266" fill="hold"/>
                                        <p:tgtEl>
                                          <p:spTgt spid="5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8" presetID="53" presetClass="entr" presetSubtype="528" repeatCount="indefinite" fill="hold" grpId="0" nodeType="withEffect">
                                  <p:stCondLst>
                                    <p:cond delay="961"/>
                                  </p:stCondLst>
                                  <p:childTnLst>
                                    <p:set>
                                      <p:cBhvr>
                                        <p:cTn id="7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0" dur="6578" fill="hold"/>
                                        <p:tgtEl>
                                          <p:spTgt spid="5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1" dur="6578" fill="hold"/>
                                        <p:tgtEl>
                                          <p:spTgt spid="5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2" dur="6578"/>
                                        <p:tgtEl>
                                          <p:spTgt spid="5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3" dur="6578" fill="hold"/>
                                        <p:tgtEl>
                                          <p:spTgt spid="5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4" dur="6578" fill="hold"/>
                                        <p:tgtEl>
                                          <p:spTgt spid="5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5" presetID="53" presetClass="entr" presetSubtype="528" repeatCount="indefinite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7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7" dur="5112" fill="hold"/>
                                        <p:tgtEl>
                                          <p:spTgt spid="5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8" dur="5112" fill="hold"/>
                                        <p:tgtEl>
                                          <p:spTgt spid="5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9" dur="5112"/>
                                        <p:tgtEl>
                                          <p:spTgt spid="5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0" dur="5112" fill="hold"/>
                                        <p:tgtEl>
                                          <p:spTgt spid="5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1" dur="5112" fill="hold"/>
                                        <p:tgtEl>
                                          <p:spTgt spid="5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2" presetID="53" presetClass="entr" presetSubtype="528" repeatCount="indefinite" fill="hold" grpId="0" nodeType="withEffect">
                                  <p:stCondLst>
                                    <p:cond delay="1664"/>
                                  </p:stCondLst>
                                  <p:childTnLst>
                                    <p:set>
                                      <p:cBhvr>
                                        <p:cTn id="7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4" dur="5239" fill="hold"/>
                                        <p:tgtEl>
                                          <p:spTgt spid="5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5" dur="5239" fill="hold"/>
                                        <p:tgtEl>
                                          <p:spTgt spid="5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6" dur="5239"/>
                                        <p:tgtEl>
                                          <p:spTgt spid="5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7" dur="5239" fill="hold"/>
                                        <p:tgtEl>
                                          <p:spTgt spid="5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8" dur="5239" fill="hold"/>
                                        <p:tgtEl>
                                          <p:spTgt spid="5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9" presetID="53" presetClass="entr" presetSubtype="528" repeatCount="indefinite" fill="hold" grpId="0" nodeType="withEffect">
                                  <p:stCondLst>
                                    <p:cond delay="385"/>
                                  </p:stCondLst>
                                  <p:childTnLst>
                                    <p:set>
                                      <p:cBhvr>
                                        <p:cTn id="7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1" dur="5535" fill="hold"/>
                                        <p:tgtEl>
                                          <p:spTgt spid="5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2" dur="5535" fill="hold"/>
                                        <p:tgtEl>
                                          <p:spTgt spid="5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3" dur="5535"/>
                                        <p:tgtEl>
                                          <p:spTgt spid="59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4" dur="5535" fill="hold"/>
                                        <p:tgtEl>
                                          <p:spTgt spid="5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5" dur="5535" fill="hold"/>
                                        <p:tgtEl>
                                          <p:spTgt spid="5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6" presetID="53" presetClass="entr" presetSubtype="528" repeatCount="indefinite" fill="hold" grpId="0" nodeType="withEffect">
                                  <p:stCondLst>
                                    <p:cond delay="430"/>
                                  </p:stCondLst>
                                  <p:childTnLst>
                                    <p:set>
                                      <p:cBhvr>
                                        <p:cTn id="7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8" dur="5003" fill="hold"/>
                                        <p:tgtEl>
                                          <p:spTgt spid="5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9" dur="5003" fill="hold"/>
                                        <p:tgtEl>
                                          <p:spTgt spid="5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0" dur="5003"/>
                                        <p:tgtEl>
                                          <p:spTgt spid="5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1" dur="5003" fill="hold"/>
                                        <p:tgtEl>
                                          <p:spTgt spid="5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2" dur="5003" fill="hold"/>
                                        <p:tgtEl>
                                          <p:spTgt spid="5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3" presetID="53" presetClass="entr" presetSubtype="528" repeatCount="indefinite" fill="hold" grpId="0" nodeType="withEffect">
                                  <p:stCondLst>
                                    <p:cond delay="1048"/>
                                  </p:stCondLst>
                                  <p:childTnLst>
                                    <p:set>
                                      <p:cBhvr>
                                        <p:cTn id="8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5" dur="5033" fill="hold"/>
                                        <p:tgtEl>
                                          <p:spTgt spid="5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6" dur="5033" fill="hold"/>
                                        <p:tgtEl>
                                          <p:spTgt spid="5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7" dur="5033"/>
                                        <p:tgtEl>
                                          <p:spTgt spid="5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8" dur="5033" fill="hold"/>
                                        <p:tgtEl>
                                          <p:spTgt spid="5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9" dur="5033" fill="hold"/>
                                        <p:tgtEl>
                                          <p:spTgt spid="5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0" presetID="53" presetClass="entr" presetSubtype="528" repeatCount="indefinite" fill="hold" grpId="0" nodeType="withEffect">
                                  <p:stCondLst>
                                    <p:cond delay="1359"/>
                                  </p:stCondLst>
                                  <p:childTnLst>
                                    <p:set>
                                      <p:cBhvr>
                                        <p:cTn id="8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2" dur="6787" fill="hold"/>
                                        <p:tgtEl>
                                          <p:spTgt spid="5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3" dur="6787" fill="hold"/>
                                        <p:tgtEl>
                                          <p:spTgt spid="5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4" dur="6787"/>
                                        <p:tgtEl>
                                          <p:spTgt spid="59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5" dur="6787" fill="hold"/>
                                        <p:tgtEl>
                                          <p:spTgt spid="5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6" dur="6787" fill="hold"/>
                                        <p:tgtEl>
                                          <p:spTgt spid="5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7" presetID="23" presetClass="entr" presetSubtype="52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8" dur="3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9" dur="3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0" dur="3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1" dur="3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2" dur="3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3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625 0.0564815 L -0.000833333 -0.258611 " pathEditMode="relative" rAng="0" ptsTypes="">
                                      <p:cBhvr>
                                        <p:cTn id="824" dur="5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bldLvl="0" animBg="1"/>
      <p:bldP spid="35" grpId="0" bldLvl="0" animBg="1"/>
      <p:bldP spid="36" grpId="0" bldLvl="0" animBg="1"/>
      <p:bldP spid="37" grpId="0" bldLvl="0" animBg="1"/>
      <p:bldP spid="78" grpId="0" bldLvl="0" animBg="1"/>
      <p:bldP spid="97" grpId="0" bldLvl="0" animBg="1"/>
      <p:bldP spid="98" grpId="0" bldLvl="0" animBg="1"/>
      <p:bldP spid="109" grpId="0" bldLvl="0" animBg="1"/>
      <p:bldP spid="134" grpId="0" bldLvl="0" animBg="1"/>
      <p:bldP spid="135" grpId="0" bldLvl="0" animBg="1"/>
      <p:bldP spid="136" grpId="0" bldLvl="0" animBg="1"/>
      <p:bldP spid="137" grpId="0" bldLvl="0" animBg="1"/>
      <p:bldP spid="139" grpId="0" bldLvl="0" animBg="1"/>
      <p:bldP spid="140" grpId="0" bldLvl="0" animBg="1"/>
      <p:bldP spid="141" grpId="0" bldLvl="0" animBg="1"/>
      <p:bldP spid="142" grpId="0" bldLvl="0" animBg="1"/>
      <p:bldP spid="154" grpId="0" bldLvl="0" animBg="1"/>
      <p:bldP spid="155" grpId="0" bldLvl="0" animBg="1"/>
      <p:bldP spid="156" grpId="0" bldLvl="0" animBg="1"/>
      <p:bldP spid="226" grpId="0" bldLvl="0" animBg="1"/>
      <p:bldP spid="237" grpId="0" bldLvl="0" animBg="1"/>
      <p:bldP spid="238" grpId="0" bldLvl="0" animBg="1"/>
      <p:bldP spid="239" grpId="0" bldLvl="0" animBg="1"/>
      <p:bldP spid="240" grpId="0" bldLvl="0" animBg="1"/>
      <p:bldP spid="242" grpId="0" bldLvl="0" animBg="1"/>
      <p:bldP spid="243" grpId="0" bldLvl="0" animBg="1"/>
      <p:bldP spid="244" grpId="0" bldLvl="0" animBg="1"/>
      <p:bldP spid="245" grpId="0" bldLvl="0" animBg="1"/>
      <p:bldP spid="246" grpId="0" bldLvl="0" animBg="1"/>
      <p:bldP spid="247" grpId="0" bldLvl="0" animBg="1"/>
      <p:bldP spid="248" grpId="0" bldLvl="0" animBg="1"/>
      <p:bldP spid="252" grpId="0" bldLvl="0" animBg="1"/>
      <p:bldP spid="257" grpId="0" bldLvl="0" animBg="1"/>
      <p:bldP spid="262" grpId="0" bldLvl="0" animBg="1"/>
      <p:bldP spid="265" grpId="0" bldLvl="0" animBg="1"/>
      <p:bldP spid="266" grpId="0" bldLvl="0" animBg="1"/>
      <p:bldP spid="267" grpId="0" bldLvl="0" animBg="1"/>
      <p:bldP spid="268" grpId="0" bldLvl="0" animBg="1"/>
      <p:bldP spid="269" grpId="0" bldLvl="0" animBg="1"/>
      <p:bldP spid="384" grpId="0" bldLvl="0" animBg="1"/>
      <p:bldP spid="388" grpId="0" bldLvl="0" animBg="1"/>
      <p:bldP spid="392" grpId="0" bldLvl="0" animBg="1"/>
      <p:bldP spid="397" grpId="0" bldLvl="0" animBg="1"/>
      <p:bldP spid="402" grpId="0" bldLvl="0" animBg="1"/>
      <p:bldP spid="403" grpId="0" bldLvl="0" animBg="1"/>
      <p:bldP spid="404" grpId="0" bldLvl="0" animBg="1"/>
      <p:bldP spid="405" grpId="0" bldLvl="0" animBg="1"/>
      <p:bldP spid="406" grpId="0" bldLvl="0" animBg="1"/>
      <p:bldP spid="408" grpId="0" bldLvl="0" animBg="1"/>
      <p:bldP spid="409" grpId="0" bldLvl="0" animBg="1"/>
      <p:bldP spid="412" grpId="0" bldLvl="0" animBg="1"/>
      <p:bldP spid="413" grpId="0" bldLvl="0" animBg="1"/>
      <p:bldP spid="415" grpId="0" bldLvl="0" animBg="1"/>
      <p:bldP spid="416" grpId="0" bldLvl="0" animBg="1"/>
      <p:bldP spid="417" grpId="0" bldLvl="0" animBg="1"/>
      <p:bldP spid="418" grpId="0" bldLvl="0" animBg="1"/>
      <p:bldP spid="423" grpId="0" bldLvl="0" animBg="1"/>
      <p:bldP spid="426" grpId="0" bldLvl="0" animBg="1"/>
      <p:bldP spid="427" grpId="0" bldLvl="0" animBg="1"/>
      <p:bldP spid="428" grpId="0" bldLvl="0" animBg="1"/>
      <p:bldP spid="429" grpId="0" bldLvl="0" animBg="1"/>
      <p:bldP spid="430" grpId="0" bldLvl="0" animBg="1"/>
      <p:bldP spid="431" grpId="0" bldLvl="0" animBg="1"/>
      <p:bldP spid="432" grpId="0" bldLvl="0" animBg="1"/>
      <p:bldP spid="433" grpId="0" bldLvl="0" animBg="1"/>
      <p:bldP spid="434" grpId="0" bldLvl="0" animBg="1"/>
      <p:bldP spid="435" grpId="0" bldLvl="0" animBg="1"/>
      <p:bldP spid="436" grpId="0" bldLvl="0" animBg="1"/>
      <p:bldP spid="437" grpId="0" bldLvl="0" animBg="1"/>
      <p:bldP spid="438" grpId="0" bldLvl="0" animBg="1"/>
      <p:bldP spid="439" grpId="0" bldLvl="0" animBg="1"/>
      <p:bldP spid="440" grpId="0" bldLvl="0" animBg="1"/>
      <p:bldP spid="441" grpId="0" bldLvl="0" animBg="1"/>
      <p:bldP spid="457" grpId="0" bldLvl="0" animBg="1"/>
      <p:bldP spid="463" grpId="0" bldLvl="0" animBg="1"/>
      <p:bldP spid="465" grpId="0" bldLvl="0" animBg="1"/>
      <p:bldP spid="466" grpId="0" bldLvl="0" animBg="1"/>
      <p:bldP spid="468" grpId="0" bldLvl="0" animBg="1"/>
      <p:bldP spid="469" grpId="0" bldLvl="0" animBg="1"/>
      <p:bldP spid="470" grpId="0" bldLvl="0" animBg="1"/>
      <p:bldP spid="472" grpId="0" bldLvl="0" animBg="1"/>
      <p:bldP spid="473" grpId="0" bldLvl="0" animBg="1"/>
      <p:bldP spid="474" grpId="0" bldLvl="0" animBg="1"/>
      <p:bldP spid="481" grpId="0" bldLvl="0" animBg="1"/>
      <p:bldP spid="482" grpId="0" bldLvl="0" animBg="1"/>
      <p:bldP spid="483" grpId="0" bldLvl="0" animBg="1"/>
      <p:bldP spid="502" grpId="0" bldLvl="0" animBg="1"/>
      <p:bldP spid="503" grpId="0" bldLvl="0" animBg="1"/>
      <p:bldP spid="504" grpId="0" bldLvl="0" animBg="1"/>
      <p:bldP spid="505" grpId="0" bldLvl="0" animBg="1"/>
      <p:bldP spid="529" grpId="0" bldLvl="0" animBg="1"/>
      <p:bldP spid="531" grpId="0" bldLvl="0" animBg="1"/>
      <p:bldP spid="532" grpId="0" bldLvl="0" animBg="1"/>
      <p:bldP spid="533" grpId="0" bldLvl="0" animBg="1"/>
      <p:bldP spid="534" grpId="0" bldLvl="0" animBg="1"/>
      <p:bldP spid="535" grpId="0" bldLvl="0" animBg="1"/>
      <p:bldP spid="539" grpId="0" bldLvl="0" animBg="1"/>
      <p:bldP spid="542" grpId="0" bldLvl="0" animBg="1"/>
      <p:bldP spid="543" grpId="0" bldLvl="0" animBg="1"/>
      <p:bldP spid="545" grpId="0" bldLvl="0" animBg="1"/>
      <p:bldP spid="560" grpId="0" bldLvl="0" animBg="1"/>
      <p:bldP spid="561" grpId="0" bldLvl="0" animBg="1"/>
      <p:bldP spid="562" grpId="0" bldLvl="0" animBg="1"/>
      <p:bldP spid="568" grpId="0" bldLvl="0" animBg="1"/>
      <p:bldP spid="570" grpId="0" bldLvl="0" animBg="1"/>
      <p:bldP spid="571" grpId="0" bldLvl="0" animBg="1"/>
      <p:bldP spid="572" grpId="0" bldLvl="0" animBg="1"/>
      <p:bldP spid="573" grpId="0" bldLvl="0" animBg="1"/>
      <p:bldP spid="587" grpId="0" bldLvl="0" animBg="1"/>
      <p:bldP spid="590" grpId="0" bldLvl="0" animBg="1"/>
      <p:bldP spid="591" grpId="0" bldLvl="0" animBg="1"/>
      <p:bldP spid="592" grpId="0" bldLvl="0" animBg="1"/>
      <p:bldP spid="596" grpId="0" bldLvl="0" animBg="1"/>
      <p:bldP spid="597" grpId="0" bldLvl="0" animBg="1"/>
      <p:bldP spid="598" grpId="0" bldLvl="0" animBg="1"/>
      <p:bldP spid="599" grpId="0" bldLvl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文本框 7"/>
          <p:cNvSpPr txBox="1"/>
          <p:nvPr/>
        </p:nvSpPr>
        <p:spPr>
          <a:xfrm>
            <a:off x="166805" y="214290"/>
            <a:ext cx="89789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复习</a:t>
            </a:r>
          </a:p>
        </p:txBody>
      </p:sp>
      <p:sp>
        <p:nvSpPr>
          <p:cNvPr id="25" name="文本框 7"/>
          <p:cNvSpPr txBox="1"/>
          <p:nvPr/>
        </p:nvSpPr>
        <p:spPr>
          <a:xfrm>
            <a:off x="238243" y="702214"/>
            <a:ext cx="87630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Review</a:t>
            </a:r>
          </a:p>
        </p:txBody>
      </p:sp>
      <p:sp>
        <p:nvSpPr>
          <p:cNvPr id="2052" name="AutoShape 4" descr="@冒险家的旅程か★&#10;png免抠素材 海报装饰元素 png透明背景素材 卡通素材  贴纸素材 标签素材 风扇 夏季风扇 强力风扇 吹风 吹凉"/>
          <p:cNvSpPr>
            <a:spLocks noChangeAspect="1" noChangeArrowheads="1"/>
          </p:cNvSpPr>
          <p:nvPr/>
        </p:nvSpPr>
        <p:spPr bwMode="auto">
          <a:xfrm>
            <a:off x="156528" y="283527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0" name="组合 9"/>
          <p:cNvGrpSpPr/>
          <p:nvPr/>
        </p:nvGrpSpPr>
        <p:grpSpPr>
          <a:xfrm>
            <a:off x="2860049" y="1955758"/>
            <a:ext cx="6471901" cy="3267000"/>
            <a:chOff x="4263" y="2250"/>
            <a:chExt cx="10672" cy="5355"/>
          </a:xfrm>
        </p:grpSpPr>
        <p:pic>
          <p:nvPicPr>
            <p:cNvPr id="1026" name="Picture 2" descr="C:\Users\Administrator\Desktop\小红书\对外汉语战略搞钱计划\教学素材\图片\电脑.png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4263" y="2250"/>
              <a:ext cx="10672" cy="5355"/>
            </a:xfrm>
            <a:prstGeom prst="rect">
              <a:avLst/>
            </a:prstGeom>
            <a:noFill/>
          </p:spPr>
        </p:pic>
        <p:sp>
          <p:nvSpPr>
            <p:cNvPr id="28" name="矩形 27"/>
            <p:cNvSpPr/>
            <p:nvPr/>
          </p:nvSpPr>
          <p:spPr>
            <a:xfrm>
              <a:off x="6063" y="2700"/>
              <a:ext cx="7088" cy="393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AF915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2425065" y="740410"/>
            <a:ext cx="7294880" cy="650240"/>
            <a:chOff x="3302" y="3426"/>
            <a:chExt cx="10274" cy="632"/>
          </a:xfrm>
        </p:grpSpPr>
        <p:sp>
          <p:nvSpPr>
            <p:cNvPr id="9" name="圆角矩形 8"/>
            <p:cNvSpPr/>
            <p:nvPr/>
          </p:nvSpPr>
          <p:spPr>
            <a:xfrm>
              <a:off x="3424" y="3426"/>
              <a:ext cx="10152" cy="632"/>
            </a:xfrm>
            <a:prstGeom prst="roundRect">
              <a:avLst/>
            </a:prstGeom>
            <a:noFill/>
            <a:ln w="19050">
              <a:solidFill>
                <a:srgbClr val="CFB26F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E2AEAB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7"/>
            <p:cNvSpPr txBox="1"/>
            <p:nvPr/>
          </p:nvSpPr>
          <p:spPr>
            <a:xfrm>
              <a:off x="3302" y="3514"/>
              <a:ext cx="10274" cy="44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algn="ctr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 dirty="0">
                  <a:solidFill>
                    <a:srgbClr val="CFB26F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宋体" panose="02010600030101010101" pitchFamily="2" charset="-122"/>
                  <a:sym typeface="Calibri" panose="020F0502020204030204" charset="0"/>
                </a:rPr>
                <a:t>说出第九课中有关社会的词语</a:t>
              </a:r>
            </a:p>
          </p:txBody>
        </p:sp>
      </p:grpSp>
      <p:pic>
        <p:nvPicPr>
          <p:cNvPr id="30" name="图片 29" descr="老师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5965" y="3834765"/>
            <a:ext cx="1261110" cy="1217295"/>
          </a:xfrm>
          <a:prstGeom prst="rect">
            <a:avLst/>
          </a:prstGeom>
        </p:spPr>
      </p:pic>
      <p:sp>
        <p:nvSpPr>
          <p:cNvPr id="4" name="圆角矩形 3"/>
          <p:cNvSpPr/>
          <p:nvPr/>
        </p:nvSpPr>
        <p:spPr>
          <a:xfrm>
            <a:off x="60960" y="5488305"/>
            <a:ext cx="12094845" cy="852170"/>
          </a:xfrm>
          <a:prstGeom prst="roundRect">
            <a:avLst>
              <a:gd name="adj" fmla="val 47532"/>
            </a:avLst>
          </a:prstGeom>
          <a:solidFill>
            <a:srgbClr val="CE7A77"/>
          </a:solidFill>
          <a:ln>
            <a:gradFill>
              <a:gsLst>
                <a:gs pos="0">
                  <a:srgbClr val="E19B93"/>
                </a:gs>
                <a:gs pos="100000">
                  <a:srgbClr val="C86E6E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60960" y="5490845"/>
            <a:ext cx="12094845" cy="852170"/>
          </a:xfrm>
          <a:prstGeom prst="roundRect">
            <a:avLst>
              <a:gd name="adj" fmla="val 47532"/>
            </a:avLst>
          </a:prstGeom>
          <a:solidFill>
            <a:srgbClr val="E2AE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grpSp>
        <p:nvGrpSpPr>
          <p:cNvPr id="96" name="组合 95"/>
          <p:cNvGrpSpPr/>
          <p:nvPr/>
        </p:nvGrpSpPr>
        <p:grpSpPr>
          <a:xfrm>
            <a:off x="60960" y="5490845"/>
            <a:ext cx="852170" cy="889000"/>
            <a:chOff x="584" y="3246"/>
            <a:chExt cx="1342" cy="1400"/>
          </a:xfrm>
        </p:grpSpPr>
        <p:sp>
          <p:nvSpPr>
            <p:cNvPr id="97" name="椭圆 96"/>
            <p:cNvSpPr/>
            <p:nvPr/>
          </p:nvSpPr>
          <p:spPr>
            <a:xfrm>
              <a:off x="584" y="3246"/>
              <a:ext cx="1342" cy="1342"/>
            </a:xfrm>
            <a:prstGeom prst="ellipse">
              <a:avLst/>
            </a:prstGeom>
            <a:solidFill>
              <a:srgbClr val="E2AEAB"/>
            </a:solidFill>
            <a:ln>
              <a:solidFill>
                <a:schemeClr val="bg1"/>
              </a:solidFill>
            </a:ln>
            <a:effectLst>
              <a:outerShdw blurRad="76200" sx="102000" sy="102000" algn="l" rotWithShape="0">
                <a:prstClr val="black">
                  <a:alpha val="83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pic>
          <p:nvPicPr>
            <p:cNvPr id="98" name="图片 97" descr="我卡通1压缩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84" y="3308"/>
              <a:ext cx="1338" cy="1338"/>
            </a:xfrm>
            <a:prstGeom prst="rect">
              <a:avLst/>
            </a:prstGeom>
          </p:spPr>
        </p:pic>
      </p:grpSp>
      <p:sp>
        <p:nvSpPr>
          <p:cNvPr id="6" name="文本框 7"/>
          <p:cNvSpPr txBox="1"/>
          <p:nvPr/>
        </p:nvSpPr>
        <p:spPr>
          <a:xfrm>
            <a:off x="984250" y="5668328"/>
            <a:ext cx="11097895" cy="460375"/>
          </a:xfrm>
          <a:prstGeom prst="rect">
            <a:avLst/>
          </a:prstGeom>
          <a:noFill/>
          <a:effectLst>
            <a:outerShdw blurRad="127000" dir="5400000" sx="102000" sy="102000" algn="ctr" rotWithShape="0">
              <a:srgbClr val="4E98C7">
                <a:alpha val="68000"/>
              </a:srgbClr>
            </a:outerShdw>
          </a:effectLst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2400" b="1" dirty="0">
                <a:ln w="22225">
                  <a:noFill/>
                  <a:prstDash val="solid"/>
                </a:ln>
                <a:solidFill>
                  <a:schemeClr val="bg1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道德</a:t>
            </a:r>
            <a:r>
              <a:rPr lang="zh-CN" altLang="zh-CN" sz="2400" b="1" dirty="0">
                <a:ln w="22225">
                  <a:noFill/>
                  <a:prstDash val="solid"/>
                </a:ln>
                <a:solidFill>
                  <a:schemeClr val="bg1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</a:t>
            </a:r>
            <a:r>
              <a:rPr lang="zh-CN" altLang="en-US" sz="2400" b="1" dirty="0">
                <a:ln w="22225">
                  <a:noFill/>
                  <a:prstDash val="solid"/>
                </a:ln>
                <a:solidFill>
                  <a:schemeClr val="bg1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传统</a:t>
            </a:r>
            <a:r>
              <a:rPr lang="zh-CN" altLang="zh-CN" sz="2400" b="1" dirty="0">
                <a:ln w="22225">
                  <a:noFill/>
                  <a:prstDash val="solid"/>
                </a:ln>
                <a:solidFill>
                  <a:schemeClr val="bg1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</a:t>
            </a:r>
            <a:r>
              <a:rPr lang="zh-CN" altLang="en-US" sz="2400" b="1" dirty="0">
                <a:ln w="22225">
                  <a:noFill/>
                  <a:prstDash val="solid"/>
                </a:ln>
                <a:solidFill>
                  <a:schemeClr val="bg1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风俗</a:t>
            </a:r>
            <a:r>
              <a:rPr lang="zh-CN" altLang="zh-CN" sz="2400" b="1" dirty="0">
                <a:ln w="22225">
                  <a:noFill/>
                  <a:prstDash val="solid"/>
                </a:ln>
                <a:solidFill>
                  <a:schemeClr val="bg1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</a:t>
            </a:r>
            <a:r>
              <a:rPr lang="zh-CN" altLang="en-US" sz="2400" b="1" dirty="0">
                <a:ln w="22225">
                  <a:noFill/>
                  <a:prstDash val="solid"/>
                </a:ln>
                <a:solidFill>
                  <a:schemeClr val="bg1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制度</a:t>
            </a:r>
            <a:r>
              <a:rPr lang="zh-CN" altLang="zh-CN" sz="2400" b="1" dirty="0">
                <a:ln w="22225">
                  <a:noFill/>
                  <a:prstDash val="solid"/>
                </a:ln>
                <a:solidFill>
                  <a:schemeClr val="bg1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</a:t>
            </a:r>
            <a:r>
              <a:rPr lang="zh-CN" altLang="en-US" sz="2400" b="1" dirty="0">
                <a:ln w="22225">
                  <a:noFill/>
                  <a:prstDash val="solid"/>
                </a:ln>
                <a:solidFill>
                  <a:schemeClr val="bg1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秩序</a:t>
            </a:r>
            <a:r>
              <a:rPr lang="zh-CN" altLang="zh-CN" sz="2400" b="1" dirty="0">
                <a:ln w="22225">
                  <a:noFill/>
                  <a:prstDash val="solid"/>
                </a:ln>
                <a:solidFill>
                  <a:schemeClr val="bg1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</a:t>
            </a:r>
            <a:r>
              <a:rPr lang="zh-CN" altLang="en-US" sz="2400" b="1" dirty="0">
                <a:ln w="22225">
                  <a:noFill/>
                  <a:prstDash val="solid"/>
                </a:ln>
                <a:solidFill>
                  <a:schemeClr val="bg1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权力</a:t>
            </a:r>
            <a:r>
              <a:rPr lang="zh-CN" altLang="zh-CN" sz="2400" b="1" dirty="0">
                <a:ln w="22225">
                  <a:noFill/>
                  <a:prstDash val="solid"/>
                </a:ln>
                <a:solidFill>
                  <a:schemeClr val="bg1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</a:t>
            </a:r>
            <a:r>
              <a:rPr lang="zh-CN" altLang="en-US" sz="2400" b="1" dirty="0">
                <a:ln w="22225">
                  <a:noFill/>
                  <a:prstDash val="solid"/>
                </a:ln>
                <a:solidFill>
                  <a:schemeClr val="bg1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义务</a:t>
            </a:r>
            <a:r>
              <a:rPr lang="zh-CN" altLang="zh-CN" sz="2400" b="1" dirty="0">
                <a:ln w="22225">
                  <a:noFill/>
                  <a:prstDash val="solid"/>
                </a:ln>
                <a:solidFill>
                  <a:schemeClr val="bg1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</a:t>
            </a:r>
            <a:r>
              <a:rPr lang="zh-CN" altLang="en-US" sz="2400" b="1" dirty="0">
                <a:ln w="22225">
                  <a:noFill/>
                  <a:prstDash val="solid"/>
                </a:ln>
                <a:solidFill>
                  <a:schemeClr val="bg1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文明</a:t>
            </a:r>
            <a:r>
              <a:rPr lang="zh-CN" altLang="zh-CN" sz="2400" b="1" dirty="0">
                <a:ln w="22225">
                  <a:noFill/>
                  <a:prstDash val="solid"/>
                </a:ln>
                <a:solidFill>
                  <a:schemeClr val="bg1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</a:t>
            </a:r>
            <a:r>
              <a:rPr lang="zh-CN" altLang="en-US" sz="2400" b="1" dirty="0">
                <a:ln w="22225">
                  <a:noFill/>
                  <a:prstDash val="solid"/>
                </a:ln>
                <a:solidFill>
                  <a:schemeClr val="bg1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人口</a:t>
            </a:r>
            <a:r>
              <a:rPr lang="zh-CN" altLang="zh-CN" sz="2400" b="1" dirty="0">
                <a:ln w="22225">
                  <a:noFill/>
                  <a:prstDash val="solid"/>
                </a:ln>
                <a:solidFill>
                  <a:schemeClr val="bg1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</a:t>
            </a:r>
            <a:r>
              <a:rPr lang="en-US" altLang="zh-CN" sz="2400" b="1" dirty="0">
                <a:ln w="22225">
                  <a:noFill/>
                  <a:prstDash val="solid"/>
                </a:ln>
                <a:solidFill>
                  <a:schemeClr val="bg1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……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951638" y="2227744"/>
            <a:ext cx="4298428" cy="240251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70833 0 L 0.922292 9.25926e-05 " pathEditMode="relative" rAng="0" ptsTypes="">
                                      <p:cBhvr>
                                        <p:cTn id="6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6100" y="10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0" presetID="22" presetClass="entr" presetSubtype="8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组合 74"/>
          <p:cNvGrpSpPr/>
          <p:nvPr/>
        </p:nvGrpSpPr>
        <p:grpSpPr>
          <a:xfrm>
            <a:off x="953453" y="416935"/>
            <a:ext cx="10285095" cy="3127375"/>
            <a:chOff x="-3513638" y="334832"/>
            <a:chExt cx="10285095" cy="3127375"/>
          </a:xfrm>
        </p:grpSpPr>
        <p:sp>
          <p:nvSpPr>
            <p:cNvPr id="73" name="文本框 72"/>
            <p:cNvSpPr txBox="1"/>
            <p:nvPr/>
          </p:nvSpPr>
          <p:spPr>
            <a:xfrm>
              <a:off x="-3513638" y="1062542"/>
              <a:ext cx="9344660" cy="2399665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rgbClr val="A80023"/>
              </a:solidFill>
            </a:ln>
          </p:spPr>
          <p:txBody>
            <a:bodyPr wrap="square" rtlCol="0">
              <a:spAutoFit/>
            </a:bodyPr>
            <a:lstStyle/>
            <a:p>
              <a:pPr marL="457200" indent="-457200" algn="l" fontAlgn="auto">
                <a:lnSpc>
                  <a:spcPct val="150000"/>
                </a:lnSpc>
                <a:buAutoNum type="arabicPeriod"/>
              </a:pPr>
              <a:r>
                <a:rPr lang="zh-CN" altLang="en-US" sz="2000" dirty="0">
                  <a:latin typeface="思源黑体 CN Regular" panose="020B0500000000000000" pitchFamily="34" charset="-122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华文楷体" panose="02010600040101010101" charset="-122"/>
                </a:rPr>
                <a:t>鲁迅对许多美食都有独特的见解，算是个地道的行家。</a:t>
              </a:r>
            </a:p>
            <a:p>
              <a:pPr marL="457200" indent="-457200" algn="l" fontAlgn="auto">
                <a:lnSpc>
                  <a:spcPct val="150000"/>
                </a:lnSpc>
                <a:buAutoNum type="arabicPeriod"/>
              </a:pPr>
              <a:r>
                <a:rPr lang="zh-CN" altLang="en-US" sz="2000" dirty="0">
                  <a:latin typeface="思源黑体 CN Regular" panose="020B0500000000000000" pitchFamily="34" charset="-122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华文楷体" panose="02010600040101010101" charset="-122"/>
                </a:rPr>
                <a:t>作为大作家、大学问家，鲁迅对吃也很讲究。</a:t>
              </a:r>
            </a:p>
            <a:p>
              <a:pPr marL="457200" indent="-457200" algn="l" fontAlgn="auto">
                <a:lnSpc>
                  <a:spcPct val="150000"/>
                </a:lnSpc>
                <a:buAutoNum type="arabicPeriod"/>
              </a:pPr>
              <a:r>
                <a:rPr lang="zh-CN" altLang="en-US" sz="2000" dirty="0">
                  <a:latin typeface="思源黑体 CN Regular" panose="020B0500000000000000" pitchFamily="34" charset="-122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华文楷体" panose="02010600040101010101" charset="-122"/>
                </a:rPr>
                <a:t>他爱好交际，大方好客，常呼朋唤友。</a:t>
              </a:r>
            </a:p>
            <a:p>
              <a:pPr marL="457200" indent="-457200" algn="l" fontAlgn="auto">
                <a:lnSpc>
                  <a:spcPct val="150000"/>
                </a:lnSpc>
                <a:buAutoNum type="arabicPeriod"/>
              </a:pPr>
              <a:r>
                <a:rPr lang="zh-CN" altLang="en-US" sz="2000" dirty="0">
                  <a:latin typeface="思源黑体 CN Regular" panose="020B0500000000000000" pitchFamily="34" charset="-122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华文楷体" panose="02010600040101010101" charset="-122"/>
                </a:rPr>
                <a:t>那里的菜既有高档豪华的，也有适合普通百姓的，样样都是看着就让人有胃口。</a:t>
              </a:r>
            </a:p>
            <a:p>
              <a:pPr marL="457200" indent="-457200" algn="l" fontAlgn="auto">
                <a:lnSpc>
                  <a:spcPct val="150000"/>
                </a:lnSpc>
                <a:buAutoNum type="arabicPeriod"/>
              </a:pPr>
              <a:r>
                <a:rPr lang="zh-CN" altLang="en-US" sz="2000" dirty="0">
                  <a:latin typeface="思源黑体 CN Regular" panose="020B0500000000000000" pitchFamily="34" charset="-122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华文楷体" panose="02010600040101010101" charset="-122"/>
                </a:rPr>
                <a:t>他虽然明明知道自己有胃病，不应该喝酒，但却很难戒掉。</a:t>
              </a:r>
            </a:p>
          </p:txBody>
        </p:sp>
        <p:pic>
          <p:nvPicPr>
            <p:cNvPr id="74" name="图片 73" descr="C:\Users\Administrator\Desktop\小红书\对外汉语战略搞钱计划\教学素材\图片素材\我压缩.png我压缩"/>
            <p:cNvPicPr>
              <a:picLocks noChangeAspect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>
            <a:xfrm>
              <a:off x="5143317" y="334832"/>
              <a:ext cx="1628140" cy="1628140"/>
            </a:xfrm>
            <a:prstGeom prst="rect">
              <a:avLst/>
            </a:prstGeom>
          </p:spPr>
        </p:pic>
      </p:grpSp>
      <p:sp>
        <p:nvSpPr>
          <p:cNvPr id="8" name="文本框 7"/>
          <p:cNvSpPr txBox="1"/>
          <p:nvPr/>
        </p:nvSpPr>
        <p:spPr>
          <a:xfrm>
            <a:off x="3718560" y="386080"/>
            <a:ext cx="4754880" cy="4603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ctr"/>
            <a:r>
              <a:rPr lang="zh-CN" altLang="en-US" sz="2400" noProof="0" dirty="0">
                <a:ln>
                  <a:noFill/>
                </a:ln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听写句子、复习重点词、复述课文</a:t>
            </a:r>
            <a:endParaRPr lang="zh-CN" altLang="en-US" sz="2400" noProof="0" dirty="0">
              <a:ln>
                <a:noFill/>
              </a:ln>
              <a:solidFill>
                <a:schemeClr val="bg1">
                  <a:lumMod val="65000"/>
                </a:schemeClr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思源黑体 CN Regular" panose="020B0500000000000000" pitchFamily="34" charset="-122"/>
              <a:sym typeface="+mn-ea"/>
            </a:endParaRPr>
          </a:p>
        </p:txBody>
      </p:sp>
      <p:sp>
        <p:nvSpPr>
          <p:cNvPr id="24" name="文本框 7"/>
          <p:cNvSpPr txBox="1"/>
          <p:nvPr/>
        </p:nvSpPr>
        <p:spPr>
          <a:xfrm>
            <a:off x="166805" y="214290"/>
            <a:ext cx="89789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复习</a:t>
            </a:r>
          </a:p>
        </p:txBody>
      </p:sp>
      <p:sp>
        <p:nvSpPr>
          <p:cNvPr id="25" name="文本框 7"/>
          <p:cNvSpPr txBox="1"/>
          <p:nvPr/>
        </p:nvSpPr>
        <p:spPr>
          <a:xfrm>
            <a:off x="238243" y="702214"/>
            <a:ext cx="87630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Review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231457" y="3713019"/>
            <a:ext cx="4415848" cy="2943898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8800" y="0"/>
            <a:ext cx="1459230" cy="1459230"/>
          </a:xfrm>
          <a:prstGeom prst="rect">
            <a:avLst/>
          </a:prstGeom>
        </p:spPr>
      </p:pic>
      <p:pic>
        <p:nvPicPr>
          <p:cNvPr id="9" name="Picture 4"/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2125" y="2445214"/>
            <a:ext cx="2810510" cy="1949791"/>
          </a:xfrm>
          <a:prstGeom prst="rect">
            <a:avLst/>
          </a:prstGeom>
          <a:ln w="38100" cap="sq">
            <a:solidFill>
              <a:srgbClr val="F79646"/>
            </a:solidFill>
            <a:prstDash val="solid"/>
            <a:miter lim="800000"/>
            <a:headEnd/>
            <a:tailEnd/>
          </a:ln>
          <a:effectLst>
            <a:glow rad="139700">
              <a:schemeClr val="accent4">
                <a:satMod val="175000"/>
                <a:alpha val="40000"/>
              </a:schemeClr>
            </a:glow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2" name="Picture 5" descr="C:\Users\38577\Desktop\7.jpeg7"/>
          <p:cNvPicPr>
            <a:picLocks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8781345" y="438502"/>
            <a:ext cx="1337310" cy="1102995"/>
          </a:xfrm>
          <a:prstGeom prst="rect">
            <a:avLst/>
          </a:prstGeom>
          <a:ln w="38100" cap="sq">
            <a:solidFill>
              <a:srgbClr val="F79646"/>
            </a:solidFill>
            <a:prstDash val="solid"/>
            <a:miter lim="800000"/>
            <a:headEnd/>
            <a:tailEnd/>
          </a:ln>
          <a:effectLst>
            <a:glow rad="139700">
              <a:schemeClr val="accent4">
                <a:satMod val="175000"/>
                <a:alpha val="40000"/>
              </a:schemeClr>
            </a:glow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3" name="Picture 6"/>
          <p:cNvPicPr>
            <a:picLocks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84838" y="5170761"/>
            <a:ext cx="1330325" cy="998477"/>
          </a:xfrm>
          <a:prstGeom prst="rect">
            <a:avLst/>
          </a:prstGeom>
          <a:ln w="38100" cap="sq">
            <a:solidFill>
              <a:srgbClr val="F79646"/>
            </a:solidFill>
            <a:prstDash val="solid"/>
            <a:miter lim="800000"/>
            <a:headEnd/>
            <a:tailEnd/>
          </a:ln>
          <a:effectLst>
            <a:glow rad="139700">
              <a:schemeClr val="accent4">
                <a:satMod val="175000"/>
                <a:alpha val="40000"/>
              </a:schemeClr>
            </a:glow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24" name="文本框 7"/>
          <p:cNvSpPr txBox="1"/>
          <p:nvPr/>
        </p:nvSpPr>
        <p:spPr>
          <a:xfrm>
            <a:off x="166805" y="214290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生词</a:t>
            </a:r>
          </a:p>
        </p:txBody>
      </p:sp>
      <p:sp>
        <p:nvSpPr>
          <p:cNvPr id="2" name="文本框 7"/>
          <p:cNvSpPr txBox="1"/>
          <p:nvPr/>
        </p:nvSpPr>
        <p:spPr>
          <a:xfrm>
            <a:off x="238243" y="702214"/>
            <a:ext cx="12820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New Word</a:t>
            </a:r>
          </a:p>
        </p:txBody>
      </p:sp>
      <p:pic>
        <p:nvPicPr>
          <p:cNvPr id="6" name="Picture 8"/>
          <p:cNvPicPr>
            <a:picLocks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1378" y="7457618"/>
            <a:ext cx="817245" cy="564762"/>
          </a:xfrm>
          <a:prstGeom prst="rect">
            <a:avLst/>
          </a:prstGeom>
          <a:ln w="38100" cap="sq">
            <a:solidFill>
              <a:srgbClr val="F79646"/>
            </a:solidFill>
            <a:prstDash val="solid"/>
            <a:miter lim="800000"/>
            <a:headEnd/>
            <a:tailEnd/>
          </a:ln>
          <a:effectLst>
            <a:glow rad="139700">
              <a:schemeClr val="accent4">
                <a:satMod val="175000"/>
                <a:alpha val="40000"/>
              </a:schemeClr>
            </a:glow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grpSp>
        <p:nvGrpSpPr>
          <p:cNvPr id="10" name="组合 9"/>
          <p:cNvGrpSpPr/>
          <p:nvPr/>
        </p:nvGrpSpPr>
        <p:grpSpPr>
          <a:xfrm>
            <a:off x="167640" y="1459230"/>
            <a:ext cx="5486400" cy="3802380"/>
            <a:chOff x="264" y="2298"/>
            <a:chExt cx="8640" cy="5988"/>
          </a:xfrm>
        </p:grpSpPr>
        <p:sp>
          <p:nvSpPr>
            <p:cNvPr id="20" name="椭圆形标注 19"/>
            <p:cNvSpPr/>
            <p:nvPr/>
          </p:nvSpPr>
          <p:spPr>
            <a:xfrm>
              <a:off x="375" y="2298"/>
              <a:ext cx="8268" cy="5988"/>
            </a:xfrm>
            <a:prstGeom prst="wedgeEllipseCallout">
              <a:avLst>
                <a:gd name="adj1" fmla="val 61234"/>
                <a:gd name="adj2" fmla="val -2233"/>
              </a:avLst>
            </a:prstGeom>
            <a:solidFill>
              <a:srgbClr val="F79646"/>
            </a:solidFill>
            <a:ln w="57150">
              <a:solidFill>
                <a:srgbClr val="F79646"/>
              </a:solidFill>
            </a:ln>
            <a:effectLst>
              <a:glow rad="1016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264" y="3113"/>
              <a:ext cx="8640" cy="4215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 eaLnBrk="0" hangingPunct="0"/>
              <a:r>
                <a:rPr lang="en-US" altLang="zh-CN" sz="6000" b="1" dirty="0" err="1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</a:rPr>
                <a:t>zhēng</a:t>
              </a:r>
              <a:r>
                <a:rPr lang="en-US" altLang="zh-CN" sz="6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</a:rPr>
                <a:t> </a:t>
              </a:r>
              <a:r>
                <a:rPr lang="en-US" altLang="zh-CN" sz="6000" b="1" dirty="0" err="1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</a:rPr>
                <a:t>lùn</a:t>
              </a:r>
              <a:endParaRPr lang="en-US" altLang="zh-CN" sz="6000" b="1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sym typeface="+mn-ea"/>
              </a:endParaRPr>
            </a:p>
            <a:p>
              <a:pPr algn="ctr" eaLnBrk="0" fontAlgn="auto" hangingPunct="0">
                <a:buNone/>
              </a:pPr>
              <a:r>
                <a:rPr lang="zh-CN" altLang="en-US" sz="8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争 论</a:t>
              </a:r>
              <a:endParaRPr lang="zh-CN" altLang="en-US" sz="8000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endParaRPr>
            </a:p>
            <a:p>
              <a:pPr algn="ctr">
                <a:defRPr sz="1800"/>
              </a:pPr>
              <a:r>
                <a:rPr lang="en-US" altLang="zh-CN" sz="2800" b="1" kern="100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Times New Roman" panose="02020603050405020304" pitchFamily="18" charset="0"/>
                </a:rPr>
                <a:t>v.to </a:t>
              </a:r>
              <a:r>
                <a:rPr lang="en-US" altLang="zh-CN" sz="2800" b="1" kern="100" dirty="0" err="1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Times New Roman" panose="02020603050405020304" pitchFamily="18" charset="0"/>
                </a:rPr>
                <a:t>argue,to</a:t>
              </a:r>
              <a:r>
                <a:rPr lang="en-US" altLang="zh-CN" sz="2800" b="1" kern="100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Times New Roman" panose="02020603050405020304" pitchFamily="18" charset="0"/>
                </a:rPr>
                <a:t> dispute </a:t>
              </a:r>
              <a:endParaRPr lang="zh-CN" altLang="zh-CN" sz="2800" b="1" kern="100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sym typeface="华文细黑" panose="02010600040101010101" pitchFamily="2" charset="-122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517525" y="5448935"/>
            <a:ext cx="5577840" cy="1226185"/>
            <a:chOff x="197" y="9126"/>
            <a:chExt cx="8784" cy="1931"/>
          </a:xfrm>
        </p:grpSpPr>
        <p:sp>
          <p:nvSpPr>
            <p:cNvPr id="3" name="圆角矩形 2"/>
            <p:cNvSpPr/>
            <p:nvPr/>
          </p:nvSpPr>
          <p:spPr>
            <a:xfrm>
              <a:off x="197" y="9126"/>
              <a:ext cx="8784" cy="1931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1150" y="9281"/>
              <a:ext cx="6511" cy="824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pPr lvl="0" algn="ctr" fontAlgn="auto">
                <a:defRPr sz="1800"/>
              </a:pPr>
              <a:r>
                <a:rPr lang="zh-CN" altLang="en-US" sz="28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大卫和麦克</a:t>
              </a:r>
              <a:r>
                <a:rPr lang="zh-CN" altLang="en-US" sz="2800" b="1" dirty="0">
                  <a:solidFill>
                    <a:srgbClr val="FF0000"/>
                  </a:solidFill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争论</a:t>
              </a:r>
              <a:r>
                <a:rPr lang="zh-CN" altLang="en-US" sz="28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了起来。</a:t>
              </a:r>
              <a:endParaRPr lang="zh-CN" altLang="en-US" sz="2800" b="1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Comic Sans MS" panose="030F0902030302020204" pitchFamily="66" charset="0"/>
                <a:sym typeface="+mn-ea"/>
              </a:endParaRPr>
            </a:p>
          </p:txBody>
        </p:sp>
      </p:grpSp>
      <p:sp>
        <p:nvSpPr>
          <p:cNvPr id="8" name="文本框 7"/>
          <p:cNvSpPr txBox="1"/>
          <p:nvPr/>
        </p:nvSpPr>
        <p:spPr>
          <a:xfrm>
            <a:off x="782955" y="6070600"/>
            <a:ext cx="4813935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lvl="0" algn="ctr" fontAlgn="auto">
              <a:defRPr sz="1800"/>
            </a:pPr>
            <a:r>
              <a:rPr lang="zh-CN" altLang="en-US" sz="2800" b="1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sym typeface="华文细黑" panose="02010600040101010101" pitchFamily="2" charset="-122"/>
              </a:rPr>
              <a:t>两个男孩在</a:t>
            </a:r>
            <a:r>
              <a:rPr lang="zh-CN" altLang="en-US" sz="2800" b="1" dirty="0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  <a:sym typeface="华文细黑" panose="02010600040101010101" pitchFamily="2" charset="-122"/>
              </a:rPr>
              <a:t>争论</a:t>
            </a:r>
            <a:r>
              <a:rPr lang="zh-CN" altLang="en-US" sz="2800" b="1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sym typeface="华文细黑" panose="02010600040101010101" pitchFamily="2" charset="-122"/>
              </a:rPr>
              <a:t>小熊是谁的。</a:t>
            </a:r>
            <a:endParaRPr lang="zh-CN" altLang="en-US" sz="2800" b="1" dirty="0">
              <a:solidFill>
                <a:schemeClr val="bg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Comic Sans MS" panose="030F0902030302020204" pitchFamily="66" charset="0"/>
              <a:sym typeface="+mn-ea"/>
            </a:endParaRP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8800" y="0"/>
            <a:ext cx="1459230" cy="1459230"/>
          </a:xfrm>
          <a:prstGeom prst="rect">
            <a:avLst/>
          </a:prstGeom>
        </p:spPr>
      </p:pic>
      <p:pic>
        <p:nvPicPr>
          <p:cNvPr id="13" name="Picture 6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1986" y="2386330"/>
            <a:ext cx="2778408" cy="2085340"/>
          </a:xfrm>
          <a:prstGeom prst="rect">
            <a:avLst/>
          </a:prstGeom>
          <a:ln w="38100" cap="sq">
            <a:solidFill>
              <a:srgbClr val="F79646"/>
            </a:solidFill>
            <a:prstDash val="solid"/>
            <a:miter lim="800000"/>
            <a:headEnd/>
            <a:tailEnd/>
          </a:ln>
          <a:effectLst>
            <a:glow rad="139700">
              <a:schemeClr val="accent4">
                <a:satMod val="175000"/>
                <a:alpha val="40000"/>
              </a:schemeClr>
            </a:glow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7" name="Picture 8"/>
          <p:cNvPicPr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028" y="5348124"/>
            <a:ext cx="931545" cy="643750"/>
          </a:xfrm>
          <a:prstGeom prst="rect">
            <a:avLst/>
          </a:prstGeom>
          <a:ln w="38100" cap="sq">
            <a:solidFill>
              <a:srgbClr val="F79646"/>
            </a:solidFill>
            <a:prstDash val="solid"/>
            <a:miter lim="800000"/>
            <a:headEnd/>
            <a:tailEnd/>
          </a:ln>
          <a:effectLst>
            <a:glow rad="139700">
              <a:schemeClr val="accent4">
                <a:satMod val="175000"/>
                <a:alpha val="40000"/>
              </a:schemeClr>
            </a:glow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3" name="Picture 4"/>
          <p:cNvPicPr>
            <a:picLocks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47068" y="571715"/>
            <a:ext cx="1205865" cy="836568"/>
          </a:xfrm>
          <a:prstGeom prst="rect">
            <a:avLst/>
          </a:prstGeom>
          <a:ln w="38100" cap="sq">
            <a:solidFill>
              <a:srgbClr val="F79646"/>
            </a:solidFill>
            <a:prstDash val="solid"/>
            <a:miter lim="800000"/>
            <a:headEnd/>
            <a:tailEnd/>
          </a:ln>
          <a:effectLst>
            <a:glow rad="139700">
              <a:schemeClr val="accent4">
                <a:satMod val="175000"/>
                <a:alpha val="40000"/>
              </a:schemeClr>
            </a:glow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24" name="文本框 7"/>
          <p:cNvSpPr txBox="1"/>
          <p:nvPr/>
        </p:nvSpPr>
        <p:spPr>
          <a:xfrm>
            <a:off x="166805" y="214290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生词</a:t>
            </a:r>
          </a:p>
        </p:txBody>
      </p:sp>
      <p:sp>
        <p:nvSpPr>
          <p:cNvPr id="7" name="文本框 7"/>
          <p:cNvSpPr txBox="1"/>
          <p:nvPr/>
        </p:nvSpPr>
        <p:spPr>
          <a:xfrm>
            <a:off x="238243" y="702214"/>
            <a:ext cx="12820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New Word</a:t>
            </a:r>
          </a:p>
        </p:txBody>
      </p:sp>
      <p:pic>
        <p:nvPicPr>
          <p:cNvPr id="2" name="Picture 5" descr="C:\Users\38577\Desktop\7.jpeg7"/>
          <p:cNvPicPr>
            <a:picLocks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8795315" y="-1440000"/>
            <a:ext cx="1309370" cy="1080000"/>
          </a:xfrm>
          <a:prstGeom prst="rect">
            <a:avLst/>
          </a:prstGeom>
          <a:ln w="38100" cap="sq">
            <a:solidFill>
              <a:srgbClr val="F79646"/>
            </a:solidFill>
            <a:prstDash val="solid"/>
            <a:miter lim="800000"/>
            <a:headEnd/>
            <a:tailEnd/>
          </a:ln>
          <a:effectLst>
            <a:glow rad="139700">
              <a:schemeClr val="accent4">
                <a:satMod val="175000"/>
                <a:alpha val="40000"/>
              </a:schemeClr>
            </a:glow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Picture 10"/>
          <p:cNvPicPr>
            <a:picLocks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8337" y="7312645"/>
            <a:ext cx="1283325" cy="854710"/>
          </a:xfrm>
          <a:prstGeom prst="rect">
            <a:avLst/>
          </a:prstGeom>
          <a:ln w="38100" cap="sq">
            <a:solidFill>
              <a:srgbClr val="F79646"/>
            </a:solidFill>
            <a:prstDash val="solid"/>
            <a:miter lim="800000"/>
            <a:headEnd/>
            <a:tailEnd/>
          </a:ln>
          <a:effectLst>
            <a:glow rad="139700">
              <a:schemeClr val="accent4">
                <a:satMod val="175000"/>
                <a:alpha val="40000"/>
              </a:schemeClr>
            </a:glow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grpSp>
        <p:nvGrpSpPr>
          <p:cNvPr id="10" name="组合 9"/>
          <p:cNvGrpSpPr/>
          <p:nvPr/>
        </p:nvGrpSpPr>
        <p:grpSpPr>
          <a:xfrm>
            <a:off x="167640" y="1459230"/>
            <a:ext cx="5486400" cy="3802380"/>
            <a:chOff x="264" y="2298"/>
            <a:chExt cx="8640" cy="5988"/>
          </a:xfrm>
        </p:grpSpPr>
        <p:sp>
          <p:nvSpPr>
            <p:cNvPr id="4" name="椭圆形标注 3"/>
            <p:cNvSpPr/>
            <p:nvPr/>
          </p:nvSpPr>
          <p:spPr>
            <a:xfrm>
              <a:off x="375" y="2298"/>
              <a:ext cx="8268" cy="5988"/>
            </a:xfrm>
            <a:prstGeom prst="wedgeEllipseCallout">
              <a:avLst>
                <a:gd name="adj1" fmla="val 61234"/>
                <a:gd name="adj2" fmla="val -2233"/>
              </a:avLst>
            </a:prstGeom>
            <a:solidFill>
              <a:srgbClr val="F79646"/>
            </a:solidFill>
            <a:ln w="57150">
              <a:solidFill>
                <a:srgbClr val="F79646"/>
              </a:solidFill>
            </a:ln>
            <a:effectLst>
              <a:glow rad="1016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264" y="3113"/>
              <a:ext cx="8640" cy="4217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 eaLnBrk="0" fontAlgn="auto" hangingPunct="0">
                <a:buNone/>
              </a:pPr>
              <a:r>
                <a:rPr lang="en-US" altLang="zh-CN" sz="6000" b="1" dirty="0" err="1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qí</a:t>
              </a:r>
              <a:r>
                <a:rPr lang="en-US" altLang="zh-CN" sz="6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 </a:t>
              </a:r>
              <a:r>
                <a:rPr lang="en-US" altLang="zh-CN" sz="6000" b="1" dirty="0" err="1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jì</a:t>
              </a:r>
              <a:endParaRPr lang="en-US" altLang="zh-CN" sz="6000" b="1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endParaRPr>
            </a:p>
            <a:p>
              <a:pPr algn="ctr" eaLnBrk="0" fontAlgn="auto" hangingPunct="0">
                <a:buNone/>
              </a:pPr>
              <a:r>
                <a:rPr lang="zh-CN" altLang="en-US" sz="8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奇 迹</a:t>
              </a:r>
              <a:endParaRPr lang="zh-CN" altLang="en-US" sz="8000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endParaRPr>
            </a:p>
            <a:p>
              <a:pPr lvl="0" algn="ctr" fontAlgn="auto">
                <a:defRPr sz="1800"/>
              </a:pPr>
              <a:r>
                <a:rPr lang="en-US" altLang="zh-CN" sz="2800" b="1" kern="100" dirty="0" err="1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Times New Roman" panose="02020603050405020304" pitchFamily="18" charset="0"/>
                </a:rPr>
                <a:t>n.miracle,wonder</a:t>
              </a:r>
              <a:r>
                <a:rPr lang="en-US" altLang="zh-CN" sz="2800" b="1" kern="100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Times New Roman" panose="02020603050405020304" pitchFamily="18" charset="0"/>
                </a:rPr>
                <a:t> </a:t>
              </a:r>
              <a:endParaRPr lang="zh-CN" altLang="zh-CN" sz="2800" b="1" kern="100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238125" y="5401945"/>
            <a:ext cx="5476240" cy="1459230"/>
            <a:chOff x="197" y="9126"/>
            <a:chExt cx="8624" cy="1134"/>
          </a:xfrm>
        </p:grpSpPr>
        <p:sp>
          <p:nvSpPr>
            <p:cNvPr id="11" name="圆角矩形 10"/>
            <p:cNvSpPr/>
            <p:nvPr/>
          </p:nvSpPr>
          <p:spPr>
            <a:xfrm>
              <a:off x="197" y="9126"/>
              <a:ext cx="8624" cy="1134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614" y="9210"/>
              <a:ext cx="8207" cy="406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lvl="0" algn="ctr" fontAlgn="auto">
                <a:defRPr sz="1800"/>
              </a:pPr>
              <a:r>
                <a:rPr lang="zh-CN" altLang="en-US" sz="28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cs typeface="Comic Sans MS" panose="030F0902030302020204" pitchFamily="66" charset="0"/>
                  <a:sym typeface="华文细黑" panose="02010600040101010101" pitchFamily="2" charset="-122"/>
                </a:rPr>
                <a:t>他活下来了，这真是一个</a:t>
              </a:r>
              <a:r>
                <a:rPr lang="zh-CN" altLang="en-US" sz="2800" b="1" dirty="0">
                  <a:solidFill>
                    <a:srgbClr val="FF0000"/>
                  </a:solidFill>
                  <a:latin typeface="华文楷体" panose="02010600040101010101" charset="-122"/>
                  <a:ea typeface="华文楷体" panose="02010600040101010101" charset="-122"/>
                  <a:cs typeface="Comic Sans MS" panose="030F0902030302020204" pitchFamily="66" charset="0"/>
                  <a:sym typeface="华文细黑" panose="02010600040101010101" pitchFamily="2" charset="-122"/>
                </a:rPr>
                <a:t>奇迹</a:t>
              </a:r>
              <a:r>
                <a:rPr lang="zh-CN" altLang="en-US" sz="28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cs typeface="Comic Sans MS" panose="030F0902030302020204" pitchFamily="66" charset="0"/>
                  <a:sym typeface="华文细黑" panose="02010600040101010101" pitchFamily="2" charset="-122"/>
                </a:rPr>
                <a:t>。</a:t>
              </a:r>
              <a:endParaRPr lang="zh-CN" altLang="en-US" sz="2800" b="1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Comic Sans MS" panose="030F0902030302020204" pitchFamily="66" charset="0"/>
                <a:sym typeface="+mn-ea"/>
              </a:endParaRPr>
            </a:p>
          </p:txBody>
        </p:sp>
      </p:grpSp>
      <p:sp>
        <p:nvSpPr>
          <p:cNvPr id="14" name="文本框 13"/>
          <p:cNvSpPr txBox="1"/>
          <p:nvPr/>
        </p:nvSpPr>
        <p:spPr>
          <a:xfrm>
            <a:off x="502920" y="6167261"/>
            <a:ext cx="521144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ctr" fontAlgn="auto">
              <a:defRPr sz="1800"/>
            </a:pPr>
            <a:r>
              <a:rPr lang="zh-CN" altLang="en-US" sz="2800" b="1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cs typeface="Comic Sans MS" panose="030F0902030302020204" pitchFamily="66" charset="0"/>
                <a:sym typeface="华文细黑" panose="02010600040101010101" pitchFamily="2" charset="-122"/>
              </a:rPr>
              <a:t>埃及的金字塔被称为是一个</a:t>
            </a:r>
            <a:r>
              <a:rPr lang="zh-CN" altLang="en-US" sz="2800" b="1" dirty="0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  <a:cs typeface="Comic Sans MS" panose="030F0902030302020204" pitchFamily="66" charset="0"/>
                <a:sym typeface="华文细黑" panose="02010600040101010101" pitchFamily="2" charset="-122"/>
              </a:rPr>
              <a:t>奇迹</a:t>
            </a:r>
            <a:r>
              <a:rPr lang="zh-CN" altLang="en-US" sz="2800" b="1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cs typeface="Comic Sans MS" panose="030F0902030302020204" pitchFamily="66" charset="0"/>
                <a:sym typeface="华文细黑" panose="02010600040101010101" pitchFamily="2" charset="-122"/>
              </a:rPr>
              <a:t>。</a:t>
            </a:r>
            <a:endParaRPr lang="zh-CN" altLang="en-US" sz="2800" b="1" dirty="0">
              <a:solidFill>
                <a:schemeClr val="bg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Comic Sans MS" panose="030F0902030302020204" pitchFamily="66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8800" y="0"/>
            <a:ext cx="1459230" cy="1459230"/>
          </a:xfrm>
          <a:prstGeom prst="rect">
            <a:avLst/>
          </a:prstGeom>
        </p:spPr>
      </p:pic>
      <p:pic>
        <p:nvPicPr>
          <p:cNvPr id="13" name="Picture 6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8975" y="2587129"/>
            <a:ext cx="2409825" cy="1665326"/>
          </a:xfrm>
          <a:prstGeom prst="rect">
            <a:avLst/>
          </a:prstGeom>
          <a:ln w="38100" cap="sq">
            <a:solidFill>
              <a:srgbClr val="F79646"/>
            </a:solidFill>
            <a:prstDash val="solid"/>
            <a:miter lim="800000"/>
            <a:headEnd/>
            <a:tailEnd/>
          </a:ln>
          <a:effectLst>
            <a:glow rad="139700">
              <a:schemeClr val="accent4">
                <a:satMod val="175000"/>
                <a:alpha val="40000"/>
              </a:schemeClr>
            </a:glow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7" name="Picture 8"/>
          <p:cNvPicPr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8249" y="5189305"/>
            <a:ext cx="1443502" cy="961390"/>
          </a:xfrm>
          <a:prstGeom prst="rect">
            <a:avLst/>
          </a:prstGeom>
          <a:ln w="38100" cap="sq">
            <a:solidFill>
              <a:srgbClr val="F79646"/>
            </a:solidFill>
            <a:prstDash val="solid"/>
            <a:miter lim="800000"/>
            <a:headEnd/>
            <a:tailEnd/>
          </a:ln>
          <a:effectLst>
            <a:glow rad="139700">
              <a:schemeClr val="accent4">
                <a:satMod val="175000"/>
                <a:alpha val="40000"/>
              </a:schemeClr>
            </a:glow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3" name="Picture 4"/>
          <p:cNvPicPr>
            <a:picLocks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84838" y="490761"/>
            <a:ext cx="1330325" cy="998477"/>
          </a:xfrm>
          <a:prstGeom prst="rect">
            <a:avLst/>
          </a:prstGeom>
          <a:ln w="38100" cap="sq">
            <a:solidFill>
              <a:srgbClr val="F79646"/>
            </a:solidFill>
            <a:prstDash val="solid"/>
            <a:miter lim="800000"/>
            <a:headEnd/>
            <a:tailEnd/>
          </a:ln>
          <a:effectLst>
            <a:glow rad="139700">
              <a:schemeClr val="accent4">
                <a:satMod val="175000"/>
                <a:alpha val="40000"/>
              </a:schemeClr>
            </a:glow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24" name="文本框 7"/>
          <p:cNvSpPr txBox="1"/>
          <p:nvPr/>
        </p:nvSpPr>
        <p:spPr>
          <a:xfrm>
            <a:off x="166805" y="214290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生词</a:t>
            </a:r>
          </a:p>
        </p:txBody>
      </p:sp>
      <p:sp>
        <p:nvSpPr>
          <p:cNvPr id="7" name="文本框 7"/>
          <p:cNvSpPr txBox="1"/>
          <p:nvPr/>
        </p:nvSpPr>
        <p:spPr>
          <a:xfrm>
            <a:off x="238243" y="702214"/>
            <a:ext cx="12820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New Word</a:t>
            </a:r>
          </a:p>
        </p:txBody>
      </p:sp>
      <p:pic>
        <p:nvPicPr>
          <p:cNvPr id="2" name="Picture 5"/>
          <p:cNvPicPr>
            <a:picLocks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4060" y="-1272123"/>
            <a:ext cx="1071880" cy="743616"/>
          </a:xfrm>
          <a:prstGeom prst="rect">
            <a:avLst/>
          </a:prstGeom>
          <a:ln w="38100" cap="sq">
            <a:solidFill>
              <a:srgbClr val="F79646"/>
            </a:solidFill>
            <a:prstDash val="solid"/>
            <a:miter lim="800000"/>
            <a:headEnd/>
            <a:tailEnd/>
          </a:ln>
          <a:effectLst>
            <a:glow rad="139700">
              <a:schemeClr val="accent4">
                <a:satMod val="175000"/>
                <a:alpha val="40000"/>
              </a:schemeClr>
            </a:glow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Picture 10"/>
          <p:cNvPicPr>
            <a:picLocks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27725" y="7458483"/>
            <a:ext cx="844550" cy="563033"/>
          </a:xfrm>
          <a:prstGeom prst="rect">
            <a:avLst/>
          </a:prstGeom>
          <a:ln w="38100" cap="sq">
            <a:solidFill>
              <a:srgbClr val="F79646"/>
            </a:solidFill>
            <a:prstDash val="solid"/>
            <a:miter lim="800000"/>
            <a:headEnd/>
            <a:tailEnd/>
          </a:ln>
          <a:effectLst>
            <a:glow rad="139700">
              <a:schemeClr val="accent4">
                <a:satMod val="175000"/>
                <a:alpha val="40000"/>
              </a:schemeClr>
            </a:glow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grpSp>
        <p:nvGrpSpPr>
          <p:cNvPr id="10" name="组合 9"/>
          <p:cNvGrpSpPr/>
          <p:nvPr/>
        </p:nvGrpSpPr>
        <p:grpSpPr>
          <a:xfrm>
            <a:off x="120015" y="1459230"/>
            <a:ext cx="5486400" cy="3802380"/>
            <a:chOff x="189" y="2298"/>
            <a:chExt cx="8640" cy="5988"/>
          </a:xfrm>
        </p:grpSpPr>
        <p:sp>
          <p:nvSpPr>
            <p:cNvPr id="4" name="椭圆形标注 3"/>
            <p:cNvSpPr/>
            <p:nvPr/>
          </p:nvSpPr>
          <p:spPr>
            <a:xfrm>
              <a:off x="375" y="2298"/>
              <a:ext cx="8268" cy="5988"/>
            </a:xfrm>
            <a:prstGeom prst="wedgeEllipseCallout">
              <a:avLst>
                <a:gd name="adj1" fmla="val 61234"/>
                <a:gd name="adj2" fmla="val -2233"/>
              </a:avLst>
            </a:prstGeom>
            <a:solidFill>
              <a:srgbClr val="F79646"/>
            </a:solidFill>
            <a:ln w="57150">
              <a:solidFill>
                <a:srgbClr val="F79646"/>
              </a:solidFill>
            </a:ln>
            <a:effectLst>
              <a:glow rad="1016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189" y="3081"/>
              <a:ext cx="8640" cy="4103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 eaLnBrk="0" fontAlgn="auto" hangingPunct="0">
                <a:buNone/>
              </a:pPr>
              <a:r>
                <a:rPr lang="en-US" altLang="zh-CN" sz="6000" b="1" dirty="0" err="1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wéi</a:t>
              </a:r>
              <a:r>
                <a:rPr lang="en-US" altLang="zh-CN" sz="6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 </a:t>
              </a:r>
              <a:r>
                <a:rPr lang="en-US" altLang="zh-CN" sz="6000" b="1" dirty="0" err="1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rào</a:t>
              </a:r>
              <a:endParaRPr lang="en-US" altLang="zh-CN" sz="6000" b="1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endParaRPr>
            </a:p>
            <a:p>
              <a:pPr algn="ctr" eaLnBrk="0" fontAlgn="auto" hangingPunct="0">
                <a:buNone/>
              </a:pPr>
              <a:r>
                <a:rPr lang="zh-CN" altLang="en-US" sz="8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围 绕</a:t>
              </a:r>
              <a:endParaRPr lang="zh-CN" altLang="en-US" sz="8000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endParaRPr>
            </a:p>
            <a:p>
              <a:pPr algn="ctr" eaLnBrk="1">
                <a:lnSpc>
                  <a:spcPct val="80000"/>
                </a:lnSpc>
              </a:pPr>
              <a:r>
                <a:rPr lang="en-US" altLang="zh-CN" sz="2800" b="1" kern="100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Times New Roman" panose="02020603050405020304" pitchFamily="18" charset="0"/>
                </a:rPr>
                <a:t>v.to center around</a:t>
              </a:r>
              <a:endParaRPr lang="zh-CN" altLang="zh-CN" sz="2800" b="1" kern="100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238125" y="5401945"/>
            <a:ext cx="6373495" cy="1374775"/>
            <a:chOff x="197" y="9126"/>
            <a:chExt cx="10037" cy="1134"/>
          </a:xfrm>
        </p:grpSpPr>
        <p:sp>
          <p:nvSpPr>
            <p:cNvPr id="11" name="圆角矩形 10"/>
            <p:cNvSpPr/>
            <p:nvPr/>
          </p:nvSpPr>
          <p:spPr>
            <a:xfrm>
              <a:off x="197" y="9126"/>
              <a:ext cx="9974" cy="1134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197" y="9164"/>
              <a:ext cx="10037" cy="431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lvl="0" algn="ctr" fontAlgn="auto">
                <a:defRPr sz="1800"/>
              </a:pPr>
              <a:r>
                <a:rPr lang="zh-CN" altLang="en-US" sz="28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请</a:t>
              </a:r>
              <a:r>
                <a:rPr lang="zh-CN" altLang="en-US" sz="2800" b="1" dirty="0">
                  <a:solidFill>
                    <a:srgbClr val="FF0000"/>
                  </a:solidFill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围绕</a:t>
              </a:r>
              <a:r>
                <a:rPr lang="zh-CN" altLang="en-US" sz="28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这个题目写一篇</a:t>
              </a:r>
              <a:r>
                <a:rPr lang="en-US" altLang="zh-CN" sz="28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200</a:t>
              </a:r>
              <a:r>
                <a:rPr lang="zh-CN" altLang="en-US" sz="28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字的论文。</a:t>
              </a:r>
              <a:endParaRPr lang="zh-CN" altLang="zh-CN" sz="2800" b="1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sym typeface="+mn-ea"/>
              </a:endParaRPr>
            </a:p>
          </p:txBody>
        </p:sp>
      </p:grpSp>
      <p:pic>
        <p:nvPicPr>
          <p:cNvPr id="15" name="图片 14"/>
          <p:cNvPicPr/>
          <p:nvPr/>
        </p:nvPicPr>
        <p:blipFill>
          <a:blip r:embed="rId8"/>
          <a:stretch>
            <a:fillRect/>
          </a:stretch>
        </p:blipFill>
        <p:spPr>
          <a:xfrm>
            <a:off x="5005705" y="213995"/>
            <a:ext cx="3238500" cy="2056130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238125" y="5984588"/>
            <a:ext cx="637349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ctr" fontAlgn="auto">
              <a:defRPr sz="1800"/>
            </a:pPr>
            <a:r>
              <a:rPr lang="zh-CN" altLang="en-US" sz="2800" b="1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sym typeface="华文细黑" panose="02010600040101010101" pitchFamily="2" charset="-122"/>
              </a:rPr>
              <a:t>地球</a:t>
            </a:r>
            <a:r>
              <a:rPr lang="zh-CN" altLang="en-US" sz="2800" b="1" dirty="0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  <a:sym typeface="华文细黑" panose="02010600040101010101" pitchFamily="2" charset="-122"/>
              </a:rPr>
              <a:t>围绕</a:t>
            </a:r>
            <a:r>
              <a:rPr lang="zh-CN" altLang="en-US" sz="2800" b="1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sym typeface="华文细黑" panose="02010600040101010101" pitchFamily="2" charset="-122"/>
              </a:rPr>
              <a:t>太阳转。</a:t>
            </a:r>
            <a:endParaRPr lang="zh-CN" altLang="zh-CN" sz="2800" b="1" dirty="0">
              <a:solidFill>
                <a:schemeClr val="bg1"/>
              </a:solidFill>
              <a:latin typeface="华文楷体" panose="02010600040101010101" charset="-122"/>
              <a:ea typeface="华文楷体" panose="02010600040101010101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8800" y="0"/>
            <a:ext cx="1459230" cy="1459230"/>
          </a:xfrm>
          <a:prstGeom prst="rect">
            <a:avLst/>
          </a:prstGeom>
        </p:spPr>
      </p:pic>
      <p:pic>
        <p:nvPicPr>
          <p:cNvPr id="13" name="Picture 6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96020" y="2458292"/>
            <a:ext cx="2887959" cy="1923415"/>
          </a:xfrm>
          <a:prstGeom prst="rect">
            <a:avLst/>
          </a:prstGeom>
          <a:ln w="38100" cap="sq">
            <a:solidFill>
              <a:srgbClr val="F79646"/>
            </a:solidFill>
            <a:prstDash val="solid"/>
            <a:miter lim="800000"/>
            <a:headEnd/>
            <a:tailEnd/>
          </a:ln>
          <a:effectLst>
            <a:glow rad="139700">
              <a:schemeClr val="accent4">
                <a:satMod val="175000"/>
                <a:alpha val="40000"/>
              </a:schemeClr>
            </a:glow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7" name="Picture 8"/>
          <p:cNvPicPr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75021" y="5353347"/>
            <a:ext cx="949960" cy="633306"/>
          </a:xfrm>
          <a:prstGeom prst="rect">
            <a:avLst/>
          </a:prstGeom>
          <a:ln w="38100" cap="sq">
            <a:solidFill>
              <a:srgbClr val="F79646"/>
            </a:solidFill>
            <a:prstDash val="solid"/>
            <a:miter lim="800000"/>
            <a:headEnd/>
            <a:tailEnd/>
          </a:ln>
          <a:effectLst>
            <a:glow rad="139700">
              <a:schemeClr val="accent4">
                <a:satMod val="175000"/>
                <a:alpha val="40000"/>
              </a:schemeClr>
            </a:glow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3" name="Picture 4"/>
          <p:cNvPicPr>
            <a:picLocks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35968" y="634774"/>
            <a:ext cx="1028065" cy="710451"/>
          </a:xfrm>
          <a:prstGeom prst="rect">
            <a:avLst/>
          </a:prstGeom>
          <a:ln w="38100" cap="sq">
            <a:solidFill>
              <a:srgbClr val="F79646"/>
            </a:solidFill>
            <a:prstDash val="solid"/>
            <a:miter lim="800000"/>
            <a:headEnd/>
            <a:tailEnd/>
          </a:ln>
          <a:effectLst>
            <a:glow rad="139700">
              <a:schemeClr val="accent4">
                <a:satMod val="175000"/>
                <a:alpha val="40000"/>
              </a:schemeClr>
            </a:glow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24" name="文本框 7"/>
          <p:cNvSpPr txBox="1"/>
          <p:nvPr/>
        </p:nvSpPr>
        <p:spPr>
          <a:xfrm>
            <a:off x="166805" y="214290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生词</a:t>
            </a:r>
          </a:p>
        </p:txBody>
      </p:sp>
      <p:sp>
        <p:nvSpPr>
          <p:cNvPr id="7" name="文本框 7"/>
          <p:cNvSpPr txBox="1"/>
          <p:nvPr/>
        </p:nvSpPr>
        <p:spPr>
          <a:xfrm>
            <a:off x="238243" y="702214"/>
            <a:ext cx="12820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New Word</a:t>
            </a:r>
          </a:p>
        </p:txBody>
      </p:sp>
      <p:pic>
        <p:nvPicPr>
          <p:cNvPr id="2" name="Picture 5"/>
          <p:cNvPicPr>
            <a:picLocks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59133" y="-1340937"/>
            <a:ext cx="1181735" cy="886953"/>
          </a:xfrm>
          <a:prstGeom prst="rect">
            <a:avLst/>
          </a:prstGeom>
          <a:ln w="38100" cap="sq">
            <a:solidFill>
              <a:srgbClr val="F79646"/>
            </a:solidFill>
            <a:prstDash val="solid"/>
            <a:miter lim="800000"/>
            <a:headEnd/>
            <a:tailEnd/>
          </a:ln>
          <a:effectLst>
            <a:glow rad="139700">
              <a:schemeClr val="accent4">
                <a:satMod val="175000"/>
                <a:alpha val="40000"/>
              </a:schemeClr>
            </a:glow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Picture 10" descr="C:\Users\38577\Desktop\6.png6"/>
          <p:cNvPicPr>
            <a:picLocks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9057253" y="7249780"/>
            <a:ext cx="785495" cy="980440"/>
          </a:xfrm>
          <a:prstGeom prst="rect">
            <a:avLst/>
          </a:prstGeom>
          <a:ln w="38100" cap="sq">
            <a:solidFill>
              <a:srgbClr val="F79646"/>
            </a:solidFill>
            <a:prstDash val="solid"/>
            <a:miter lim="800000"/>
            <a:headEnd/>
            <a:tailEnd/>
          </a:ln>
          <a:effectLst>
            <a:glow rad="139700">
              <a:schemeClr val="accent4">
                <a:satMod val="175000"/>
                <a:alpha val="40000"/>
              </a:schemeClr>
            </a:glow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grpSp>
        <p:nvGrpSpPr>
          <p:cNvPr id="10" name="组合 9"/>
          <p:cNvGrpSpPr/>
          <p:nvPr/>
        </p:nvGrpSpPr>
        <p:grpSpPr>
          <a:xfrm>
            <a:off x="167640" y="1459230"/>
            <a:ext cx="5486400" cy="3802380"/>
            <a:chOff x="264" y="2298"/>
            <a:chExt cx="8640" cy="5988"/>
          </a:xfrm>
        </p:grpSpPr>
        <p:sp>
          <p:nvSpPr>
            <p:cNvPr id="4" name="椭圆形标注 3"/>
            <p:cNvSpPr/>
            <p:nvPr/>
          </p:nvSpPr>
          <p:spPr>
            <a:xfrm>
              <a:off x="375" y="2298"/>
              <a:ext cx="8268" cy="5988"/>
            </a:xfrm>
            <a:prstGeom prst="wedgeEllipseCallout">
              <a:avLst>
                <a:gd name="adj1" fmla="val 61234"/>
                <a:gd name="adj2" fmla="val -2233"/>
              </a:avLst>
            </a:prstGeom>
            <a:solidFill>
              <a:srgbClr val="F79646"/>
            </a:solidFill>
            <a:ln w="57150">
              <a:solidFill>
                <a:srgbClr val="F79646"/>
              </a:solidFill>
            </a:ln>
            <a:effectLst>
              <a:glow rad="1016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264" y="3113"/>
              <a:ext cx="8640" cy="4215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 eaLnBrk="0" fontAlgn="auto" hangingPunct="0">
                <a:buNone/>
              </a:pPr>
              <a:r>
                <a:rPr lang="en-US" altLang="zh-CN" sz="6000" b="1" dirty="0" err="1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bēn</a:t>
              </a:r>
              <a:r>
                <a:rPr lang="en-US" altLang="zh-CN" sz="6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 </a:t>
              </a:r>
              <a:r>
                <a:rPr lang="en-US" altLang="zh-CN" sz="6000" b="1" dirty="0" err="1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pǎo</a:t>
              </a:r>
              <a:endParaRPr lang="en-US" altLang="zh-CN" sz="6000" b="1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endParaRPr>
            </a:p>
            <a:p>
              <a:pPr algn="ctr" eaLnBrk="0" fontAlgn="auto" hangingPunct="0">
                <a:buNone/>
              </a:pPr>
              <a:r>
                <a:rPr lang="zh-CN" altLang="en-US" sz="8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奔 跑</a:t>
              </a:r>
              <a:endParaRPr lang="zh-CN" altLang="en-US" sz="8000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endParaRPr>
            </a:p>
            <a:p>
              <a:pPr algn="ctr" eaLnBrk="1"/>
              <a:r>
                <a:rPr lang="en-US" altLang="zh-CN" sz="2800" b="1" kern="100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Times New Roman" panose="02020603050405020304" pitchFamily="18" charset="0"/>
                </a:rPr>
                <a:t>v. to </a:t>
              </a:r>
              <a:r>
                <a:rPr lang="en-US" altLang="zh-CN" sz="2800" b="1" kern="100" dirty="0" err="1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Times New Roman" panose="02020603050405020304" pitchFamily="18" charset="0"/>
                </a:rPr>
                <a:t>run,to</a:t>
              </a:r>
              <a:r>
                <a:rPr lang="en-US" altLang="zh-CN" sz="2800" b="1" kern="100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Times New Roman" panose="02020603050405020304" pitchFamily="18" charset="0"/>
                </a:rPr>
                <a:t> gallop</a:t>
              </a:r>
              <a:endParaRPr lang="en-US" altLang="zh-CN" sz="2800" b="1" kern="100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222629" y="5476126"/>
            <a:ext cx="5161464" cy="1382695"/>
            <a:chOff x="197" y="9126"/>
            <a:chExt cx="11879" cy="2307"/>
          </a:xfrm>
        </p:grpSpPr>
        <p:sp>
          <p:nvSpPr>
            <p:cNvPr id="11" name="圆角矩形 10"/>
            <p:cNvSpPr/>
            <p:nvPr/>
          </p:nvSpPr>
          <p:spPr>
            <a:xfrm>
              <a:off x="197" y="9126"/>
              <a:ext cx="11879" cy="2307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852" y="9265"/>
              <a:ext cx="10845" cy="664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lvl="0" algn="ctr" fontAlgn="auto">
                <a:defRPr sz="1800"/>
              </a:pPr>
              <a:r>
                <a:rPr lang="zh-CN" altLang="en-US" sz="28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马</a:t>
              </a:r>
              <a:r>
                <a:rPr lang="zh-CN" altLang="en-US" sz="2800" b="1" dirty="0">
                  <a:solidFill>
                    <a:srgbClr val="FF0000"/>
                  </a:solidFill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奔跑</a:t>
              </a:r>
              <a:r>
                <a:rPr lang="zh-CN" altLang="en-US" sz="28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的样子很好看。</a:t>
              </a:r>
              <a:endParaRPr lang="zh-CN" altLang="zh-CN" sz="2800" b="1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sym typeface="+mn-ea"/>
              </a:endParaRPr>
            </a:p>
          </p:txBody>
        </p:sp>
      </p:grpSp>
      <p:sp>
        <p:nvSpPr>
          <p:cNvPr id="14" name="文本框 13"/>
          <p:cNvSpPr txBox="1"/>
          <p:nvPr/>
        </p:nvSpPr>
        <p:spPr>
          <a:xfrm>
            <a:off x="507365" y="6255385"/>
            <a:ext cx="498157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ctr" fontAlgn="auto">
              <a:defRPr sz="1800"/>
            </a:pPr>
            <a:r>
              <a:rPr lang="zh-CN" altLang="en-US" sz="2800" b="1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sym typeface="华文细黑" panose="02010600040101010101" pitchFamily="2" charset="-122"/>
              </a:rPr>
              <a:t>她每天早上都要围绕着湖</a:t>
            </a:r>
            <a:r>
              <a:rPr lang="zh-CN" altLang="en-US" sz="2800" b="1" dirty="0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  <a:sym typeface="华文细黑" panose="02010600040101010101" pitchFamily="2" charset="-122"/>
              </a:rPr>
              <a:t>奔跑</a:t>
            </a:r>
            <a:r>
              <a:rPr lang="zh-CN" altLang="en-US" sz="2800" b="1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sym typeface="华文细黑" panose="02010600040101010101" pitchFamily="2" charset="-122"/>
              </a:rPr>
              <a:t>。</a:t>
            </a:r>
            <a:endParaRPr lang="zh-CN" altLang="zh-CN" sz="2800" b="1" dirty="0">
              <a:solidFill>
                <a:schemeClr val="bg1"/>
              </a:solidFill>
              <a:latin typeface="华文楷体" panose="02010600040101010101" charset="-122"/>
              <a:ea typeface="华文楷体" panose="02010600040101010101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8800" y="0"/>
            <a:ext cx="1459230" cy="1459230"/>
          </a:xfrm>
          <a:prstGeom prst="rect">
            <a:avLst/>
          </a:prstGeom>
        </p:spPr>
      </p:pic>
      <p:pic>
        <p:nvPicPr>
          <p:cNvPr id="13" name="Picture 6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5795" y="2602336"/>
            <a:ext cx="2452370" cy="1634913"/>
          </a:xfrm>
          <a:prstGeom prst="rect">
            <a:avLst/>
          </a:prstGeom>
          <a:ln w="38100" cap="sq">
            <a:solidFill>
              <a:srgbClr val="F79646"/>
            </a:solidFill>
            <a:prstDash val="solid"/>
            <a:miter lim="800000"/>
            <a:headEnd/>
            <a:tailEnd/>
          </a:ln>
          <a:effectLst>
            <a:glow rad="139700">
              <a:schemeClr val="accent4">
                <a:satMod val="175000"/>
                <a:alpha val="40000"/>
              </a:schemeClr>
            </a:glow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7" name="Picture 8"/>
          <p:cNvPicPr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8040" y="5385174"/>
            <a:ext cx="883920" cy="588701"/>
          </a:xfrm>
          <a:prstGeom prst="rect">
            <a:avLst/>
          </a:prstGeom>
          <a:ln w="38100" cap="sq">
            <a:solidFill>
              <a:srgbClr val="F79646"/>
            </a:solidFill>
            <a:prstDash val="solid"/>
            <a:miter lim="800000"/>
            <a:headEnd/>
            <a:tailEnd/>
          </a:ln>
          <a:effectLst>
            <a:glow rad="139700">
              <a:schemeClr val="accent4">
                <a:satMod val="175000"/>
                <a:alpha val="40000"/>
              </a:schemeClr>
            </a:glow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3" name="Picture 4"/>
          <p:cNvPicPr>
            <a:picLocks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8249" y="509305"/>
            <a:ext cx="1443502" cy="961390"/>
          </a:xfrm>
          <a:prstGeom prst="rect">
            <a:avLst/>
          </a:prstGeom>
          <a:ln w="38100" cap="sq">
            <a:solidFill>
              <a:srgbClr val="F79646"/>
            </a:solidFill>
            <a:prstDash val="solid"/>
            <a:miter lim="800000"/>
            <a:headEnd/>
            <a:tailEnd/>
          </a:ln>
          <a:effectLst>
            <a:glow rad="139700">
              <a:schemeClr val="accent4">
                <a:satMod val="175000"/>
                <a:alpha val="40000"/>
              </a:schemeClr>
            </a:glow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24" name="文本框 7"/>
          <p:cNvSpPr txBox="1"/>
          <p:nvPr/>
        </p:nvSpPr>
        <p:spPr>
          <a:xfrm>
            <a:off x="166805" y="214290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生词</a:t>
            </a:r>
          </a:p>
        </p:txBody>
      </p:sp>
      <p:sp>
        <p:nvSpPr>
          <p:cNvPr id="7" name="文本框 7"/>
          <p:cNvSpPr txBox="1"/>
          <p:nvPr/>
        </p:nvSpPr>
        <p:spPr>
          <a:xfrm>
            <a:off x="238243" y="702214"/>
            <a:ext cx="12820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New Word</a:t>
            </a:r>
          </a:p>
        </p:txBody>
      </p:sp>
      <p:pic>
        <p:nvPicPr>
          <p:cNvPr id="2" name="Picture 5"/>
          <p:cNvPicPr>
            <a:picLocks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2165" y="-1216449"/>
            <a:ext cx="914400" cy="631902"/>
          </a:xfrm>
          <a:prstGeom prst="rect">
            <a:avLst/>
          </a:prstGeom>
          <a:ln w="38100" cap="sq">
            <a:solidFill>
              <a:srgbClr val="F79646"/>
            </a:solidFill>
            <a:prstDash val="solid"/>
            <a:miter lim="800000"/>
            <a:headEnd/>
            <a:tailEnd/>
          </a:ln>
          <a:effectLst>
            <a:glow rad="139700">
              <a:schemeClr val="accent4">
                <a:satMod val="175000"/>
                <a:alpha val="40000"/>
              </a:schemeClr>
            </a:glow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Picture 10" descr="C:\Users\38577\Desktop\1.jpeg1"/>
          <p:cNvPicPr>
            <a:picLocks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8900408" y="7200000"/>
            <a:ext cx="1099185" cy="1080000"/>
          </a:xfrm>
          <a:prstGeom prst="rect">
            <a:avLst/>
          </a:prstGeom>
          <a:ln w="38100" cap="sq">
            <a:solidFill>
              <a:srgbClr val="F79646"/>
            </a:solidFill>
            <a:prstDash val="solid"/>
            <a:miter lim="800000"/>
            <a:headEnd/>
            <a:tailEnd/>
          </a:ln>
          <a:effectLst>
            <a:glow rad="139700">
              <a:schemeClr val="accent4">
                <a:satMod val="175000"/>
                <a:alpha val="40000"/>
              </a:schemeClr>
            </a:glow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grpSp>
        <p:nvGrpSpPr>
          <p:cNvPr id="10" name="组合 9"/>
          <p:cNvGrpSpPr/>
          <p:nvPr/>
        </p:nvGrpSpPr>
        <p:grpSpPr>
          <a:xfrm>
            <a:off x="237490" y="1459230"/>
            <a:ext cx="5486400" cy="3802380"/>
            <a:chOff x="374" y="2298"/>
            <a:chExt cx="8640" cy="5988"/>
          </a:xfrm>
        </p:grpSpPr>
        <p:sp>
          <p:nvSpPr>
            <p:cNvPr id="4" name="椭圆形标注 3"/>
            <p:cNvSpPr/>
            <p:nvPr/>
          </p:nvSpPr>
          <p:spPr>
            <a:xfrm>
              <a:off x="375" y="2298"/>
              <a:ext cx="8268" cy="5988"/>
            </a:xfrm>
            <a:prstGeom prst="wedgeEllipseCallout">
              <a:avLst>
                <a:gd name="adj1" fmla="val 61234"/>
                <a:gd name="adj2" fmla="val -2233"/>
              </a:avLst>
            </a:prstGeom>
            <a:solidFill>
              <a:srgbClr val="F79646"/>
            </a:solidFill>
            <a:ln w="57150">
              <a:solidFill>
                <a:srgbClr val="F79646"/>
              </a:solidFill>
            </a:ln>
            <a:effectLst>
              <a:glow rad="1016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374" y="2979"/>
              <a:ext cx="8640" cy="4079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 eaLnBrk="0" fontAlgn="auto" hangingPunct="0">
                <a:buNone/>
              </a:pPr>
              <a:r>
                <a:rPr lang="en-US" altLang="zh-CN" sz="6000" b="1" dirty="0" err="1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tí</a:t>
              </a:r>
              <a:r>
                <a:rPr lang="zh-CN" altLang="en-US" sz="6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（</a:t>
              </a:r>
              <a:r>
                <a:rPr lang="en-US" altLang="zh-CN" sz="6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zi</a:t>
              </a:r>
              <a:r>
                <a:rPr lang="zh-CN" altLang="en-US" sz="6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）</a:t>
              </a:r>
              <a:endParaRPr lang="en-US" altLang="zh-CN" sz="6000" b="1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endParaRPr>
            </a:p>
            <a:p>
              <a:pPr algn="ctr" eaLnBrk="0" fontAlgn="auto" hangingPunct="0">
                <a:buNone/>
              </a:pPr>
              <a:r>
                <a:rPr lang="zh-CN" altLang="en-US" sz="8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蹄（子）</a:t>
              </a:r>
              <a:endParaRPr lang="zh-CN" altLang="en-US" sz="8000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endParaRPr>
            </a:p>
            <a:p>
              <a:pPr algn="ctr" eaLnBrk="1">
                <a:lnSpc>
                  <a:spcPct val="80000"/>
                </a:lnSpc>
              </a:pPr>
              <a:r>
                <a:rPr lang="en-US" altLang="zh-CN" sz="2800" b="1" kern="100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Times New Roman" panose="02020603050405020304" pitchFamily="18" charset="0"/>
                </a:rPr>
                <a:t>n. hoof</a:t>
              </a:r>
              <a:endParaRPr lang="zh-CN" altLang="zh-CN" sz="2800" b="1" kern="100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238125" y="5401945"/>
            <a:ext cx="5814695" cy="720090"/>
            <a:chOff x="197" y="9126"/>
            <a:chExt cx="9157" cy="1134"/>
          </a:xfrm>
        </p:grpSpPr>
        <p:sp>
          <p:nvSpPr>
            <p:cNvPr id="11" name="圆角矩形 10"/>
            <p:cNvSpPr/>
            <p:nvPr/>
          </p:nvSpPr>
          <p:spPr>
            <a:xfrm>
              <a:off x="197" y="9126"/>
              <a:ext cx="9034" cy="1134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319" y="9368"/>
              <a:ext cx="9035" cy="822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 eaLnBrk="1"/>
              <a:r>
                <a:rPr lang="zh-CN" altLang="en-US" sz="28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马奔跑的时候</a:t>
              </a:r>
              <a:r>
                <a:rPr lang="zh-CN" altLang="en-US" sz="2800" b="1" dirty="0">
                  <a:solidFill>
                    <a:srgbClr val="FF0000"/>
                  </a:solidFill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蹄子</a:t>
              </a:r>
              <a:r>
                <a:rPr lang="zh-CN" altLang="en-US" sz="28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着地吗？</a:t>
              </a:r>
              <a:endParaRPr lang="zh-CN" altLang="zh-CN" sz="2800" b="1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sym typeface="+mn-ea"/>
              </a:endParaRPr>
            </a:p>
          </p:txBody>
        </p:sp>
      </p:grpSp>
      <p:pic>
        <p:nvPicPr>
          <p:cNvPr id="14" name="图片 13"/>
          <p:cNvPicPr/>
          <p:nvPr/>
        </p:nvPicPr>
        <p:blipFill>
          <a:blip r:embed="rId8"/>
          <a:srcRect l="40421"/>
          <a:stretch>
            <a:fillRect/>
          </a:stretch>
        </p:blipFill>
        <p:spPr>
          <a:xfrm>
            <a:off x="5349240" y="213360"/>
            <a:ext cx="2693035" cy="238887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8800" y="0"/>
            <a:ext cx="1459230" cy="1459230"/>
          </a:xfrm>
          <a:prstGeom prst="rect">
            <a:avLst/>
          </a:prstGeom>
        </p:spPr>
      </p:pic>
      <p:pic>
        <p:nvPicPr>
          <p:cNvPr id="13" name="Picture 6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4005" y="2416315"/>
            <a:ext cx="3014345" cy="2007589"/>
          </a:xfrm>
          <a:prstGeom prst="rect">
            <a:avLst/>
          </a:prstGeom>
          <a:ln w="38100" cap="sq">
            <a:solidFill>
              <a:srgbClr val="F79646"/>
            </a:solidFill>
            <a:prstDash val="solid"/>
            <a:miter lim="800000"/>
            <a:headEnd/>
            <a:tailEnd/>
          </a:ln>
          <a:effectLst>
            <a:glow rad="139700">
              <a:schemeClr val="accent4">
                <a:satMod val="175000"/>
                <a:alpha val="40000"/>
              </a:schemeClr>
            </a:glow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7" name="Picture 8"/>
          <p:cNvPicPr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8650" y="5242433"/>
            <a:ext cx="1282700" cy="855133"/>
          </a:xfrm>
          <a:prstGeom prst="rect">
            <a:avLst/>
          </a:prstGeom>
          <a:ln w="38100" cap="sq">
            <a:solidFill>
              <a:srgbClr val="F79646"/>
            </a:solidFill>
            <a:prstDash val="solid"/>
            <a:miter lim="800000"/>
            <a:headEnd/>
            <a:tailEnd/>
          </a:ln>
          <a:effectLst>
            <a:glow rad="139700">
              <a:schemeClr val="accent4">
                <a:satMod val="175000"/>
                <a:alpha val="40000"/>
              </a:schemeClr>
            </a:glow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3" name="Picture 4"/>
          <p:cNvPicPr>
            <a:picLocks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75020" y="673347"/>
            <a:ext cx="949960" cy="633306"/>
          </a:xfrm>
          <a:prstGeom prst="rect">
            <a:avLst/>
          </a:prstGeom>
          <a:ln w="38100" cap="sq">
            <a:solidFill>
              <a:srgbClr val="F79646"/>
            </a:solidFill>
            <a:prstDash val="solid"/>
            <a:miter lim="800000"/>
            <a:headEnd/>
            <a:tailEnd/>
          </a:ln>
          <a:effectLst>
            <a:glow rad="139700">
              <a:schemeClr val="accent4">
                <a:satMod val="175000"/>
                <a:alpha val="40000"/>
              </a:schemeClr>
            </a:glow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24" name="文本框 7"/>
          <p:cNvSpPr txBox="1"/>
          <p:nvPr/>
        </p:nvSpPr>
        <p:spPr>
          <a:xfrm>
            <a:off x="166805" y="214290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生词</a:t>
            </a:r>
          </a:p>
        </p:txBody>
      </p:sp>
      <p:sp>
        <p:nvSpPr>
          <p:cNvPr id="7" name="文本框 7"/>
          <p:cNvSpPr txBox="1"/>
          <p:nvPr/>
        </p:nvSpPr>
        <p:spPr>
          <a:xfrm>
            <a:off x="238243" y="702214"/>
            <a:ext cx="12820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New Word</a:t>
            </a:r>
          </a:p>
        </p:txBody>
      </p:sp>
      <p:pic>
        <p:nvPicPr>
          <p:cNvPr id="2" name="Picture 5"/>
          <p:cNvPicPr>
            <a:picLocks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8337" y="-1327355"/>
            <a:ext cx="1283325" cy="854710"/>
          </a:xfrm>
          <a:prstGeom prst="rect">
            <a:avLst/>
          </a:prstGeom>
          <a:ln w="38100" cap="sq">
            <a:solidFill>
              <a:srgbClr val="F79646"/>
            </a:solidFill>
            <a:prstDash val="solid"/>
            <a:miter lim="800000"/>
            <a:headEnd/>
            <a:tailEnd/>
          </a:ln>
          <a:effectLst>
            <a:glow rad="139700">
              <a:schemeClr val="accent4">
                <a:satMod val="175000"/>
                <a:alpha val="40000"/>
              </a:schemeClr>
            </a:glow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Picture 10"/>
          <p:cNvPicPr>
            <a:picLocks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8488" y="7274138"/>
            <a:ext cx="1343025" cy="931723"/>
          </a:xfrm>
          <a:prstGeom prst="rect">
            <a:avLst/>
          </a:prstGeom>
          <a:ln w="38100" cap="sq">
            <a:solidFill>
              <a:srgbClr val="F79646"/>
            </a:solidFill>
            <a:prstDash val="solid"/>
            <a:miter lim="800000"/>
            <a:headEnd/>
            <a:tailEnd/>
          </a:ln>
          <a:effectLst>
            <a:glow rad="139700">
              <a:schemeClr val="accent4">
                <a:satMod val="175000"/>
                <a:alpha val="40000"/>
              </a:schemeClr>
            </a:glow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grpSp>
        <p:nvGrpSpPr>
          <p:cNvPr id="10" name="组合 9"/>
          <p:cNvGrpSpPr/>
          <p:nvPr/>
        </p:nvGrpSpPr>
        <p:grpSpPr>
          <a:xfrm>
            <a:off x="167640" y="1459230"/>
            <a:ext cx="5486400" cy="3802380"/>
            <a:chOff x="264" y="2298"/>
            <a:chExt cx="8640" cy="5988"/>
          </a:xfrm>
        </p:grpSpPr>
        <p:sp>
          <p:nvSpPr>
            <p:cNvPr id="4" name="椭圆形标注 3"/>
            <p:cNvSpPr/>
            <p:nvPr/>
          </p:nvSpPr>
          <p:spPr>
            <a:xfrm>
              <a:off x="375" y="2298"/>
              <a:ext cx="8268" cy="5988"/>
            </a:xfrm>
            <a:prstGeom prst="wedgeEllipseCallout">
              <a:avLst>
                <a:gd name="adj1" fmla="val 61234"/>
                <a:gd name="adj2" fmla="val -2233"/>
              </a:avLst>
            </a:prstGeom>
            <a:solidFill>
              <a:srgbClr val="F79646"/>
            </a:solidFill>
            <a:ln w="57150">
              <a:solidFill>
                <a:srgbClr val="F79646"/>
              </a:solidFill>
            </a:ln>
            <a:effectLst>
              <a:glow rad="1016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264" y="3113"/>
              <a:ext cx="8640" cy="4079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 eaLnBrk="0" fontAlgn="auto" hangingPunct="0">
                <a:buNone/>
              </a:pPr>
              <a:r>
                <a:rPr lang="en-US" altLang="zh-CN" sz="6000" b="1" dirty="0" err="1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biàn</a:t>
              </a:r>
              <a:r>
                <a:rPr lang="en-US" altLang="zh-CN" sz="6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 </a:t>
              </a:r>
              <a:r>
                <a:rPr lang="en-US" altLang="zh-CN" sz="6000" b="1" dirty="0" err="1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lùn</a:t>
              </a:r>
              <a:endParaRPr lang="en-US" altLang="zh-CN" sz="6000" b="1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endParaRPr>
            </a:p>
            <a:p>
              <a:pPr algn="ctr" eaLnBrk="0" fontAlgn="auto" hangingPunct="0">
                <a:buNone/>
              </a:pPr>
              <a:r>
                <a:rPr lang="zh-CN" altLang="en-US" sz="8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辩 论</a:t>
              </a:r>
              <a:endParaRPr lang="zh-CN" altLang="en-US" sz="8000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endParaRPr>
            </a:p>
            <a:p>
              <a:pPr algn="ctr" eaLnBrk="1">
                <a:lnSpc>
                  <a:spcPct val="80000"/>
                </a:lnSpc>
              </a:pPr>
              <a:r>
                <a:rPr lang="en-US" altLang="zh-CN" sz="2800" b="1" kern="100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Times New Roman" panose="02020603050405020304" pitchFamily="18" charset="0"/>
                </a:rPr>
                <a:t>v.to debate </a:t>
              </a:r>
              <a:endParaRPr lang="zh-CN" altLang="zh-CN" sz="2800" b="1" kern="100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238125" y="5401945"/>
            <a:ext cx="7064375" cy="720090"/>
            <a:chOff x="197" y="9126"/>
            <a:chExt cx="11125" cy="1134"/>
          </a:xfrm>
        </p:grpSpPr>
        <p:sp>
          <p:nvSpPr>
            <p:cNvPr id="11" name="圆角矩形 10"/>
            <p:cNvSpPr/>
            <p:nvPr/>
          </p:nvSpPr>
          <p:spPr>
            <a:xfrm>
              <a:off x="197" y="9126"/>
              <a:ext cx="10919" cy="1134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401" y="9309"/>
              <a:ext cx="10921" cy="822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 eaLnBrk="1"/>
              <a:r>
                <a:rPr lang="zh-CN" altLang="en-US" sz="28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大卫很喜欢和别人辩论一些科学问题。</a:t>
              </a:r>
              <a:endParaRPr lang="zh-CN" altLang="zh-CN" sz="2800" b="1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sym typeface="+mn-ea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8800" y="0"/>
            <a:ext cx="1459230" cy="1459230"/>
          </a:xfrm>
          <a:prstGeom prst="rect">
            <a:avLst/>
          </a:prstGeom>
        </p:spPr>
      </p:pic>
      <p:pic>
        <p:nvPicPr>
          <p:cNvPr id="13" name="Picture 6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4005" y="2415328"/>
            <a:ext cx="3014345" cy="2009563"/>
          </a:xfrm>
          <a:prstGeom prst="rect">
            <a:avLst/>
          </a:prstGeom>
          <a:ln w="38100" cap="sq">
            <a:solidFill>
              <a:srgbClr val="F79646"/>
            </a:solidFill>
            <a:prstDash val="solid"/>
            <a:miter lim="800000"/>
            <a:headEnd/>
            <a:tailEnd/>
          </a:ln>
          <a:effectLst>
            <a:glow rad="139700">
              <a:schemeClr val="accent4">
                <a:satMod val="175000"/>
                <a:alpha val="40000"/>
              </a:schemeClr>
            </a:glow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7" name="Picture 8"/>
          <p:cNvPicPr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8650" y="5225063"/>
            <a:ext cx="1282700" cy="889873"/>
          </a:xfrm>
          <a:prstGeom prst="rect">
            <a:avLst/>
          </a:prstGeom>
          <a:ln w="38100" cap="sq">
            <a:solidFill>
              <a:srgbClr val="F79646"/>
            </a:solidFill>
            <a:prstDash val="solid"/>
            <a:miter lim="800000"/>
            <a:headEnd/>
            <a:tailEnd/>
          </a:ln>
          <a:effectLst>
            <a:glow rad="139700">
              <a:schemeClr val="accent4">
                <a:satMod val="175000"/>
                <a:alpha val="40000"/>
              </a:schemeClr>
            </a:glow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3" name="Picture 4"/>
          <p:cNvPicPr>
            <a:picLocks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75020" y="673658"/>
            <a:ext cx="949960" cy="632684"/>
          </a:xfrm>
          <a:prstGeom prst="rect">
            <a:avLst/>
          </a:prstGeom>
          <a:ln w="38100" cap="sq">
            <a:solidFill>
              <a:srgbClr val="F79646"/>
            </a:solidFill>
            <a:prstDash val="solid"/>
            <a:miter lim="800000"/>
            <a:headEnd/>
            <a:tailEnd/>
          </a:ln>
          <a:effectLst>
            <a:glow rad="139700">
              <a:schemeClr val="accent4">
                <a:satMod val="175000"/>
                <a:alpha val="40000"/>
              </a:schemeClr>
            </a:glow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24" name="文本框 7"/>
          <p:cNvSpPr txBox="1"/>
          <p:nvPr/>
        </p:nvSpPr>
        <p:spPr>
          <a:xfrm>
            <a:off x="166805" y="214290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生词</a:t>
            </a:r>
          </a:p>
        </p:txBody>
      </p:sp>
      <p:sp>
        <p:nvSpPr>
          <p:cNvPr id="7" name="文本框 7"/>
          <p:cNvSpPr txBox="1"/>
          <p:nvPr/>
        </p:nvSpPr>
        <p:spPr>
          <a:xfrm>
            <a:off x="238243" y="702214"/>
            <a:ext cx="12820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New Word</a:t>
            </a:r>
          </a:p>
        </p:txBody>
      </p:sp>
      <p:pic>
        <p:nvPicPr>
          <p:cNvPr id="2" name="Picture 5"/>
          <p:cNvPicPr>
            <a:picLocks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8967" y="-1327355"/>
            <a:ext cx="1282065" cy="854710"/>
          </a:xfrm>
          <a:prstGeom prst="rect">
            <a:avLst/>
          </a:prstGeom>
          <a:ln w="38100" cap="sq">
            <a:solidFill>
              <a:srgbClr val="F79646"/>
            </a:solidFill>
            <a:prstDash val="solid"/>
            <a:miter lim="800000"/>
            <a:headEnd/>
            <a:tailEnd/>
          </a:ln>
          <a:effectLst>
            <a:glow rad="139700">
              <a:schemeClr val="accent4">
                <a:satMod val="175000"/>
                <a:alpha val="40000"/>
              </a:schemeClr>
            </a:glow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Picture 10"/>
          <p:cNvPicPr>
            <a:picLocks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8488" y="7275947"/>
            <a:ext cx="1343025" cy="928106"/>
          </a:xfrm>
          <a:prstGeom prst="rect">
            <a:avLst/>
          </a:prstGeom>
          <a:ln w="38100" cap="sq">
            <a:solidFill>
              <a:srgbClr val="F79646"/>
            </a:solidFill>
            <a:prstDash val="solid"/>
            <a:miter lim="800000"/>
            <a:headEnd/>
            <a:tailEnd/>
          </a:ln>
          <a:effectLst>
            <a:glow rad="139700">
              <a:schemeClr val="accent4">
                <a:satMod val="175000"/>
                <a:alpha val="40000"/>
              </a:schemeClr>
            </a:glow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grpSp>
        <p:nvGrpSpPr>
          <p:cNvPr id="10" name="组合 9"/>
          <p:cNvGrpSpPr/>
          <p:nvPr/>
        </p:nvGrpSpPr>
        <p:grpSpPr>
          <a:xfrm>
            <a:off x="167640" y="1459230"/>
            <a:ext cx="5486400" cy="3802380"/>
            <a:chOff x="264" y="2298"/>
            <a:chExt cx="8640" cy="5988"/>
          </a:xfrm>
        </p:grpSpPr>
        <p:sp>
          <p:nvSpPr>
            <p:cNvPr id="4" name="椭圆形标注 3"/>
            <p:cNvSpPr/>
            <p:nvPr/>
          </p:nvSpPr>
          <p:spPr>
            <a:xfrm>
              <a:off x="375" y="2298"/>
              <a:ext cx="8268" cy="5988"/>
            </a:xfrm>
            <a:prstGeom prst="wedgeEllipseCallout">
              <a:avLst>
                <a:gd name="adj1" fmla="val 61234"/>
                <a:gd name="adj2" fmla="val -2233"/>
              </a:avLst>
            </a:prstGeom>
            <a:solidFill>
              <a:srgbClr val="F79646"/>
            </a:solidFill>
            <a:ln w="57150">
              <a:solidFill>
                <a:srgbClr val="F79646"/>
              </a:solidFill>
            </a:ln>
            <a:effectLst>
              <a:glow rad="1016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264" y="3113"/>
              <a:ext cx="8640" cy="4103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 eaLnBrk="0" fontAlgn="auto" hangingPunct="0">
                <a:buNone/>
              </a:pPr>
              <a:r>
                <a:rPr lang="en-US" altLang="zh-CN" sz="6000" b="1" dirty="0" err="1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qīng</a:t>
              </a:r>
              <a:r>
                <a:rPr lang="en-US" altLang="zh-CN" sz="6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 </a:t>
              </a:r>
              <a:r>
                <a:rPr lang="en-US" altLang="zh-CN" sz="6000" b="1" dirty="0" err="1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wā</a:t>
              </a:r>
              <a:endParaRPr lang="en-US" altLang="zh-CN" sz="6000" b="1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endParaRPr>
            </a:p>
            <a:p>
              <a:pPr algn="ctr" eaLnBrk="0" fontAlgn="auto" hangingPunct="0">
                <a:buNone/>
              </a:pPr>
              <a:r>
                <a:rPr lang="zh-CN" altLang="en-US" sz="8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青 蛙</a:t>
              </a:r>
              <a:endParaRPr lang="zh-CN" altLang="en-US" sz="8000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endParaRPr>
            </a:p>
            <a:p>
              <a:pPr algn="ctr" eaLnBrk="1">
                <a:lnSpc>
                  <a:spcPct val="80000"/>
                </a:lnSpc>
              </a:pPr>
              <a:r>
                <a:rPr lang="en-US" altLang="zh-CN" sz="2800" b="1" kern="100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Times New Roman" panose="02020603050405020304" pitchFamily="18" charset="0"/>
                </a:rPr>
                <a:t>n. frog</a:t>
              </a:r>
              <a:endParaRPr lang="zh-CN" altLang="zh-CN" sz="2800" b="1" kern="100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592216" y="5435696"/>
            <a:ext cx="4896089" cy="720090"/>
            <a:chOff x="197" y="9153"/>
            <a:chExt cx="11098" cy="1134"/>
          </a:xfrm>
        </p:grpSpPr>
        <p:sp>
          <p:nvSpPr>
            <p:cNvPr id="11" name="圆角矩形 10"/>
            <p:cNvSpPr/>
            <p:nvPr/>
          </p:nvSpPr>
          <p:spPr>
            <a:xfrm>
              <a:off x="197" y="9153"/>
              <a:ext cx="10919" cy="1134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374" y="9340"/>
              <a:ext cx="10921" cy="824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 eaLnBrk="1"/>
              <a:r>
                <a:rPr lang="zh-CN" altLang="en-US" sz="2800" b="1" dirty="0">
                  <a:solidFill>
                    <a:srgbClr val="FF0000"/>
                  </a:solidFill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青蛙</a:t>
              </a:r>
              <a:r>
                <a:rPr lang="zh-CN" altLang="en-US" sz="28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是对人类有益的动物。</a:t>
              </a:r>
              <a:endParaRPr lang="zh-CN" altLang="zh-CN" sz="2800" b="1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sym typeface="+mn-ea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1710055" y="138430"/>
            <a:ext cx="2226310" cy="3194050"/>
            <a:chOff x="289" y="2028"/>
            <a:chExt cx="3506" cy="5030"/>
          </a:xfrm>
        </p:grpSpPr>
        <p:grpSp>
          <p:nvGrpSpPr>
            <p:cNvPr id="43" name="组合 42"/>
            <p:cNvGrpSpPr/>
            <p:nvPr/>
          </p:nvGrpSpPr>
          <p:grpSpPr>
            <a:xfrm>
              <a:off x="330" y="2028"/>
              <a:ext cx="3465" cy="5030"/>
              <a:chOff x="1486086" y="120403"/>
              <a:chExt cx="2200089" cy="3194297"/>
            </a:xfrm>
          </p:grpSpPr>
          <p:sp>
            <p:nvSpPr>
              <p:cNvPr id="44" name="矩形: 圆角 76"/>
              <p:cNvSpPr/>
              <p:nvPr/>
            </p:nvSpPr>
            <p:spPr>
              <a:xfrm>
                <a:off x="1486086" y="120403"/>
                <a:ext cx="2200089" cy="3194297"/>
              </a:xfrm>
              <a:prstGeom prst="roundRect">
                <a:avLst/>
              </a:prstGeom>
              <a:solidFill>
                <a:srgbClr val="E2AEAB"/>
              </a:solidFill>
              <a:ln>
                <a:noFill/>
              </a:ln>
              <a:effectLst>
                <a:outerShdw blurRad="635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  <p:pic>
            <p:nvPicPr>
              <p:cNvPr id="45" name="图片 44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14281" y="196147"/>
                <a:ext cx="2124195" cy="3004708"/>
              </a:xfrm>
              <a:prstGeom prst="rect">
                <a:avLst/>
              </a:prstGeom>
            </p:spPr>
          </p:pic>
        </p:grpSp>
        <p:sp>
          <p:nvSpPr>
            <p:cNvPr id="9" name="文本框 7"/>
            <p:cNvSpPr txBox="1"/>
            <p:nvPr/>
          </p:nvSpPr>
          <p:spPr>
            <a:xfrm>
              <a:off x="289" y="4108"/>
              <a:ext cx="3491" cy="242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5400" b="1" dirty="0">
                  <a:latin typeface="华文细黑" panose="02010600040101010101" pitchFamily="2" charset="-122"/>
                  <a:ea typeface="华文细黑" panose="02010600040101010101" pitchFamily="2" charset="-122"/>
                  <a:sym typeface="+mn-ea"/>
                </a:rPr>
                <a:t>争论</a:t>
              </a:r>
              <a:endParaRPr lang="zh-CN" altLang="en-US" sz="5400" b="1" noProof="0" dirty="0">
                <a:ln>
                  <a:noFill/>
                </a:ln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endParaRPr>
            </a:p>
            <a:p>
              <a:pPr algn="ctr">
                <a:defRPr sz="1800"/>
              </a:pPr>
              <a:r>
                <a:rPr lang="en-US" altLang="zh-CN" sz="2000" dirty="0">
                  <a:solidFill>
                    <a:schemeClr val="bg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 pitchFamily="18" charset="0"/>
                </a:rPr>
                <a:t>v.to </a:t>
              </a:r>
              <a:r>
                <a:rPr lang="en-US" altLang="zh-CN" sz="2000" dirty="0" err="1">
                  <a:solidFill>
                    <a:schemeClr val="bg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 pitchFamily="18" charset="0"/>
                </a:rPr>
                <a:t>argue,to</a:t>
              </a:r>
              <a:r>
                <a:rPr lang="en-US" altLang="zh-CN" sz="2000" dirty="0">
                  <a:solidFill>
                    <a:schemeClr val="bg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 pitchFamily="18" charset="0"/>
                </a:rPr>
                <a:t> dispute </a:t>
              </a:r>
              <a:endParaRPr lang="zh-CN" altLang="zh-CN" sz="2000" dirty="0">
                <a:solidFill>
                  <a:schemeClr val="bg1"/>
                </a:solidFill>
                <a:latin typeface="Times New Roman" panose="02020603050405020304"/>
                <a:cs typeface="Times New Roman" panose="02020603050405020304"/>
                <a:sym typeface="华文细黑" panose="02010600040101010101" pitchFamily="2" charset="-122"/>
              </a:endParaRPr>
            </a:p>
          </p:txBody>
        </p:sp>
      </p:grpSp>
      <p:sp>
        <p:nvSpPr>
          <p:cNvPr id="10" name="文本框 7"/>
          <p:cNvSpPr txBox="1"/>
          <p:nvPr/>
        </p:nvSpPr>
        <p:spPr>
          <a:xfrm>
            <a:off x="1676400" y="874395"/>
            <a:ext cx="238696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0" hangingPunct="0"/>
            <a:r>
              <a:rPr lang="en-US" altLang="zh-CN" sz="3600" dirty="0" err="1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zhēng</a:t>
            </a:r>
            <a:r>
              <a:rPr lang="en-US" altLang="zh-CN" sz="36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 </a:t>
            </a:r>
            <a:r>
              <a:rPr lang="en-US" altLang="zh-CN" sz="3600" dirty="0" err="1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lùn</a:t>
            </a:r>
            <a:endParaRPr lang="en-US" altLang="zh-CN" sz="3600" dirty="0">
              <a:solidFill>
                <a:srgbClr val="2A2A2B"/>
              </a:solidFill>
              <a:latin typeface="华文细黑" panose="02010600040101010101" pitchFamily="2" charset="-122"/>
              <a:ea typeface="华文细黑" panose="02010600040101010101" pitchFamily="2" charset="-122"/>
              <a:sym typeface="+mn-ea"/>
            </a:endParaRPr>
          </a:p>
        </p:txBody>
      </p:sp>
      <p:sp>
        <p:nvSpPr>
          <p:cNvPr id="5" name="文本框 7"/>
          <p:cNvSpPr txBox="1"/>
          <p:nvPr/>
        </p:nvSpPr>
        <p:spPr>
          <a:xfrm>
            <a:off x="165735" y="213995"/>
            <a:ext cx="1251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练一练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16" name="文本框 7"/>
          <p:cNvSpPr txBox="1"/>
          <p:nvPr/>
        </p:nvSpPr>
        <p:spPr>
          <a:xfrm>
            <a:off x="237490" y="702310"/>
            <a:ext cx="104013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704020202020204" pitchFamily="34" charset="0"/>
              <a:buNone/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Practise</a:t>
            </a:r>
            <a:endParaRPr kumimoji="0" lang="en-US" b="1" i="0" u="none" strike="noStrike" kern="1200" cap="none" spc="0" normalizeH="0" baseline="0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8374380" y="165100"/>
            <a:ext cx="2200275" cy="3194050"/>
            <a:chOff x="9330" y="2028"/>
            <a:chExt cx="3465" cy="5030"/>
          </a:xfrm>
        </p:grpSpPr>
        <p:grpSp>
          <p:nvGrpSpPr>
            <p:cNvPr id="57" name="组合 56"/>
            <p:cNvGrpSpPr/>
            <p:nvPr/>
          </p:nvGrpSpPr>
          <p:grpSpPr>
            <a:xfrm>
              <a:off x="9330" y="2028"/>
              <a:ext cx="3465" cy="5030"/>
              <a:chOff x="1486086" y="120403"/>
              <a:chExt cx="2200089" cy="3194297"/>
            </a:xfrm>
          </p:grpSpPr>
          <p:sp>
            <p:nvSpPr>
              <p:cNvPr id="58" name="矩形: 圆角 76"/>
              <p:cNvSpPr/>
              <p:nvPr/>
            </p:nvSpPr>
            <p:spPr>
              <a:xfrm>
                <a:off x="1486086" y="120403"/>
                <a:ext cx="2200089" cy="3194297"/>
              </a:xfrm>
              <a:prstGeom prst="roundRect">
                <a:avLst/>
              </a:prstGeom>
              <a:solidFill>
                <a:srgbClr val="E2AEAB"/>
              </a:solidFill>
              <a:ln>
                <a:noFill/>
              </a:ln>
              <a:effectLst>
                <a:outerShdw blurRad="635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  <p:pic>
            <p:nvPicPr>
              <p:cNvPr id="59" name="图片 58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14281" y="196147"/>
                <a:ext cx="2124195" cy="3004708"/>
              </a:xfrm>
              <a:prstGeom prst="rect">
                <a:avLst/>
              </a:prstGeom>
            </p:spPr>
          </p:pic>
        </p:grpSp>
        <p:sp>
          <p:nvSpPr>
            <p:cNvPr id="60" name="文本框 7"/>
            <p:cNvSpPr txBox="1"/>
            <p:nvPr/>
          </p:nvSpPr>
          <p:spPr>
            <a:xfrm>
              <a:off x="9385" y="4252"/>
              <a:ext cx="3353" cy="185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5400" b="1" dirty="0">
                  <a:latin typeface="华文细黑" panose="02010600040101010101" pitchFamily="2" charset="-122"/>
                  <a:ea typeface="华文细黑" panose="02010600040101010101" pitchFamily="2" charset="-122"/>
                  <a:sym typeface="+mn-ea"/>
                </a:rPr>
                <a:t>围绕</a:t>
              </a:r>
              <a:endParaRPr lang="zh-CN" altLang="en-US" sz="5400" b="1" noProof="0" dirty="0">
                <a:ln>
                  <a:noFill/>
                </a:ln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endParaRPr>
            </a:p>
            <a:p>
              <a:pPr algn="ctr" eaLnBrk="1">
                <a:lnSpc>
                  <a:spcPct val="80000"/>
                </a:lnSpc>
              </a:pPr>
              <a:r>
                <a:rPr lang="en-US" altLang="zh-CN" sz="2000" kern="100" dirty="0">
                  <a:solidFill>
                    <a:schemeClr val="bg1"/>
                  </a:solidFill>
                  <a:latin typeface="Times New Roman" panose="02020603050405020304" pitchFamily="18" charset="0"/>
                  <a:ea typeface="华文楷体" panose="02010600040101010101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v</a:t>
              </a:r>
              <a:r>
                <a:rPr lang="en-US" altLang="zh-CN" sz="2000" b="1" kern="100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Times New Roman" panose="02020603050405020304" pitchFamily="18" charset="0"/>
                </a:rPr>
                <a:t>.</a:t>
              </a:r>
              <a:r>
                <a:rPr lang="en-US" altLang="zh-CN" sz="2000" kern="100" dirty="0">
                  <a:solidFill>
                    <a:schemeClr val="bg1"/>
                  </a:solidFill>
                  <a:latin typeface="Times New Roman" panose="02020603050405020304" pitchFamily="18" charset="0"/>
                  <a:ea typeface="华文楷体" panose="02010600040101010101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to center around</a:t>
              </a:r>
              <a:endParaRPr lang="zh-CN" altLang="zh-CN" sz="2000" kern="100" dirty="0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charset="-122"/>
                <a:cs typeface="Times New Roman" panose="02020603050405020304" pitchFamily="18" charset="0"/>
                <a:sym typeface="华文细黑" panose="02010600040101010101" pitchFamily="2" charset="-122"/>
              </a:endParaRPr>
            </a:p>
          </p:txBody>
        </p:sp>
      </p:grpSp>
      <p:sp>
        <p:nvSpPr>
          <p:cNvPr id="62" name="文本框 7"/>
          <p:cNvSpPr txBox="1"/>
          <p:nvPr/>
        </p:nvSpPr>
        <p:spPr>
          <a:xfrm>
            <a:off x="8277860" y="901065"/>
            <a:ext cx="238569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0" hangingPunct="0"/>
            <a:r>
              <a:rPr lang="en-US" altLang="zh-CN" sz="3600" dirty="0" err="1">
                <a:latin typeface="华文细黑" panose="02010600040101010101" pitchFamily="2" charset="-122"/>
                <a:ea typeface="华文细黑" panose="02010600040101010101" pitchFamily="2" charset="-122"/>
                <a:cs typeface="华文楷体" panose="02010600040101010101" charset="-122"/>
                <a:sym typeface="华文细黑" panose="02010600040101010101" pitchFamily="2" charset="-122"/>
              </a:rPr>
              <a:t>wéi</a:t>
            </a:r>
            <a:r>
              <a:rPr lang="en-US" altLang="zh-CN" sz="3600" dirty="0">
                <a:latin typeface="华文细黑" panose="02010600040101010101" pitchFamily="2" charset="-122"/>
                <a:ea typeface="华文细黑" panose="02010600040101010101" pitchFamily="2" charset="-122"/>
                <a:cs typeface="华文楷体" panose="02010600040101010101" charset="-122"/>
                <a:sym typeface="华文细黑" panose="02010600040101010101" pitchFamily="2" charset="-122"/>
              </a:rPr>
              <a:t> </a:t>
            </a:r>
            <a:r>
              <a:rPr lang="en-US" altLang="zh-CN" sz="3600" dirty="0" err="1">
                <a:latin typeface="华文细黑" panose="02010600040101010101" pitchFamily="2" charset="-122"/>
                <a:ea typeface="华文细黑" panose="02010600040101010101" pitchFamily="2" charset="-122"/>
                <a:cs typeface="华文楷体" panose="02010600040101010101" charset="-122"/>
                <a:sym typeface="华文细黑" panose="02010600040101010101" pitchFamily="2" charset="-122"/>
              </a:rPr>
              <a:t>rào</a:t>
            </a:r>
            <a:endParaRPr lang="en-US" altLang="zh-CN" sz="3600" dirty="0">
              <a:latin typeface="华文细黑" panose="02010600040101010101" pitchFamily="2" charset="-122"/>
              <a:ea typeface="华文细黑" panose="02010600040101010101" pitchFamily="2" charset="-122"/>
              <a:cs typeface="华文楷体" panose="02010600040101010101" charset="-122"/>
              <a:sym typeface="+mn-ea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5026660" y="127635"/>
            <a:ext cx="2209165" cy="3194050"/>
            <a:chOff x="9330" y="2028"/>
            <a:chExt cx="3479" cy="5030"/>
          </a:xfrm>
        </p:grpSpPr>
        <p:grpSp>
          <p:nvGrpSpPr>
            <p:cNvPr id="7" name="组合 6"/>
            <p:cNvGrpSpPr/>
            <p:nvPr/>
          </p:nvGrpSpPr>
          <p:grpSpPr>
            <a:xfrm>
              <a:off x="9330" y="2028"/>
              <a:ext cx="3465" cy="5030"/>
              <a:chOff x="1486086" y="120403"/>
              <a:chExt cx="2200089" cy="3194297"/>
            </a:xfrm>
          </p:grpSpPr>
          <p:sp>
            <p:nvSpPr>
              <p:cNvPr id="8" name="矩形: 圆角 76"/>
              <p:cNvSpPr/>
              <p:nvPr/>
            </p:nvSpPr>
            <p:spPr>
              <a:xfrm>
                <a:off x="1486086" y="120403"/>
                <a:ext cx="2200089" cy="3194297"/>
              </a:xfrm>
              <a:prstGeom prst="roundRect">
                <a:avLst/>
              </a:prstGeom>
              <a:solidFill>
                <a:srgbClr val="E2AEAB"/>
              </a:solidFill>
              <a:ln>
                <a:noFill/>
              </a:ln>
              <a:effectLst>
                <a:outerShdw blurRad="635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  <p:pic>
            <p:nvPicPr>
              <p:cNvPr id="11" name="图片 10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14281" y="196147"/>
                <a:ext cx="2124195" cy="3004708"/>
              </a:xfrm>
              <a:prstGeom prst="rect">
                <a:avLst/>
              </a:prstGeom>
            </p:spPr>
          </p:pic>
        </p:grpSp>
        <p:sp>
          <p:nvSpPr>
            <p:cNvPr id="12" name="文本框 7"/>
            <p:cNvSpPr txBox="1"/>
            <p:nvPr/>
          </p:nvSpPr>
          <p:spPr>
            <a:xfrm>
              <a:off x="9330" y="4252"/>
              <a:ext cx="3479" cy="242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5400" b="1" dirty="0">
                  <a:latin typeface="华文细黑" panose="02010600040101010101" pitchFamily="2" charset="-122"/>
                  <a:ea typeface="华文细黑" panose="02010600040101010101" pitchFamily="2" charset="-122"/>
                  <a:sym typeface="+mn-ea"/>
                </a:rPr>
                <a:t>奇迹</a:t>
              </a:r>
              <a:endParaRPr lang="zh-CN" sz="5400" b="1" noProof="0" dirty="0">
                <a:ln>
                  <a:noFill/>
                </a:ln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endParaRPr>
            </a:p>
            <a:p>
              <a:pPr lvl="0" algn="ctr" fontAlgn="auto">
                <a:defRPr sz="1800"/>
              </a:pPr>
              <a:r>
                <a:rPr lang="en-US" altLang="zh-CN" sz="2000" kern="100" dirty="0" err="1">
                  <a:solidFill>
                    <a:schemeClr val="bg1"/>
                  </a:solidFill>
                  <a:latin typeface="Times New Roman" panose="02020603050405020304" pitchFamily="18" charset="0"/>
                  <a:ea typeface="华文楷体" panose="02010600040101010101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n.miracle,wonder</a:t>
              </a:r>
              <a:r>
                <a:rPr lang="en-US" altLang="zh-CN" sz="2000" kern="100" dirty="0">
                  <a:solidFill>
                    <a:schemeClr val="bg1"/>
                  </a:solidFill>
                  <a:latin typeface="Times New Roman" panose="02020603050405020304" pitchFamily="18" charset="0"/>
                  <a:ea typeface="华文楷体" panose="02010600040101010101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 </a:t>
              </a:r>
              <a:endParaRPr lang="zh-CN" altLang="zh-CN" sz="2000" kern="100" dirty="0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charset="-122"/>
                <a:cs typeface="Times New Roman" panose="02020603050405020304" pitchFamily="18" charset="0"/>
                <a:sym typeface="华文细黑" panose="02010600040101010101" pitchFamily="2" charset="-122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zh-CN" sz="2000" b="1" noProof="0" dirty="0">
                <a:ln>
                  <a:noFill/>
                </a:ln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endParaRPr>
            </a:p>
          </p:txBody>
        </p:sp>
      </p:grpSp>
      <p:sp>
        <p:nvSpPr>
          <p:cNvPr id="13" name="文本框 7"/>
          <p:cNvSpPr txBox="1"/>
          <p:nvPr/>
        </p:nvSpPr>
        <p:spPr>
          <a:xfrm>
            <a:off x="5009039" y="771941"/>
            <a:ext cx="219519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0" fontAlgn="auto" hangingPunct="0">
              <a:buNone/>
            </a:pPr>
            <a:r>
              <a:rPr lang="en-US" altLang="zh-CN" sz="3600" dirty="0" err="1">
                <a:latin typeface="华文细黑" panose="02010600040101010101" pitchFamily="2" charset="-122"/>
                <a:ea typeface="华文细黑" panose="02010600040101010101" pitchFamily="2" charset="-122"/>
                <a:cs typeface="华文楷体" panose="02010600040101010101" charset="-122"/>
                <a:sym typeface="华文细黑" panose="02010600040101010101" pitchFamily="2" charset="-122"/>
              </a:rPr>
              <a:t>qí</a:t>
            </a:r>
            <a:r>
              <a:rPr lang="en-US" altLang="zh-CN" sz="3600" dirty="0">
                <a:latin typeface="华文细黑" panose="02010600040101010101" pitchFamily="2" charset="-122"/>
                <a:ea typeface="华文细黑" panose="02010600040101010101" pitchFamily="2" charset="-122"/>
                <a:cs typeface="华文楷体" panose="02010600040101010101" charset="-122"/>
                <a:sym typeface="华文细黑" panose="02010600040101010101" pitchFamily="2" charset="-122"/>
              </a:rPr>
              <a:t>  </a:t>
            </a:r>
            <a:r>
              <a:rPr lang="en-US" altLang="zh-CN" sz="3600" dirty="0" err="1">
                <a:latin typeface="华文细黑" panose="02010600040101010101" pitchFamily="2" charset="-122"/>
                <a:ea typeface="华文细黑" panose="02010600040101010101" pitchFamily="2" charset="-122"/>
                <a:cs typeface="华文楷体" panose="02010600040101010101" charset="-122"/>
                <a:sym typeface="华文细黑" panose="02010600040101010101" pitchFamily="2" charset="-122"/>
              </a:rPr>
              <a:t>jì</a:t>
            </a:r>
            <a:endParaRPr lang="en-US" altLang="zh-CN" sz="3600" dirty="0">
              <a:latin typeface="华文细黑" panose="02010600040101010101" pitchFamily="2" charset="-122"/>
              <a:ea typeface="华文细黑" panose="02010600040101010101" pitchFamily="2" charset="-122"/>
              <a:cs typeface="华文楷体" panose="02010600040101010101" charset="-122"/>
              <a:sym typeface="+mn-ea"/>
            </a:endParaRPr>
          </a:p>
        </p:txBody>
      </p:sp>
      <p:grpSp>
        <p:nvGrpSpPr>
          <p:cNvPr id="25" name="组合 24"/>
          <p:cNvGrpSpPr/>
          <p:nvPr/>
        </p:nvGrpSpPr>
        <p:grpSpPr>
          <a:xfrm>
            <a:off x="259080" y="3610610"/>
            <a:ext cx="2243455" cy="3194050"/>
            <a:chOff x="9262" y="2028"/>
            <a:chExt cx="3533" cy="5030"/>
          </a:xfrm>
        </p:grpSpPr>
        <p:grpSp>
          <p:nvGrpSpPr>
            <p:cNvPr id="26" name="组合 25"/>
            <p:cNvGrpSpPr/>
            <p:nvPr/>
          </p:nvGrpSpPr>
          <p:grpSpPr>
            <a:xfrm>
              <a:off x="9330" y="2028"/>
              <a:ext cx="3465" cy="5030"/>
              <a:chOff x="1486086" y="120403"/>
              <a:chExt cx="2200089" cy="3194297"/>
            </a:xfrm>
          </p:grpSpPr>
          <p:sp>
            <p:nvSpPr>
              <p:cNvPr id="27" name="矩形: 圆角 76"/>
              <p:cNvSpPr/>
              <p:nvPr/>
            </p:nvSpPr>
            <p:spPr>
              <a:xfrm>
                <a:off x="1486086" y="120403"/>
                <a:ext cx="2200089" cy="3194297"/>
              </a:xfrm>
              <a:prstGeom prst="roundRect">
                <a:avLst/>
              </a:prstGeom>
              <a:solidFill>
                <a:srgbClr val="E2AEAB"/>
              </a:solidFill>
              <a:ln>
                <a:noFill/>
              </a:ln>
              <a:effectLst>
                <a:outerShdw blurRad="635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  <p:pic>
            <p:nvPicPr>
              <p:cNvPr id="28" name="图片 27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14281" y="196147"/>
                <a:ext cx="2124195" cy="3004708"/>
              </a:xfrm>
              <a:prstGeom prst="rect">
                <a:avLst/>
              </a:prstGeom>
            </p:spPr>
          </p:pic>
        </p:grpSp>
        <p:sp>
          <p:nvSpPr>
            <p:cNvPr id="29" name="文本框 7"/>
            <p:cNvSpPr txBox="1"/>
            <p:nvPr/>
          </p:nvSpPr>
          <p:spPr>
            <a:xfrm>
              <a:off x="9262" y="4252"/>
              <a:ext cx="3532" cy="19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5400" b="1" dirty="0">
                  <a:latin typeface="华文细黑" panose="02010600040101010101" pitchFamily="2" charset="-122"/>
                  <a:ea typeface="华文细黑" panose="02010600040101010101" pitchFamily="2" charset="-122"/>
                  <a:sym typeface="+mn-ea"/>
                </a:rPr>
                <a:t>奔跑</a:t>
              </a:r>
              <a:endPara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endParaRPr>
            </a:p>
            <a:p>
              <a:pPr algn="ctr" eaLnBrk="1"/>
              <a:r>
                <a:rPr lang="en-US" altLang="zh-CN" sz="2000" dirty="0">
                  <a:solidFill>
                    <a:schemeClr val="bg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 pitchFamily="18" charset="0"/>
                </a:rPr>
                <a:t>v. to </a:t>
              </a:r>
              <a:r>
                <a:rPr lang="en-US" altLang="zh-CN" sz="2000" dirty="0" err="1">
                  <a:solidFill>
                    <a:schemeClr val="bg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 pitchFamily="18" charset="0"/>
                </a:rPr>
                <a:t>run,to</a:t>
              </a:r>
              <a:r>
                <a:rPr lang="en-US" altLang="zh-CN" sz="2000" dirty="0">
                  <a:solidFill>
                    <a:schemeClr val="bg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 pitchFamily="18" charset="0"/>
                </a:rPr>
                <a:t> gallop</a:t>
              </a:r>
              <a:endParaRPr lang="en-US" altLang="zh-CN" sz="2000" dirty="0">
                <a:solidFill>
                  <a:schemeClr val="bg1"/>
                </a:solidFill>
                <a:latin typeface="Times New Roman" panose="02020603050405020304"/>
                <a:cs typeface="Times New Roman" panose="02020603050405020304"/>
                <a:sym typeface="华文细黑" panose="02010600040101010101" pitchFamily="2" charset="-122"/>
              </a:endParaRPr>
            </a:p>
          </p:txBody>
        </p:sp>
      </p:grpSp>
      <p:sp>
        <p:nvSpPr>
          <p:cNvPr id="37" name="文本框 7"/>
          <p:cNvSpPr txBox="1"/>
          <p:nvPr/>
        </p:nvSpPr>
        <p:spPr>
          <a:xfrm>
            <a:off x="40005" y="4374525"/>
            <a:ext cx="275463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>
              <a:buNone/>
            </a:pPr>
            <a:r>
              <a:rPr lang="en-US" altLang="zh-CN" sz="3600" dirty="0" err="1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bēn</a:t>
            </a:r>
            <a:r>
              <a:rPr lang="en-US" altLang="zh-CN" sz="36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 </a:t>
            </a:r>
            <a:r>
              <a:rPr lang="en-US" altLang="zh-CN" sz="3600" dirty="0" err="1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pǎo</a:t>
            </a:r>
            <a:endParaRPr lang="en-US" altLang="zh-CN" sz="3600" dirty="0">
              <a:solidFill>
                <a:srgbClr val="2A2A2B"/>
              </a:solidFill>
              <a:latin typeface="华文细黑" panose="02010600040101010101" pitchFamily="2" charset="-122"/>
              <a:ea typeface="华文细黑" panose="02010600040101010101" pitchFamily="2" charset="-122"/>
              <a:sym typeface="+mn-ea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3586480" y="3628390"/>
            <a:ext cx="2229485" cy="3782060"/>
            <a:chOff x="4717" y="1909"/>
            <a:chExt cx="3511" cy="5956"/>
          </a:xfrm>
        </p:grpSpPr>
        <p:grpSp>
          <p:nvGrpSpPr>
            <p:cNvPr id="15" name="组合 14"/>
            <p:cNvGrpSpPr/>
            <p:nvPr/>
          </p:nvGrpSpPr>
          <p:grpSpPr>
            <a:xfrm>
              <a:off x="4718" y="1909"/>
              <a:ext cx="3465" cy="5030"/>
              <a:chOff x="1486086" y="120403"/>
              <a:chExt cx="2200089" cy="3194297"/>
            </a:xfrm>
          </p:grpSpPr>
          <p:sp>
            <p:nvSpPr>
              <p:cNvPr id="18" name="矩形: 圆角 76"/>
              <p:cNvSpPr/>
              <p:nvPr/>
            </p:nvSpPr>
            <p:spPr>
              <a:xfrm>
                <a:off x="1486086" y="120403"/>
                <a:ext cx="2200089" cy="3194297"/>
              </a:xfrm>
              <a:prstGeom prst="roundRect">
                <a:avLst/>
              </a:prstGeom>
              <a:solidFill>
                <a:srgbClr val="E2AEAB"/>
              </a:solidFill>
              <a:ln>
                <a:noFill/>
              </a:ln>
              <a:effectLst>
                <a:outerShdw blurRad="635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  <p:pic>
            <p:nvPicPr>
              <p:cNvPr id="19" name="图片 18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14281" y="196147"/>
                <a:ext cx="2124195" cy="3004708"/>
              </a:xfrm>
              <a:prstGeom prst="rect">
                <a:avLst/>
              </a:prstGeom>
            </p:spPr>
          </p:pic>
        </p:grpSp>
        <p:sp>
          <p:nvSpPr>
            <p:cNvPr id="20" name="文本框 7"/>
            <p:cNvSpPr txBox="1"/>
            <p:nvPr/>
          </p:nvSpPr>
          <p:spPr>
            <a:xfrm>
              <a:off x="4717" y="4133"/>
              <a:ext cx="3511" cy="37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5400" b="1" dirty="0">
                  <a:latin typeface="华文细黑" panose="02010600040101010101" pitchFamily="2" charset="-122"/>
                  <a:ea typeface="华文细黑" panose="02010600040101010101" pitchFamily="2" charset="-122"/>
                  <a:sym typeface="+mn-ea"/>
                </a:rPr>
                <a:t>辩论</a:t>
              </a:r>
              <a:endPara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endParaRPr>
            </a:p>
            <a:p>
              <a:pPr algn="ctr">
                <a:defRPr/>
              </a:pPr>
              <a:r>
                <a:rPr lang="en-US" altLang="zh-CN" sz="2000" dirty="0">
                  <a:solidFill>
                    <a:schemeClr val="bg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 pitchFamily="18" charset="0"/>
                </a:rPr>
                <a:t>v.to debate </a:t>
              </a:r>
              <a:endParaRPr lang="zh-CN" altLang="zh-CN" sz="2000" dirty="0">
                <a:solidFill>
                  <a:schemeClr val="bg1"/>
                </a:solidFill>
                <a:latin typeface="Times New Roman" panose="02020603050405020304"/>
                <a:cs typeface="Times New Roman" panose="02020603050405020304"/>
                <a:sym typeface="华文细黑" panose="02010600040101010101" pitchFamily="2" charset="-122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en-US" sz="2000" dirty="0" err="1">
                <a:solidFill>
                  <a:schemeClr val="bg1"/>
                </a:solidFill>
                <a:latin typeface="Times New Roman" panose="02020603050405020304"/>
                <a:cs typeface="Times New Roman" panose="02020603050405020304"/>
                <a:sym typeface="+mn-ea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endParaRPr>
            </a:p>
          </p:txBody>
        </p:sp>
      </p:grpSp>
      <p:sp>
        <p:nvSpPr>
          <p:cNvPr id="21" name="文本框 7"/>
          <p:cNvSpPr txBox="1"/>
          <p:nvPr/>
        </p:nvSpPr>
        <p:spPr>
          <a:xfrm>
            <a:off x="3586480" y="4364355"/>
            <a:ext cx="222948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>
              <a:buNone/>
            </a:pPr>
            <a:r>
              <a:rPr lang="en-US" altLang="zh-CN" sz="3600" dirty="0" err="1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biàn</a:t>
            </a:r>
            <a:r>
              <a:rPr lang="en-US" altLang="zh-CN" sz="36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 </a:t>
            </a:r>
            <a:r>
              <a:rPr lang="en-US" altLang="zh-CN" sz="3600" dirty="0" err="1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lùn</a:t>
            </a:r>
            <a:endParaRPr lang="en-US" altLang="zh-CN" sz="3600" dirty="0">
              <a:solidFill>
                <a:srgbClr val="2A2A2B"/>
              </a:solidFill>
              <a:latin typeface="华文细黑" panose="02010600040101010101" pitchFamily="2" charset="-122"/>
              <a:ea typeface="华文细黑" panose="02010600040101010101" pitchFamily="2" charset="-122"/>
              <a:sym typeface="+mn-ea"/>
            </a:endParaRPr>
          </a:p>
        </p:txBody>
      </p:sp>
      <p:pic>
        <p:nvPicPr>
          <p:cNvPr id="34" name="图片 33" descr="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19753" y="0"/>
            <a:ext cx="1459230" cy="1459230"/>
          </a:xfrm>
          <a:prstGeom prst="rect">
            <a:avLst/>
          </a:prstGeom>
        </p:spPr>
      </p:pic>
      <p:grpSp>
        <p:nvGrpSpPr>
          <p:cNvPr id="3" name="组合 2"/>
          <p:cNvGrpSpPr/>
          <p:nvPr/>
        </p:nvGrpSpPr>
        <p:grpSpPr>
          <a:xfrm>
            <a:off x="6513830" y="3628390"/>
            <a:ext cx="2243455" cy="3194050"/>
            <a:chOff x="9262" y="2028"/>
            <a:chExt cx="3533" cy="5030"/>
          </a:xfrm>
        </p:grpSpPr>
        <p:grpSp>
          <p:nvGrpSpPr>
            <p:cNvPr id="17" name="组合 16"/>
            <p:cNvGrpSpPr/>
            <p:nvPr/>
          </p:nvGrpSpPr>
          <p:grpSpPr>
            <a:xfrm>
              <a:off x="9330" y="2028"/>
              <a:ext cx="3465" cy="5030"/>
              <a:chOff x="1486086" y="120403"/>
              <a:chExt cx="2200089" cy="3194297"/>
            </a:xfrm>
          </p:grpSpPr>
          <p:sp>
            <p:nvSpPr>
              <p:cNvPr id="22" name="矩形: 圆角 76"/>
              <p:cNvSpPr/>
              <p:nvPr/>
            </p:nvSpPr>
            <p:spPr>
              <a:xfrm>
                <a:off x="1486086" y="120403"/>
                <a:ext cx="2200089" cy="3194297"/>
              </a:xfrm>
              <a:prstGeom prst="roundRect">
                <a:avLst/>
              </a:prstGeom>
              <a:solidFill>
                <a:srgbClr val="E2AEAB"/>
              </a:solidFill>
              <a:ln>
                <a:noFill/>
              </a:ln>
              <a:effectLst>
                <a:outerShdw blurRad="635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  <p:pic>
            <p:nvPicPr>
              <p:cNvPr id="23" name="图片 22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14281" y="196147"/>
                <a:ext cx="2124195" cy="3004708"/>
              </a:xfrm>
              <a:prstGeom prst="rect">
                <a:avLst/>
              </a:prstGeom>
            </p:spPr>
          </p:pic>
        </p:grpSp>
        <p:sp>
          <p:nvSpPr>
            <p:cNvPr id="24" name="文本框 7"/>
            <p:cNvSpPr txBox="1"/>
            <p:nvPr/>
          </p:nvSpPr>
          <p:spPr>
            <a:xfrm>
              <a:off x="9262" y="4252"/>
              <a:ext cx="3532" cy="185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5400" b="1" dirty="0">
                  <a:latin typeface="华文细黑" panose="02010600040101010101" pitchFamily="2" charset="-122"/>
                  <a:ea typeface="华文细黑" panose="02010600040101010101" pitchFamily="2" charset="-122"/>
                  <a:sym typeface="+mn-ea"/>
                </a:rPr>
                <a:t>青蛙</a:t>
              </a:r>
              <a:endPara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endParaRPr>
            </a:p>
            <a:p>
              <a:pPr algn="ctr" eaLnBrk="1">
                <a:lnSpc>
                  <a:spcPct val="80000"/>
                </a:lnSpc>
              </a:pPr>
              <a:r>
                <a:rPr lang="en-US" altLang="zh-CN" sz="2000" kern="100" dirty="0">
                  <a:solidFill>
                    <a:schemeClr val="bg1"/>
                  </a:solidFill>
                  <a:latin typeface="Times New Roman" panose="02020603050405020304" pitchFamily="18" charset="0"/>
                  <a:ea typeface="华文楷体" panose="02010600040101010101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n. frog</a:t>
              </a:r>
              <a:endParaRPr lang="zh-CN" altLang="zh-CN" sz="2000" kern="100" dirty="0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charset="-122"/>
                <a:cs typeface="Times New Roman" panose="02020603050405020304" pitchFamily="18" charset="0"/>
                <a:sym typeface="华文细黑" panose="02010600040101010101" pitchFamily="2" charset="-122"/>
              </a:endParaRPr>
            </a:p>
          </p:txBody>
        </p:sp>
      </p:grpSp>
      <p:sp>
        <p:nvSpPr>
          <p:cNvPr id="30" name="文本框 7"/>
          <p:cNvSpPr txBox="1"/>
          <p:nvPr/>
        </p:nvSpPr>
        <p:spPr>
          <a:xfrm>
            <a:off x="6289675" y="4446905"/>
            <a:ext cx="275463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600" dirty="0" err="1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qīng</a:t>
            </a:r>
            <a:r>
              <a:rPr lang="en-US" altLang="zh-CN" sz="36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 </a:t>
            </a:r>
            <a:r>
              <a:rPr lang="en-US" altLang="zh-CN" sz="3600" dirty="0" err="1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wā</a:t>
            </a:r>
            <a:endParaRPr lang="en-US" altLang="zh-CN" sz="3600" dirty="0">
              <a:solidFill>
                <a:srgbClr val="2A2A2B"/>
              </a:solidFill>
              <a:latin typeface="华文细黑" panose="02010600040101010101" pitchFamily="2" charset="-122"/>
              <a:ea typeface="华文细黑" panose="02010600040101010101" pitchFamily="2" charset="-122"/>
              <a:sym typeface="+mn-ea"/>
            </a:endParaRPr>
          </a:p>
        </p:txBody>
      </p:sp>
      <p:grpSp>
        <p:nvGrpSpPr>
          <p:cNvPr id="31" name="组合 30"/>
          <p:cNvGrpSpPr/>
          <p:nvPr/>
        </p:nvGrpSpPr>
        <p:grpSpPr>
          <a:xfrm>
            <a:off x="9522561" y="3646170"/>
            <a:ext cx="2269490" cy="3929380"/>
            <a:chOff x="4718" y="1909"/>
            <a:chExt cx="3574" cy="6188"/>
          </a:xfrm>
        </p:grpSpPr>
        <p:grpSp>
          <p:nvGrpSpPr>
            <p:cNvPr id="32" name="组合 31"/>
            <p:cNvGrpSpPr/>
            <p:nvPr/>
          </p:nvGrpSpPr>
          <p:grpSpPr>
            <a:xfrm>
              <a:off x="4718" y="1909"/>
              <a:ext cx="3465" cy="5030"/>
              <a:chOff x="1486086" y="120403"/>
              <a:chExt cx="2200089" cy="3194297"/>
            </a:xfrm>
          </p:grpSpPr>
          <p:sp>
            <p:nvSpPr>
              <p:cNvPr id="33" name="矩形: 圆角 76"/>
              <p:cNvSpPr/>
              <p:nvPr/>
            </p:nvSpPr>
            <p:spPr>
              <a:xfrm>
                <a:off x="1486086" y="120403"/>
                <a:ext cx="2200089" cy="3194297"/>
              </a:xfrm>
              <a:prstGeom prst="roundRect">
                <a:avLst/>
              </a:prstGeom>
              <a:solidFill>
                <a:srgbClr val="E2AEAB"/>
              </a:solidFill>
              <a:ln>
                <a:noFill/>
              </a:ln>
              <a:effectLst>
                <a:outerShdw blurRad="635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  <p:pic>
            <p:nvPicPr>
              <p:cNvPr id="35" name="图片 34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14281" y="196147"/>
                <a:ext cx="2124195" cy="3004708"/>
              </a:xfrm>
              <a:prstGeom prst="rect">
                <a:avLst/>
              </a:prstGeom>
            </p:spPr>
          </p:pic>
        </p:grpSp>
        <p:sp>
          <p:nvSpPr>
            <p:cNvPr id="36" name="文本框 7"/>
            <p:cNvSpPr txBox="1"/>
            <p:nvPr/>
          </p:nvSpPr>
          <p:spPr>
            <a:xfrm>
              <a:off x="4866" y="4063"/>
              <a:ext cx="3426" cy="403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algn="ctr">
                <a:defRPr/>
              </a:pPr>
              <a:r>
                <a:rPr lang="zh-CN" altLang="en-US" sz="5400" b="1" dirty="0">
                  <a:latin typeface="华文细黑" panose="02010600040101010101" pitchFamily="2" charset="-122"/>
                  <a:ea typeface="华文细黑" panose="02010600040101010101" pitchFamily="2" charset="-122"/>
                  <a:sym typeface="+mn-ea"/>
                </a:rPr>
                <a:t>  蹄</a:t>
              </a:r>
              <a:r>
                <a:rPr lang="en-US" altLang="zh-CN" sz="5400" b="1" dirty="0">
                  <a:latin typeface="华文细黑" panose="02010600040101010101" pitchFamily="2" charset="-122"/>
                  <a:ea typeface="华文细黑" panose="02010600040101010101" pitchFamily="2" charset="-122"/>
                  <a:sym typeface="+mn-ea"/>
                </a:rPr>
                <a:t>(</a:t>
              </a:r>
              <a:r>
                <a:rPr lang="zh-CN" altLang="en-US" sz="5400" b="1" dirty="0">
                  <a:latin typeface="华文细黑" panose="02010600040101010101" pitchFamily="2" charset="-122"/>
                  <a:ea typeface="华文细黑" panose="02010600040101010101" pitchFamily="2" charset="-122"/>
                  <a:sym typeface="+mn-ea"/>
                </a:rPr>
                <a:t>子</a:t>
              </a:r>
              <a:r>
                <a:rPr lang="en-US" altLang="zh-CN" sz="5400" b="1" dirty="0">
                  <a:latin typeface="华文细黑" panose="02010600040101010101" pitchFamily="2" charset="-122"/>
                  <a:ea typeface="华文细黑" panose="02010600040101010101" pitchFamily="2" charset="-122"/>
                  <a:sym typeface="+mn-ea"/>
                </a:rPr>
                <a:t>)</a:t>
              </a:r>
              <a:endPara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endParaRPr>
            </a:p>
            <a:p>
              <a:pPr algn="ctr">
                <a:lnSpc>
                  <a:spcPct val="80000"/>
                </a:lnSpc>
              </a:pPr>
              <a:r>
                <a:rPr lang="en-US" altLang="zh-CN" sz="2000" kern="100" dirty="0">
                  <a:solidFill>
                    <a:schemeClr val="bg1"/>
                  </a:solidFill>
                  <a:latin typeface="Times New Roman" panose="02020603050405020304" pitchFamily="18" charset="0"/>
                  <a:ea typeface="华文楷体" panose="02010600040101010101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  </a:t>
              </a:r>
            </a:p>
            <a:p>
              <a:pPr algn="ctr">
                <a:lnSpc>
                  <a:spcPct val="80000"/>
                </a:lnSpc>
              </a:pPr>
              <a:r>
                <a:rPr lang="en-US" altLang="zh-CN" sz="2000" kern="100" dirty="0">
                  <a:solidFill>
                    <a:schemeClr val="bg1"/>
                  </a:solidFill>
                  <a:latin typeface="Times New Roman" panose="02020603050405020304" pitchFamily="18" charset="0"/>
                  <a:ea typeface="华文楷体" panose="02010600040101010101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n. hoof</a:t>
              </a:r>
              <a:endParaRPr lang="zh-CN" altLang="zh-CN" sz="2000" kern="100" dirty="0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charset="-122"/>
                <a:cs typeface="Times New Roman" panose="02020603050405020304" pitchFamily="18" charset="0"/>
                <a:sym typeface="华文细黑" panose="02010600040101010101" pitchFamily="2" charset="-122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en-US" sz="2000" dirty="0" err="1">
                <a:solidFill>
                  <a:schemeClr val="bg1"/>
                </a:solidFill>
                <a:latin typeface="Times New Roman" panose="02020603050405020304"/>
                <a:cs typeface="Times New Roman" panose="02020603050405020304"/>
                <a:sym typeface="+mn-ea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endParaRPr>
            </a:p>
          </p:txBody>
        </p:sp>
      </p:grpSp>
      <p:sp>
        <p:nvSpPr>
          <p:cNvPr id="38" name="文本框 7"/>
          <p:cNvSpPr txBox="1"/>
          <p:nvPr/>
        </p:nvSpPr>
        <p:spPr>
          <a:xfrm>
            <a:off x="9632058" y="4364354"/>
            <a:ext cx="222948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>
              <a:buNone/>
            </a:pPr>
            <a:r>
              <a:rPr lang="en-US" altLang="zh-CN" sz="3600" dirty="0" err="1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tí</a:t>
            </a:r>
            <a:r>
              <a:rPr lang="zh-CN" altLang="en-US" sz="36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（</a:t>
            </a:r>
            <a:r>
              <a:rPr lang="en-US" altLang="zh-CN" sz="36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zi</a:t>
            </a:r>
            <a:r>
              <a:rPr lang="zh-CN" altLang="en-US" sz="36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）</a:t>
            </a:r>
            <a:endParaRPr lang="en-US" altLang="zh-CN" sz="3600" dirty="0">
              <a:solidFill>
                <a:srgbClr val="2A2A2B"/>
              </a:solidFill>
              <a:latin typeface="华文细黑" panose="02010600040101010101" pitchFamily="2" charset="-122"/>
              <a:ea typeface="华文细黑" panose="02010600040101010101" pitchFamily="2" charset="-122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  <p:transition spd="slow">
    <p:split orient="vert"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500"/>
                            </p:stCondLst>
                            <p:childTnLst>
                              <p:par>
                                <p:cTn id="35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000"/>
                            </p:stCondLst>
                            <p:childTnLst>
                              <p:par>
                                <p:cTn id="41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seq concurrent="1" nextAc="seek">
              <p:cTn id="5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seq concurrent="1" nextAc="seek">
              <p:cTn id="5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" fill="hold">
                      <p:stCondLst>
                        <p:cond delay="0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70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1" fill="hold">
                      <p:stCondLst>
                        <p:cond delay="0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76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7" fill="hold">
                      <p:stCondLst>
                        <p:cond delay="0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seq concurrent="1" nextAc="seek">
              <p:cTn id="82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3" fill="hold">
                      <p:stCondLst>
                        <p:cond delay="0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</p:childTnLst>
        </p:cTn>
      </p:par>
    </p:tnLst>
    <p:bldLst>
      <p:bldP spid="10" grpId="0"/>
      <p:bldP spid="62" grpId="0"/>
      <p:bldP spid="13" grpId="0"/>
      <p:bldP spid="37" grpId="0"/>
      <p:bldP spid="21" grpId="0"/>
      <p:bldP spid="30" grpId="0"/>
      <p:bldP spid="3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AutoShape 4" descr="@冒险家的旅程か★&#10;png免抠素材 海报装饰元素 png透明背景素材 卡通素材  贴纸素材 标签素材 风扇 夏季风扇 强力风扇 吹风 吹凉"/>
          <p:cNvSpPr>
            <a:spLocks noChangeAspect="1" noChangeArrowheads="1"/>
          </p:cNvSpPr>
          <p:nvPr/>
        </p:nvSpPr>
        <p:spPr bwMode="auto">
          <a:xfrm>
            <a:off x="156528" y="283527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0" name="组合 9"/>
          <p:cNvGrpSpPr/>
          <p:nvPr/>
        </p:nvGrpSpPr>
        <p:grpSpPr>
          <a:xfrm>
            <a:off x="2720044" y="1582421"/>
            <a:ext cx="6897031" cy="3716546"/>
            <a:chOff x="4263" y="2250"/>
            <a:chExt cx="10672" cy="5355"/>
          </a:xfrm>
        </p:grpSpPr>
        <p:pic>
          <p:nvPicPr>
            <p:cNvPr id="1026" name="Picture 2" descr="C:\Users\Administrator\Desktop\小红书\对外汉语战略搞钱计划\教学素材\图片\电脑.png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4263" y="2250"/>
              <a:ext cx="10672" cy="5355"/>
            </a:xfrm>
            <a:prstGeom prst="rect">
              <a:avLst/>
            </a:prstGeom>
            <a:noFill/>
          </p:spPr>
        </p:pic>
        <p:sp>
          <p:nvSpPr>
            <p:cNvPr id="28" name="矩形 27"/>
            <p:cNvSpPr/>
            <p:nvPr/>
          </p:nvSpPr>
          <p:spPr>
            <a:xfrm>
              <a:off x="6063" y="2700"/>
              <a:ext cx="7088" cy="393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AF915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2425065" y="740410"/>
            <a:ext cx="7294880" cy="650240"/>
            <a:chOff x="3302" y="3426"/>
            <a:chExt cx="10274" cy="632"/>
          </a:xfrm>
        </p:grpSpPr>
        <p:sp>
          <p:nvSpPr>
            <p:cNvPr id="9" name="圆角矩形 8"/>
            <p:cNvSpPr/>
            <p:nvPr/>
          </p:nvSpPr>
          <p:spPr>
            <a:xfrm>
              <a:off x="3424" y="3426"/>
              <a:ext cx="10152" cy="632"/>
            </a:xfrm>
            <a:prstGeom prst="roundRect">
              <a:avLst/>
            </a:prstGeom>
            <a:noFill/>
            <a:ln w="19050">
              <a:solidFill>
                <a:srgbClr val="CFB26F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E2AEAB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7"/>
            <p:cNvSpPr txBox="1"/>
            <p:nvPr/>
          </p:nvSpPr>
          <p:spPr>
            <a:xfrm>
              <a:off x="3302" y="3514"/>
              <a:ext cx="10274" cy="44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algn="ctr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 dirty="0">
                  <a:solidFill>
                    <a:srgbClr val="CFB26F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宋体" pitchFamily="2" charset="-122"/>
                  <a:sym typeface="Calibri" panose="020F0502020204030204" charset="0"/>
                </a:rPr>
                <a:t>请试着用本课的生词来描述下面的图片？</a:t>
              </a:r>
              <a:endParaRPr lang="zh-CN" altLang="en-US" sz="2400" b="1" noProof="0" dirty="0">
                <a:ln>
                  <a:noFill/>
                </a:ln>
                <a:solidFill>
                  <a:srgbClr val="CFB26F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宋体" pitchFamily="2" charset="-122"/>
                <a:sym typeface="Calibri" panose="020F0502020204030204" charset="0"/>
              </a:endParaRPr>
            </a:p>
          </p:txBody>
        </p:sp>
      </p:grpSp>
      <p:pic>
        <p:nvPicPr>
          <p:cNvPr id="30" name="图片 29" descr="老师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5965" y="3834765"/>
            <a:ext cx="1261110" cy="1217295"/>
          </a:xfrm>
          <a:prstGeom prst="rect">
            <a:avLst/>
          </a:prstGeom>
        </p:spPr>
      </p:pic>
      <p:sp>
        <p:nvSpPr>
          <p:cNvPr id="4" name="圆角矩形 3"/>
          <p:cNvSpPr/>
          <p:nvPr/>
        </p:nvSpPr>
        <p:spPr>
          <a:xfrm>
            <a:off x="60960" y="5488305"/>
            <a:ext cx="12094845" cy="852170"/>
          </a:xfrm>
          <a:prstGeom prst="roundRect">
            <a:avLst>
              <a:gd name="adj" fmla="val 47532"/>
            </a:avLst>
          </a:prstGeom>
          <a:solidFill>
            <a:srgbClr val="CE7A77"/>
          </a:solidFill>
          <a:ln>
            <a:gradFill>
              <a:gsLst>
                <a:gs pos="0">
                  <a:srgbClr val="E19B93"/>
                </a:gs>
                <a:gs pos="100000">
                  <a:srgbClr val="C86E6E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-12700" y="5477457"/>
            <a:ext cx="12094845" cy="1099185"/>
          </a:xfrm>
          <a:prstGeom prst="roundRect">
            <a:avLst>
              <a:gd name="adj" fmla="val 47532"/>
            </a:avLst>
          </a:prstGeom>
          <a:solidFill>
            <a:srgbClr val="E2AE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grpSp>
        <p:nvGrpSpPr>
          <p:cNvPr id="96" name="组合 95"/>
          <p:cNvGrpSpPr/>
          <p:nvPr/>
        </p:nvGrpSpPr>
        <p:grpSpPr>
          <a:xfrm>
            <a:off x="60960" y="5490845"/>
            <a:ext cx="852170" cy="889000"/>
            <a:chOff x="584" y="3246"/>
            <a:chExt cx="1342" cy="1400"/>
          </a:xfrm>
        </p:grpSpPr>
        <p:sp>
          <p:nvSpPr>
            <p:cNvPr id="97" name="椭圆 96"/>
            <p:cNvSpPr/>
            <p:nvPr/>
          </p:nvSpPr>
          <p:spPr>
            <a:xfrm>
              <a:off x="584" y="3246"/>
              <a:ext cx="1342" cy="1342"/>
            </a:xfrm>
            <a:prstGeom prst="ellipse">
              <a:avLst/>
            </a:prstGeom>
            <a:solidFill>
              <a:srgbClr val="E2AEAB"/>
            </a:solidFill>
            <a:ln>
              <a:solidFill>
                <a:schemeClr val="bg1"/>
              </a:solidFill>
            </a:ln>
            <a:effectLst>
              <a:outerShdw blurRad="76200" sx="102000" sy="102000" algn="l" rotWithShape="0">
                <a:prstClr val="black">
                  <a:alpha val="83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pic>
          <p:nvPicPr>
            <p:cNvPr id="98" name="图片 97" descr="我卡通1压缩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84" y="3308"/>
              <a:ext cx="1338" cy="1338"/>
            </a:xfrm>
            <a:prstGeom prst="rect">
              <a:avLst/>
            </a:prstGeom>
          </p:spPr>
        </p:pic>
      </p:grpSp>
      <p:sp>
        <p:nvSpPr>
          <p:cNvPr id="6" name="文本框 7"/>
          <p:cNvSpPr txBox="1"/>
          <p:nvPr/>
        </p:nvSpPr>
        <p:spPr>
          <a:xfrm>
            <a:off x="985520" y="5611550"/>
            <a:ext cx="11097895" cy="830997"/>
          </a:xfrm>
          <a:prstGeom prst="rect">
            <a:avLst/>
          </a:prstGeom>
          <a:noFill/>
          <a:effectLst>
            <a:outerShdw blurRad="127000" dir="5400000" sx="102000" sy="102000" algn="ctr" rotWithShape="0">
              <a:srgbClr val="4E98C7">
                <a:alpha val="68000"/>
              </a:srgbClr>
            </a:outerShdw>
          </a:effectLst>
        </p:spPr>
        <p:txBody>
          <a:bodyPr wrap="square"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lang="zh-CN" altLang="en-US" sz="2400" b="1" dirty="0">
                <a:ln w="22225">
                  <a:noFill/>
                  <a:prstDash val="solid"/>
                </a:ln>
                <a:solidFill>
                  <a:schemeClr val="bg1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这是一位摄影师拍的照片。照片上有一匹马，它身上的毛是棕色的，但蹄子是白色的。照片上它正扬着脖子，两个前蹄没有落地。</a:t>
            </a:r>
            <a:endParaRPr lang="zh-CN" sz="2400" b="1" dirty="0">
              <a:ln w="22225">
                <a:noFill/>
                <a:prstDash val="solid"/>
              </a:ln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" name="文本框 7"/>
          <p:cNvSpPr txBox="1"/>
          <p:nvPr/>
        </p:nvSpPr>
        <p:spPr>
          <a:xfrm>
            <a:off x="165735" y="213995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热身</a:t>
            </a:r>
          </a:p>
        </p:txBody>
      </p:sp>
      <p:sp>
        <p:nvSpPr>
          <p:cNvPr id="7" name="文本框 7"/>
          <p:cNvSpPr txBox="1"/>
          <p:nvPr/>
        </p:nvSpPr>
        <p:spPr>
          <a:xfrm>
            <a:off x="237490" y="702310"/>
            <a:ext cx="117729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Warm-up</a:t>
            </a: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3336" y="1912868"/>
            <a:ext cx="4580787" cy="2696836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7"/>
          <p:cNvSpPr txBox="1"/>
          <p:nvPr/>
        </p:nvSpPr>
        <p:spPr>
          <a:xfrm>
            <a:off x="166805" y="214290"/>
            <a:ext cx="1251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练一练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5" name="文本框 7"/>
          <p:cNvSpPr txBox="1"/>
          <p:nvPr/>
        </p:nvSpPr>
        <p:spPr>
          <a:xfrm>
            <a:off x="238243" y="702214"/>
            <a:ext cx="104013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Practise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2261235" y="363855"/>
            <a:ext cx="1402371" cy="708025"/>
            <a:chOff x="4428" y="448"/>
            <a:chExt cx="3124" cy="1115"/>
          </a:xfrm>
        </p:grpSpPr>
        <p:sp>
          <p:nvSpPr>
            <p:cNvPr id="43" name="圆角矩形 42"/>
            <p:cNvSpPr/>
            <p:nvPr/>
          </p:nvSpPr>
          <p:spPr>
            <a:xfrm>
              <a:off x="4428" y="462"/>
              <a:ext cx="3117" cy="1067"/>
            </a:xfrm>
            <a:prstGeom prst="roundRect">
              <a:avLst/>
            </a:prstGeom>
            <a:solidFill>
              <a:srgbClr val="9F313C"/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文本框 43"/>
            <p:cNvSpPr txBox="1"/>
            <p:nvPr/>
          </p:nvSpPr>
          <p:spPr>
            <a:xfrm>
              <a:off x="4429" y="448"/>
              <a:ext cx="3123" cy="1115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/>
              <a:r>
                <a:rPr lang="zh-CN" altLang="en-US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anose="02010600030101010101" pitchFamily="2" charset="-122"/>
                </a:rPr>
                <a:t>辩论</a:t>
              </a: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4203065" y="372745"/>
            <a:ext cx="1472565" cy="708025"/>
            <a:chOff x="4428" y="448"/>
            <a:chExt cx="2319" cy="1115"/>
          </a:xfrm>
        </p:grpSpPr>
        <p:sp>
          <p:nvSpPr>
            <p:cNvPr id="11" name="圆角矩形 10"/>
            <p:cNvSpPr/>
            <p:nvPr/>
          </p:nvSpPr>
          <p:spPr>
            <a:xfrm>
              <a:off x="4428" y="462"/>
              <a:ext cx="2319" cy="1067"/>
            </a:xfrm>
            <a:prstGeom prst="roundRect">
              <a:avLst/>
            </a:prstGeom>
            <a:solidFill>
              <a:srgbClr val="9F313C"/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4591" y="448"/>
              <a:ext cx="2155" cy="1115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/>
              <a:r>
                <a:rPr lang="zh-CN" altLang="en-US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anose="02010600030101010101" pitchFamily="2" charset="-122"/>
                </a:rPr>
                <a:t>蹄子</a:t>
              </a: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-233680" y="1061245"/>
            <a:ext cx="11011535" cy="1628140"/>
            <a:chOff x="-260" y="2132"/>
            <a:chExt cx="17341" cy="2564"/>
          </a:xfrm>
        </p:grpSpPr>
        <p:sp>
          <p:nvSpPr>
            <p:cNvPr id="2" name="矩形 1"/>
            <p:cNvSpPr/>
            <p:nvPr/>
          </p:nvSpPr>
          <p:spPr>
            <a:xfrm>
              <a:off x="1460" y="2610"/>
              <a:ext cx="15621" cy="1608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rgbClr val="9F313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/>
            <a:p>
              <a:r>
                <a:rPr lang="zh-CN" altLang="en-US" sz="3600" b="1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+mn-ea"/>
                </a:rPr>
                <a:t> </a:t>
              </a:r>
              <a:r>
                <a:rPr lang="en-US" altLang="zh-CN" sz="3600" b="1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+mn-ea"/>
                </a:rPr>
                <a:t>______</a:t>
              </a:r>
              <a:r>
                <a:rPr lang="zh-CN" altLang="en-US" sz="3600" b="1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+mn-ea"/>
                </a:rPr>
                <a:t> 这个话题，他们已经争论了一个下午了。</a:t>
              </a:r>
            </a:p>
          </p:txBody>
        </p:sp>
        <p:pic>
          <p:nvPicPr>
            <p:cNvPr id="6" name="图片 5" descr="C:\Users\Administrator\Desktop\小红书\对外汉语战略搞钱计划\教学素材\图片素材\我压缩.png我压缩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-260" y="2132"/>
              <a:ext cx="2564" cy="2564"/>
            </a:xfrm>
            <a:prstGeom prst="rect">
              <a:avLst/>
            </a:prstGeom>
          </p:spPr>
        </p:pic>
      </p:grpSp>
      <p:sp>
        <p:nvSpPr>
          <p:cNvPr id="36" name="文本框 35"/>
          <p:cNvSpPr txBox="1"/>
          <p:nvPr/>
        </p:nvSpPr>
        <p:spPr>
          <a:xfrm>
            <a:off x="858638" y="1596294"/>
            <a:ext cx="1995170" cy="7683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44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cs typeface="思源黑体 CN Regular" panose="020B0500000000000000" pitchFamily="34" charset="-122"/>
                <a:sym typeface="宋体" panose="02010600030101010101" pitchFamily="2" charset="-122"/>
              </a:rPr>
              <a:t>围绕</a:t>
            </a:r>
          </a:p>
        </p:txBody>
      </p:sp>
      <p:grpSp>
        <p:nvGrpSpPr>
          <p:cNvPr id="7" name="组合 6"/>
          <p:cNvGrpSpPr/>
          <p:nvPr/>
        </p:nvGrpSpPr>
        <p:grpSpPr>
          <a:xfrm>
            <a:off x="-233680" y="2363516"/>
            <a:ext cx="11019790" cy="1628140"/>
            <a:chOff x="-273" y="2115"/>
            <a:chExt cx="17354" cy="2564"/>
          </a:xfrm>
        </p:grpSpPr>
        <p:sp>
          <p:nvSpPr>
            <p:cNvPr id="8" name="矩形 7"/>
            <p:cNvSpPr/>
            <p:nvPr/>
          </p:nvSpPr>
          <p:spPr>
            <a:xfrm>
              <a:off x="1460" y="2610"/>
              <a:ext cx="15621" cy="1608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rgbClr val="9F313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/>
            <a:p>
              <a:r>
                <a:rPr lang="zh-CN" altLang="en-US" sz="3600" b="1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+mn-ea"/>
                </a:rPr>
                <a:t>学校下个月要举办一次 </a:t>
              </a:r>
              <a:r>
                <a:rPr lang="en-US" altLang="zh-CN" sz="3600" b="1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+mn-ea"/>
                </a:rPr>
                <a:t>_____ </a:t>
              </a:r>
              <a:r>
                <a:rPr lang="zh-CN" altLang="en-US" sz="3600" b="1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+mn-ea"/>
                </a:rPr>
                <a:t>比赛。</a:t>
              </a:r>
            </a:p>
          </p:txBody>
        </p:sp>
        <p:pic>
          <p:nvPicPr>
            <p:cNvPr id="16" name="图片 15" descr="C:\Users\Administrator\Desktop\小红书\对外汉语战略搞钱计划\教学素材\图片素材\我压缩.png我压缩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-273" y="2115"/>
              <a:ext cx="2564" cy="2564"/>
            </a:xfrm>
            <a:prstGeom prst="rect">
              <a:avLst/>
            </a:prstGeom>
          </p:spPr>
        </p:pic>
      </p:grpSp>
      <p:grpSp>
        <p:nvGrpSpPr>
          <p:cNvPr id="17" name="组合 16"/>
          <p:cNvGrpSpPr/>
          <p:nvPr/>
        </p:nvGrpSpPr>
        <p:grpSpPr>
          <a:xfrm>
            <a:off x="-349568" y="3760441"/>
            <a:ext cx="11127740" cy="1628140"/>
            <a:chOff x="-368" y="2132"/>
            <a:chExt cx="17524" cy="2564"/>
          </a:xfrm>
        </p:grpSpPr>
        <p:sp>
          <p:nvSpPr>
            <p:cNvPr id="18" name="矩形 17"/>
            <p:cNvSpPr/>
            <p:nvPr/>
          </p:nvSpPr>
          <p:spPr>
            <a:xfrm>
              <a:off x="1460" y="2610"/>
              <a:ext cx="15696" cy="1608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rgbClr val="9F313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/>
            <a:p>
              <a:r>
                <a:rPr lang="zh-CN" altLang="en-US" sz="3600" b="1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+mn-ea"/>
                </a:rPr>
                <a:t>一只_____跳进了院子里。</a:t>
              </a:r>
            </a:p>
          </p:txBody>
        </p:sp>
        <p:pic>
          <p:nvPicPr>
            <p:cNvPr id="23" name="图片 22" descr="C:\Users\Administrator\Desktop\小红书\对外汉语战略搞钱计划\教学素材\图片素材\我压缩.png我压缩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-368" y="2132"/>
              <a:ext cx="2564" cy="2564"/>
            </a:xfrm>
            <a:prstGeom prst="rect">
              <a:avLst/>
            </a:prstGeom>
          </p:spPr>
        </p:pic>
      </p:grpSp>
      <p:sp>
        <p:nvSpPr>
          <p:cNvPr id="24" name="文本框 23"/>
          <p:cNvSpPr txBox="1"/>
          <p:nvPr/>
        </p:nvSpPr>
        <p:spPr>
          <a:xfrm>
            <a:off x="5617073" y="2781935"/>
            <a:ext cx="1995170" cy="7683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44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cs typeface="思源黑体 CN Regular" panose="020B0500000000000000" pitchFamily="34" charset="-122"/>
                <a:sym typeface="宋体" panose="02010600030101010101" pitchFamily="2" charset="-122"/>
              </a:rPr>
              <a:t>辩论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1394460" y="4315460"/>
            <a:ext cx="1995170" cy="76944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44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cs typeface="思源黑体 CN Regular" panose="020B0500000000000000" pitchFamily="34" charset="-122"/>
                <a:sym typeface="宋体" panose="02010600030101010101" pitchFamily="2" charset="-122"/>
              </a:rPr>
              <a:t>青蛙</a:t>
            </a:r>
          </a:p>
        </p:txBody>
      </p:sp>
      <p:grpSp>
        <p:nvGrpSpPr>
          <p:cNvPr id="22" name="组合 21"/>
          <p:cNvGrpSpPr/>
          <p:nvPr/>
        </p:nvGrpSpPr>
        <p:grpSpPr>
          <a:xfrm>
            <a:off x="6156960" y="381635"/>
            <a:ext cx="1402371" cy="708025"/>
            <a:chOff x="4428" y="448"/>
            <a:chExt cx="3124" cy="1115"/>
          </a:xfrm>
        </p:grpSpPr>
        <p:sp>
          <p:nvSpPr>
            <p:cNvPr id="26" name="圆角矩形 25"/>
            <p:cNvSpPr/>
            <p:nvPr/>
          </p:nvSpPr>
          <p:spPr>
            <a:xfrm>
              <a:off x="4428" y="462"/>
              <a:ext cx="3117" cy="1067"/>
            </a:xfrm>
            <a:prstGeom prst="roundRect">
              <a:avLst/>
            </a:prstGeom>
            <a:solidFill>
              <a:srgbClr val="9F313C"/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4429" y="448"/>
              <a:ext cx="3123" cy="1115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/>
              <a:r>
                <a:rPr lang="zh-CN" altLang="en-US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anose="02010600030101010101" pitchFamily="2" charset="-122"/>
                </a:rPr>
                <a:t>围绕</a:t>
              </a: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8047990" y="390525"/>
            <a:ext cx="1472565" cy="706755"/>
            <a:chOff x="4428" y="448"/>
            <a:chExt cx="2319" cy="1113"/>
          </a:xfrm>
        </p:grpSpPr>
        <p:sp>
          <p:nvSpPr>
            <p:cNvPr id="29" name="圆角矩形 28"/>
            <p:cNvSpPr/>
            <p:nvPr/>
          </p:nvSpPr>
          <p:spPr>
            <a:xfrm>
              <a:off x="4428" y="462"/>
              <a:ext cx="2319" cy="1067"/>
            </a:xfrm>
            <a:prstGeom prst="roundRect">
              <a:avLst/>
            </a:prstGeom>
            <a:solidFill>
              <a:srgbClr val="9F313C"/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4591" y="448"/>
              <a:ext cx="2155" cy="1113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/>
              <a:r>
                <a:rPr lang="zh-CN" altLang="en-US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anose="02010600030101010101" pitchFamily="2" charset="-122"/>
                </a:rPr>
                <a:t>青蛙</a:t>
              </a: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-349885" y="5242720"/>
            <a:ext cx="11011535" cy="1628140"/>
            <a:chOff x="-260" y="2132"/>
            <a:chExt cx="17341" cy="2564"/>
          </a:xfrm>
        </p:grpSpPr>
        <p:sp>
          <p:nvSpPr>
            <p:cNvPr id="14" name="矩形 13"/>
            <p:cNvSpPr/>
            <p:nvPr/>
          </p:nvSpPr>
          <p:spPr>
            <a:xfrm>
              <a:off x="1460" y="2610"/>
              <a:ext cx="15621" cy="1608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rgbClr val="9F313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/>
            <a:p>
              <a:r>
                <a:rPr lang="zh-CN" altLang="en-US" sz="3600" b="1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+mn-ea"/>
                </a:rPr>
                <a:t> 马奔跑的时候</a:t>
              </a:r>
              <a:r>
                <a:rPr lang="en-US" altLang="zh-CN" sz="3600" b="1" dirty="0">
                  <a:solidFill>
                    <a:srgbClr val="C00000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+mn-ea"/>
                </a:rPr>
                <a:t>______</a:t>
              </a:r>
              <a:r>
                <a:rPr lang="zh-CN" altLang="en-US" sz="3600" b="1" dirty="0">
                  <a:solidFill>
                    <a:srgbClr val="FF0000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+mn-ea"/>
                </a:rPr>
                <a:t> </a:t>
              </a:r>
              <a:r>
                <a:rPr lang="zh-CN" altLang="en-US" sz="3600" b="1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+mn-ea"/>
                </a:rPr>
                <a:t>着地吗？</a:t>
              </a:r>
            </a:p>
          </p:txBody>
        </p:sp>
        <p:pic>
          <p:nvPicPr>
            <p:cNvPr id="15" name="图片 14" descr="C:\Users\Administrator\Desktop\小红书\对外汉语战略搞钱计划\教学素材\图片素材\我压缩.png我压缩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-260" y="2132"/>
              <a:ext cx="2564" cy="2564"/>
            </a:xfrm>
            <a:prstGeom prst="rect">
              <a:avLst/>
            </a:prstGeom>
          </p:spPr>
        </p:pic>
      </p:grpSp>
      <p:sp>
        <p:nvSpPr>
          <p:cNvPr id="19" name="文本框 18"/>
          <p:cNvSpPr txBox="1"/>
          <p:nvPr/>
        </p:nvSpPr>
        <p:spPr>
          <a:xfrm>
            <a:off x="3680528" y="5640632"/>
            <a:ext cx="1995170" cy="7683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44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cs typeface="思源黑体 CN Regular" panose="020B0500000000000000" pitchFamily="34" charset="-122"/>
                <a:sym typeface="宋体" pitchFamily="2" charset="-122"/>
              </a:rPr>
              <a:t>蹄子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24" grpId="0"/>
      <p:bldP spid="25" grpId="0"/>
      <p:bldP spid="1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5668" y="536"/>
            <a:ext cx="9180665" cy="6856928"/>
          </a:xfrm>
          <a:prstGeom prst="rect">
            <a:avLst/>
          </a:prstGeom>
        </p:spPr>
      </p:pic>
      <p:pic>
        <p:nvPicPr>
          <p:cNvPr id="5" name="图片 4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674997" y="536"/>
            <a:ext cx="9180665" cy="6856928"/>
          </a:xfrm>
          <a:prstGeom prst="rect">
            <a:avLst/>
          </a:prstGeom>
        </p:spPr>
      </p:pic>
      <p:pic>
        <p:nvPicPr>
          <p:cNvPr id="6" name="图片 5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6333" y="536"/>
            <a:ext cx="9180665" cy="6856928"/>
          </a:xfrm>
          <a:prstGeom prst="rect">
            <a:avLst/>
          </a:prstGeom>
        </p:spPr>
      </p:pic>
      <p:pic>
        <p:nvPicPr>
          <p:cNvPr id="38" name="Picture 16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1923" y="1576070"/>
            <a:ext cx="3240534" cy="3240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文本框 10"/>
          <p:cNvSpPr txBox="1"/>
          <p:nvPr/>
        </p:nvSpPr>
        <p:spPr>
          <a:xfrm>
            <a:off x="2058032" y="1839293"/>
            <a:ext cx="1212191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000" b="1" dirty="0">
                <a:latin typeface="华文楷体" panose="02010600040101010101" charset="-122"/>
                <a:ea typeface="华文楷体" panose="02010600040101010101" charset="-122"/>
                <a:cs typeface="Comic Sans MS" panose="030F0902030302020204" pitchFamily="66" charset="0"/>
              </a:rPr>
              <a:t>啦</a:t>
            </a:r>
            <a:endParaRPr lang="zh-CN" altLang="en-US" sz="8000" b="1" dirty="0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  <a:cs typeface="Comic Sans MS" panose="030F0902030302020204" pitchFamily="66" charset="0"/>
            </a:endParaRPr>
          </a:p>
        </p:txBody>
      </p:sp>
      <p:pic>
        <p:nvPicPr>
          <p:cNvPr id="17" name="Picture 2" descr="C:\Users\Administrator\Desktop\小红书\对外汉语战略搞钱计划\卡通头像\1.png1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9551988" y="1052830"/>
            <a:ext cx="969645" cy="969645"/>
          </a:xfrm>
          <a:prstGeom prst="rect">
            <a:avLst/>
          </a:prstGeom>
          <a:noFill/>
        </p:spPr>
      </p:pic>
      <p:sp>
        <p:nvSpPr>
          <p:cNvPr id="3" name="文本框 2"/>
          <p:cNvSpPr txBox="1"/>
          <p:nvPr/>
        </p:nvSpPr>
        <p:spPr>
          <a:xfrm>
            <a:off x="2374475" y="1254011"/>
            <a:ext cx="68159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dirty="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Comic Sans MS" panose="030F0902030302020204" pitchFamily="66" charset="0"/>
              </a:rPr>
              <a:t>la</a:t>
            </a:r>
          </a:p>
        </p:txBody>
      </p:sp>
      <p:sp>
        <p:nvSpPr>
          <p:cNvPr id="24" name="文本框 7"/>
          <p:cNvSpPr txBox="1"/>
          <p:nvPr/>
        </p:nvSpPr>
        <p:spPr>
          <a:xfrm>
            <a:off x="1705" y="1054395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生词</a:t>
            </a:r>
          </a:p>
        </p:txBody>
      </p:sp>
      <p:sp>
        <p:nvSpPr>
          <p:cNvPr id="7" name="文本框 7"/>
          <p:cNvSpPr txBox="1"/>
          <p:nvPr/>
        </p:nvSpPr>
        <p:spPr>
          <a:xfrm>
            <a:off x="73143" y="1542319"/>
            <a:ext cx="12820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New Word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2058035" y="2921635"/>
            <a:ext cx="332295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err="1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Comic Sans MS" panose="030F0902030302020204" pitchFamily="66" charset="0"/>
              </a:rPr>
              <a:t>part</a:t>
            </a:r>
            <a:r>
              <a:rPr lang="en-US" altLang="zh-CN" sz="2000" dirty="0" err="1">
                <a:latin typeface="华文细黑" panose="02010600040101010101" pitchFamily="2" charset="-122"/>
                <a:ea typeface="华文细黑" panose="02010600040101010101" pitchFamily="2" charset="-122"/>
                <a:cs typeface="Comic Sans MS" panose="030F0902030302020204" pitchFamily="66" charset="0"/>
              </a:rPr>
              <a:t>.combination</a:t>
            </a:r>
            <a:r>
              <a:rPr lang="en-US" altLang="zh-CN" sz="2000" dirty="0">
                <a:latin typeface="华文细黑" panose="02010600040101010101" pitchFamily="2" charset="-122"/>
                <a:ea typeface="华文细黑" panose="02010600040101010101" pitchFamily="2" charset="-122"/>
                <a:cs typeface="Comic Sans MS" panose="030F0902030302020204" pitchFamily="66" charset="0"/>
              </a:rPr>
              <a:t> of</a:t>
            </a:r>
          </a:p>
          <a:p>
            <a:r>
              <a:rPr lang="en-US" altLang="zh-CN" sz="2000" dirty="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Comic Sans MS" panose="030F0902030302020204" pitchFamily="66" charset="0"/>
              </a:rPr>
              <a:t>The sounds of “</a:t>
            </a:r>
            <a:r>
              <a:rPr lang="zh-CN" altLang="en-US" sz="2000" dirty="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Comic Sans MS" panose="030F0902030302020204" pitchFamily="66" charset="0"/>
              </a:rPr>
              <a:t>了”</a:t>
            </a:r>
            <a:endParaRPr lang="en-US" altLang="zh-CN" sz="2000" dirty="0">
              <a:solidFill>
                <a:schemeClr val="tx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Comic Sans MS" panose="030F0902030302020204" pitchFamily="66" charset="0"/>
            </a:endParaRPr>
          </a:p>
          <a:p>
            <a:r>
              <a:rPr lang="en-US" altLang="zh-CN" sz="2000" dirty="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Comic Sans MS" panose="030F0902030302020204" pitchFamily="66" charset="0"/>
              </a:rPr>
              <a:t>And</a:t>
            </a:r>
            <a:r>
              <a:rPr lang="zh-CN" altLang="en-US" sz="2000" dirty="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Comic Sans MS" panose="030F0902030302020204" pitchFamily="66" charset="0"/>
              </a:rPr>
              <a:t>“啊”</a:t>
            </a:r>
            <a:endParaRPr lang="en-US" altLang="zh-CN" sz="2000" dirty="0">
              <a:solidFill>
                <a:schemeClr val="tx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Comic Sans MS" panose="030F0902030302020204" pitchFamily="66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860550" y="4349750"/>
            <a:ext cx="4451985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/>
              <a:t>终于放学</a:t>
            </a:r>
            <a:r>
              <a:rPr lang="zh-CN" altLang="en-US" sz="2800">
                <a:solidFill>
                  <a:srgbClr val="FF0000"/>
                </a:solidFill>
              </a:rPr>
              <a:t>啦</a:t>
            </a:r>
            <a:r>
              <a:rPr lang="en-US" altLang="zh-CN" sz="2800"/>
              <a:t>！</a:t>
            </a:r>
            <a:r>
              <a:rPr lang="zh-CN" altLang="en-US" sz="2800"/>
              <a:t>孩子们快乐地跑出校园</a:t>
            </a:r>
            <a:r>
              <a:rPr lang="en-US" altLang="zh-CN" sz="2800"/>
              <a:t>。</a:t>
            </a:r>
          </a:p>
        </p:txBody>
      </p:sp>
    </p:spTree>
  </p:cSld>
  <p:clrMapOvr>
    <a:masterClrMapping/>
  </p:clrMapOvr>
  <p:transition spd="slow">
    <p:push/>
    <p:sndAc>
      <p:stSnd>
        <p:snd r:embed="rId2" name="佳能快门声-咔嚓-相机拍照_爱给网_aigei_com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3" grpId="0"/>
      <p:bldP spid="24" grpId="0"/>
      <p:bldP spid="7" grpId="0"/>
      <p:bldP spid="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5668" y="536"/>
            <a:ext cx="9180665" cy="6856928"/>
          </a:xfrm>
          <a:prstGeom prst="rect">
            <a:avLst/>
          </a:prstGeom>
        </p:spPr>
      </p:pic>
      <p:pic>
        <p:nvPicPr>
          <p:cNvPr id="5" name="图片 4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674997" y="536"/>
            <a:ext cx="9180665" cy="6856928"/>
          </a:xfrm>
          <a:prstGeom prst="rect">
            <a:avLst/>
          </a:prstGeom>
        </p:spPr>
      </p:pic>
      <p:pic>
        <p:nvPicPr>
          <p:cNvPr id="6" name="图片 5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6333" y="536"/>
            <a:ext cx="9180665" cy="6856928"/>
          </a:xfrm>
          <a:prstGeom prst="rect">
            <a:avLst/>
          </a:prstGeom>
        </p:spPr>
      </p:pic>
      <p:pic>
        <p:nvPicPr>
          <p:cNvPr id="38" name="Picture 16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2241" y="2022495"/>
            <a:ext cx="2818765" cy="15855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2" descr="C:\Users\Administrator\Desktop\小红书\对外汉语战略搞钱计划\卡通头像\1.png1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9551988" y="1052830"/>
            <a:ext cx="969645" cy="969645"/>
          </a:xfrm>
          <a:prstGeom prst="rect">
            <a:avLst/>
          </a:prstGeom>
          <a:noFill/>
        </p:spPr>
      </p:pic>
      <p:sp>
        <p:nvSpPr>
          <p:cNvPr id="3" name="文本框 2"/>
          <p:cNvSpPr txBox="1"/>
          <p:nvPr/>
        </p:nvSpPr>
        <p:spPr>
          <a:xfrm>
            <a:off x="2058032" y="1839293"/>
            <a:ext cx="2239716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000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Comic Sans MS" panose="030F0902030302020204" pitchFamily="66" charset="0"/>
              </a:rPr>
              <a:t>始终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1984372" y="1157303"/>
            <a:ext cx="268214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4400" dirty="0" err="1">
                <a:latin typeface="华文细黑" panose="02010600040101010101" pitchFamily="2" charset="-122"/>
                <a:ea typeface="华文细黑" panose="02010600040101010101" pitchFamily="2" charset="-122"/>
                <a:cs typeface="Comic Sans MS" panose="030F0902030302020204" pitchFamily="66" charset="0"/>
              </a:rPr>
              <a:t>s</a:t>
            </a:r>
            <a:r>
              <a:rPr lang="en-US" altLang="zh-CN" sz="4400" dirty="0" err="1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Comic Sans MS" panose="030F0902030302020204" pitchFamily="66" charset="0"/>
              </a:rPr>
              <a:t>hǐ</a:t>
            </a:r>
            <a:r>
              <a:rPr lang="en-US" altLang="zh-CN" sz="4400" dirty="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Comic Sans MS" panose="030F0902030302020204" pitchFamily="66" charset="0"/>
              </a:rPr>
              <a:t> </a:t>
            </a:r>
            <a:r>
              <a:rPr lang="en-US" altLang="zh-CN" sz="4400" dirty="0" err="1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Comic Sans MS" panose="030F0902030302020204" pitchFamily="66" charset="0"/>
              </a:rPr>
              <a:t>zhōng</a:t>
            </a:r>
            <a:endParaRPr lang="en-US" altLang="zh-CN" sz="4400" dirty="0">
              <a:solidFill>
                <a:schemeClr val="tx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Comic Sans MS" panose="030F0902030302020204" pitchFamily="66" charset="0"/>
            </a:endParaRPr>
          </a:p>
        </p:txBody>
      </p:sp>
      <p:sp>
        <p:nvSpPr>
          <p:cNvPr id="12" name="文本框 7"/>
          <p:cNvSpPr txBox="1"/>
          <p:nvPr/>
        </p:nvSpPr>
        <p:spPr>
          <a:xfrm>
            <a:off x="1705" y="1054395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生词</a:t>
            </a:r>
          </a:p>
        </p:txBody>
      </p:sp>
      <p:sp>
        <p:nvSpPr>
          <p:cNvPr id="13" name="文本框 7"/>
          <p:cNvSpPr txBox="1"/>
          <p:nvPr/>
        </p:nvSpPr>
        <p:spPr>
          <a:xfrm>
            <a:off x="73143" y="1542319"/>
            <a:ext cx="12820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New Word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1643836" y="2964513"/>
            <a:ext cx="2977866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zh-CN" sz="2000" dirty="0">
                <a:latin typeface="华文细黑" panose="02010600040101010101" pitchFamily="2" charset="-122"/>
                <a:ea typeface="华文细黑" panose="02010600040101010101" pitchFamily="2" charset="-122"/>
                <a:cs typeface="Comic Sans MS" panose="030F0902030302020204" pitchFamily="66" charset="0"/>
                <a:sym typeface="Times New Roman" panose="02020603050405020304" pitchFamily="18" charset="0"/>
              </a:rPr>
              <a:t>adv</a:t>
            </a:r>
            <a:r>
              <a:rPr lang="zh-CN" altLang="zh-CN" sz="2000" dirty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. from the </a:t>
            </a:r>
            <a:endParaRPr lang="en-US" altLang="zh-CN" sz="2000" dirty="0">
              <a:latin typeface="华文细黑" panose="02010600040101010101" pitchFamily="2" charset="-122"/>
              <a:ea typeface="华文细黑" panose="02010600040101010101" pitchFamily="2" charset="-122"/>
              <a:cs typeface="Times New Roman" panose="02020603050405020304" pitchFamily="18" charset="0"/>
              <a:sym typeface="Times New Roman" panose="02020603050405020304" pitchFamily="18" charset="0"/>
            </a:endParaRPr>
          </a:p>
          <a:p>
            <a:pPr algn="ctr"/>
            <a:r>
              <a:rPr lang="zh-CN" altLang="zh-CN" sz="2000" dirty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beginning to </a:t>
            </a:r>
          </a:p>
          <a:p>
            <a:pPr algn="ctr"/>
            <a:r>
              <a:rPr lang="zh-CN" altLang="zh-CN" sz="2000" dirty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the end, all along</a:t>
            </a:r>
          </a:p>
          <a:p>
            <a:endParaRPr lang="en-US" altLang="zh-CN" sz="2000" dirty="0">
              <a:solidFill>
                <a:schemeClr val="tx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Comic Sans MS" panose="030F0902030302020204" pitchFamily="66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986915" y="4179570"/>
            <a:ext cx="659701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/>
              <a:t>他</a:t>
            </a:r>
            <a:r>
              <a:rPr lang="zh-CN" altLang="en-US" sz="2400">
                <a:solidFill>
                  <a:srgbClr val="FF0000"/>
                </a:solidFill>
              </a:rPr>
              <a:t>始终</a:t>
            </a:r>
            <a:r>
              <a:rPr lang="zh-CN" altLang="en-US" sz="2400"/>
              <a:t>不忘父母的养育之恩</a:t>
            </a:r>
            <a:r>
              <a:rPr lang="en-US" altLang="zh-CN" sz="2400"/>
              <a:t>。</a:t>
            </a:r>
          </a:p>
          <a:p>
            <a:endParaRPr lang="en-US" altLang="zh-CN" sz="2400"/>
          </a:p>
          <a:p>
            <a:r>
              <a:rPr lang="zh-CN" altLang="en-US" sz="2400"/>
              <a:t>她是一个工作狂</a:t>
            </a:r>
            <a:r>
              <a:rPr lang="en-US" altLang="zh-CN" sz="2400"/>
              <a:t>，</a:t>
            </a:r>
            <a:r>
              <a:rPr lang="zh-CN" altLang="en-US" sz="2400"/>
              <a:t>即使放假了</a:t>
            </a:r>
            <a:r>
              <a:rPr lang="en-US" altLang="zh-CN" sz="2400"/>
              <a:t>，</a:t>
            </a:r>
            <a:r>
              <a:rPr lang="zh-CN" altLang="en-US" sz="2400"/>
              <a:t>也</a:t>
            </a:r>
            <a:r>
              <a:rPr lang="zh-CN" altLang="en-US" sz="2400">
                <a:solidFill>
                  <a:srgbClr val="FF0000"/>
                </a:solidFill>
              </a:rPr>
              <a:t>始终</a:t>
            </a:r>
            <a:r>
              <a:rPr lang="zh-CN" altLang="en-US" sz="2400"/>
              <a:t>不忘工作</a:t>
            </a:r>
            <a:r>
              <a:rPr lang="en-US" altLang="zh-CN" sz="2400"/>
              <a:t>。</a:t>
            </a:r>
          </a:p>
        </p:txBody>
      </p:sp>
    </p:spTree>
  </p:cSld>
  <p:clrMapOvr>
    <a:masterClrMapping/>
  </p:clrMapOvr>
  <p:transition spd="slow">
    <p:push/>
    <p:sndAc>
      <p:stSnd>
        <p:snd r:embed="rId2" name="佳能快门声-咔嚓-相机拍照_爱给网_aigei_com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  <p:bldP spid="12" grpId="0"/>
      <p:bldP spid="13" grpId="0"/>
      <p:bldP spid="1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5668" y="536"/>
            <a:ext cx="9180665" cy="6856928"/>
          </a:xfrm>
          <a:prstGeom prst="rect">
            <a:avLst/>
          </a:prstGeom>
        </p:spPr>
      </p:pic>
      <p:pic>
        <p:nvPicPr>
          <p:cNvPr id="5" name="图片 4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674997" y="536"/>
            <a:ext cx="9180665" cy="6856928"/>
          </a:xfrm>
          <a:prstGeom prst="rect">
            <a:avLst/>
          </a:prstGeom>
        </p:spPr>
      </p:pic>
      <p:pic>
        <p:nvPicPr>
          <p:cNvPr id="6" name="图片 5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6333" y="536"/>
            <a:ext cx="9180665" cy="6856928"/>
          </a:xfrm>
          <a:prstGeom prst="rect">
            <a:avLst/>
          </a:prstGeom>
        </p:spPr>
      </p:pic>
      <p:pic>
        <p:nvPicPr>
          <p:cNvPr id="38" name="Picture 1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7920" y="1960880"/>
            <a:ext cx="3143250" cy="2095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2" descr="C:\Users\Administrator\Desktop\小红书\对外汉语战略搞钱计划\卡通头像\1.png1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9551988" y="1052830"/>
            <a:ext cx="969645" cy="969645"/>
          </a:xfrm>
          <a:prstGeom prst="rect">
            <a:avLst/>
          </a:prstGeom>
          <a:noFill/>
        </p:spPr>
      </p:pic>
      <p:sp>
        <p:nvSpPr>
          <p:cNvPr id="3" name="文本框 2"/>
          <p:cNvSpPr txBox="1"/>
          <p:nvPr/>
        </p:nvSpPr>
        <p:spPr>
          <a:xfrm>
            <a:off x="2058032" y="1839293"/>
            <a:ext cx="2239716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000" b="1" dirty="0">
                <a:latin typeface="华文楷体" panose="02010600040101010101" charset="-122"/>
                <a:ea typeface="华文楷体" panose="02010600040101010101" charset="-122"/>
                <a:cs typeface="Comic Sans MS" panose="030F0902030302020204" pitchFamily="66" charset="0"/>
              </a:rPr>
              <a:t>脖子</a:t>
            </a:r>
            <a:endParaRPr lang="zh-CN" altLang="en-US" sz="8000" b="1" dirty="0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  <a:cs typeface="Comic Sans MS" panose="030F0902030302020204" pitchFamily="66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531719" y="1191644"/>
            <a:ext cx="129234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4400" dirty="0" err="1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Comic Sans MS" panose="030F0902030302020204" pitchFamily="66" charset="0"/>
              </a:rPr>
              <a:t>bózi</a:t>
            </a:r>
            <a:endParaRPr lang="en-US" altLang="zh-CN" sz="4400" dirty="0">
              <a:solidFill>
                <a:schemeClr val="tx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Comic Sans MS" panose="030F0902030302020204" pitchFamily="66" charset="0"/>
            </a:endParaRPr>
          </a:p>
        </p:txBody>
      </p:sp>
      <p:sp>
        <p:nvSpPr>
          <p:cNvPr id="12" name="文本框 7"/>
          <p:cNvSpPr txBox="1"/>
          <p:nvPr/>
        </p:nvSpPr>
        <p:spPr>
          <a:xfrm>
            <a:off x="1705" y="1054395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生词</a:t>
            </a:r>
          </a:p>
        </p:txBody>
      </p:sp>
      <p:sp>
        <p:nvSpPr>
          <p:cNvPr id="13" name="文本框 7"/>
          <p:cNvSpPr txBox="1"/>
          <p:nvPr/>
        </p:nvSpPr>
        <p:spPr>
          <a:xfrm>
            <a:off x="73143" y="1542319"/>
            <a:ext cx="12820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New Word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2585535" y="3208286"/>
            <a:ext cx="10951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000" dirty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n</a:t>
            </a:r>
            <a:r>
              <a:rPr lang="zh-CN" altLang="zh-CN" sz="2000" dirty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. </a:t>
            </a:r>
            <a:r>
              <a:rPr lang="en-US" altLang="zh-CN" sz="2000" dirty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neck</a:t>
            </a:r>
            <a:endParaRPr lang="en-US" altLang="zh-CN" sz="2000" dirty="0">
              <a:solidFill>
                <a:schemeClr val="tx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Comic Sans MS" panose="030F0902030302020204" pitchFamily="66" charset="0"/>
            </a:endParaRPr>
          </a:p>
        </p:txBody>
      </p:sp>
    </p:spTree>
  </p:cSld>
  <p:clrMapOvr>
    <a:masterClrMapping/>
  </p:clrMapOvr>
  <p:transition spd="slow">
    <p:push/>
    <p:sndAc>
      <p:stSnd>
        <p:snd r:embed="rId2" name="佳能快门声-咔嚓-相机拍照_爱给网_aigei_com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  <p:bldP spid="12" grpId="0"/>
      <p:bldP spid="13" grpId="0"/>
      <p:bldP spid="1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5668" y="536"/>
            <a:ext cx="9180665" cy="6856928"/>
          </a:xfrm>
          <a:prstGeom prst="rect">
            <a:avLst/>
          </a:prstGeom>
        </p:spPr>
      </p:pic>
      <p:pic>
        <p:nvPicPr>
          <p:cNvPr id="5" name="图片 4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674997" y="536"/>
            <a:ext cx="9180665" cy="6856928"/>
          </a:xfrm>
          <a:prstGeom prst="rect">
            <a:avLst/>
          </a:prstGeom>
        </p:spPr>
      </p:pic>
      <p:pic>
        <p:nvPicPr>
          <p:cNvPr id="6" name="图片 5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6333" y="536"/>
            <a:ext cx="9180665" cy="6856928"/>
          </a:xfrm>
          <a:prstGeom prst="rect">
            <a:avLst/>
          </a:prstGeom>
        </p:spPr>
      </p:pic>
      <p:pic>
        <p:nvPicPr>
          <p:cNvPr id="38" name="Picture 1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6386" y="2113576"/>
            <a:ext cx="2818765" cy="1920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2" descr="C:\Users\Administrator\Desktop\小红书\对外汉语战略搞钱计划\卡通头像\1.png1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9551988" y="1052830"/>
            <a:ext cx="969645" cy="969645"/>
          </a:xfrm>
          <a:prstGeom prst="rect">
            <a:avLst/>
          </a:prstGeom>
          <a:noFill/>
        </p:spPr>
      </p:pic>
      <p:sp>
        <p:nvSpPr>
          <p:cNvPr id="3" name="文本框 2"/>
          <p:cNvSpPr txBox="1"/>
          <p:nvPr/>
        </p:nvSpPr>
        <p:spPr>
          <a:xfrm>
            <a:off x="2058032" y="1839293"/>
            <a:ext cx="2239716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000" b="1" dirty="0">
                <a:latin typeface="华文楷体" panose="02010600040101010101" charset="-122"/>
                <a:ea typeface="华文楷体" panose="02010600040101010101" charset="-122"/>
                <a:cs typeface="Comic Sans MS" panose="030F0902030302020204" pitchFamily="66" charset="0"/>
              </a:rPr>
              <a:t>说服</a:t>
            </a:r>
            <a:endParaRPr lang="zh-CN" altLang="en-US" sz="8000" b="1" dirty="0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  <a:cs typeface="Comic Sans MS" panose="030F0902030302020204" pitchFamily="66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104519" y="1206448"/>
            <a:ext cx="212429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4400" dirty="0" err="1">
                <a:latin typeface="华文细黑" panose="02010600040101010101" pitchFamily="2" charset="-122"/>
                <a:ea typeface="华文细黑" panose="02010600040101010101" pitchFamily="2" charset="-122"/>
                <a:cs typeface="Comic Sans MS" panose="030F0902030302020204" pitchFamily="66" charset="0"/>
              </a:rPr>
              <a:t>s</a:t>
            </a:r>
            <a:r>
              <a:rPr lang="en-US" altLang="zh-CN" sz="4400" dirty="0" err="1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Comic Sans MS" panose="030F0902030302020204" pitchFamily="66" charset="0"/>
              </a:rPr>
              <a:t>huō</a:t>
            </a:r>
            <a:r>
              <a:rPr lang="en-US" altLang="zh-CN" sz="4400" dirty="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Comic Sans MS" panose="030F0902030302020204" pitchFamily="66" charset="0"/>
              </a:rPr>
              <a:t> </a:t>
            </a:r>
            <a:r>
              <a:rPr lang="en-US" altLang="zh-CN" sz="4400" dirty="0" err="1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Comic Sans MS" panose="030F0902030302020204" pitchFamily="66" charset="0"/>
              </a:rPr>
              <a:t>fú</a:t>
            </a:r>
            <a:endParaRPr lang="en-US" altLang="zh-CN" sz="4400" dirty="0">
              <a:solidFill>
                <a:schemeClr val="tx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Comic Sans MS" panose="030F0902030302020204" pitchFamily="66" charset="0"/>
            </a:endParaRPr>
          </a:p>
        </p:txBody>
      </p:sp>
      <p:sp>
        <p:nvSpPr>
          <p:cNvPr id="12" name="文本框 7"/>
          <p:cNvSpPr txBox="1"/>
          <p:nvPr/>
        </p:nvSpPr>
        <p:spPr>
          <a:xfrm>
            <a:off x="1705" y="1054395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生词</a:t>
            </a:r>
          </a:p>
        </p:txBody>
      </p:sp>
      <p:sp>
        <p:nvSpPr>
          <p:cNvPr id="13" name="文本框 7"/>
          <p:cNvSpPr txBox="1"/>
          <p:nvPr/>
        </p:nvSpPr>
        <p:spPr>
          <a:xfrm>
            <a:off x="73143" y="1542319"/>
            <a:ext cx="12820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New Word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2126961" y="3057615"/>
            <a:ext cx="210185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zh-CN" sz="2000" dirty="0">
                <a:latin typeface="华文细黑" panose="02010600040101010101" pitchFamily="2" charset="-122"/>
                <a:ea typeface="华文细黑" panose="02010600040101010101" pitchFamily="2" charset="-122"/>
                <a:cs typeface="Comic Sans MS" panose="030F0902030302020204" pitchFamily="66" charset="0"/>
                <a:sym typeface="Times New Roman" panose="02020603050405020304" pitchFamily="18" charset="0"/>
              </a:rPr>
              <a:t>v</a:t>
            </a:r>
            <a:r>
              <a:rPr lang="zh-CN" altLang="zh-CN" sz="2000" dirty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. </a:t>
            </a:r>
            <a:r>
              <a:rPr lang="en-US" altLang="zh-CN" sz="2000" dirty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to </a:t>
            </a:r>
            <a:r>
              <a:rPr lang="en-US" altLang="zh-CN" sz="2000" dirty="0" err="1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persade</a:t>
            </a:r>
            <a:r>
              <a:rPr lang="zh-CN" altLang="zh-CN" sz="2000" dirty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d</a:t>
            </a:r>
          </a:p>
          <a:p>
            <a:endParaRPr lang="en-US" altLang="zh-CN" sz="2000" dirty="0">
              <a:solidFill>
                <a:schemeClr val="tx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Comic Sans MS" panose="030F0902030302020204" pitchFamily="66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960880" y="4034155"/>
            <a:ext cx="54089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/>
              <a:t>老师</a:t>
            </a:r>
            <a:r>
              <a:rPr lang="zh-CN" altLang="en-US" sz="2400">
                <a:solidFill>
                  <a:srgbClr val="FF0000"/>
                </a:solidFill>
              </a:rPr>
              <a:t>说服</a:t>
            </a:r>
            <a:r>
              <a:rPr lang="zh-CN" altLang="en-US" sz="2400"/>
              <a:t>小明让他要听爸爸妈妈的话</a:t>
            </a:r>
            <a:r>
              <a:rPr lang="en-US" altLang="zh-CN" sz="2400"/>
              <a:t>。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1960880" y="4763135"/>
            <a:ext cx="57416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/>
              <a:t>小明做错了事情</a:t>
            </a:r>
            <a:r>
              <a:rPr lang="en-US" altLang="zh-CN" sz="2400"/>
              <a:t>，</a:t>
            </a:r>
            <a:r>
              <a:rPr lang="zh-CN" altLang="en-US" sz="2400"/>
              <a:t>你去</a:t>
            </a:r>
            <a:r>
              <a:rPr lang="zh-CN" altLang="en-US" sz="2400">
                <a:solidFill>
                  <a:srgbClr val="FF0000"/>
                </a:solidFill>
              </a:rPr>
              <a:t>说服</a:t>
            </a:r>
            <a:r>
              <a:rPr lang="zh-CN" altLang="en-US" sz="2400"/>
              <a:t>他让他道歉</a:t>
            </a:r>
            <a:r>
              <a:rPr lang="en-US" altLang="zh-CN" sz="2400"/>
              <a:t>。</a:t>
            </a:r>
          </a:p>
        </p:txBody>
      </p:sp>
    </p:spTree>
  </p:cSld>
  <p:clrMapOvr>
    <a:masterClrMapping/>
  </p:clrMapOvr>
  <p:transition spd="slow">
    <p:push/>
    <p:sndAc>
      <p:stSnd>
        <p:snd r:embed="rId2" name="佳能快门声-咔嚓-相机拍照_爱给网_aigei_com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  <p:bldP spid="12" grpId="0"/>
      <p:bldP spid="13" grpId="0"/>
      <p:bldP spid="1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5668" y="536"/>
            <a:ext cx="9180665" cy="6856928"/>
          </a:xfrm>
          <a:prstGeom prst="rect">
            <a:avLst/>
          </a:prstGeom>
        </p:spPr>
      </p:pic>
      <p:pic>
        <p:nvPicPr>
          <p:cNvPr id="5" name="图片 4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674997" y="536"/>
            <a:ext cx="9180665" cy="6856928"/>
          </a:xfrm>
          <a:prstGeom prst="rect">
            <a:avLst/>
          </a:prstGeom>
        </p:spPr>
      </p:pic>
      <p:pic>
        <p:nvPicPr>
          <p:cNvPr id="6" name="图片 5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6333" y="536"/>
            <a:ext cx="9180665" cy="6856928"/>
          </a:xfrm>
          <a:prstGeom prst="rect">
            <a:avLst/>
          </a:prstGeom>
        </p:spPr>
      </p:pic>
      <p:pic>
        <p:nvPicPr>
          <p:cNvPr id="38" name="Picture 16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1140" y="2523490"/>
            <a:ext cx="3162935" cy="21088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2" descr="C:\Users\Administrator\Desktop\小红书\对外汉语战略搞钱计划\卡通头像\1.png1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9551988" y="1052830"/>
            <a:ext cx="969645" cy="969645"/>
          </a:xfrm>
          <a:prstGeom prst="rect">
            <a:avLst/>
          </a:prstGeom>
          <a:noFill/>
        </p:spPr>
      </p:pic>
      <p:sp>
        <p:nvSpPr>
          <p:cNvPr id="3" name="文本框 2"/>
          <p:cNvSpPr txBox="1"/>
          <p:nvPr/>
        </p:nvSpPr>
        <p:spPr>
          <a:xfrm>
            <a:off x="2125892" y="1877145"/>
            <a:ext cx="3267241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000" b="1" dirty="0">
                <a:latin typeface="华文楷体" panose="02010600040101010101" charset="-122"/>
                <a:ea typeface="华文楷体" panose="02010600040101010101" charset="-122"/>
                <a:cs typeface="Comic Sans MS" panose="030F0902030302020204" pitchFamily="66" charset="0"/>
              </a:rPr>
              <a:t>摄影师</a:t>
            </a:r>
            <a:endParaRPr lang="zh-CN" altLang="en-US" sz="8000" b="1" dirty="0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  <a:cs typeface="Comic Sans MS" panose="030F0902030302020204" pitchFamily="66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293405" y="1333005"/>
            <a:ext cx="293221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4400" dirty="0" err="1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Comic Sans MS" panose="030F0902030302020204" pitchFamily="66" charset="0"/>
              </a:rPr>
              <a:t>shèyǐngshi</a:t>
            </a:r>
            <a:endParaRPr lang="en-US" altLang="zh-CN" sz="4400" dirty="0">
              <a:solidFill>
                <a:schemeClr val="tx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Comic Sans MS" panose="030F0902030302020204" pitchFamily="66" charset="0"/>
            </a:endParaRPr>
          </a:p>
        </p:txBody>
      </p:sp>
      <p:sp>
        <p:nvSpPr>
          <p:cNvPr id="12" name="文本框 7"/>
          <p:cNvSpPr txBox="1"/>
          <p:nvPr/>
        </p:nvSpPr>
        <p:spPr>
          <a:xfrm>
            <a:off x="1705" y="1054395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生词</a:t>
            </a:r>
          </a:p>
        </p:txBody>
      </p:sp>
      <p:sp>
        <p:nvSpPr>
          <p:cNvPr id="13" name="文本框 7"/>
          <p:cNvSpPr txBox="1"/>
          <p:nvPr/>
        </p:nvSpPr>
        <p:spPr>
          <a:xfrm>
            <a:off x="73143" y="1542319"/>
            <a:ext cx="12820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New Word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2192179" y="3089893"/>
            <a:ext cx="223170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000" dirty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n</a:t>
            </a:r>
            <a:r>
              <a:rPr lang="zh-CN" altLang="zh-CN" sz="2000" dirty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. </a:t>
            </a:r>
            <a:r>
              <a:rPr lang="en-US" altLang="zh-CN" sz="2000" dirty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photographer</a:t>
            </a:r>
            <a:endParaRPr lang="zh-CN" altLang="zh-CN" sz="2000" dirty="0">
              <a:latin typeface="华文细黑" panose="02010600040101010101" pitchFamily="2" charset="-122"/>
              <a:ea typeface="华文细黑" panose="02010600040101010101" pitchFamily="2" charset="-122"/>
              <a:cs typeface="Times New Roman" panose="02020603050405020304" pitchFamily="18" charset="0"/>
              <a:sym typeface="Times New Roman" panose="02020603050405020304" pitchFamily="18" charset="0"/>
            </a:endParaRPr>
          </a:p>
          <a:p>
            <a:endParaRPr lang="en-US" altLang="zh-CN" sz="2000" dirty="0">
              <a:solidFill>
                <a:schemeClr val="tx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Comic Sans MS" panose="030F0902030302020204" pitchFamily="66" charset="0"/>
            </a:endParaRPr>
          </a:p>
        </p:txBody>
      </p:sp>
    </p:spTree>
  </p:cSld>
  <p:clrMapOvr>
    <a:masterClrMapping/>
  </p:clrMapOvr>
  <p:transition spd="slow">
    <p:push/>
    <p:sndAc>
      <p:stSnd>
        <p:snd r:embed="rId2" name="佳能快门声-咔嚓-相机拍照_爱给网_aigei_com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  <p:bldP spid="12" grpId="0"/>
      <p:bldP spid="13" grpId="0"/>
      <p:bldP spid="1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5668" y="536"/>
            <a:ext cx="9180665" cy="6856928"/>
          </a:xfrm>
          <a:prstGeom prst="rect">
            <a:avLst/>
          </a:prstGeom>
        </p:spPr>
      </p:pic>
      <p:pic>
        <p:nvPicPr>
          <p:cNvPr id="5" name="图片 4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674997" y="536"/>
            <a:ext cx="9180665" cy="6856928"/>
          </a:xfrm>
          <a:prstGeom prst="rect">
            <a:avLst/>
          </a:prstGeom>
        </p:spPr>
      </p:pic>
      <p:pic>
        <p:nvPicPr>
          <p:cNvPr id="6" name="图片 5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6333" y="536"/>
            <a:ext cx="9180665" cy="6856928"/>
          </a:xfrm>
          <a:prstGeom prst="rect">
            <a:avLst/>
          </a:prstGeom>
        </p:spPr>
      </p:pic>
      <p:pic>
        <p:nvPicPr>
          <p:cNvPr id="38" name="Picture 1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1696" y="2197735"/>
            <a:ext cx="2806065" cy="28060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2" descr="C:\Users\Administrator\Desktop\小红书\对外汉语战略搞钱计划\卡通头像\1.png1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9551988" y="1052830"/>
            <a:ext cx="969645" cy="969645"/>
          </a:xfrm>
          <a:prstGeom prst="rect">
            <a:avLst/>
          </a:prstGeom>
          <a:noFill/>
        </p:spPr>
      </p:pic>
      <p:sp>
        <p:nvSpPr>
          <p:cNvPr id="3" name="文本框 2"/>
          <p:cNvSpPr txBox="1"/>
          <p:nvPr/>
        </p:nvSpPr>
        <p:spPr>
          <a:xfrm>
            <a:off x="2058032" y="1839293"/>
            <a:ext cx="2239716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000" b="1" dirty="0">
                <a:latin typeface="华文楷体" panose="02010600040101010101" charset="-122"/>
                <a:ea typeface="华文楷体" panose="02010600040101010101" charset="-122"/>
                <a:cs typeface="Comic Sans MS" panose="030F0902030302020204" pitchFamily="66" charset="0"/>
              </a:rPr>
              <a:t>毕竟</a:t>
            </a:r>
            <a:endParaRPr lang="zh-CN" altLang="en-US" sz="8000" b="1" dirty="0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  <a:cs typeface="Comic Sans MS" panose="030F0902030302020204" pitchFamily="66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361800" y="1191644"/>
            <a:ext cx="163217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4400" dirty="0" err="1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Comic Sans MS" panose="030F0902030302020204" pitchFamily="66" charset="0"/>
              </a:rPr>
              <a:t>bìjìng</a:t>
            </a:r>
            <a:endParaRPr lang="en-US" altLang="zh-CN" sz="4400" dirty="0">
              <a:solidFill>
                <a:schemeClr val="tx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Comic Sans MS" panose="030F0902030302020204" pitchFamily="66" charset="0"/>
            </a:endParaRPr>
          </a:p>
        </p:txBody>
      </p:sp>
      <p:sp>
        <p:nvSpPr>
          <p:cNvPr id="12" name="文本框 7"/>
          <p:cNvSpPr txBox="1"/>
          <p:nvPr/>
        </p:nvSpPr>
        <p:spPr>
          <a:xfrm>
            <a:off x="1705" y="1054395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生词</a:t>
            </a:r>
          </a:p>
        </p:txBody>
      </p:sp>
      <p:sp>
        <p:nvSpPr>
          <p:cNvPr id="13" name="文本框 7"/>
          <p:cNvSpPr txBox="1"/>
          <p:nvPr/>
        </p:nvSpPr>
        <p:spPr>
          <a:xfrm>
            <a:off x="73143" y="1542319"/>
            <a:ext cx="12820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New Word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2308100" y="3173945"/>
            <a:ext cx="17395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zh-CN" sz="2000" dirty="0">
                <a:latin typeface="华文细黑" panose="02010600040101010101" pitchFamily="2" charset="-122"/>
                <a:ea typeface="华文细黑" panose="02010600040101010101" pitchFamily="2" charset="-122"/>
                <a:cs typeface="Comic Sans MS" panose="030F0902030302020204" pitchFamily="66" charset="0"/>
                <a:sym typeface="Times New Roman" panose="02020603050405020304" pitchFamily="18" charset="0"/>
              </a:rPr>
              <a:t>adv</a:t>
            </a:r>
            <a:r>
              <a:rPr lang="zh-CN" altLang="zh-CN" sz="2000" dirty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. </a:t>
            </a:r>
            <a:r>
              <a:rPr lang="en-US" altLang="zh-CN" sz="2000" dirty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after all</a:t>
            </a:r>
            <a:endParaRPr lang="zh-CN" altLang="zh-CN" sz="2000" dirty="0">
              <a:latin typeface="华文细黑" panose="02010600040101010101" pitchFamily="2" charset="-122"/>
              <a:ea typeface="华文细黑" panose="02010600040101010101" pitchFamily="2" charset="-122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058035" y="3584575"/>
            <a:ext cx="491617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>
                <a:solidFill>
                  <a:srgbClr val="FF0000"/>
                </a:solidFill>
              </a:rPr>
              <a:t>毕竟</a:t>
            </a:r>
            <a:r>
              <a:rPr lang="zh-CN" altLang="en-US" sz="2400"/>
              <a:t>他还是一个孩子</a:t>
            </a:r>
            <a:r>
              <a:rPr lang="en-US" altLang="zh-CN" sz="2400"/>
              <a:t>，</a:t>
            </a:r>
            <a:r>
              <a:rPr lang="zh-CN" altLang="en-US" sz="2400"/>
              <a:t>你不要对他这么严格</a:t>
            </a:r>
            <a:r>
              <a:rPr lang="en-US" altLang="zh-CN" sz="2400"/>
              <a:t>。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2058035" y="4541520"/>
            <a:ext cx="491617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>
                <a:solidFill>
                  <a:srgbClr val="FF0000"/>
                </a:solidFill>
              </a:rPr>
              <a:t>毕竟</a:t>
            </a:r>
            <a:r>
              <a:rPr lang="zh-CN" altLang="en-US" sz="2400">
                <a:solidFill>
                  <a:schemeClr val="tx1"/>
                </a:solidFill>
              </a:rPr>
              <a:t>我们是学生</a:t>
            </a:r>
            <a:r>
              <a:rPr lang="en-US" altLang="zh-CN" sz="2400">
                <a:solidFill>
                  <a:schemeClr val="tx1"/>
                </a:solidFill>
              </a:rPr>
              <a:t>，</a:t>
            </a:r>
            <a:r>
              <a:rPr lang="zh-CN" altLang="en-US" sz="2400">
                <a:solidFill>
                  <a:schemeClr val="tx1"/>
                </a:solidFill>
              </a:rPr>
              <a:t>一定要以学业为重</a:t>
            </a:r>
            <a:r>
              <a:rPr lang="en-US" altLang="zh-CN" sz="2400">
                <a:solidFill>
                  <a:schemeClr val="tx1"/>
                </a:solidFill>
              </a:rPr>
              <a:t>。</a:t>
            </a:r>
          </a:p>
        </p:txBody>
      </p:sp>
    </p:spTree>
  </p:cSld>
  <p:clrMapOvr>
    <a:masterClrMapping/>
  </p:clrMapOvr>
  <p:transition spd="slow">
    <p:push/>
    <p:sndAc>
      <p:stSnd>
        <p:snd r:embed="rId2" name="佳能快门声-咔嚓-相机拍照_爱给网_aigei_com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  <p:bldP spid="12" grpId="0"/>
      <p:bldP spid="13" grpId="0"/>
      <p:bldP spid="1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5668" y="536"/>
            <a:ext cx="9180665" cy="6856928"/>
          </a:xfrm>
          <a:prstGeom prst="rect">
            <a:avLst/>
          </a:prstGeom>
        </p:spPr>
      </p:pic>
      <p:pic>
        <p:nvPicPr>
          <p:cNvPr id="5" name="图片 4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674997" y="536"/>
            <a:ext cx="9180665" cy="6856928"/>
          </a:xfrm>
          <a:prstGeom prst="rect">
            <a:avLst/>
          </a:prstGeom>
        </p:spPr>
      </p:pic>
      <p:pic>
        <p:nvPicPr>
          <p:cNvPr id="6" name="图片 5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6333" y="536"/>
            <a:ext cx="9180665" cy="6856928"/>
          </a:xfrm>
          <a:prstGeom prst="rect">
            <a:avLst/>
          </a:prstGeom>
        </p:spPr>
      </p:pic>
      <p:pic>
        <p:nvPicPr>
          <p:cNvPr id="38" name="Picture 16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3086" y="1288944"/>
            <a:ext cx="2818765" cy="187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2" descr="C:\Users\Administrator\Desktop\小红书\对外汉语战略搞钱计划\卡通头像\1.png1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9551988" y="1052830"/>
            <a:ext cx="969645" cy="969645"/>
          </a:xfrm>
          <a:prstGeom prst="rect">
            <a:avLst/>
          </a:prstGeom>
          <a:noFill/>
        </p:spPr>
      </p:pic>
      <p:sp>
        <p:nvSpPr>
          <p:cNvPr id="3" name="文本框 2"/>
          <p:cNvSpPr txBox="1"/>
          <p:nvPr/>
        </p:nvSpPr>
        <p:spPr>
          <a:xfrm>
            <a:off x="2196596" y="1910619"/>
            <a:ext cx="2239716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000" b="1" dirty="0">
                <a:latin typeface="华文楷体" panose="02010600040101010101" charset="-122"/>
                <a:ea typeface="华文楷体" panose="02010600040101010101" charset="-122"/>
                <a:cs typeface="Comic Sans MS" panose="030F0902030302020204" pitchFamily="66" charset="0"/>
              </a:rPr>
              <a:t>操场</a:t>
            </a:r>
            <a:endParaRPr lang="zh-CN" altLang="en-US" sz="8000" b="1" dirty="0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  <a:cs typeface="Comic Sans MS" panose="030F0902030302020204" pitchFamily="66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861082" y="1216120"/>
            <a:ext cx="326563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4400" dirty="0" err="1">
                <a:latin typeface="华文细黑" panose="02010600040101010101" pitchFamily="2" charset="-122"/>
                <a:ea typeface="华文细黑" panose="02010600040101010101" pitchFamily="2" charset="-122"/>
                <a:cs typeface="Comic Sans MS" panose="030F0902030302020204" pitchFamily="66" charset="0"/>
              </a:rPr>
              <a:t>cāo</a:t>
            </a:r>
            <a:r>
              <a:rPr lang="en-US" altLang="zh-CN" sz="4400" dirty="0">
                <a:latin typeface="华文细黑" panose="02010600040101010101" pitchFamily="2" charset="-122"/>
                <a:ea typeface="华文细黑" panose="02010600040101010101" pitchFamily="2" charset="-122"/>
                <a:cs typeface="Comic Sans MS" panose="030F0902030302020204" pitchFamily="66" charset="0"/>
              </a:rPr>
              <a:t> </a:t>
            </a:r>
            <a:r>
              <a:rPr lang="en-US" altLang="zh-CN" sz="4400" dirty="0" err="1">
                <a:latin typeface="华文细黑" panose="02010600040101010101" pitchFamily="2" charset="-122"/>
                <a:ea typeface="华文细黑" panose="02010600040101010101" pitchFamily="2" charset="-122"/>
                <a:cs typeface="Comic Sans MS" panose="030F0902030302020204" pitchFamily="66" charset="0"/>
              </a:rPr>
              <a:t>chǎng</a:t>
            </a:r>
            <a:endParaRPr lang="en-US" altLang="zh-CN" sz="4400" dirty="0">
              <a:solidFill>
                <a:schemeClr val="tx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Comic Sans MS" panose="030F0902030302020204" pitchFamily="66" charset="0"/>
            </a:endParaRPr>
          </a:p>
        </p:txBody>
      </p:sp>
      <p:sp>
        <p:nvSpPr>
          <p:cNvPr id="12" name="文本框 7"/>
          <p:cNvSpPr txBox="1"/>
          <p:nvPr/>
        </p:nvSpPr>
        <p:spPr>
          <a:xfrm>
            <a:off x="1705" y="1054395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生词</a:t>
            </a:r>
          </a:p>
        </p:txBody>
      </p:sp>
      <p:sp>
        <p:nvSpPr>
          <p:cNvPr id="13" name="文本框 7"/>
          <p:cNvSpPr txBox="1"/>
          <p:nvPr/>
        </p:nvSpPr>
        <p:spPr>
          <a:xfrm>
            <a:off x="73143" y="1542319"/>
            <a:ext cx="12820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New Word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2249987" y="3168293"/>
            <a:ext cx="212617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 err="1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n.sports</a:t>
            </a:r>
            <a:r>
              <a:rPr lang="en-US" altLang="zh-CN" sz="2000" dirty="0"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ground</a:t>
            </a:r>
            <a:endParaRPr lang="zh-CN" altLang="zh-CN" sz="2000" dirty="0">
              <a:latin typeface="华文细黑" panose="02010600040101010101" pitchFamily="2" charset="-122"/>
              <a:ea typeface="华文细黑" panose="02010600040101010101" pitchFamily="2" charset="-122"/>
              <a:cs typeface="Times New Roman" panose="02020603050405020304" pitchFamily="18" charset="0"/>
              <a:sym typeface="Times New Roman" panose="02020603050405020304" pitchFamily="18" charset="0"/>
            </a:endParaRPr>
          </a:p>
          <a:p>
            <a:endParaRPr lang="en-US" altLang="zh-CN" sz="2000" dirty="0">
              <a:solidFill>
                <a:schemeClr val="tx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Comic Sans MS" panose="030F0902030302020204" pitchFamily="66" charset="0"/>
            </a:endParaRPr>
          </a:p>
        </p:txBody>
      </p:sp>
      <p:pic>
        <p:nvPicPr>
          <p:cNvPr id="2" name="图片 1"/>
          <p:cNvPicPr/>
          <p:nvPr/>
        </p:nvPicPr>
        <p:blipFill>
          <a:blip r:embed="rId6"/>
          <a:stretch>
            <a:fillRect/>
          </a:stretch>
        </p:blipFill>
        <p:spPr>
          <a:xfrm>
            <a:off x="5277485" y="3167380"/>
            <a:ext cx="4347210" cy="2712085"/>
          </a:xfrm>
          <a:prstGeom prst="rect">
            <a:avLst/>
          </a:prstGeom>
        </p:spPr>
      </p:pic>
    </p:spTree>
  </p:cSld>
  <p:clrMapOvr>
    <a:masterClrMapping/>
  </p:clrMapOvr>
  <p:transition spd="slow">
    <p:push/>
    <p:sndAc>
      <p:stSnd>
        <p:snd r:embed="rId2" name="佳能快门声-咔嚓-相机拍照_爱给网_aigei_com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  <p:bldP spid="12" grpId="0"/>
      <p:bldP spid="13" grpId="0"/>
      <p:bldP spid="1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8800" y="0"/>
            <a:ext cx="1459230" cy="1459230"/>
          </a:xfrm>
          <a:prstGeom prst="rect">
            <a:avLst/>
          </a:prstGeom>
        </p:spPr>
      </p:pic>
      <p:pic>
        <p:nvPicPr>
          <p:cNvPr id="9" name="Picture 4"/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42484" y="2445214"/>
            <a:ext cx="1949791" cy="1949791"/>
          </a:xfrm>
          <a:prstGeom prst="rect">
            <a:avLst/>
          </a:prstGeom>
          <a:ln w="38100" cap="sq">
            <a:solidFill>
              <a:srgbClr val="F79646"/>
            </a:solidFill>
            <a:prstDash val="solid"/>
            <a:miter lim="800000"/>
            <a:headEnd/>
            <a:tailEnd/>
          </a:ln>
          <a:effectLst>
            <a:glow rad="139700">
              <a:schemeClr val="accent4">
                <a:satMod val="175000"/>
                <a:alpha val="40000"/>
              </a:schemeClr>
            </a:glow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2" name="Picture 5" descr="C:\Users\38577\Desktop\7.jpeg7"/>
          <p:cNvPicPr>
            <a:picLocks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8781345" y="438502"/>
            <a:ext cx="1337310" cy="1102995"/>
          </a:xfrm>
          <a:prstGeom prst="rect">
            <a:avLst/>
          </a:prstGeom>
          <a:ln w="38100" cap="sq">
            <a:solidFill>
              <a:srgbClr val="F79646"/>
            </a:solidFill>
            <a:prstDash val="solid"/>
            <a:miter lim="800000"/>
            <a:headEnd/>
            <a:tailEnd/>
          </a:ln>
          <a:effectLst>
            <a:glow rad="139700">
              <a:schemeClr val="accent4">
                <a:satMod val="175000"/>
                <a:alpha val="40000"/>
              </a:schemeClr>
            </a:glow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3" name="Picture 6"/>
          <p:cNvPicPr>
            <a:picLocks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84838" y="5295846"/>
            <a:ext cx="1330325" cy="748307"/>
          </a:xfrm>
          <a:prstGeom prst="rect">
            <a:avLst/>
          </a:prstGeom>
          <a:ln w="38100" cap="sq">
            <a:solidFill>
              <a:srgbClr val="F79646"/>
            </a:solidFill>
            <a:prstDash val="solid"/>
            <a:miter lim="800000"/>
            <a:headEnd/>
            <a:tailEnd/>
          </a:ln>
          <a:effectLst>
            <a:glow rad="139700">
              <a:schemeClr val="accent4">
                <a:satMod val="175000"/>
                <a:alpha val="40000"/>
              </a:schemeClr>
            </a:glow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24" name="文本框 7"/>
          <p:cNvSpPr txBox="1"/>
          <p:nvPr/>
        </p:nvSpPr>
        <p:spPr>
          <a:xfrm>
            <a:off x="166805" y="214290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生词</a:t>
            </a:r>
          </a:p>
        </p:txBody>
      </p:sp>
      <p:sp>
        <p:nvSpPr>
          <p:cNvPr id="2" name="文本框 7"/>
          <p:cNvSpPr txBox="1"/>
          <p:nvPr/>
        </p:nvSpPr>
        <p:spPr>
          <a:xfrm>
            <a:off x="238243" y="702214"/>
            <a:ext cx="12820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New Word</a:t>
            </a:r>
          </a:p>
        </p:txBody>
      </p:sp>
      <p:pic>
        <p:nvPicPr>
          <p:cNvPr id="6" name="Picture 8"/>
          <p:cNvPicPr>
            <a:picLocks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1378" y="7461625"/>
            <a:ext cx="817245" cy="556748"/>
          </a:xfrm>
          <a:prstGeom prst="rect">
            <a:avLst/>
          </a:prstGeom>
          <a:ln w="38100" cap="sq">
            <a:solidFill>
              <a:srgbClr val="F79646"/>
            </a:solidFill>
            <a:prstDash val="solid"/>
            <a:miter lim="800000"/>
            <a:headEnd/>
            <a:tailEnd/>
          </a:ln>
          <a:effectLst>
            <a:glow rad="139700">
              <a:schemeClr val="accent4">
                <a:satMod val="175000"/>
                <a:alpha val="40000"/>
              </a:schemeClr>
            </a:glow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grpSp>
        <p:nvGrpSpPr>
          <p:cNvPr id="10" name="组合 9"/>
          <p:cNvGrpSpPr/>
          <p:nvPr/>
        </p:nvGrpSpPr>
        <p:grpSpPr>
          <a:xfrm>
            <a:off x="216142" y="1168939"/>
            <a:ext cx="5486400" cy="3802380"/>
            <a:chOff x="189" y="2298"/>
            <a:chExt cx="8640" cy="5988"/>
          </a:xfrm>
        </p:grpSpPr>
        <p:sp>
          <p:nvSpPr>
            <p:cNvPr id="20" name="椭圆形标注 19"/>
            <p:cNvSpPr/>
            <p:nvPr/>
          </p:nvSpPr>
          <p:spPr>
            <a:xfrm>
              <a:off x="375" y="2298"/>
              <a:ext cx="8268" cy="5988"/>
            </a:xfrm>
            <a:prstGeom prst="wedgeEllipseCallout">
              <a:avLst>
                <a:gd name="adj1" fmla="val 61234"/>
                <a:gd name="adj2" fmla="val -2233"/>
              </a:avLst>
            </a:prstGeom>
            <a:solidFill>
              <a:srgbClr val="F79646"/>
            </a:solidFill>
            <a:ln w="57150">
              <a:solidFill>
                <a:srgbClr val="F79646"/>
              </a:solidFill>
            </a:ln>
            <a:effectLst>
              <a:glow rad="1016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89" y="2503"/>
              <a:ext cx="8640" cy="5574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 eaLnBrk="0" hangingPunct="0"/>
              <a:r>
                <a:rPr lang="en-US" altLang="zh-CN" sz="6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</a:rPr>
                <a:t> la</a:t>
              </a:r>
            </a:p>
            <a:p>
              <a:pPr algn="ctr" eaLnBrk="0" fontAlgn="auto" hangingPunct="0">
                <a:buNone/>
              </a:pPr>
              <a:r>
                <a:rPr lang="zh-CN" altLang="en-US" sz="8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啦</a:t>
              </a:r>
              <a:endParaRPr lang="zh-CN" altLang="en-US" sz="8000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endParaRPr>
            </a:p>
            <a:p>
              <a:pPr algn="ctr">
                <a:defRPr sz="1800"/>
              </a:pPr>
              <a:r>
                <a:rPr lang="en-US" altLang="zh-CN" sz="2800" b="1" kern="100" dirty="0" err="1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</a:rPr>
                <a:t>part.combination</a:t>
              </a:r>
              <a:r>
                <a:rPr lang="en-US" altLang="zh-CN" sz="2800" b="1" kern="100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</a:rPr>
                <a:t> of</a:t>
              </a:r>
            </a:p>
            <a:p>
              <a:pPr algn="ctr">
                <a:defRPr sz="1800"/>
              </a:pPr>
              <a:r>
                <a:rPr lang="en-US" altLang="zh-CN" sz="2800" b="1" kern="100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</a:rPr>
                <a:t>the sounds of “</a:t>
              </a:r>
              <a:r>
                <a:rPr lang="zh-CN" altLang="en-US" sz="2800" b="1" kern="100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</a:rPr>
                <a:t>了”</a:t>
              </a:r>
              <a:endParaRPr lang="en-US" altLang="zh-CN" sz="2800" b="1" kern="100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</a:endParaRPr>
            </a:p>
            <a:p>
              <a:pPr algn="ctr">
                <a:defRPr sz="1800"/>
              </a:pPr>
              <a:r>
                <a:rPr lang="en-US" altLang="zh-CN" sz="2800" b="1" kern="100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</a:rPr>
                <a:t>and</a:t>
              </a:r>
              <a:r>
                <a:rPr lang="zh-CN" altLang="en-US" sz="2800" b="1" kern="100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</a:rPr>
                <a:t>“啊”</a:t>
              </a:r>
              <a:endParaRPr lang="en-US" altLang="zh-CN" sz="2800" b="1" kern="100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879275" y="5401458"/>
            <a:ext cx="4426342" cy="720090"/>
            <a:chOff x="197" y="9126"/>
            <a:chExt cx="8624" cy="1134"/>
          </a:xfrm>
        </p:grpSpPr>
        <p:sp>
          <p:nvSpPr>
            <p:cNvPr id="3" name="圆角矩形 2"/>
            <p:cNvSpPr/>
            <p:nvPr/>
          </p:nvSpPr>
          <p:spPr>
            <a:xfrm>
              <a:off x="197" y="9126"/>
              <a:ext cx="8624" cy="1134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2846" y="9281"/>
              <a:ext cx="3118" cy="824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pPr lvl="0" algn="ctr" fontAlgn="auto">
                <a:defRPr sz="1800"/>
              </a:pPr>
              <a:r>
                <a:rPr lang="zh-CN" altLang="en-US" sz="28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要下雨啦！</a:t>
              </a:r>
              <a:endParaRPr lang="zh-CN" altLang="en-US" sz="2800" b="1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Comic Sans MS" panose="030F0902030302020204" pitchFamily="66" charset="0"/>
                <a:sym typeface="+mn-ea"/>
              </a:endParaRPr>
            </a:p>
          </p:txBody>
        </p:sp>
      </p:grpSp>
    </p:spTree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8800" y="0"/>
            <a:ext cx="1459230" cy="1459230"/>
          </a:xfrm>
          <a:prstGeom prst="rect">
            <a:avLst/>
          </a:prstGeom>
        </p:spPr>
      </p:pic>
      <p:pic>
        <p:nvPicPr>
          <p:cNvPr id="13" name="Picture 6"/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1986" y="2647573"/>
            <a:ext cx="2778408" cy="1562854"/>
          </a:xfrm>
          <a:prstGeom prst="rect">
            <a:avLst/>
          </a:prstGeom>
          <a:ln w="38100" cap="sq">
            <a:solidFill>
              <a:srgbClr val="F79646"/>
            </a:solidFill>
            <a:prstDash val="solid"/>
            <a:miter lim="800000"/>
            <a:headEnd/>
            <a:tailEnd/>
          </a:ln>
          <a:effectLst>
            <a:glow rad="139700">
              <a:schemeClr val="accent4">
                <a:satMod val="175000"/>
                <a:alpha val="40000"/>
              </a:schemeClr>
            </a:glow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7" name="Picture 8"/>
          <p:cNvPicPr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028" y="5352691"/>
            <a:ext cx="931545" cy="634615"/>
          </a:xfrm>
          <a:prstGeom prst="rect">
            <a:avLst/>
          </a:prstGeom>
          <a:ln w="38100" cap="sq">
            <a:solidFill>
              <a:srgbClr val="F79646"/>
            </a:solidFill>
            <a:prstDash val="solid"/>
            <a:miter lim="800000"/>
            <a:headEnd/>
            <a:tailEnd/>
          </a:ln>
          <a:effectLst>
            <a:glow rad="139700">
              <a:schemeClr val="accent4">
                <a:satMod val="175000"/>
                <a:alpha val="40000"/>
              </a:schemeClr>
            </a:glow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3" name="Picture 4"/>
          <p:cNvPicPr>
            <a:picLocks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31716" y="571715"/>
            <a:ext cx="836568" cy="836568"/>
          </a:xfrm>
          <a:prstGeom prst="rect">
            <a:avLst/>
          </a:prstGeom>
          <a:ln w="38100" cap="sq">
            <a:solidFill>
              <a:srgbClr val="F79646"/>
            </a:solidFill>
            <a:prstDash val="solid"/>
            <a:miter lim="800000"/>
            <a:headEnd/>
            <a:tailEnd/>
          </a:ln>
          <a:effectLst>
            <a:glow rad="139700">
              <a:schemeClr val="accent4">
                <a:satMod val="175000"/>
                <a:alpha val="40000"/>
              </a:schemeClr>
            </a:glow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24" name="文本框 7"/>
          <p:cNvSpPr txBox="1"/>
          <p:nvPr/>
        </p:nvSpPr>
        <p:spPr>
          <a:xfrm>
            <a:off x="166805" y="214290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生词</a:t>
            </a:r>
          </a:p>
        </p:txBody>
      </p:sp>
      <p:sp>
        <p:nvSpPr>
          <p:cNvPr id="7" name="文本框 7"/>
          <p:cNvSpPr txBox="1"/>
          <p:nvPr/>
        </p:nvSpPr>
        <p:spPr>
          <a:xfrm>
            <a:off x="238243" y="702214"/>
            <a:ext cx="12820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New Word</a:t>
            </a:r>
          </a:p>
        </p:txBody>
      </p:sp>
      <p:pic>
        <p:nvPicPr>
          <p:cNvPr id="2" name="Picture 5" descr="C:\Users\38577\Desktop\7.jpeg7"/>
          <p:cNvPicPr>
            <a:picLocks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8795315" y="-1440000"/>
            <a:ext cx="1309370" cy="1080000"/>
          </a:xfrm>
          <a:prstGeom prst="rect">
            <a:avLst/>
          </a:prstGeom>
          <a:ln w="38100" cap="sq">
            <a:solidFill>
              <a:srgbClr val="F79646"/>
            </a:solidFill>
            <a:prstDash val="solid"/>
            <a:miter lim="800000"/>
            <a:headEnd/>
            <a:tailEnd/>
          </a:ln>
          <a:effectLst>
            <a:glow rad="139700">
              <a:schemeClr val="accent4">
                <a:satMod val="175000"/>
                <a:alpha val="40000"/>
              </a:schemeClr>
            </a:glow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Picture 10"/>
          <p:cNvPicPr>
            <a:picLocks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8967" y="7312645"/>
            <a:ext cx="1282065" cy="854710"/>
          </a:xfrm>
          <a:prstGeom prst="rect">
            <a:avLst/>
          </a:prstGeom>
          <a:ln w="38100" cap="sq">
            <a:solidFill>
              <a:srgbClr val="F79646"/>
            </a:solidFill>
            <a:prstDash val="solid"/>
            <a:miter lim="800000"/>
            <a:headEnd/>
            <a:tailEnd/>
          </a:ln>
          <a:effectLst>
            <a:glow rad="139700">
              <a:schemeClr val="accent4">
                <a:satMod val="175000"/>
                <a:alpha val="40000"/>
              </a:schemeClr>
            </a:glow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grpSp>
        <p:nvGrpSpPr>
          <p:cNvPr id="10" name="组合 9"/>
          <p:cNvGrpSpPr/>
          <p:nvPr/>
        </p:nvGrpSpPr>
        <p:grpSpPr>
          <a:xfrm>
            <a:off x="-125730" y="1459230"/>
            <a:ext cx="5614035" cy="3802380"/>
            <a:chOff x="-198" y="2298"/>
            <a:chExt cx="8841" cy="5988"/>
          </a:xfrm>
        </p:grpSpPr>
        <p:sp>
          <p:nvSpPr>
            <p:cNvPr id="4" name="椭圆形标注 3"/>
            <p:cNvSpPr/>
            <p:nvPr/>
          </p:nvSpPr>
          <p:spPr>
            <a:xfrm>
              <a:off x="375" y="2298"/>
              <a:ext cx="8268" cy="5988"/>
            </a:xfrm>
            <a:prstGeom prst="wedgeEllipseCallout">
              <a:avLst>
                <a:gd name="adj1" fmla="val 61234"/>
                <a:gd name="adj2" fmla="val -2233"/>
              </a:avLst>
            </a:prstGeom>
            <a:solidFill>
              <a:srgbClr val="F79646"/>
            </a:solidFill>
            <a:ln w="57150">
              <a:solidFill>
                <a:srgbClr val="F79646"/>
              </a:solidFill>
            </a:ln>
            <a:effectLst>
              <a:glow rad="1016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-198" y="2857"/>
              <a:ext cx="8640" cy="4894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l"/>
              <a:r>
                <a:rPr lang="en-US" altLang="zh-CN" sz="6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</a:rPr>
                <a:t>   </a:t>
              </a:r>
              <a:r>
                <a:rPr lang="en-US" altLang="zh-CN" sz="6000" b="1" dirty="0" err="1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</a:rPr>
                <a:t>shǐ</a:t>
              </a:r>
              <a:r>
                <a:rPr lang="en-US" altLang="zh-CN" sz="6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</a:rPr>
                <a:t> </a:t>
              </a:r>
              <a:r>
                <a:rPr lang="en-US" altLang="zh-CN" sz="6000" b="1" dirty="0" err="1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</a:rPr>
                <a:t>zhōng</a:t>
              </a:r>
              <a:endParaRPr lang="en-US" altLang="zh-CN" sz="6000" b="1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</a:endParaRPr>
            </a:p>
            <a:p>
              <a:pPr algn="ctr" eaLnBrk="0" fontAlgn="auto" hangingPunct="0">
                <a:buNone/>
              </a:pPr>
              <a:r>
                <a:rPr lang="zh-CN" altLang="en-US" sz="8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始 终 </a:t>
              </a:r>
            </a:p>
            <a:p>
              <a:pPr algn="ctr" eaLnBrk="0" fontAlgn="auto" hangingPunct="0">
                <a:buNone/>
              </a:pPr>
              <a:r>
                <a:rPr lang="zh-CN" altLang="zh-CN" sz="2800" b="1" kern="100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Times New Roman" panose="02020603050405020304" pitchFamily="18" charset="0"/>
                </a:rPr>
                <a:t>adv. from the beginning to </a:t>
              </a:r>
            </a:p>
            <a:p>
              <a:pPr algn="ctr">
                <a:defRPr sz="1800"/>
              </a:pPr>
              <a:r>
                <a:rPr lang="zh-CN" altLang="zh-CN" sz="2800" b="1" kern="100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Times New Roman" panose="02020603050405020304" pitchFamily="18" charset="0"/>
                </a:rPr>
                <a:t>the end, all along</a:t>
              </a: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330736" y="5401945"/>
            <a:ext cx="6599551" cy="720090"/>
            <a:chOff x="197" y="9126"/>
            <a:chExt cx="8624" cy="1134"/>
          </a:xfrm>
        </p:grpSpPr>
        <p:sp>
          <p:nvSpPr>
            <p:cNvPr id="11" name="圆角矩形 10"/>
            <p:cNvSpPr/>
            <p:nvPr/>
          </p:nvSpPr>
          <p:spPr>
            <a:xfrm>
              <a:off x="197" y="9126"/>
              <a:ext cx="8624" cy="1134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400" y="9281"/>
              <a:ext cx="8218" cy="824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pPr lvl="0" algn="ctr" fontAlgn="auto">
                <a:defRPr sz="1800"/>
              </a:pPr>
              <a:r>
                <a:rPr lang="zh-CN" altLang="en-US" sz="28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cs typeface="Comic Sans MS" panose="030F0902030302020204" pitchFamily="66" charset="0"/>
                  <a:sym typeface="华文细黑" panose="02010600040101010101" pitchFamily="2" charset="-122"/>
                </a:rPr>
                <a:t>我</a:t>
              </a:r>
              <a:r>
                <a:rPr lang="zh-CN" altLang="en-US" sz="2800" b="1" dirty="0">
                  <a:solidFill>
                    <a:schemeClr val="bg1"/>
                  </a:solidFill>
                  <a:highlight>
                    <a:srgbClr val="FF0000"/>
                  </a:highlight>
                  <a:latin typeface="华文楷体" panose="02010600040101010101" charset="-122"/>
                  <a:ea typeface="华文楷体" panose="02010600040101010101" charset="-122"/>
                  <a:cs typeface="Comic Sans MS" panose="030F0902030302020204" pitchFamily="66" charset="0"/>
                  <a:sym typeface="华文细黑" panose="02010600040101010101" pitchFamily="2" charset="-122"/>
                </a:rPr>
                <a:t>始终</a:t>
              </a:r>
              <a:r>
                <a:rPr lang="zh-CN" altLang="en-US" sz="28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cs typeface="Comic Sans MS" panose="030F0902030302020204" pitchFamily="66" charset="0"/>
                  <a:sym typeface="华文细黑" panose="02010600040101010101" pitchFamily="2" charset="-122"/>
                </a:rPr>
                <a:t>觉得大卫不应该放弃那个工作。</a:t>
              </a:r>
              <a:endParaRPr lang="zh-CN" altLang="en-US" sz="2800" b="1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Comic Sans MS" panose="030F0902030302020204" pitchFamily="66" charset="0"/>
                <a:sym typeface="+mn-ea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8800" y="0"/>
            <a:ext cx="1459230" cy="1459230"/>
          </a:xfrm>
          <a:prstGeom prst="rect">
            <a:avLst/>
          </a:prstGeom>
        </p:spPr>
      </p:pic>
      <p:pic>
        <p:nvPicPr>
          <p:cNvPr id="13" name="Picture 6"/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8975" y="2598945"/>
            <a:ext cx="2409825" cy="1641693"/>
          </a:xfrm>
          <a:prstGeom prst="rect">
            <a:avLst/>
          </a:prstGeom>
          <a:ln w="38100" cap="sq">
            <a:solidFill>
              <a:srgbClr val="F79646"/>
            </a:solidFill>
            <a:prstDash val="solid"/>
            <a:miter lim="800000"/>
            <a:headEnd/>
            <a:tailEnd/>
          </a:ln>
          <a:effectLst>
            <a:glow rad="139700">
              <a:schemeClr val="accent4">
                <a:satMod val="175000"/>
                <a:alpha val="40000"/>
              </a:schemeClr>
            </a:glow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7" name="Picture 8"/>
          <p:cNvPicPr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8957" y="5189305"/>
            <a:ext cx="1442085" cy="961390"/>
          </a:xfrm>
          <a:prstGeom prst="rect">
            <a:avLst/>
          </a:prstGeom>
          <a:ln w="38100" cap="sq">
            <a:solidFill>
              <a:srgbClr val="F79646"/>
            </a:solidFill>
            <a:prstDash val="solid"/>
            <a:miter lim="800000"/>
            <a:headEnd/>
            <a:tailEnd/>
          </a:ln>
          <a:effectLst>
            <a:glow rad="139700">
              <a:schemeClr val="accent4">
                <a:satMod val="175000"/>
                <a:alpha val="40000"/>
              </a:schemeClr>
            </a:glow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3" name="Picture 4"/>
          <p:cNvPicPr>
            <a:picLocks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84838" y="615846"/>
            <a:ext cx="1330325" cy="748307"/>
          </a:xfrm>
          <a:prstGeom prst="rect">
            <a:avLst/>
          </a:prstGeom>
          <a:ln w="38100" cap="sq">
            <a:solidFill>
              <a:srgbClr val="F79646"/>
            </a:solidFill>
            <a:prstDash val="solid"/>
            <a:miter lim="800000"/>
            <a:headEnd/>
            <a:tailEnd/>
          </a:ln>
          <a:effectLst>
            <a:glow rad="139700">
              <a:schemeClr val="accent4">
                <a:satMod val="175000"/>
                <a:alpha val="40000"/>
              </a:schemeClr>
            </a:glow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24" name="文本框 7"/>
          <p:cNvSpPr txBox="1"/>
          <p:nvPr/>
        </p:nvSpPr>
        <p:spPr>
          <a:xfrm>
            <a:off x="166805" y="214290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生词</a:t>
            </a:r>
          </a:p>
        </p:txBody>
      </p:sp>
      <p:sp>
        <p:nvSpPr>
          <p:cNvPr id="7" name="文本框 7"/>
          <p:cNvSpPr txBox="1"/>
          <p:nvPr/>
        </p:nvSpPr>
        <p:spPr>
          <a:xfrm>
            <a:off x="238243" y="702214"/>
            <a:ext cx="12820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New Word</a:t>
            </a:r>
          </a:p>
        </p:txBody>
      </p:sp>
      <p:pic>
        <p:nvPicPr>
          <p:cNvPr id="2" name="Picture 5"/>
          <p:cNvPicPr>
            <a:picLocks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78192" y="-1272123"/>
            <a:ext cx="743616" cy="743616"/>
          </a:xfrm>
          <a:prstGeom prst="rect">
            <a:avLst/>
          </a:prstGeom>
          <a:ln w="38100" cap="sq">
            <a:solidFill>
              <a:srgbClr val="F79646"/>
            </a:solidFill>
            <a:prstDash val="solid"/>
            <a:miter lim="800000"/>
            <a:headEnd/>
            <a:tailEnd/>
          </a:ln>
          <a:effectLst>
            <a:glow rad="139700">
              <a:schemeClr val="accent4">
                <a:satMod val="175000"/>
                <a:alpha val="40000"/>
              </a:schemeClr>
            </a:glow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Picture 10"/>
          <p:cNvPicPr>
            <a:picLocks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27725" y="7458483"/>
            <a:ext cx="844550" cy="563033"/>
          </a:xfrm>
          <a:prstGeom prst="rect">
            <a:avLst/>
          </a:prstGeom>
          <a:ln w="38100" cap="sq">
            <a:solidFill>
              <a:srgbClr val="F79646"/>
            </a:solidFill>
            <a:prstDash val="solid"/>
            <a:miter lim="800000"/>
            <a:headEnd/>
            <a:tailEnd/>
          </a:ln>
          <a:effectLst>
            <a:glow rad="139700">
              <a:schemeClr val="accent4">
                <a:satMod val="175000"/>
                <a:alpha val="40000"/>
              </a:schemeClr>
            </a:glow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grpSp>
        <p:nvGrpSpPr>
          <p:cNvPr id="10" name="组合 9"/>
          <p:cNvGrpSpPr/>
          <p:nvPr/>
        </p:nvGrpSpPr>
        <p:grpSpPr>
          <a:xfrm>
            <a:off x="167640" y="1459230"/>
            <a:ext cx="5486400" cy="3802380"/>
            <a:chOff x="264" y="2298"/>
            <a:chExt cx="8640" cy="5988"/>
          </a:xfrm>
        </p:grpSpPr>
        <p:sp>
          <p:nvSpPr>
            <p:cNvPr id="4" name="椭圆形标注 3"/>
            <p:cNvSpPr/>
            <p:nvPr/>
          </p:nvSpPr>
          <p:spPr>
            <a:xfrm>
              <a:off x="375" y="2298"/>
              <a:ext cx="8268" cy="5988"/>
            </a:xfrm>
            <a:prstGeom prst="wedgeEllipseCallout">
              <a:avLst>
                <a:gd name="adj1" fmla="val 61234"/>
                <a:gd name="adj2" fmla="val -2233"/>
              </a:avLst>
            </a:prstGeom>
            <a:solidFill>
              <a:srgbClr val="F79646"/>
            </a:solidFill>
            <a:ln w="57150">
              <a:solidFill>
                <a:srgbClr val="F79646"/>
              </a:solidFill>
            </a:ln>
            <a:effectLst>
              <a:glow rad="1016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264" y="3113"/>
              <a:ext cx="8640" cy="4215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l"/>
              <a:r>
                <a:rPr lang="en-US" altLang="zh-CN" sz="6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</a:rPr>
                <a:t>    </a:t>
              </a:r>
              <a:r>
                <a:rPr lang="en-US" altLang="zh-CN" sz="6000" b="1" dirty="0" err="1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</a:rPr>
                <a:t>shuō</a:t>
              </a:r>
              <a:r>
                <a:rPr lang="en-US" altLang="zh-CN" sz="6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</a:rPr>
                <a:t> </a:t>
              </a:r>
              <a:r>
                <a:rPr lang="en-US" altLang="zh-CN" sz="6000" b="1" dirty="0" err="1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</a:rPr>
                <a:t>fú</a:t>
              </a:r>
              <a:endParaRPr lang="en-US" altLang="zh-CN" sz="6000" b="1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</a:endParaRPr>
            </a:p>
            <a:p>
              <a:pPr algn="ctr" eaLnBrk="0" fontAlgn="auto" hangingPunct="0">
                <a:buNone/>
              </a:pPr>
              <a:r>
                <a:rPr lang="zh-CN" altLang="en-US" sz="8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说 服</a:t>
              </a:r>
              <a:endParaRPr lang="zh-CN" altLang="en-US" sz="8000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endParaRPr>
            </a:p>
            <a:p>
              <a:pPr algn="ctr"/>
              <a:r>
                <a:rPr lang="zh-CN" altLang="zh-CN" sz="2800" b="1" kern="100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Times New Roman" panose="02020603050405020304" pitchFamily="18" charset="0"/>
                </a:rPr>
                <a:t>v. </a:t>
              </a:r>
              <a:r>
                <a:rPr lang="en-US" altLang="zh-CN" sz="2800" b="1" kern="100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Times New Roman" panose="02020603050405020304" pitchFamily="18" charset="0"/>
                </a:rPr>
                <a:t>to </a:t>
              </a:r>
              <a:r>
                <a:rPr lang="en-US" altLang="zh-CN" sz="2800" b="1" kern="100" dirty="0" err="1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Times New Roman" panose="02020603050405020304" pitchFamily="18" charset="0"/>
                </a:rPr>
                <a:t>persade</a:t>
              </a:r>
              <a:r>
                <a:rPr lang="zh-CN" altLang="zh-CN" sz="2800" b="1" kern="100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Times New Roman" panose="02020603050405020304" pitchFamily="18" charset="0"/>
                </a:rPr>
                <a:t>d</a:t>
              </a: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238125" y="5401945"/>
            <a:ext cx="6373495" cy="720090"/>
            <a:chOff x="197" y="9126"/>
            <a:chExt cx="10037" cy="1134"/>
          </a:xfrm>
        </p:grpSpPr>
        <p:sp>
          <p:nvSpPr>
            <p:cNvPr id="11" name="圆角矩形 10"/>
            <p:cNvSpPr/>
            <p:nvPr/>
          </p:nvSpPr>
          <p:spPr>
            <a:xfrm>
              <a:off x="197" y="9126"/>
              <a:ext cx="9974" cy="1134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197" y="9309"/>
              <a:ext cx="10037" cy="822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lvl="0" algn="ctr" fontAlgn="auto">
                <a:defRPr sz="1800"/>
              </a:pPr>
              <a:r>
                <a:rPr lang="zh-CN" altLang="en-US" sz="28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老师</a:t>
              </a:r>
              <a:r>
                <a:rPr lang="zh-CN" altLang="en-US" sz="2800" b="1" dirty="0">
                  <a:solidFill>
                    <a:schemeClr val="bg1"/>
                  </a:solidFill>
                  <a:highlight>
                    <a:srgbClr val="FF0000"/>
                  </a:highlight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说服</a:t>
              </a:r>
              <a:r>
                <a:rPr lang="zh-CN" altLang="en-US" sz="28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了麦克去参加那个辩论赛。</a:t>
              </a:r>
              <a:endParaRPr lang="zh-CN" altLang="zh-CN" sz="2800" b="1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sym typeface="+mn-ea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8800" y="0"/>
            <a:ext cx="1459230" cy="1459230"/>
          </a:xfrm>
          <a:prstGeom prst="rect">
            <a:avLst/>
          </a:prstGeom>
        </p:spPr>
      </p:pic>
      <p:pic>
        <p:nvPicPr>
          <p:cNvPr id="13" name="Picture 6"/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97438" y="2458292"/>
            <a:ext cx="2885122" cy="1923415"/>
          </a:xfrm>
          <a:prstGeom prst="rect">
            <a:avLst/>
          </a:prstGeom>
          <a:ln w="38100" cap="sq">
            <a:solidFill>
              <a:srgbClr val="F79646"/>
            </a:solidFill>
            <a:prstDash val="solid"/>
            <a:miter lim="800000"/>
            <a:headEnd/>
            <a:tailEnd/>
          </a:ln>
          <a:effectLst>
            <a:glow rad="139700">
              <a:schemeClr val="accent4">
                <a:satMod val="175000"/>
                <a:alpha val="40000"/>
              </a:schemeClr>
            </a:glow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7" name="Picture 8"/>
          <p:cNvPicPr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33347" y="5353347"/>
            <a:ext cx="633306" cy="633306"/>
          </a:xfrm>
          <a:prstGeom prst="rect">
            <a:avLst/>
          </a:prstGeom>
          <a:ln w="38100" cap="sq">
            <a:solidFill>
              <a:srgbClr val="F79646"/>
            </a:solidFill>
            <a:prstDash val="solid"/>
            <a:miter lim="800000"/>
            <a:headEnd/>
            <a:tailEnd/>
          </a:ln>
          <a:effectLst>
            <a:glow rad="139700">
              <a:schemeClr val="accent4">
                <a:satMod val="175000"/>
                <a:alpha val="40000"/>
              </a:schemeClr>
            </a:glow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3" name="Picture 4"/>
          <p:cNvPicPr>
            <a:picLocks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35968" y="639815"/>
            <a:ext cx="1028065" cy="700369"/>
          </a:xfrm>
          <a:prstGeom prst="rect">
            <a:avLst/>
          </a:prstGeom>
          <a:ln w="38100" cap="sq">
            <a:solidFill>
              <a:srgbClr val="F79646"/>
            </a:solidFill>
            <a:prstDash val="solid"/>
            <a:miter lim="800000"/>
            <a:headEnd/>
            <a:tailEnd/>
          </a:ln>
          <a:effectLst>
            <a:glow rad="139700">
              <a:schemeClr val="accent4">
                <a:satMod val="175000"/>
                <a:alpha val="40000"/>
              </a:schemeClr>
            </a:glow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24" name="文本框 7"/>
          <p:cNvSpPr txBox="1"/>
          <p:nvPr/>
        </p:nvSpPr>
        <p:spPr>
          <a:xfrm>
            <a:off x="166805" y="214290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生词</a:t>
            </a:r>
          </a:p>
        </p:txBody>
      </p:sp>
      <p:sp>
        <p:nvSpPr>
          <p:cNvPr id="7" name="文本框 7"/>
          <p:cNvSpPr txBox="1"/>
          <p:nvPr/>
        </p:nvSpPr>
        <p:spPr>
          <a:xfrm>
            <a:off x="238243" y="702214"/>
            <a:ext cx="12820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New Word</a:t>
            </a:r>
          </a:p>
        </p:txBody>
      </p:sp>
      <p:pic>
        <p:nvPicPr>
          <p:cNvPr id="2" name="Picture 5"/>
          <p:cNvPicPr>
            <a:picLocks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59133" y="-1229823"/>
            <a:ext cx="1181735" cy="664725"/>
          </a:xfrm>
          <a:prstGeom prst="rect">
            <a:avLst/>
          </a:prstGeom>
          <a:ln w="38100" cap="sq">
            <a:solidFill>
              <a:srgbClr val="F79646"/>
            </a:solidFill>
            <a:prstDash val="solid"/>
            <a:miter lim="800000"/>
            <a:headEnd/>
            <a:tailEnd/>
          </a:ln>
          <a:effectLst>
            <a:glow rad="139700">
              <a:schemeClr val="accent4">
                <a:satMod val="175000"/>
                <a:alpha val="40000"/>
              </a:schemeClr>
            </a:glow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Picture 10"/>
          <p:cNvPicPr>
            <a:picLocks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57253" y="7519080"/>
            <a:ext cx="785495" cy="441840"/>
          </a:xfrm>
          <a:prstGeom prst="rect">
            <a:avLst/>
          </a:prstGeom>
          <a:ln w="38100" cap="sq">
            <a:solidFill>
              <a:srgbClr val="F79646"/>
            </a:solidFill>
            <a:prstDash val="solid"/>
            <a:miter lim="800000"/>
            <a:headEnd/>
            <a:tailEnd/>
          </a:ln>
          <a:effectLst>
            <a:glow rad="139700">
              <a:schemeClr val="accent4">
                <a:satMod val="175000"/>
                <a:alpha val="40000"/>
              </a:schemeClr>
            </a:glow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grpSp>
        <p:nvGrpSpPr>
          <p:cNvPr id="10" name="组合 9"/>
          <p:cNvGrpSpPr/>
          <p:nvPr/>
        </p:nvGrpSpPr>
        <p:grpSpPr>
          <a:xfrm>
            <a:off x="167640" y="1459230"/>
            <a:ext cx="5486400" cy="3802380"/>
            <a:chOff x="264" y="2298"/>
            <a:chExt cx="8640" cy="5988"/>
          </a:xfrm>
        </p:grpSpPr>
        <p:sp>
          <p:nvSpPr>
            <p:cNvPr id="4" name="椭圆形标注 3"/>
            <p:cNvSpPr/>
            <p:nvPr/>
          </p:nvSpPr>
          <p:spPr>
            <a:xfrm>
              <a:off x="375" y="2298"/>
              <a:ext cx="8268" cy="5988"/>
            </a:xfrm>
            <a:prstGeom prst="wedgeEllipseCallout">
              <a:avLst>
                <a:gd name="adj1" fmla="val 61234"/>
                <a:gd name="adj2" fmla="val -2233"/>
              </a:avLst>
            </a:prstGeom>
            <a:solidFill>
              <a:srgbClr val="F79646"/>
            </a:solidFill>
            <a:ln w="57150">
              <a:solidFill>
                <a:srgbClr val="F79646"/>
              </a:solidFill>
            </a:ln>
            <a:effectLst>
              <a:glow rad="1016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264" y="3113"/>
              <a:ext cx="8640" cy="4215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l"/>
              <a:r>
                <a:rPr lang="en-US" altLang="zh-CN" sz="6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</a:rPr>
                <a:t>  </a:t>
              </a:r>
              <a:r>
                <a:rPr lang="en-US" altLang="zh-CN" sz="6000" b="1" dirty="0" err="1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</a:rPr>
                <a:t>cāo</a:t>
              </a:r>
              <a:r>
                <a:rPr lang="en-US" altLang="zh-CN" sz="6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</a:rPr>
                <a:t> </a:t>
              </a:r>
              <a:r>
                <a:rPr lang="en-US" altLang="zh-CN" sz="6000" b="1" dirty="0" err="1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</a:rPr>
                <a:t>chǎng</a:t>
              </a:r>
              <a:endParaRPr lang="en-US" altLang="zh-CN" sz="6000" b="1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</a:endParaRPr>
            </a:p>
            <a:p>
              <a:pPr algn="ctr" eaLnBrk="0" fontAlgn="auto" hangingPunct="0">
                <a:buNone/>
              </a:pPr>
              <a:r>
                <a:rPr lang="zh-CN" altLang="en-US" sz="8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操 场</a:t>
              </a:r>
              <a:endParaRPr lang="zh-CN" altLang="en-US" sz="8000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endParaRPr>
            </a:p>
            <a:p>
              <a:pPr algn="ctr"/>
              <a:r>
                <a:rPr lang="en-US" altLang="zh-CN" sz="2800" b="1" kern="100" dirty="0" err="1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Times New Roman" panose="02020603050405020304" pitchFamily="18" charset="0"/>
                </a:rPr>
                <a:t>n.sports</a:t>
              </a:r>
              <a:r>
                <a:rPr lang="en-US" altLang="zh-CN" sz="2800" b="1" kern="100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Times New Roman" panose="02020603050405020304" pitchFamily="18" charset="0"/>
                </a:rPr>
                <a:t> ground</a:t>
              </a:r>
              <a:endParaRPr lang="zh-CN" altLang="zh-CN" sz="2800" b="1" kern="100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sym typeface="Times New Roman" panose="02020603050405020304" pitchFamily="18" charset="0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222629" y="5476124"/>
            <a:ext cx="5873371" cy="1037470"/>
            <a:chOff x="197" y="9126"/>
            <a:chExt cx="11878" cy="1731"/>
          </a:xfrm>
        </p:grpSpPr>
        <p:sp>
          <p:nvSpPr>
            <p:cNvPr id="11" name="圆角矩形 10"/>
            <p:cNvSpPr/>
            <p:nvPr/>
          </p:nvSpPr>
          <p:spPr>
            <a:xfrm>
              <a:off x="197" y="9126"/>
              <a:ext cx="11878" cy="1134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852" y="9265"/>
              <a:ext cx="10845" cy="1592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lvl="0" algn="ctr" fontAlgn="auto">
                <a:defRPr sz="1800"/>
              </a:pPr>
              <a:r>
                <a:rPr lang="zh-CN" altLang="en-US" sz="28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每天晚上</a:t>
              </a:r>
              <a:r>
                <a:rPr lang="zh-CN" altLang="en-US" sz="2800" b="1" dirty="0">
                  <a:solidFill>
                    <a:schemeClr val="bg1"/>
                  </a:solidFill>
                  <a:highlight>
                    <a:srgbClr val="FF0000"/>
                  </a:highlight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操场</a:t>
              </a:r>
              <a:r>
                <a:rPr lang="zh-CN" altLang="en-US" sz="28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上有很多人在锻炼。</a:t>
              </a:r>
              <a:endParaRPr lang="zh-CN" altLang="zh-CN" sz="2800" b="1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sym typeface="+mn-ea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7"/>
          <p:cNvSpPr txBox="1"/>
          <p:nvPr/>
        </p:nvSpPr>
        <p:spPr>
          <a:xfrm>
            <a:off x="165735" y="173355"/>
            <a:ext cx="633222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语言点</a:t>
            </a:r>
            <a:endParaRPr lang="en-US" altLang="zh-CN" sz="2800" b="1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sym typeface="+mn-ea"/>
            </a:endParaRPr>
          </a:p>
        </p:txBody>
      </p:sp>
      <p:sp>
        <p:nvSpPr>
          <p:cNvPr id="9" name="文本框 7"/>
          <p:cNvSpPr txBox="1"/>
          <p:nvPr/>
        </p:nvSpPr>
        <p:spPr>
          <a:xfrm>
            <a:off x="237490" y="695325"/>
            <a:ext cx="180086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algn="l" defTabSz="914400">
              <a:buClrTx/>
              <a:buSzTx/>
              <a:buFontTx/>
              <a:buNone/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Language Point</a:t>
            </a:r>
            <a:endParaRPr kumimoji="0" lang="en-US" b="1" i="0" u="none" strike="noStrike" kern="1200" cap="none" spc="0" normalizeH="0" baseline="0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23" name="梯形 22"/>
          <p:cNvSpPr/>
          <p:nvPr/>
        </p:nvSpPr>
        <p:spPr>
          <a:xfrm>
            <a:off x="9288780" y="1243965"/>
            <a:ext cx="2792095" cy="5854700"/>
          </a:xfrm>
          <a:prstGeom prst="trapezoid">
            <a:avLst>
              <a:gd name="adj" fmla="val 30365"/>
            </a:avLst>
          </a:prstGeom>
          <a:solidFill>
            <a:schemeClr val="accent4">
              <a:alpha val="67000"/>
            </a:schemeClr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pic>
        <p:nvPicPr>
          <p:cNvPr id="30" name="图片 29" descr="C:\Users\Administrator\Desktop\4a7e7ce1.png4a7e7ce1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9776248" y="-717762"/>
            <a:ext cx="1801707" cy="2511213"/>
          </a:xfrm>
          <a:prstGeom prst="rect">
            <a:avLst/>
          </a:prstGeom>
        </p:spPr>
      </p:pic>
      <p:grpSp>
        <p:nvGrpSpPr>
          <p:cNvPr id="31" name="组合 30"/>
          <p:cNvGrpSpPr/>
          <p:nvPr/>
        </p:nvGrpSpPr>
        <p:grpSpPr>
          <a:xfrm>
            <a:off x="9288780" y="3193415"/>
            <a:ext cx="2837180" cy="2067580"/>
            <a:chOff x="7787" y="3144"/>
            <a:chExt cx="5660" cy="2300"/>
          </a:xfrm>
        </p:grpSpPr>
        <p:sp>
          <p:nvSpPr>
            <p:cNvPr id="33" name="圆角矩形 32"/>
            <p:cNvSpPr/>
            <p:nvPr/>
          </p:nvSpPr>
          <p:spPr>
            <a:xfrm>
              <a:off x="8776" y="3144"/>
              <a:ext cx="3577" cy="174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7787" y="3219"/>
              <a:ext cx="5660" cy="22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fontAlgn="ctr"/>
              <a:r>
                <a:rPr lang="zh-CN" altLang="en-US" sz="4400" b="1" kern="100" dirty="0">
                  <a:solidFill>
                    <a:srgbClr val="FF0000"/>
                  </a:solidFill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毕竟</a:t>
              </a:r>
            </a:p>
            <a:p>
              <a:pPr algn="ctr" fontAlgn="ctr"/>
              <a:endParaRPr lang="zh-CN" altLang="en-US" sz="2000" b="1" kern="100" dirty="0">
                <a:solidFill>
                  <a:schemeClr val="bg1">
                    <a:lumMod val="6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细黑" panose="02010600040101010101" pitchFamily="2" charset="-122"/>
                <a:sym typeface="+mn-ea"/>
              </a:endParaRPr>
            </a:p>
            <a:p>
              <a:pPr algn="ctr" fontAlgn="ctr"/>
              <a:r>
                <a:rPr lang="zh-CN" altLang="en-US" sz="2000" b="1" kern="100" dirty="0">
                  <a:solidFill>
                    <a:srgbClr val="FF0000"/>
                  </a:solidFill>
                  <a:highlight>
                    <a:srgbClr val="FFFF00"/>
                  </a:highlight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副词</a:t>
              </a:r>
              <a:r>
                <a:rPr lang="en-US" altLang="zh-CN" sz="2000" b="1" kern="100" dirty="0">
                  <a:solidFill>
                    <a:srgbClr val="FF0000"/>
                  </a:solidFill>
                  <a:highlight>
                    <a:srgbClr val="FFFF00"/>
                  </a:highlight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-</a:t>
              </a:r>
              <a:r>
                <a:rPr lang="zh-CN" altLang="en-US" sz="2000" b="1" kern="100" dirty="0">
                  <a:solidFill>
                    <a:srgbClr val="FF0000"/>
                  </a:solidFill>
                  <a:highlight>
                    <a:srgbClr val="FFFF00"/>
                  </a:highlight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到底、终于</a:t>
              </a:r>
              <a:endParaRPr lang="vi-VN" altLang="zh-CN" sz="2000" b="1" kern="100" dirty="0">
                <a:solidFill>
                  <a:srgbClr val="FF0000"/>
                </a:solidFill>
                <a:highlight>
                  <a:srgbClr val="FFFF00"/>
                </a:highlight>
                <a:latin typeface="华文楷体" panose="02010600040101010101" charset="-122"/>
                <a:ea typeface="华文楷体" panose="02010600040101010101" charset="-122"/>
                <a:cs typeface="华文细黑" panose="02010600040101010101" pitchFamily="2" charset="-122"/>
                <a:sym typeface="+mn-ea"/>
              </a:endParaRPr>
            </a:p>
            <a:p>
              <a:pPr algn="ctr" fontAlgn="ctr"/>
              <a:r>
                <a:rPr lang="vi-VN" altLang="zh-CN" sz="2000" b="1" kern="100" dirty="0">
                  <a:solidFill>
                    <a:srgbClr val="FF0000"/>
                  </a:solidFill>
                  <a:highlight>
                    <a:srgbClr val="FFFF00"/>
                  </a:highlight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Phó từ: cuối cùng, rốt cuộc</a:t>
              </a:r>
              <a:endParaRPr lang="zh-CN" altLang="en-US" sz="2000" b="1" kern="100" dirty="0">
                <a:solidFill>
                  <a:srgbClr val="FF0000"/>
                </a:solidFill>
                <a:highlight>
                  <a:srgbClr val="FFFF00"/>
                </a:highlight>
                <a:latin typeface="华文楷体" panose="02010600040101010101" charset="-122"/>
                <a:ea typeface="华文楷体" panose="02010600040101010101" charset="-122"/>
                <a:cs typeface="华文细黑" panose="02010600040101010101" pitchFamily="2" charset="-122"/>
                <a:sym typeface="+mn-ea"/>
              </a:endParaRPr>
            </a:p>
          </p:txBody>
        </p:sp>
      </p:grpSp>
      <p:grpSp>
        <p:nvGrpSpPr>
          <p:cNvPr id="68" name="组合 67"/>
          <p:cNvGrpSpPr/>
          <p:nvPr/>
        </p:nvGrpSpPr>
        <p:grpSpPr>
          <a:xfrm>
            <a:off x="328930" y="2253615"/>
            <a:ext cx="8538845" cy="828675"/>
            <a:chOff x="518" y="3426"/>
            <a:chExt cx="13447" cy="1305"/>
          </a:xfrm>
        </p:grpSpPr>
        <p:sp>
          <p:nvSpPr>
            <p:cNvPr id="62" name="圆角矩形 61"/>
            <p:cNvSpPr/>
            <p:nvPr/>
          </p:nvSpPr>
          <p:spPr>
            <a:xfrm>
              <a:off x="518" y="3426"/>
              <a:ext cx="13447" cy="1305"/>
            </a:xfrm>
            <a:prstGeom prst="roundRect">
              <a:avLst/>
            </a:prstGeom>
            <a:noFill/>
            <a:ln w="19050">
              <a:solidFill>
                <a:srgbClr val="C0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E2AEAB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文本框 7"/>
            <p:cNvSpPr txBox="1"/>
            <p:nvPr/>
          </p:nvSpPr>
          <p:spPr>
            <a:xfrm>
              <a:off x="518" y="3640"/>
              <a:ext cx="13446" cy="9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eaLnBrk="1" fontAlgn="base">
                <a:buClrTx/>
                <a:buSzTx/>
                <a:buFontTx/>
              </a:pPr>
              <a:r>
                <a:rPr lang="zh-CN" altLang="en-US" sz="3200" b="1" dirty="0"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虽然我们遇到了很多困难，但</a:t>
              </a:r>
              <a:r>
                <a:rPr lang="zh-CN" altLang="en-US" sz="3200" b="1" dirty="0">
                  <a:solidFill>
                    <a:srgbClr val="FF0000"/>
                  </a:solidFill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毕竟</a:t>
              </a:r>
              <a:r>
                <a:rPr lang="zh-CN" altLang="en-US" sz="3200" b="1" dirty="0"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完成了任务</a:t>
              </a:r>
              <a:r>
                <a:rPr lang="zh-CN" altLang="en-US" sz="32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。</a:t>
              </a:r>
              <a:endParaRPr lang="zh-CN" altLang="en-US" sz="3200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sym typeface="+mn-ea"/>
              </a:endParaRPr>
            </a:p>
          </p:txBody>
        </p:sp>
      </p:grpSp>
      <p:grpSp>
        <p:nvGrpSpPr>
          <p:cNvPr id="80" name="组合 79"/>
          <p:cNvGrpSpPr/>
          <p:nvPr/>
        </p:nvGrpSpPr>
        <p:grpSpPr>
          <a:xfrm>
            <a:off x="247015" y="4256405"/>
            <a:ext cx="8620760" cy="828675"/>
            <a:chOff x="389" y="3426"/>
            <a:chExt cx="13576" cy="1305"/>
          </a:xfrm>
        </p:grpSpPr>
        <p:sp>
          <p:nvSpPr>
            <p:cNvPr id="81" name="圆角矩形 80"/>
            <p:cNvSpPr/>
            <p:nvPr/>
          </p:nvSpPr>
          <p:spPr>
            <a:xfrm>
              <a:off x="518" y="3426"/>
              <a:ext cx="13447" cy="1305"/>
            </a:xfrm>
            <a:prstGeom prst="roundRect">
              <a:avLst/>
            </a:prstGeom>
            <a:noFill/>
            <a:ln w="19050">
              <a:solidFill>
                <a:srgbClr val="C0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E2AEAB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2" name="文本框 7"/>
            <p:cNvSpPr txBox="1"/>
            <p:nvPr/>
          </p:nvSpPr>
          <p:spPr>
            <a:xfrm>
              <a:off x="389" y="3618"/>
              <a:ext cx="13446" cy="9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eaLnBrk="1" fontAlgn="base">
                <a:buClrTx/>
                <a:buSzTx/>
                <a:buFontTx/>
              </a:pPr>
              <a:r>
                <a:rPr lang="zh-CN" altLang="en-US" sz="32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不过摄影师</a:t>
              </a:r>
              <a:r>
                <a:rPr lang="zh-CN" altLang="en-US" sz="3200" b="1" dirty="0">
                  <a:solidFill>
                    <a:srgbClr val="FF0000"/>
                  </a:solidFill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毕竟</a:t>
              </a:r>
              <a:r>
                <a:rPr lang="zh-CN" altLang="en-US" sz="3200" b="1" dirty="0"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是摄影师，</a:t>
              </a:r>
              <a:r>
                <a:rPr lang="zh-CN" altLang="en-US" sz="3200" b="1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主意</a:t>
              </a:r>
              <a:r>
                <a:rPr lang="zh-CN" altLang="en-US" sz="3200" b="1" dirty="0"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还是有</a:t>
              </a:r>
              <a:r>
                <a:rPr lang="zh-CN" altLang="en-US" sz="32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的。</a:t>
              </a:r>
              <a:endParaRPr lang="zh-CN" altLang="en-US" sz="3200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sym typeface="+mn-ea"/>
              </a:endParaRPr>
            </a:p>
          </p:txBody>
        </p:sp>
      </p:grpSp>
      <p:pic>
        <p:nvPicPr>
          <p:cNvPr id="2" name="图片 1" descr="开会讨论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29330" y="-154940"/>
            <a:ext cx="2642235" cy="264223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0929" y="5085080"/>
            <a:ext cx="2824163" cy="161925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bldLvl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7"/>
          <p:cNvSpPr txBox="1"/>
          <p:nvPr/>
        </p:nvSpPr>
        <p:spPr>
          <a:xfrm>
            <a:off x="165735" y="173355"/>
            <a:ext cx="633222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语言点</a:t>
            </a:r>
            <a:endParaRPr lang="en-US" altLang="zh-CN" sz="2800" b="1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sym typeface="+mn-ea"/>
            </a:endParaRPr>
          </a:p>
        </p:txBody>
      </p:sp>
      <p:sp>
        <p:nvSpPr>
          <p:cNvPr id="9" name="文本框 7"/>
          <p:cNvSpPr txBox="1"/>
          <p:nvPr/>
        </p:nvSpPr>
        <p:spPr>
          <a:xfrm>
            <a:off x="237490" y="695325"/>
            <a:ext cx="180086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algn="l" defTabSz="914400">
              <a:buClrTx/>
              <a:buSzTx/>
              <a:buFontTx/>
              <a:buNone/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Language Point</a:t>
            </a:r>
            <a:endParaRPr kumimoji="0" lang="en-US" b="1" i="0" u="none" strike="noStrike" kern="1200" cap="none" spc="0" normalizeH="0" baseline="0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23" name="梯形 22"/>
          <p:cNvSpPr/>
          <p:nvPr/>
        </p:nvSpPr>
        <p:spPr>
          <a:xfrm>
            <a:off x="9288780" y="1243965"/>
            <a:ext cx="2792095" cy="5854700"/>
          </a:xfrm>
          <a:prstGeom prst="trapezoid">
            <a:avLst>
              <a:gd name="adj" fmla="val 30365"/>
            </a:avLst>
          </a:prstGeom>
          <a:solidFill>
            <a:schemeClr val="accent4">
              <a:alpha val="67000"/>
            </a:schemeClr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pic>
        <p:nvPicPr>
          <p:cNvPr id="30" name="图片 29" descr="C:\Users\Administrator\Desktop\4a7e7ce1.png4a7e7ce1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9776248" y="-717762"/>
            <a:ext cx="1801707" cy="2511213"/>
          </a:xfrm>
          <a:prstGeom prst="rect">
            <a:avLst/>
          </a:prstGeom>
        </p:spPr>
      </p:pic>
      <p:grpSp>
        <p:nvGrpSpPr>
          <p:cNvPr id="31" name="组合 30"/>
          <p:cNvGrpSpPr/>
          <p:nvPr/>
        </p:nvGrpSpPr>
        <p:grpSpPr>
          <a:xfrm>
            <a:off x="9288780" y="3193415"/>
            <a:ext cx="2837180" cy="2739094"/>
            <a:chOff x="7787" y="3144"/>
            <a:chExt cx="5660" cy="3047"/>
          </a:xfrm>
        </p:grpSpPr>
        <p:sp>
          <p:nvSpPr>
            <p:cNvPr id="33" name="圆角矩形 32"/>
            <p:cNvSpPr/>
            <p:nvPr/>
          </p:nvSpPr>
          <p:spPr>
            <a:xfrm>
              <a:off x="8776" y="3144"/>
              <a:ext cx="3577" cy="174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7787" y="3281"/>
              <a:ext cx="5660" cy="29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fontAlgn="ctr"/>
              <a:r>
                <a:rPr lang="zh-CN" altLang="en-US" sz="4400" b="1" kern="100" dirty="0">
                  <a:solidFill>
                    <a:srgbClr val="FF0000"/>
                  </a:solidFill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毕竟</a:t>
              </a:r>
            </a:p>
            <a:p>
              <a:pPr algn="ctr" fontAlgn="ctr"/>
              <a:r>
                <a:rPr lang="zh-CN" altLang="en-US" sz="2000" b="1" kern="100" dirty="0">
                  <a:solidFill>
                    <a:schemeClr val="bg1">
                      <a:lumMod val="65000"/>
                    </a:schemeClr>
                  </a:solidFill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也用于</a:t>
              </a:r>
              <a:r>
                <a:rPr lang="zh-CN" altLang="en-US" sz="2000" b="1" kern="100" dirty="0">
                  <a:solidFill>
                    <a:srgbClr val="FF0000"/>
                  </a:solidFill>
                  <a:highlight>
                    <a:srgbClr val="FFFF00"/>
                  </a:highlight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指出最重要</a:t>
              </a:r>
              <a:endParaRPr lang="en-US" altLang="zh-CN" sz="2000" b="1" kern="100" dirty="0">
                <a:solidFill>
                  <a:srgbClr val="FF0000"/>
                </a:solidFill>
                <a:highlight>
                  <a:srgbClr val="FFFF00"/>
                </a:highlight>
                <a:latin typeface="华文楷体" panose="02010600040101010101" charset="-122"/>
                <a:ea typeface="华文楷体" panose="02010600040101010101" charset="-122"/>
                <a:cs typeface="华文细黑" panose="02010600040101010101" pitchFamily="2" charset="-122"/>
                <a:sym typeface="+mn-ea"/>
              </a:endParaRPr>
            </a:p>
            <a:p>
              <a:pPr algn="ctr" fontAlgn="ctr"/>
              <a:r>
                <a:rPr lang="zh-CN" altLang="en-US" sz="2000" b="1" kern="100" dirty="0">
                  <a:solidFill>
                    <a:srgbClr val="FF0000"/>
                  </a:solidFill>
                  <a:highlight>
                    <a:srgbClr val="FFFF00"/>
                  </a:highlight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或正确的部分</a:t>
              </a:r>
              <a:r>
                <a:rPr lang="zh-CN" altLang="en-US" sz="2000" b="1" kern="100" dirty="0">
                  <a:solidFill>
                    <a:schemeClr val="bg1">
                      <a:lumMod val="65000"/>
                    </a:schemeClr>
                  </a:solidFill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，常与表示</a:t>
              </a:r>
              <a:r>
                <a:rPr lang="zh-CN" altLang="en-US" sz="2000" b="1" kern="100" dirty="0">
                  <a:solidFill>
                    <a:srgbClr val="FF0000"/>
                  </a:solidFill>
                  <a:highlight>
                    <a:srgbClr val="FFFF00"/>
                  </a:highlight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“（不管怎样）结论就是这样”</a:t>
              </a:r>
              <a:r>
                <a:rPr lang="zh-CN" altLang="en-US" sz="2000" b="1" kern="100" dirty="0">
                  <a:solidFill>
                    <a:schemeClr val="bg1">
                      <a:lumMod val="65000"/>
                    </a:schemeClr>
                  </a:solidFill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的句子一起使用。</a:t>
              </a:r>
              <a:endParaRPr lang="vi-VN" altLang="zh-CN" sz="2000" b="1" kern="100" dirty="0">
                <a:solidFill>
                  <a:schemeClr val="bg1">
                    <a:lumMod val="6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细黑" panose="02010600040101010101" pitchFamily="2" charset="-122"/>
                <a:sym typeface="+mn-ea"/>
              </a:endParaRPr>
            </a:p>
            <a:p>
              <a:pPr algn="ctr" fontAlgn="ctr"/>
              <a:r>
                <a:rPr lang="vi-VN" altLang="zh-CN" sz="2000" b="1" kern="100" dirty="0">
                  <a:solidFill>
                    <a:schemeClr val="bg1">
                      <a:lumMod val="65000"/>
                    </a:schemeClr>
                  </a:solidFill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Dù sao thì</a:t>
              </a:r>
              <a:endParaRPr lang="zh-CN" altLang="en-US" sz="2000" b="1" kern="100" dirty="0">
                <a:solidFill>
                  <a:schemeClr val="bg1">
                    <a:lumMod val="6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细黑" panose="02010600040101010101" pitchFamily="2" charset="-122"/>
                <a:sym typeface="+mn-ea"/>
              </a:endParaRPr>
            </a:p>
          </p:txBody>
        </p:sp>
      </p:grpSp>
      <p:grpSp>
        <p:nvGrpSpPr>
          <p:cNvPr id="68" name="组合 67"/>
          <p:cNvGrpSpPr/>
          <p:nvPr/>
        </p:nvGrpSpPr>
        <p:grpSpPr>
          <a:xfrm>
            <a:off x="328295" y="2253615"/>
            <a:ext cx="8539480" cy="1630914"/>
            <a:chOff x="517" y="3426"/>
            <a:chExt cx="13448" cy="1314"/>
          </a:xfrm>
        </p:grpSpPr>
        <p:sp>
          <p:nvSpPr>
            <p:cNvPr id="62" name="圆角矩形 61"/>
            <p:cNvSpPr/>
            <p:nvPr/>
          </p:nvSpPr>
          <p:spPr>
            <a:xfrm>
              <a:off x="518" y="3426"/>
              <a:ext cx="13447" cy="1305"/>
            </a:xfrm>
            <a:prstGeom prst="roundRect">
              <a:avLst/>
            </a:prstGeom>
            <a:noFill/>
            <a:ln w="19050">
              <a:solidFill>
                <a:srgbClr val="C0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E2AEAB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文本框 7"/>
            <p:cNvSpPr txBox="1"/>
            <p:nvPr/>
          </p:nvSpPr>
          <p:spPr>
            <a:xfrm>
              <a:off x="517" y="3475"/>
              <a:ext cx="13446" cy="12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eaLnBrk="1" fontAlgn="base">
                <a:buClrTx/>
                <a:buSzTx/>
                <a:buFontTx/>
              </a:pPr>
              <a:r>
                <a:rPr lang="zh-CN" altLang="en-US" sz="3200" b="1" dirty="0"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生活中总有无法解决的问题，</a:t>
              </a:r>
              <a:r>
                <a:rPr lang="zh-CN" altLang="en-US" sz="3200" b="1" dirty="0">
                  <a:solidFill>
                    <a:srgbClr val="FF0000"/>
                  </a:solidFill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毕竟</a:t>
              </a:r>
              <a:r>
                <a:rPr lang="zh-CN" altLang="en-US" sz="3200" b="1" dirty="0"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不是所有的对错都能讲清楚，甚至可能根本就没有真正的对与错</a:t>
              </a:r>
              <a:r>
                <a:rPr lang="zh-CN" altLang="en-US" sz="32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。</a:t>
              </a:r>
              <a:endParaRPr lang="zh-CN" altLang="en-US" sz="3200" b="1" noProof="0" dirty="0">
                <a:ln>
                  <a:noFill/>
                </a:ln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sym typeface="+mn-ea"/>
              </a:endParaRPr>
            </a:p>
          </p:txBody>
        </p:sp>
      </p:grpSp>
      <p:grpSp>
        <p:nvGrpSpPr>
          <p:cNvPr id="80" name="组合 79"/>
          <p:cNvGrpSpPr/>
          <p:nvPr/>
        </p:nvGrpSpPr>
        <p:grpSpPr>
          <a:xfrm>
            <a:off x="282575" y="4537770"/>
            <a:ext cx="8583930" cy="1172788"/>
            <a:chOff x="447" y="3426"/>
            <a:chExt cx="13518" cy="1305"/>
          </a:xfrm>
        </p:grpSpPr>
        <p:sp>
          <p:nvSpPr>
            <p:cNvPr id="81" name="圆角矩形 80"/>
            <p:cNvSpPr/>
            <p:nvPr/>
          </p:nvSpPr>
          <p:spPr>
            <a:xfrm>
              <a:off x="518" y="3426"/>
              <a:ext cx="13447" cy="1305"/>
            </a:xfrm>
            <a:prstGeom prst="roundRect">
              <a:avLst/>
            </a:prstGeom>
            <a:noFill/>
            <a:ln w="19050">
              <a:solidFill>
                <a:srgbClr val="C0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E2AEAB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2" name="文本框 7"/>
            <p:cNvSpPr txBox="1"/>
            <p:nvPr/>
          </p:nvSpPr>
          <p:spPr>
            <a:xfrm>
              <a:off x="447" y="3470"/>
              <a:ext cx="13446" cy="86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eaLnBrk="1" fontAlgn="base">
                <a:buClrTx/>
                <a:buSzTx/>
                <a:buFontTx/>
              </a:pPr>
              <a:r>
                <a:rPr lang="zh-CN" altLang="en-US" sz="32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他不高兴是正常的，</a:t>
              </a:r>
              <a:r>
                <a:rPr lang="zh-CN" altLang="en-US" sz="3200" b="1" dirty="0">
                  <a:solidFill>
                    <a:srgbClr val="FF0000"/>
                  </a:solidFill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毕竟</a:t>
              </a:r>
              <a:r>
                <a:rPr lang="zh-CN" altLang="en-US" sz="3200" b="1" dirty="0"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没有人能在摔得头破血流的时候，还高兴得起来。</a:t>
              </a:r>
              <a:endParaRPr lang="zh-CN" altLang="en-US" sz="3200" b="1" noProof="0" dirty="0">
                <a:ln>
                  <a:noFill/>
                </a:ln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sym typeface="+mn-ea"/>
              </a:endParaRPr>
            </a:p>
          </p:txBody>
        </p:sp>
      </p:grpSp>
      <p:pic>
        <p:nvPicPr>
          <p:cNvPr id="2" name="图片 1" descr="开会讨论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53765" y="-205105"/>
            <a:ext cx="2642235" cy="264223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3165" y="5490453"/>
            <a:ext cx="2409081" cy="135610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bldLvl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C:\Users\38577\Desktop\黑板.jpg黑板"/>
          <p:cNvPicPr>
            <a:picLocks noChangeAspect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05205" y="1005840"/>
            <a:ext cx="9963150" cy="570484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496060" y="2007235"/>
            <a:ext cx="901763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完成下列句子或对话。</a:t>
            </a:r>
            <a:endParaRPr lang="en-US" altLang="zh-CN" sz="2400" b="1" dirty="0">
              <a:blipFill dpi="0" rotWithShape="1">
                <a:blip r:embed="rId3"/>
                <a:srcRect/>
                <a:tile tx="0" ty="0" sx="100000" sy="100000" flip="none" algn="br"/>
              </a:blipFill>
              <a:latin typeface="方正喵呜体" panose="02010600010101010101" pitchFamily="2" charset="-122"/>
              <a:ea typeface="方正喵呜体" panose="02010600010101010101" pitchFamily="2" charset="-122"/>
              <a:sym typeface="华文细黑" panose="0201060004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192530" y="1205230"/>
            <a:ext cx="954151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sz="44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作业</a:t>
            </a:r>
            <a:endParaRPr lang="zh-CN" sz="4400" b="1" dirty="0">
              <a:blipFill dpi="0" rotWithShape="1">
                <a:blip r:embed="rId3"/>
                <a:srcRect/>
                <a:tile tx="0" ty="0" sx="100000" sy="100000" flip="none" algn="br"/>
              </a:blipFill>
              <a:latin typeface="方正喵呜体" panose="02010600010101010101" pitchFamily="2" charset="-122"/>
              <a:ea typeface="方正喵呜体" panose="02010600010101010101" pitchFamily="2" charset="-122"/>
            </a:endParaRPr>
          </a:p>
        </p:txBody>
      </p:sp>
      <p:pic>
        <p:nvPicPr>
          <p:cNvPr id="10" name="图片 9" descr="老师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-43180" y="4780915"/>
            <a:ext cx="2011045" cy="207708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591503" y="2629071"/>
            <a:ext cx="7298793" cy="5847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lang="zh-CN" altLang="en-US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1.你们毕竟是好朋友，</a:t>
            </a:r>
            <a:r>
              <a:rPr lang="zh-CN" altLang="en-US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+mn-ea"/>
              </a:rPr>
              <a:t>_____________ </a:t>
            </a:r>
            <a:r>
              <a:rPr lang="zh-CN" altLang="en-US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。</a:t>
            </a:r>
            <a:endParaRPr lang="zh-CN" altLang="en-US" sz="3200" b="1" dirty="0">
              <a:blipFill dpi="0" rotWithShape="1">
                <a:blip r:embed="rId3"/>
                <a:srcRect/>
                <a:tile tx="0" ty="0" sx="100000" sy="100000" flip="none" algn="br"/>
              </a:blipFill>
              <a:latin typeface="方正喵呜体" panose="02010600010101010101" pitchFamily="2" charset="-122"/>
              <a:ea typeface="方正喵呜体" panose="02010600010101010101" pitchFamily="2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591503" y="3291448"/>
            <a:ext cx="8661345" cy="1224118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 eaLnBrk="1">
              <a:lnSpc>
                <a:spcPct val="120000"/>
              </a:lnSpc>
            </a:pPr>
            <a:r>
              <a:rPr lang="en-US" altLang="zh-CN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2</a:t>
            </a:r>
            <a:r>
              <a:rPr lang="zh-CN" altLang="en-US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.A：这孩子真是太淘气了！我快被他烦死了！</a:t>
            </a:r>
            <a:endParaRPr lang="en-US" altLang="zh-CN" sz="3200" b="1" dirty="0">
              <a:blipFill dpi="0" rotWithShape="1">
                <a:blip r:embed="rId3"/>
                <a:srcRect/>
                <a:tile tx="0" ty="0" sx="100000" sy="100000" flip="none" algn="br"/>
              </a:blipFill>
              <a:latin typeface="方正喵呜体" panose="02010600010101010101" pitchFamily="2" charset="-122"/>
              <a:ea typeface="方正喵呜体" panose="02010600010101010101" pitchFamily="2" charset="-122"/>
              <a:sym typeface="华文细黑" panose="02010600040101010101" pitchFamily="2" charset="-122"/>
            </a:endParaRPr>
          </a:p>
          <a:p>
            <a:pPr algn="l" eaLnBrk="1">
              <a:lnSpc>
                <a:spcPct val="120000"/>
              </a:lnSpc>
            </a:pPr>
            <a:r>
              <a:rPr lang="zh-CN" altLang="en-US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   B：</a:t>
            </a:r>
            <a:r>
              <a:rPr lang="zh-CN" altLang="en-US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+mn-ea"/>
              </a:rPr>
              <a:t>_____________________________</a:t>
            </a:r>
            <a:r>
              <a:rPr lang="zh-CN" altLang="en-US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。（毕竟）</a:t>
            </a:r>
            <a:endParaRPr lang="zh-CN" altLang="en-US" sz="3200" b="1" dirty="0">
              <a:blipFill dpi="0" rotWithShape="1">
                <a:blip r:embed="rId3"/>
                <a:srcRect/>
                <a:tile tx="0" ty="0" sx="100000" sy="100000" flip="none" algn="br"/>
              </a:blipFill>
              <a:latin typeface="方正喵呜体" panose="02010600010101010101" pitchFamily="2" charset="-122"/>
              <a:ea typeface="方正喵呜体" panose="02010600010101010101" pitchFamily="2" charset="-122"/>
              <a:sym typeface="+mn-ea"/>
            </a:endParaRPr>
          </a:p>
        </p:txBody>
      </p:sp>
      <p:pic>
        <p:nvPicPr>
          <p:cNvPr id="2" name="图片 1" descr="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18800" y="0"/>
            <a:ext cx="1459230" cy="1459230"/>
          </a:xfrm>
          <a:prstGeom prst="rect">
            <a:avLst/>
          </a:prstGeom>
        </p:spPr>
      </p:pic>
      <p:sp>
        <p:nvSpPr>
          <p:cNvPr id="11" name="文本框 7"/>
          <p:cNvSpPr txBox="1"/>
          <p:nvPr/>
        </p:nvSpPr>
        <p:spPr>
          <a:xfrm>
            <a:off x="165852" y="214290"/>
            <a:ext cx="89789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sz="2800" b="1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作业</a:t>
            </a:r>
          </a:p>
        </p:txBody>
      </p:sp>
      <p:sp>
        <p:nvSpPr>
          <p:cNvPr id="12" name="文本框 7"/>
          <p:cNvSpPr txBox="1"/>
          <p:nvPr/>
        </p:nvSpPr>
        <p:spPr>
          <a:xfrm>
            <a:off x="237290" y="702214"/>
            <a:ext cx="110744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lvl="0" indent="0" algn="l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Homework</a:t>
            </a:r>
            <a:endParaRPr kumimoji="0" lang="en-US" b="1" i="0" u="none" strike="noStrike" kern="1200" cap="none" spc="0" normalizeH="0" baseline="0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591503" y="4662886"/>
            <a:ext cx="9482083" cy="1224118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 eaLnBrk="1">
              <a:lnSpc>
                <a:spcPct val="120000"/>
              </a:lnSpc>
            </a:pPr>
            <a:r>
              <a:rPr lang="en-US" altLang="zh-CN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3</a:t>
            </a:r>
            <a:r>
              <a:rPr lang="zh-CN" altLang="en-US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.</a:t>
            </a:r>
            <a:r>
              <a:rPr lang="en-US" altLang="zh-CN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A</a:t>
            </a:r>
            <a:r>
              <a:rPr lang="zh-CN" altLang="en-US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：他最近脾气真是太差了，一点儿小事就发火！</a:t>
            </a:r>
          </a:p>
          <a:p>
            <a:pPr algn="l" eaLnBrk="1">
              <a:lnSpc>
                <a:spcPct val="120000"/>
              </a:lnSpc>
            </a:pPr>
            <a:r>
              <a:rPr lang="zh-CN" altLang="en-US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   B： </a:t>
            </a:r>
            <a:r>
              <a:rPr lang="zh-CN" altLang="en-US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+mn-ea"/>
              </a:rPr>
              <a:t>__________</a:t>
            </a:r>
            <a:r>
              <a:rPr lang="zh-CN" altLang="en-US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___________________。（毕竟）</a:t>
            </a:r>
            <a:endParaRPr lang="zh-CN" altLang="en-US" sz="3200" b="1" dirty="0">
              <a:blipFill dpi="0" rotWithShape="1">
                <a:blip r:embed="rId3"/>
                <a:srcRect/>
                <a:tile tx="0" ty="0" sx="100000" sy="100000" flip="none" algn="br"/>
              </a:blipFill>
              <a:latin typeface="方正喵呜体" panose="02010600010101010101" pitchFamily="2" charset="-122"/>
              <a:ea typeface="方正喵呜体" panose="02010600010101010101" pitchFamily="2" charset="-122"/>
              <a:sym typeface="+mn-ea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2" name="图片 601" descr="C:\Users\38577\Desktop\11.jpg11"/>
          <p:cNvPicPr>
            <a:picLocks noChangeAspect="1"/>
          </p:cNvPicPr>
          <p:nvPr/>
        </p:nvPicPr>
        <p:blipFill rotWithShape="1">
          <a:blip r:embed="rId118"/>
          <a:srcRect/>
          <a:stretch>
            <a:fillRect/>
          </a:stretch>
        </p:blipFill>
        <p:spPr>
          <a:xfrm>
            <a:off x="-190500" y="-578167"/>
            <a:ext cx="12573635" cy="8015605"/>
          </a:xfrm>
          <a:prstGeom prst="rect">
            <a:avLst/>
          </a:prstGeom>
        </p:spPr>
      </p:pic>
      <p:sp>
        <p:nvSpPr>
          <p:cNvPr id="34" name="PA-4-Point Star 33"/>
          <p:cNvSpPr/>
          <p:nvPr>
            <p:custDataLst>
              <p:tags r:id="rId1"/>
            </p:custDataLst>
          </p:nvPr>
        </p:nvSpPr>
        <p:spPr>
          <a:xfrm rot="8294776">
            <a:off x="5002837" y="214623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PA-4-Point Star 34"/>
          <p:cNvSpPr/>
          <p:nvPr>
            <p:custDataLst>
              <p:tags r:id="rId2"/>
            </p:custDataLst>
          </p:nvPr>
        </p:nvSpPr>
        <p:spPr>
          <a:xfrm rot="8294776">
            <a:off x="5483061" y="236990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PA-4-Point Star 35"/>
          <p:cNvSpPr/>
          <p:nvPr>
            <p:custDataLst>
              <p:tags r:id="rId3"/>
            </p:custDataLst>
          </p:nvPr>
        </p:nvSpPr>
        <p:spPr>
          <a:xfrm rot="8294776">
            <a:off x="5344914" y="268566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PA-4-Point Star 36"/>
          <p:cNvSpPr/>
          <p:nvPr>
            <p:custDataLst>
              <p:tags r:id="rId4"/>
            </p:custDataLst>
          </p:nvPr>
        </p:nvSpPr>
        <p:spPr>
          <a:xfrm rot="16200000">
            <a:off x="243104" y="-65512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PA-4-Point Star 77"/>
          <p:cNvSpPr/>
          <p:nvPr>
            <p:custDataLst>
              <p:tags r:id="rId5"/>
            </p:custDataLst>
          </p:nvPr>
        </p:nvSpPr>
        <p:spPr>
          <a:xfrm rot="16200000">
            <a:off x="6457747" y="2296949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7" name="PA-4-Point Star 96"/>
          <p:cNvSpPr/>
          <p:nvPr>
            <p:custDataLst>
              <p:tags r:id="rId6"/>
            </p:custDataLst>
          </p:nvPr>
        </p:nvSpPr>
        <p:spPr>
          <a:xfrm rot="8294776">
            <a:off x="5628180" y="262724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8" name="PA-4-Point Star 97"/>
          <p:cNvSpPr/>
          <p:nvPr>
            <p:custDataLst>
              <p:tags r:id="rId7"/>
            </p:custDataLst>
          </p:nvPr>
        </p:nvSpPr>
        <p:spPr>
          <a:xfrm rot="16200000">
            <a:off x="11913218" y="758020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9" name="PA-4-Point Star 108"/>
          <p:cNvSpPr/>
          <p:nvPr>
            <p:custDataLst>
              <p:tags r:id="rId8"/>
            </p:custDataLst>
          </p:nvPr>
        </p:nvSpPr>
        <p:spPr>
          <a:xfrm rot="16200000">
            <a:off x="6141590" y="247378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4" name="PA-4-Point Star 133"/>
          <p:cNvSpPr/>
          <p:nvPr>
            <p:custDataLst>
              <p:tags r:id="rId9"/>
            </p:custDataLst>
          </p:nvPr>
        </p:nvSpPr>
        <p:spPr>
          <a:xfrm rot="16200000">
            <a:off x="4653787" y="3063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5" name="PA-4-Point Star 134"/>
          <p:cNvSpPr/>
          <p:nvPr>
            <p:custDataLst>
              <p:tags r:id="rId10"/>
            </p:custDataLst>
          </p:nvPr>
        </p:nvSpPr>
        <p:spPr>
          <a:xfrm rot="8294776">
            <a:off x="5693570" y="219228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6" name="PA-4-Point Star 135"/>
          <p:cNvSpPr/>
          <p:nvPr>
            <p:custDataLst>
              <p:tags r:id="rId11"/>
            </p:custDataLst>
          </p:nvPr>
        </p:nvSpPr>
        <p:spPr>
          <a:xfrm rot="8294776">
            <a:off x="5555423" y="2508046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7" name="PA-4-Point Star 136"/>
          <p:cNvSpPr/>
          <p:nvPr>
            <p:custDataLst>
              <p:tags r:id="rId12"/>
            </p:custDataLst>
          </p:nvPr>
        </p:nvSpPr>
        <p:spPr>
          <a:xfrm rot="8294776">
            <a:off x="4594974" y="267250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9" name="PA-4-Point Star 138"/>
          <p:cNvSpPr/>
          <p:nvPr>
            <p:custDataLst>
              <p:tags r:id="rId13"/>
            </p:custDataLst>
          </p:nvPr>
        </p:nvSpPr>
        <p:spPr>
          <a:xfrm rot="16200000">
            <a:off x="6686518" y="43791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0" name="PA-4-Point Star 139"/>
          <p:cNvSpPr/>
          <p:nvPr>
            <p:custDataLst>
              <p:tags r:id="rId14"/>
            </p:custDataLst>
          </p:nvPr>
        </p:nvSpPr>
        <p:spPr>
          <a:xfrm rot="7352446">
            <a:off x="9882647" y="687283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1" name="PA-4-Point Star 140"/>
          <p:cNvSpPr/>
          <p:nvPr>
            <p:custDataLst>
              <p:tags r:id="rId15"/>
            </p:custDataLst>
          </p:nvPr>
        </p:nvSpPr>
        <p:spPr>
          <a:xfrm rot="7352446">
            <a:off x="9744500" y="718859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2" name="PA-4-Point Star 141"/>
          <p:cNvSpPr/>
          <p:nvPr>
            <p:custDataLst>
              <p:tags r:id="rId16"/>
            </p:custDataLst>
          </p:nvPr>
        </p:nvSpPr>
        <p:spPr>
          <a:xfrm rot="8294776">
            <a:off x="7009842" y="177126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4" name="PA-4-Point Star 153"/>
          <p:cNvSpPr/>
          <p:nvPr>
            <p:custDataLst>
              <p:tags r:id="rId17"/>
            </p:custDataLst>
          </p:nvPr>
        </p:nvSpPr>
        <p:spPr>
          <a:xfrm rot="13694776">
            <a:off x="-716950" y="4765621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5" name="PA-4-Point Star 154"/>
          <p:cNvSpPr/>
          <p:nvPr>
            <p:custDataLst>
              <p:tags r:id="rId18"/>
            </p:custDataLst>
          </p:nvPr>
        </p:nvSpPr>
        <p:spPr>
          <a:xfrm rot="13694776">
            <a:off x="275801" y="-113633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6" name="PA-4-Point Star 155"/>
          <p:cNvSpPr/>
          <p:nvPr>
            <p:custDataLst>
              <p:tags r:id="rId19"/>
            </p:custDataLst>
          </p:nvPr>
        </p:nvSpPr>
        <p:spPr>
          <a:xfrm>
            <a:off x="506143" y="-493019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6" name="PA-4-Point Star 225"/>
          <p:cNvSpPr/>
          <p:nvPr>
            <p:custDataLst>
              <p:tags r:id="rId20"/>
            </p:custDataLst>
          </p:nvPr>
        </p:nvSpPr>
        <p:spPr>
          <a:xfrm rot="13694776">
            <a:off x="-209233" y="157813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7" name="PA-4-Point Star 236"/>
          <p:cNvSpPr/>
          <p:nvPr>
            <p:custDataLst>
              <p:tags r:id="rId21"/>
            </p:custDataLst>
          </p:nvPr>
        </p:nvSpPr>
        <p:spPr>
          <a:xfrm rot="13694776">
            <a:off x="5239957" y="265120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8" name="PA-4-Point Star 237"/>
          <p:cNvSpPr/>
          <p:nvPr>
            <p:custDataLst>
              <p:tags r:id="rId22"/>
            </p:custDataLst>
          </p:nvPr>
        </p:nvSpPr>
        <p:spPr>
          <a:xfrm>
            <a:off x="960449" y="-53828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9" name="PA-4-Point Star 238"/>
          <p:cNvSpPr/>
          <p:nvPr>
            <p:custDataLst>
              <p:tags r:id="rId23"/>
            </p:custDataLst>
          </p:nvPr>
        </p:nvSpPr>
        <p:spPr>
          <a:xfrm>
            <a:off x="0" y="-37382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0" name="PA-4-Point Star 239"/>
          <p:cNvSpPr/>
          <p:nvPr>
            <p:custDataLst>
              <p:tags r:id="rId24"/>
            </p:custDataLst>
          </p:nvPr>
        </p:nvSpPr>
        <p:spPr>
          <a:xfrm>
            <a:off x="5390375" y="718363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2" name="PA-4-Point Star 241"/>
          <p:cNvSpPr/>
          <p:nvPr>
            <p:custDataLst>
              <p:tags r:id="rId25"/>
            </p:custDataLst>
          </p:nvPr>
        </p:nvSpPr>
        <p:spPr>
          <a:xfrm rot="13694776">
            <a:off x="-209232" y="143340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3" name="PA-4-Point Star 242"/>
          <p:cNvSpPr/>
          <p:nvPr>
            <p:custDataLst>
              <p:tags r:id="rId26"/>
            </p:custDataLst>
          </p:nvPr>
        </p:nvSpPr>
        <p:spPr>
          <a:xfrm>
            <a:off x="-1098007" y="548865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4" name="PA-4-Point Star 243"/>
          <p:cNvSpPr/>
          <p:nvPr>
            <p:custDataLst>
              <p:tags r:id="rId27"/>
            </p:custDataLst>
          </p:nvPr>
        </p:nvSpPr>
        <p:spPr>
          <a:xfrm>
            <a:off x="3844446" y="7084956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5" name="PA-4-Point Star 244"/>
          <p:cNvSpPr/>
          <p:nvPr>
            <p:custDataLst>
              <p:tags r:id="rId28"/>
            </p:custDataLst>
          </p:nvPr>
        </p:nvSpPr>
        <p:spPr>
          <a:xfrm rot="13694776">
            <a:off x="-696034" y="157813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6" name="PA-4-Point Star 245"/>
          <p:cNvSpPr/>
          <p:nvPr>
            <p:custDataLst>
              <p:tags r:id="rId29"/>
            </p:custDataLst>
          </p:nvPr>
        </p:nvSpPr>
        <p:spPr>
          <a:xfrm>
            <a:off x="-966438" y="5541286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7" name="PA-4-Point Star 246"/>
          <p:cNvSpPr/>
          <p:nvPr>
            <p:custDataLst>
              <p:tags r:id="rId30"/>
            </p:custDataLst>
          </p:nvPr>
        </p:nvSpPr>
        <p:spPr>
          <a:xfrm>
            <a:off x="-1104585" y="585705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8" name="PA-4-Point Star 247"/>
          <p:cNvSpPr/>
          <p:nvPr>
            <p:custDataLst>
              <p:tags r:id="rId31"/>
            </p:custDataLst>
          </p:nvPr>
        </p:nvSpPr>
        <p:spPr>
          <a:xfrm>
            <a:off x="3837868" y="745334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2" name="PA-4-Point Star 251"/>
          <p:cNvSpPr/>
          <p:nvPr>
            <p:custDataLst>
              <p:tags r:id="rId32"/>
            </p:custDataLst>
          </p:nvPr>
        </p:nvSpPr>
        <p:spPr>
          <a:xfrm>
            <a:off x="10170037" y="-7200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7" name="PA-4-Point Star 256"/>
          <p:cNvSpPr/>
          <p:nvPr>
            <p:custDataLst>
              <p:tags r:id="rId33"/>
            </p:custDataLst>
          </p:nvPr>
        </p:nvSpPr>
        <p:spPr>
          <a:xfrm>
            <a:off x="730203" y="-70274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2" name="PA-4-Point Star 261"/>
          <p:cNvSpPr/>
          <p:nvPr>
            <p:custDataLst>
              <p:tags r:id="rId34"/>
            </p:custDataLst>
          </p:nvPr>
        </p:nvSpPr>
        <p:spPr>
          <a:xfrm>
            <a:off x="10321341" y="-28909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5" name="PA-4-Point Star 264"/>
          <p:cNvSpPr/>
          <p:nvPr>
            <p:custDataLst>
              <p:tags r:id="rId35"/>
            </p:custDataLst>
          </p:nvPr>
        </p:nvSpPr>
        <p:spPr>
          <a:xfrm>
            <a:off x="4844366" y="741387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6" name="PA-4-Point Star 265"/>
          <p:cNvSpPr/>
          <p:nvPr>
            <p:custDataLst>
              <p:tags r:id="rId36"/>
            </p:custDataLst>
          </p:nvPr>
        </p:nvSpPr>
        <p:spPr>
          <a:xfrm>
            <a:off x="-913810" y="582415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7" name="PA-4-Point Star 266"/>
          <p:cNvSpPr/>
          <p:nvPr>
            <p:custDataLst>
              <p:tags r:id="rId37"/>
            </p:custDataLst>
          </p:nvPr>
        </p:nvSpPr>
        <p:spPr>
          <a:xfrm>
            <a:off x="9420098" y="-28251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8" name="PA-4-Point Star 267"/>
          <p:cNvSpPr/>
          <p:nvPr>
            <p:custDataLst>
              <p:tags r:id="rId38"/>
            </p:custDataLst>
          </p:nvPr>
        </p:nvSpPr>
        <p:spPr>
          <a:xfrm>
            <a:off x="4423348" y="7032329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9" name="PA-4-Point Star 268"/>
          <p:cNvSpPr/>
          <p:nvPr>
            <p:custDataLst>
              <p:tags r:id="rId39"/>
            </p:custDataLst>
          </p:nvPr>
        </p:nvSpPr>
        <p:spPr>
          <a:xfrm>
            <a:off x="5456160" y="707837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4" name="PA-4-Point Star 383"/>
          <p:cNvSpPr/>
          <p:nvPr>
            <p:custDataLst>
              <p:tags r:id="rId40"/>
            </p:custDataLst>
          </p:nvPr>
        </p:nvSpPr>
        <p:spPr>
          <a:xfrm rot="8294776">
            <a:off x="6733943" y="169968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8" name="PA-4-Point Star 387"/>
          <p:cNvSpPr/>
          <p:nvPr>
            <p:custDataLst>
              <p:tags r:id="rId41"/>
            </p:custDataLst>
          </p:nvPr>
        </p:nvSpPr>
        <p:spPr>
          <a:xfrm rot="8294776">
            <a:off x="4805877" y="2515409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2" name="PA-4-Point Star 391"/>
          <p:cNvSpPr/>
          <p:nvPr>
            <p:custDataLst>
              <p:tags r:id="rId42"/>
            </p:custDataLst>
          </p:nvPr>
        </p:nvSpPr>
        <p:spPr>
          <a:xfrm rot="16200000">
            <a:off x="657938" y="-621446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7" name="PA-4-Point Star 396"/>
          <p:cNvSpPr/>
          <p:nvPr>
            <p:custDataLst>
              <p:tags r:id="rId43"/>
            </p:custDataLst>
          </p:nvPr>
        </p:nvSpPr>
        <p:spPr>
          <a:xfrm rot="15257670">
            <a:off x="12926393" y="535871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2" name="PA-4-Point Star 401"/>
          <p:cNvSpPr/>
          <p:nvPr>
            <p:custDataLst>
              <p:tags r:id="rId44"/>
            </p:custDataLst>
          </p:nvPr>
        </p:nvSpPr>
        <p:spPr>
          <a:xfrm rot="8294776">
            <a:off x="5865005" y="261408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3" name="PA-4-Point Star 402"/>
          <p:cNvSpPr/>
          <p:nvPr>
            <p:custDataLst>
              <p:tags r:id="rId45"/>
            </p:custDataLst>
          </p:nvPr>
        </p:nvSpPr>
        <p:spPr>
          <a:xfrm rot="16200000">
            <a:off x="7095855" y="225090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4" name="PA-4-Point Star 403"/>
          <p:cNvSpPr/>
          <p:nvPr>
            <p:custDataLst>
              <p:tags r:id="rId46"/>
            </p:custDataLst>
          </p:nvPr>
        </p:nvSpPr>
        <p:spPr>
          <a:xfrm rot="16200000">
            <a:off x="6957708" y="256666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5" name="PA-4-Point Star 404"/>
          <p:cNvSpPr/>
          <p:nvPr>
            <p:custDataLst>
              <p:tags r:id="rId47"/>
            </p:custDataLst>
          </p:nvPr>
        </p:nvSpPr>
        <p:spPr>
          <a:xfrm rot="16200000">
            <a:off x="10446429" y="-391986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6" name="PA-4-Point Star 405"/>
          <p:cNvSpPr/>
          <p:nvPr>
            <p:custDataLst>
              <p:tags r:id="rId48"/>
            </p:custDataLst>
          </p:nvPr>
        </p:nvSpPr>
        <p:spPr>
          <a:xfrm rot="16200000">
            <a:off x="6495647" y="737018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8" name="PA-4-Point Star 407"/>
          <p:cNvSpPr/>
          <p:nvPr>
            <p:custDataLst>
              <p:tags r:id="rId49"/>
            </p:custDataLst>
          </p:nvPr>
        </p:nvSpPr>
        <p:spPr>
          <a:xfrm rot="16200000">
            <a:off x="657939" y="-76617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9" name="PA-4-Point Star 408"/>
          <p:cNvSpPr/>
          <p:nvPr>
            <p:custDataLst>
              <p:tags r:id="rId50"/>
            </p:custDataLst>
          </p:nvPr>
        </p:nvSpPr>
        <p:spPr>
          <a:xfrm rot="16200000">
            <a:off x="519792" y="-45040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2" name="PA-4-Point Star 411"/>
          <p:cNvSpPr/>
          <p:nvPr>
            <p:custDataLst>
              <p:tags r:id="rId51"/>
            </p:custDataLst>
          </p:nvPr>
        </p:nvSpPr>
        <p:spPr>
          <a:xfrm rot="16200000">
            <a:off x="651361" y="-39778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3" name="PA-4-Point Star 412"/>
          <p:cNvSpPr/>
          <p:nvPr>
            <p:custDataLst>
              <p:tags r:id="rId52"/>
            </p:custDataLst>
          </p:nvPr>
        </p:nvSpPr>
        <p:spPr>
          <a:xfrm rot="16200000">
            <a:off x="9854371" y="-28673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5" name="PA-4-Point Star 414"/>
          <p:cNvSpPr/>
          <p:nvPr>
            <p:custDataLst>
              <p:tags r:id="rId53"/>
            </p:custDataLst>
          </p:nvPr>
        </p:nvSpPr>
        <p:spPr>
          <a:xfrm rot="16200000">
            <a:off x="12071102" y="731048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6" name="PA-4-Point Star 415"/>
          <p:cNvSpPr/>
          <p:nvPr>
            <p:custDataLst>
              <p:tags r:id="rId54"/>
            </p:custDataLst>
          </p:nvPr>
        </p:nvSpPr>
        <p:spPr>
          <a:xfrm rot="15257670">
            <a:off x="12919816" y="558238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7" name="PA-4-Point Star 416"/>
          <p:cNvSpPr/>
          <p:nvPr>
            <p:custDataLst>
              <p:tags r:id="rId55"/>
            </p:custDataLst>
          </p:nvPr>
        </p:nvSpPr>
        <p:spPr>
          <a:xfrm rot="15257670">
            <a:off x="12781669" y="589814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8" name="PA-4-Point Star 417"/>
          <p:cNvSpPr/>
          <p:nvPr>
            <p:custDataLst>
              <p:tags r:id="rId56"/>
            </p:custDataLst>
          </p:nvPr>
        </p:nvSpPr>
        <p:spPr>
          <a:xfrm rot="16200000">
            <a:off x="6416706" y="711362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3" name="PA-4-Point Star 422"/>
          <p:cNvSpPr/>
          <p:nvPr>
            <p:custDataLst>
              <p:tags r:id="rId57"/>
            </p:custDataLst>
          </p:nvPr>
        </p:nvSpPr>
        <p:spPr>
          <a:xfrm rot="16200000">
            <a:off x="6727462" y="240220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6" name="PA-4-Point Star 425"/>
          <p:cNvSpPr/>
          <p:nvPr>
            <p:custDataLst>
              <p:tags r:id="rId58"/>
            </p:custDataLst>
          </p:nvPr>
        </p:nvSpPr>
        <p:spPr>
          <a:xfrm rot="16200000">
            <a:off x="8113939" y="699521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7" name="PA-4-Point Star 426"/>
          <p:cNvSpPr/>
          <p:nvPr>
            <p:custDataLst>
              <p:tags r:id="rId59"/>
            </p:custDataLst>
          </p:nvPr>
        </p:nvSpPr>
        <p:spPr>
          <a:xfrm rot="16200000">
            <a:off x="2295770" y="708495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8" name="PA-4-Point Star 427"/>
          <p:cNvSpPr/>
          <p:nvPr>
            <p:custDataLst>
              <p:tags r:id="rId60"/>
            </p:custDataLst>
          </p:nvPr>
        </p:nvSpPr>
        <p:spPr>
          <a:xfrm rot="16200000">
            <a:off x="6977443" y="302057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9" name="PA-4-Point Star 428"/>
          <p:cNvSpPr/>
          <p:nvPr>
            <p:custDataLst>
              <p:tags r:id="rId61"/>
            </p:custDataLst>
          </p:nvPr>
        </p:nvSpPr>
        <p:spPr>
          <a:xfrm rot="16200000">
            <a:off x="7048234" y="712020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0" name="PA-4-Point Star 429"/>
          <p:cNvSpPr/>
          <p:nvPr>
            <p:custDataLst>
              <p:tags r:id="rId62"/>
            </p:custDataLst>
          </p:nvPr>
        </p:nvSpPr>
        <p:spPr>
          <a:xfrm rot="16200000">
            <a:off x="6910087" y="743596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1" name="PA-4-Point Star 430"/>
          <p:cNvSpPr/>
          <p:nvPr>
            <p:custDataLst>
              <p:tags r:id="rId63"/>
            </p:custDataLst>
          </p:nvPr>
        </p:nvSpPr>
        <p:spPr>
          <a:xfrm rot="16200000">
            <a:off x="5949638" y="7600429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2" name="PA-4-Point Star 431"/>
          <p:cNvSpPr/>
          <p:nvPr>
            <p:custDataLst>
              <p:tags r:id="rId64"/>
            </p:custDataLst>
          </p:nvPr>
        </p:nvSpPr>
        <p:spPr>
          <a:xfrm rot="16200000">
            <a:off x="10045146" y="-31962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3" name="PA-4-Point Star 432"/>
          <p:cNvSpPr/>
          <p:nvPr>
            <p:custDataLst>
              <p:tags r:id="rId65"/>
            </p:custDataLst>
          </p:nvPr>
        </p:nvSpPr>
        <p:spPr>
          <a:xfrm rot="16200000">
            <a:off x="6076200" y="302715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4" name="PA-4-Point Star 433"/>
          <p:cNvSpPr/>
          <p:nvPr>
            <p:custDataLst>
              <p:tags r:id="rId66"/>
            </p:custDataLst>
          </p:nvPr>
        </p:nvSpPr>
        <p:spPr>
          <a:xfrm rot="16200000">
            <a:off x="5528620" y="7218881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5" name="PA-4-Point Star 434"/>
          <p:cNvSpPr/>
          <p:nvPr>
            <p:custDataLst>
              <p:tags r:id="rId67"/>
            </p:custDataLst>
          </p:nvPr>
        </p:nvSpPr>
        <p:spPr>
          <a:xfrm rot="16200000">
            <a:off x="6561432" y="7264929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6" name="PA-4-Point Star 435"/>
          <p:cNvSpPr/>
          <p:nvPr>
            <p:custDataLst>
              <p:tags r:id="rId68"/>
            </p:custDataLst>
          </p:nvPr>
        </p:nvSpPr>
        <p:spPr>
          <a:xfrm rot="16200000">
            <a:off x="7041656" y="7488596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7" name="PA-4-Point Star 436"/>
          <p:cNvSpPr/>
          <p:nvPr>
            <p:custDataLst>
              <p:tags r:id="rId69"/>
            </p:custDataLst>
          </p:nvPr>
        </p:nvSpPr>
        <p:spPr>
          <a:xfrm rot="16200000">
            <a:off x="1703712" y="7190211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8" name="PA-4-Point Star 437"/>
          <p:cNvSpPr/>
          <p:nvPr>
            <p:custDataLst>
              <p:tags r:id="rId70"/>
            </p:custDataLst>
          </p:nvPr>
        </p:nvSpPr>
        <p:spPr>
          <a:xfrm rot="7352446">
            <a:off x="9751474" y="7281476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9" name="PA-4-Point Star 438"/>
          <p:cNvSpPr/>
          <p:nvPr>
            <p:custDataLst>
              <p:tags r:id="rId71"/>
            </p:custDataLst>
          </p:nvPr>
        </p:nvSpPr>
        <p:spPr>
          <a:xfrm rot="16200000">
            <a:off x="12475404" y="357659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0" name="PA-4-Point Star 439"/>
          <p:cNvSpPr/>
          <p:nvPr>
            <p:custDataLst>
              <p:tags r:id="rId72"/>
            </p:custDataLst>
          </p:nvPr>
        </p:nvSpPr>
        <p:spPr>
          <a:xfrm rot="15257670">
            <a:off x="12722463" y="555606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1" name="PA-4-Point Star 440"/>
          <p:cNvSpPr/>
          <p:nvPr>
            <p:custDataLst>
              <p:tags r:id="rId73"/>
            </p:custDataLst>
          </p:nvPr>
        </p:nvSpPr>
        <p:spPr>
          <a:xfrm rot="16200000">
            <a:off x="8225770" y="737018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7" name="PA-4-Point Star 456"/>
          <p:cNvSpPr/>
          <p:nvPr>
            <p:custDataLst>
              <p:tags r:id="rId74"/>
            </p:custDataLst>
          </p:nvPr>
        </p:nvSpPr>
        <p:spPr>
          <a:xfrm rot="15257670">
            <a:off x="9567374" y="771427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3" name="PA-4-Point Star 462"/>
          <p:cNvSpPr/>
          <p:nvPr>
            <p:custDataLst>
              <p:tags r:id="rId75"/>
            </p:custDataLst>
          </p:nvPr>
        </p:nvSpPr>
        <p:spPr>
          <a:xfrm>
            <a:off x="3837967" y="6117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5" name="PA-4-Point Star 464"/>
          <p:cNvSpPr/>
          <p:nvPr>
            <p:custDataLst>
              <p:tags r:id="rId76"/>
            </p:custDataLst>
          </p:nvPr>
        </p:nvSpPr>
        <p:spPr>
          <a:xfrm rot="13694776">
            <a:off x="4739603" y="253858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6" name="PA-4-Point Star 465"/>
          <p:cNvSpPr/>
          <p:nvPr>
            <p:custDataLst>
              <p:tags r:id="rId77"/>
            </p:custDataLst>
          </p:nvPr>
        </p:nvSpPr>
        <p:spPr>
          <a:xfrm>
            <a:off x="-874734" y="532341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8" name="PA-4-Point Star 467"/>
          <p:cNvSpPr/>
          <p:nvPr>
            <p:custDataLst>
              <p:tags r:id="rId78"/>
            </p:custDataLst>
          </p:nvPr>
        </p:nvSpPr>
        <p:spPr>
          <a:xfrm>
            <a:off x="2292038" y="-3750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9" name="PA-4-Point Star 468"/>
          <p:cNvSpPr/>
          <p:nvPr>
            <p:custDataLst>
              <p:tags r:id="rId79"/>
            </p:custDataLst>
          </p:nvPr>
        </p:nvSpPr>
        <p:spPr>
          <a:xfrm rot="13694776">
            <a:off x="-571439" y="100502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0" name="PA-4-Point Star 469"/>
          <p:cNvSpPr/>
          <p:nvPr>
            <p:custDataLst>
              <p:tags r:id="rId80"/>
            </p:custDataLst>
          </p:nvPr>
        </p:nvSpPr>
        <p:spPr>
          <a:xfrm rot="13694776">
            <a:off x="-709586" y="1320789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2" name="PA-4-Point Star 471"/>
          <p:cNvSpPr/>
          <p:nvPr>
            <p:custDataLst>
              <p:tags r:id="rId81"/>
            </p:custDataLst>
          </p:nvPr>
        </p:nvSpPr>
        <p:spPr>
          <a:xfrm rot="13694776">
            <a:off x="-1058241" y="114975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3" name="PA-4-Point Star 472"/>
          <p:cNvSpPr/>
          <p:nvPr>
            <p:custDataLst>
              <p:tags r:id="rId82"/>
            </p:custDataLst>
          </p:nvPr>
        </p:nvSpPr>
        <p:spPr>
          <a:xfrm rot="13694776">
            <a:off x="-578017" y="137341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4" name="PA-4-Point Star 473"/>
          <p:cNvSpPr/>
          <p:nvPr>
            <p:custDataLst>
              <p:tags r:id="rId83"/>
            </p:custDataLst>
          </p:nvPr>
        </p:nvSpPr>
        <p:spPr>
          <a:xfrm>
            <a:off x="-347675" y="201672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1" name="PA-4-Point Star 480"/>
          <p:cNvSpPr/>
          <p:nvPr>
            <p:custDataLst>
              <p:tags r:id="rId84"/>
            </p:custDataLst>
          </p:nvPr>
        </p:nvSpPr>
        <p:spPr>
          <a:xfrm>
            <a:off x="4002426" y="-491416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2" name="PA-4-Point Star 481"/>
          <p:cNvSpPr/>
          <p:nvPr>
            <p:custDataLst>
              <p:tags r:id="rId85"/>
            </p:custDataLst>
          </p:nvPr>
        </p:nvSpPr>
        <p:spPr>
          <a:xfrm>
            <a:off x="3041977" y="-32695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3" name="PA-4-Point Star 482"/>
          <p:cNvSpPr/>
          <p:nvPr>
            <p:custDataLst>
              <p:tags r:id="rId86"/>
            </p:custDataLst>
          </p:nvPr>
        </p:nvSpPr>
        <p:spPr>
          <a:xfrm rot="13694776">
            <a:off x="4509357" y="237412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2" name="PA-4-Point Star 501"/>
          <p:cNvSpPr/>
          <p:nvPr>
            <p:custDataLst>
              <p:tags r:id="rId87"/>
            </p:custDataLst>
          </p:nvPr>
        </p:nvSpPr>
        <p:spPr>
          <a:xfrm rot="13694776">
            <a:off x="-999821" y="466694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3" name="PA-4-Point Star 502"/>
          <p:cNvSpPr/>
          <p:nvPr>
            <p:custDataLst>
              <p:tags r:id="rId88"/>
            </p:custDataLst>
          </p:nvPr>
        </p:nvSpPr>
        <p:spPr>
          <a:xfrm rot="13694776">
            <a:off x="4502780" y="259778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4" name="PA-4-Point Star 503"/>
          <p:cNvSpPr/>
          <p:nvPr>
            <p:custDataLst>
              <p:tags r:id="rId89"/>
            </p:custDataLst>
          </p:nvPr>
        </p:nvSpPr>
        <p:spPr>
          <a:xfrm>
            <a:off x="223272" y="-59169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5" name="PA-4-Point Star 504"/>
          <p:cNvSpPr/>
          <p:nvPr>
            <p:custDataLst>
              <p:tags r:id="rId90"/>
            </p:custDataLst>
          </p:nvPr>
        </p:nvSpPr>
        <p:spPr>
          <a:xfrm>
            <a:off x="-1249704" y="569838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9" name="PA-4-Point Star 528"/>
          <p:cNvSpPr/>
          <p:nvPr>
            <p:custDataLst>
              <p:tags r:id="rId91"/>
            </p:custDataLst>
          </p:nvPr>
        </p:nvSpPr>
        <p:spPr>
          <a:xfrm rot="13694776">
            <a:off x="4476465" y="243990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1" name="PA-4-Point Star 530"/>
          <p:cNvSpPr/>
          <p:nvPr>
            <p:custDataLst>
              <p:tags r:id="rId92"/>
            </p:custDataLst>
          </p:nvPr>
        </p:nvSpPr>
        <p:spPr>
          <a:xfrm>
            <a:off x="3153811" y="-41905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2" name="PA-4-Point Star 531"/>
          <p:cNvSpPr/>
          <p:nvPr>
            <p:custDataLst>
              <p:tags r:id="rId93"/>
            </p:custDataLst>
          </p:nvPr>
        </p:nvSpPr>
        <p:spPr>
          <a:xfrm>
            <a:off x="3634035" y="-19538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3" name="PA-4-Point Star 532"/>
          <p:cNvSpPr/>
          <p:nvPr>
            <p:custDataLst>
              <p:tags r:id="rId94"/>
            </p:custDataLst>
          </p:nvPr>
        </p:nvSpPr>
        <p:spPr>
          <a:xfrm rot="13694776">
            <a:off x="-966930" y="4351181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4" name="PA-4-Point Star 533"/>
          <p:cNvSpPr/>
          <p:nvPr>
            <p:custDataLst>
              <p:tags r:id="rId95"/>
            </p:custDataLst>
          </p:nvPr>
        </p:nvSpPr>
        <p:spPr>
          <a:xfrm rot="13694776">
            <a:off x="-808262" y="110370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5" name="PA-4-Point Star 534"/>
          <p:cNvSpPr/>
          <p:nvPr>
            <p:custDataLst>
              <p:tags r:id="rId96"/>
            </p:custDataLst>
          </p:nvPr>
        </p:nvSpPr>
        <p:spPr>
          <a:xfrm>
            <a:off x="-651069" y="560628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9" name="PA-4-Point Star 538"/>
          <p:cNvSpPr/>
          <p:nvPr>
            <p:custDataLst>
              <p:tags r:id="rId97"/>
            </p:custDataLst>
          </p:nvPr>
        </p:nvSpPr>
        <p:spPr>
          <a:xfrm>
            <a:off x="328526" y="-69695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2" name="PA-4-Point Star 541"/>
          <p:cNvSpPr/>
          <p:nvPr>
            <p:custDataLst>
              <p:tags r:id="rId98"/>
            </p:custDataLst>
          </p:nvPr>
        </p:nvSpPr>
        <p:spPr>
          <a:xfrm>
            <a:off x="2285459" y="5459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3" name="PA-4-Point Star 542"/>
          <p:cNvSpPr/>
          <p:nvPr>
            <p:custDataLst>
              <p:tags r:id="rId99"/>
            </p:custDataLst>
          </p:nvPr>
        </p:nvSpPr>
        <p:spPr>
          <a:xfrm rot="13694776">
            <a:off x="-1196389" y="1189221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5" name="PA-4-Point Star 544"/>
          <p:cNvSpPr/>
          <p:nvPr>
            <p:custDataLst>
              <p:tags r:id="rId100"/>
            </p:custDataLst>
          </p:nvPr>
        </p:nvSpPr>
        <p:spPr>
          <a:xfrm>
            <a:off x="3120917" y="-28748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0" name="PA-4-Point Star 559"/>
          <p:cNvSpPr/>
          <p:nvPr>
            <p:custDataLst>
              <p:tags r:id="rId101"/>
            </p:custDataLst>
          </p:nvPr>
        </p:nvSpPr>
        <p:spPr>
          <a:xfrm>
            <a:off x="3361858" y="-661423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1" name="PA-4-Point Star 560"/>
          <p:cNvSpPr/>
          <p:nvPr>
            <p:custDataLst>
              <p:tags r:id="rId102"/>
            </p:custDataLst>
          </p:nvPr>
        </p:nvSpPr>
        <p:spPr>
          <a:xfrm>
            <a:off x="2479263" y="-661423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2" name="PA-4-Point Star 561"/>
          <p:cNvSpPr/>
          <p:nvPr>
            <p:custDataLst>
              <p:tags r:id="rId103"/>
            </p:custDataLst>
          </p:nvPr>
        </p:nvSpPr>
        <p:spPr>
          <a:xfrm>
            <a:off x="-694732" y="1852613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8" name="PA-4-Point Star 567"/>
          <p:cNvSpPr/>
          <p:nvPr>
            <p:custDataLst>
              <p:tags r:id="rId104"/>
            </p:custDataLst>
          </p:nvPr>
        </p:nvSpPr>
        <p:spPr>
          <a:xfrm>
            <a:off x="-993911" y="1779033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0" name="PA-4-Point Star 569"/>
          <p:cNvSpPr/>
          <p:nvPr>
            <p:custDataLst>
              <p:tags r:id="rId105"/>
            </p:custDataLst>
          </p:nvPr>
        </p:nvSpPr>
        <p:spPr>
          <a:xfrm>
            <a:off x="-811031" y="2152744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1" name="PA-4-Point Star 570"/>
          <p:cNvSpPr/>
          <p:nvPr>
            <p:custDataLst>
              <p:tags r:id="rId106"/>
            </p:custDataLst>
          </p:nvPr>
        </p:nvSpPr>
        <p:spPr>
          <a:xfrm>
            <a:off x="-842836" y="2780897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2" name="PA-4-Point Star 571"/>
          <p:cNvSpPr/>
          <p:nvPr>
            <p:custDataLst>
              <p:tags r:id="rId107"/>
            </p:custDataLst>
          </p:nvPr>
        </p:nvSpPr>
        <p:spPr>
          <a:xfrm>
            <a:off x="-1411295" y="7320855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3" name="PA-4-Point Star 572"/>
          <p:cNvSpPr/>
          <p:nvPr>
            <p:custDataLst>
              <p:tags r:id="rId108"/>
            </p:custDataLst>
          </p:nvPr>
        </p:nvSpPr>
        <p:spPr>
          <a:xfrm>
            <a:off x="4225824" y="7402266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7" name="PA-4-Point Star 586"/>
          <p:cNvSpPr/>
          <p:nvPr>
            <p:custDataLst>
              <p:tags r:id="rId109"/>
            </p:custDataLst>
          </p:nvPr>
        </p:nvSpPr>
        <p:spPr>
          <a:xfrm rot="8294776">
            <a:off x="-859688" y="4374360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0" name="PA-4-Point Star 589"/>
          <p:cNvSpPr/>
          <p:nvPr>
            <p:custDataLst>
              <p:tags r:id="rId110"/>
            </p:custDataLst>
          </p:nvPr>
        </p:nvSpPr>
        <p:spPr>
          <a:xfrm rot="8294776">
            <a:off x="12236491" y="820126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1" name="PA-4-Point Star 590"/>
          <p:cNvSpPr/>
          <p:nvPr>
            <p:custDataLst>
              <p:tags r:id="rId111"/>
            </p:custDataLst>
          </p:nvPr>
        </p:nvSpPr>
        <p:spPr>
          <a:xfrm rot="16200000">
            <a:off x="12604980" y="1720167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2" name="PA-4-Point Star 591"/>
          <p:cNvSpPr/>
          <p:nvPr>
            <p:custDataLst>
              <p:tags r:id="rId112"/>
            </p:custDataLst>
          </p:nvPr>
        </p:nvSpPr>
        <p:spPr>
          <a:xfrm rot="16200000">
            <a:off x="3004408" y="7044456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6" name="PA-4-Point Star 595"/>
          <p:cNvSpPr/>
          <p:nvPr>
            <p:custDataLst>
              <p:tags r:id="rId113"/>
            </p:custDataLst>
          </p:nvPr>
        </p:nvSpPr>
        <p:spPr>
          <a:xfrm rot="8294776">
            <a:off x="12236490" y="2495122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7" name="PA-4-Point Star 596"/>
          <p:cNvSpPr/>
          <p:nvPr>
            <p:custDataLst>
              <p:tags r:id="rId114"/>
            </p:custDataLst>
          </p:nvPr>
        </p:nvSpPr>
        <p:spPr>
          <a:xfrm rot="16200000">
            <a:off x="7117397" y="-643626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8" name="PA-4-Point Star 597"/>
          <p:cNvSpPr/>
          <p:nvPr>
            <p:custDataLst>
              <p:tags r:id="rId115"/>
            </p:custDataLst>
          </p:nvPr>
        </p:nvSpPr>
        <p:spPr>
          <a:xfrm rot="16200000">
            <a:off x="5058009" y="-715188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9" name="PA-4-Point Star 598"/>
          <p:cNvSpPr/>
          <p:nvPr>
            <p:custDataLst>
              <p:tags r:id="rId116"/>
            </p:custDataLst>
          </p:nvPr>
        </p:nvSpPr>
        <p:spPr>
          <a:xfrm rot="16200000">
            <a:off x="3602920" y="-659529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7"/>
          <p:cNvSpPr txBox="1"/>
          <p:nvPr/>
        </p:nvSpPr>
        <p:spPr>
          <a:xfrm>
            <a:off x="-48577" y="213995"/>
            <a:ext cx="5085715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8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《HSK</a:t>
            </a:r>
            <a:r>
              <a:rPr lang="zh-CN" altLang="en-US" sz="28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标准教程</a:t>
            </a:r>
            <a:r>
              <a:rPr lang="en-US" altLang="zh-CN" sz="28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5--</a:t>
            </a:r>
            <a:r>
              <a:rPr lang="zh-CN" altLang="en-US" sz="28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第十课</a:t>
            </a:r>
            <a:r>
              <a:rPr lang="en-US" altLang="zh-CN" sz="28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》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238243" y="702214"/>
            <a:ext cx="4227632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HSK Standard  Course 5  Lesson 10</a:t>
            </a:r>
          </a:p>
        </p:txBody>
      </p:sp>
      <p:grpSp>
        <p:nvGrpSpPr>
          <p:cNvPr id="11" name="组合 10"/>
          <p:cNvGrpSpPr/>
          <p:nvPr/>
        </p:nvGrpSpPr>
        <p:grpSpPr>
          <a:xfrm>
            <a:off x="1201913" y="2576830"/>
            <a:ext cx="9659087" cy="2916646"/>
            <a:chOff x="1893" y="4058"/>
            <a:chExt cx="15211" cy="4593"/>
          </a:xfrm>
        </p:grpSpPr>
        <p:grpSp>
          <p:nvGrpSpPr>
            <p:cNvPr id="14" name="组合 13"/>
            <p:cNvGrpSpPr/>
            <p:nvPr/>
          </p:nvGrpSpPr>
          <p:grpSpPr>
            <a:xfrm>
              <a:off x="1893" y="4058"/>
              <a:ext cx="15211" cy="4593"/>
              <a:chOff x="-96" y="3669"/>
              <a:chExt cx="18916" cy="5713"/>
            </a:xfrm>
          </p:grpSpPr>
          <p:sp>
            <p:nvSpPr>
              <p:cNvPr id="10" name="圆角矩形 9"/>
              <p:cNvSpPr/>
              <p:nvPr/>
            </p:nvSpPr>
            <p:spPr>
              <a:xfrm>
                <a:off x="-96" y="3669"/>
                <a:ext cx="18744" cy="5713"/>
              </a:xfrm>
              <a:prstGeom prst="roundRect">
                <a:avLst/>
              </a:prstGeom>
              <a:solidFill>
                <a:schemeClr val="bg1">
                  <a:alpha val="6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8" name="组合 7"/>
              <p:cNvGrpSpPr/>
              <p:nvPr/>
            </p:nvGrpSpPr>
            <p:grpSpPr>
              <a:xfrm>
                <a:off x="-96" y="4499"/>
                <a:ext cx="18916" cy="2928"/>
                <a:chOff x="3051" y="4499"/>
                <a:chExt cx="18916" cy="2928"/>
              </a:xfrm>
            </p:grpSpPr>
            <p:grpSp>
              <p:nvGrpSpPr>
                <p:cNvPr id="3" name="组合 2"/>
                <p:cNvGrpSpPr/>
                <p:nvPr/>
              </p:nvGrpSpPr>
              <p:grpSpPr>
                <a:xfrm>
                  <a:off x="6731" y="6509"/>
                  <a:ext cx="13905" cy="918"/>
                  <a:chOff x="8865" y="6509"/>
                  <a:chExt cx="13905" cy="918"/>
                </a:xfrm>
              </p:grpSpPr>
              <p:sp>
                <p:nvSpPr>
                  <p:cNvPr id="15" name="矩形 14"/>
                  <p:cNvSpPr/>
                  <p:nvPr/>
                </p:nvSpPr>
                <p:spPr>
                  <a:xfrm>
                    <a:off x="8865" y="6525"/>
                    <a:ext cx="3417" cy="902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pPr algn="l"/>
                    <a:r>
                      <a:rPr lang="en-US" altLang="zh-CN" sz="2400" dirty="0">
                        <a:solidFill>
                          <a:schemeClr val="bg1">
                            <a:lumMod val="50000"/>
                          </a:schemeClr>
                        </a:solidFill>
                        <a:latin typeface="华文细黑" panose="02010600040101010101" pitchFamily="2" charset="-122"/>
                        <a:ea typeface="华文细黑" panose="02010600040101010101" pitchFamily="2" charset="-122"/>
                      </a:rPr>
                      <a:t>Lesson 10</a:t>
                    </a:r>
                  </a:p>
                </p:txBody>
              </p:sp>
              <p:sp>
                <p:nvSpPr>
                  <p:cNvPr id="18" name="矩形 17"/>
                  <p:cNvSpPr/>
                  <p:nvPr/>
                </p:nvSpPr>
                <p:spPr>
                  <a:xfrm>
                    <a:off x="13974" y="6509"/>
                    <a:ext cx="8796" cy="904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n-US" sz="2400" dirty="0">
                        <a:solidFill>
                          <a:schemeClr val="bg1">
                            <a:lumMod val="50000"/>
                          </a:schemeClr>
                        </a:solidFill>
                        <a:latin typeface="华文细黑" panose="02010600040101010101" pitchFamily="2" charset="-122"/>
                        <a:ea typeface="华文细黑" panose="02010600040101010101" pitchFamily="2" charset="-122"/>
                      </a:rPr>
                      <a:t>Miracle of Debate</a:t>
                    </a:r>
                  </a:p>
                </p:txBody>
              </p:sp>
            </p:grpSp>
            <p:sp>
              <p:nvSpPr>
                <p:cNvPr id="6" name="文本框 7"/>
                <p:cNvSpPr txBox="1"/>
                <p:nvPr/>
              </p:nvSpPr>
              <p:spPr>
                <a:xfrm>
                  <a:off x="3051" y="4499"/>
                  <a:ext cx="18916" cy="233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0" marR="0" lvl="0" indent="0" algn="ctr" defTabSz="914400" rtl="0" fontAlgn="auto">
                    <a:lnSpc>
                      <a:spcPts val="902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66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华文楷体" panose="02010600040101010101" charset="-122"/>
                      <a:ea typeface="华文楷体" panose="02010600040101010101" charset="-122"/>
                      <a:cs typeface="华文楷体" panose="02010600040101010101" charset="-122"/>
                    </a:rPr>
                    <a:t>第</a:t>
                  </a:r>
                  <a:r>
                    <a:rPr kumimoji="0" lang="en-US" altLang="zh-CN" sz="66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华文楷体" panose="02010600040101010101" charset="-122"/>
                      <a:ea typeface="华文楷体" panose="02010600040101010101" charset="-122"/>
                      <a:cs typeface="华文楷体" panose="02010600040101010101" charset="-122"/>
                    </a:rPr>
                    <a:t>10</a:t>
                  </a:r>
                  <a:r>
                    <a:rPr kumimoji="0" lang="zh-CN" altLang="en-US" sz="66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华文楷体" panose="02010600040101010101" charset="-122"/>
                      <a:ea typeface="华文楷体" panose="02010600040101010101" charset="-122"/>
                      <a:cs typeface="华文楷体" panose="02010600040101010101" charset="-122"/>
                    </a:rPr>
                    <a:t>课  </a:t>
                  </a:r>
                  <a:r>
                    <a:rPr lang="zh-CN" altLang="en-US" sz="6600" b="1" dirty="0">
                      <a:latin typeface="华文楷体" panose="02010600040101010101" charset="-122"/>
                      <a:ea typeface="华文楷体" panose="02010600040101010101" charset="-122"/>
                      <a:cs typeface="华文楷体" panose="02010600040101010101" charset="-122"/>
                    </a:rPr>
                    <a:t>争论的奇迹</a:t>
                  </a:r>
                  <a:endParaRPr kumimoji="0" lang="zh-CN" altLang="en-US" sz="66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华文楷体" panose="02010600040101010101" charset="-122"/>
                    <a:ea typeface="华文楷体" panose="02010600040101010101" charset="-122"/>
                    <a:cs typeface="华文楷体" panose="02010600040101010101" charset="-122"/>
                  </a:endParaRPr>
                </a:p>
              </p:txBody>
            </p:sp>
          </p:grpSp>
        </p:grpSp>
        <p:sp>
          <p:nvSpPr>
            <p:cNvPr id="7" name="矩形 6"/>
            <p:cNvSpPr/>
            <p:nvPr/>
          </p:nvSpPr>
          <p:spPr>
            <a:xfrm>
              <a:off x="2071" y="7368"/>
              <a:ext cx="14751" cy="111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4000" b="1" noProof="0" dirty="0">
                  <a:ln>
                    <a:noFill/>
                  </a:ln>
                  <a:solidFill>
                    <a:srgbClr val="9F313C"/>
                  </a:solidFill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+mn-ea"/>
                </a:rPr>
                <a:t>Part 2</a:t>
              </a:r>
              <a:endParaRPr lang="en-US" sz="4000" dirty="0">
                <a:solidFill>
                  <a:schemeClr val="bg1">
                    <a:lumMod val="5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</p:grpSp>
      <p:pic>
        <p:nvPicPr>
          <p:cNvPr id="4" name="图片 3" descr="1"/>
          <p:cNvPicPr>
            <a:picLocks noChangeAspect="1"/>
          </p:cNvPicPr>
          <p:nvPr/>
        </p:nvPicPr>
        <p:blipFill>
          <a:blip r:embed="rId119"/>
          <a:stretch>
            <a:fillRect/>
          </a:stretch>
        </p:blipFill>
        <p:spPr>
          <a:xfrm>
            <a:off x="10681970" y="5398770"/>
            <a:ext cx="1459230" cy="14592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9700"/>
    </mc:Choice>
    <mc:Fallback xmlns="">
      <p:transition spd="slow" advTm="5097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528" repeatCount="indefinite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5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6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6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6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56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6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53" presetClass="entr" presetSubtype="528" repeatCount="indefinite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5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6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6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6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6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6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53" presetClass="entr" presetSubtype="528" repeatCount="indefinite" fill="hold" grpId="0" nodeType="withEffect">
                                  <p:stCondLst>
                                    <p:cond delay="507"/>
                                  </p:stCondLst>
                                  <p:childTnLst>
                                    <p:set>
                                      <p:cBhvr>
                                        <p:cTn id="20" dur="64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64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4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6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64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4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53" presetClass="entr" presetSubtype="528" repeatCount="indefinite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7" dur="58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8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8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8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58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8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53" presetClass="entr" presetSubtype="528" repeatCount="indefinite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4" dur="6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6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6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6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6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6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53" presetClass="entr" presetSubtype="528" repeatCount="indefinite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1" dur="68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68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68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68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68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68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53" presetClass="entr" presetSubtype="528" repeatCount="indefinite" fill="hold" grpId="0" nodeType="withEffect">
                                  <p:stCondLst>
                                    <p:cond delay="244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153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153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153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5153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153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53" presetClass="entr" presetSubtype="528" repeatCount="indefinite" fill="hold" grpId="0" nodeType="withEffect">
                                  <p:stCondLst>
                                    <p:cond delay="1334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6175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6175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6175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6175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6175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53" presetClass="entr" presetSubtype="528" repeatCount="indefinite" fill="hold" grpId="0" nodeType="withEffect">
                                  <p:stCondLst>
                                    <p:cond delay="1892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142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142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142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5142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142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53" presetClass="entr" presetSubtype="528" repeatCount="indefinite" fill="hold" grpId="0" nodeType="withEffect">
                                  <p:stCondLst>
                                    <p:cond delay="907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232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232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232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5232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232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53" presetClass="entr" presetSubtype="528" repeatCount="indefinite" fill="hold" grpId="0" nodeType="withEffect">
                                  <p:stCondLst>
                                    <p:cond delay="317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737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737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737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5737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737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53" presetClass="entr" presetSubtype="528" repeatCount="indefinite" fill="hold" grpId="0" nodeType="withEffect">
                                  <p:stCondLst>
                                    <p:cond delay="1699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6663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6663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6663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6663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6663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53" presetClass="entr" presetSubtype="528" repeatCount="indefinite" fill="hold" grpId="0" nodeType="withEffect">
                                  <p:stCondLst>
                                    <p:cond delay="1993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24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24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524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524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24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53" presetClass="entr" presetSubtype="528" repeatCount="indefinite" fill="hold" grpId="0" nodeType="withEffect">
                                  <p:stCondLst>
                                    <p:cond delay="1408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7466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7466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7466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7466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7466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53" presetClass="entr" presetSubtype="528" repeatCount="indefinite" fill="hold" grpId="0" nodeType="withEffect">
                                  <p:stCondLst>
                                    <p:cond delay="1034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6672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6672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7" dur="6672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6672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6672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53" presetClass="entr" presetSubtype="528" repeatCount="indefinite" fill="hold" grpId="0" nodeType="withEffect">
                                  <p:stCondLst>
                                    <p:cond delay="57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5637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637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4" dur="5637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5" dur="5637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637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53" presetClass="entr" presetSubtype="528" repeatCount="indefinite" fill="hold" grpId="0" nodeType="withEffect">
                                  <p:stCondLst>
                                    <p:cond delay="1978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9" dur="644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644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1" dur="644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2" dur="644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644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53" presetClass="entr" presetSubtype="528" repeatCount="indefinite" fill="hold" grpId="0" nodeType="withEffect">
                                  <p:stCondLst>
                                    <p:cond delay="136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6" dur="6172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6172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8" dur="6172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9" dur="6172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6172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1" presetID="53" presetClass="entr" presetSubtype="528" repeatCount="indefinite" fill="hold" grpId="0" nodeType="withEffect">
                                  <p:stCondLst>
                                    <p:cond delay="177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3" dur="618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618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5" dur="618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6" dur="618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618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8" presetID="53" presetClass="entr" presetSubtype="528" repeatCount="indefinite" fill="hold" grpId="0" nodeType="withEffect">
                                  <p:stCondLst>
                                    <p:cond delay="1791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0" dur="5546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5546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2" dur="5546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3" dur="5546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5546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53" presetClass="entr" presetSubtype="528" repeatCount="indefinite" fill="hold" grpId="0" nodeType="withEffect">
                                  <p:stCondLst>
                                    <p:cond delay="731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7" dur="6797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6797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9" dur="6797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0" dur="6797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6797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2" presetID="53" presetClass="entr" presetSubtype="528" repeatCount="indefinite" fill="hold" grpId="0" nodeType="withEffect">
                                  <p:stCondLst>
                                    <p:cond delay="1855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4" dur="7034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7034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6" dur="7034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7" dur="7034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7034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9" presetID="53" presetClass="entr" presetSubtype="528" repeatCount="indefinite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1" dur="6907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2" dur="6907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3" dur="6907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4" dur="6907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5" dur="6907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6" presetID="53" presetClass="entr" presetSubtype="528" repeatCount="indefinite" fill="hold" grpId="0" nodeType="withEffect">
                                  <p:stCondLst>
                                    <p:cond delay="595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8" dur="5060" fill="hold"/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9" dur="5060" fill="hold"/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0" dur="506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1" dur="5060" fill="hold"/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2" dur="5060" fill="hold"/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3" presetID="53" presetClass="entr" presetSubtype="528" repeatCount="indefinite" fill="hold" grpId="0" nodeType="withEffect">
                                  <p:stCondLst>
                                    <p:cond delay="1481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5" dur="5366" fill="hold"/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5366" fill="hold"/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7" dur="5366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8" dur="5366" fill="hold"/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9" dur="5366" fill="hold"/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0" presetID="53" presetClass="entr" presetSubtype="528" repeatCount="indefinite" fill="hold" grpId="0" nodeType="withEffect">
                                  <p:stCondLst>
                                    <p:cond delay="1091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2" dur="5755" fill="hold"/>
                                        <p:tgtEl>
                                          <p:spTgt spid="2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3" dur="5755" fill="hold"/>
                                        <p:tgtEl>
                                          <p:spTgt spid="2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4" dur="5755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5" dur="5755" fill="hold"/>
                                        <p:tgtEl>
                                          <p:spTgt spid="2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6" dur="5755" fill="hold"/>
                                        <p:tgtEl>
                                          <p:spTgt spid="2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7" presetID="53" presetClass="entr" presetSubtype="528" repeatCount="indefinite" fill="hold" grpId="0" nodeType="withEffect">
                                  <p:stCondLst>
                                    <p:cond delay="334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9" dur="7460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0" dur="7460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1" dur="746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2" dur="7460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3" dur="7460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4" presetID="53" presetClass="entr" presetSubtype="528" repeatCount="indefinite" fill="hold" grpId="0" nodeType="withEffect">
                                  <p:stCondLst>
                                    <p:cond delay="1852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6" dur="5254" fill="hold"/>
                                        <p:tgtEl>
                                          <p:spTgt spid="2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7" dur="5254" fill="hold"/>
                                        <p:tgtEl>
                                          <p:spTgt spid="2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8" dur="5254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9" dur="5254" fill="hold"/>
                                        <p:tgtEl>
                                          <p:spTgt spid="2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0" dur="5254" fill="hold"/>
                                        <p:tgtEl>
                                          <p:spTgt spid="2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1" presetID="53" presetClass="entr" presetSubtype="528" repeatCount="indefinite" fill="hold" grpId="0" nodeType="withEffect">
                                  <p:stCondLst>
                                    <p:cond delay="657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3" dur="6642" fill="hold"/>
                                        <p:tgtEl>
                                          <p:spTgt spid="2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4" dur="6642" fill="hold"/>
                                        <p:tgtEl>
                                          <p:spTgt spid="2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5" dur="6642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6" dur="6642" fill="hold"/>
                                        <p:tgtEl>
                                          <p:spTgt spid="2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7" dur="6642" fill="hold"/>
                                        <p:tgtEl>
                                          <p:spTgt spid="2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8" presetID="53" presetClass="entr" presetSubtype="528" repeatCount="indefinite" fill="hold" grpId="0" nodeType="withEffect">
                                  <p:stCondLst>
                                    <p:cond delay="1083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0" dur="5889" fill="hold"/>
                                        <p:tgtEl>
                                          <p:spTgt spid="2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1" dur="5889" fill="hold"/>
                                        <p:tgtEl>
                                          <p:spTgt spid="2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2" dur="5889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3" dur="5889" fill="hold"/>
                                        <p:tgtEl>
                                          <p:spTgt spid="2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4" dur="5889" fill="hold"/>
                                        <p:tgtEl>
                                          <p:spTgt spid="2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5" presetID="53" presetClass="entr" presetSubtype="528" repeatCount="indefinite" fill="hold" grpId="0" nodeType="withEffect">
                                  <p:stCondLst>
                                    <p:cond delay="854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7" dur="5408" fill="hold"/>
                                        <p:tgtEl>
                                          <p:spTgt spid="2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8" dur="5408" fill="hold"/>
                                        <p:tgtEl>
                                          <p:spTgt spid="2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9" dur="5408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0" dur="5408" fill="hold"/>
                                        <p:tgtEl>
                                          <p:spTgt spid="2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1" dur="5408" fill="hold"/>
                                        <p:tgtEl>
                                          <p:spTgt spid="2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2" presetID="53" presetClass="entr" presetSubtype="528" repeatCount="indefinite" fill="hold" grpId="0" nodeType="withEffect">
                                  <p:stCondLst>
                                    <p:cond delay="793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4" dur="5173" fill="hold"/>
                                        <p:tgtEl>
                                          <p:spTgt spid="2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5" dur="5173" fill="hold"/>
                                        <p:tgtEl>
                                          <p:spTgt spid="2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6" dur="5173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7" dur="5173" fill="hold"/>
                                        <p:tgtEl>
                                          <p:spTgt spid="2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8" dur="5173" fill="hold"/>
                                        <p:tgtEl>
                                          <p:spTgt spid="2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9" presetID="53" presetClass="entr" presetSubtype="528" repeatCount="indefinite" fill="hold" grpId="0" nodeType="withEffect">
                                  <p:stCondLst>
                                    <p:cond delay="367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1" dur="6982" fill="hold"/>
                                        <p:tgtEl>
                                          <p:spTgt spid="2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2" dur="6982" fill="hold"/>
                                        <p:tgtEl>
                                          <p:spTgt spid="2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3" dur="6982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4" dur="6982" fill="hold"/>
                                        <p:tgtEl>
                                          <p:spTgt spid="2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5" dur="6982" fill="hold"/>
                                        <p:tgtEl>
                                          <p:spTgt spid="2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6" presetID="53" presetClass="entr" presetSubtype="528" repeatCount="indefinite" fill="hold" grpId="0" nodeType="withEffect">
                                  <p:stCondLst>
                                    <p:cond delay="232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8" dur="6854" fill="hold"/>
                                        <p:tgtEl>
                                          <p:spTgt spid="2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9" dur="6854" fill="hold"/>
                                        <p:tgtEl>
                                          <p:spTgt spid="2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0" dur="6854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1" dur="6854" fill="hold"/>
                                        <p:tgtEl>
                                          <p:spTgt spid="2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2" dur="6854" fill="hold"/>
                                        <p:tgtEl>
                                          <p:spTgt spid="2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3" presetID="53" presetClass="entr" presetSubtype="528" repeatCount="indefinite" fill="hold" grpId="0" nodeType="withEffect">
                                  <p:stCondLst>
                                    <p:cond delay="1449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5" dur="7040" fill="hold"/>
                                        <p:tgtEl>
                                          <p:spTgt spid="2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6" dur="7040" fill="hold"/>
                                        <p:tgtEl>
                                          <p:spTgt spid="2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7" dur="704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8" dur="7040" fill="hold"/>
                                        <p:tgtEl>
                                          <p:spTgt spid="2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9" dur="7040" fill="hold"/>
                                        <p:tgtEl>
                                          <p:spTgt spid="2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0" presetID="53" presetClass="entr" presetSubtype="528" repeatCount="indefinite" fill="hold" grpId="0" nodeType="withEffect">
                                  <p:stCondLst>
                                    <p:cond delay="1214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2" dur="6173" fill="hold"/>
                                        <p:tgtEl>
                                          <p:spTgt spid="2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3" dur="6173" fill="hold"/>
                                        <p:tgtEl>
                                          <p:spTgt spid="2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4" dur="6173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5" dur="6173" fill="hold"/>
                                        <p:tgtEl>
                                          <p:spTgt spid="2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6" dur="6173" fill="hold"/>
                                        <p:tgtEl>
                                          <p:spTgt spid="2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7" presetID="53" presetClass="entr" presetSubtype="528" repeatCount="indefinite" fill="hold" grpId="0" nodeType="withEffect">
                                  <p:stCondLst>
                                    <p:cond delay="1303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9" dur="6273" fill="hold"/>
                                        <p:tgtEl>
                                          <p:spTgt spid="2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0" dur="6273" fill="hold"/>
                                        <p:tgtEl>
                                          <p:spTgt spid="2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1" dur="6273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2" dur="6273" fill="hold"/>
                                        <p:tgtEl>
                                          <p:spTgt spid="2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3" dur="6273" fill="hold"/>
                                        <p:tgtEl>
                                          <p:spTgt spid="2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4" presetID="53" presetClass="entr" presetSubtype="528" repeatCount="indefinite" fill="hold" grpId="0" nodeType="withEffect">
                                  <p:stCondLst>
                                    <p:cond delay="1802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6" dur="6866" fill="hold"/>
                                        <p:tgtEl>
                                          <p:spTgt spid="2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7" dur="6866" fill="hold"/>
                                        <p:tgtEl>
                                          <p:spTgt spid="2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8" dur="6866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9" dur="6866" fill="hold"/>
                                        <p:tgtEl>
                                          <p:spTgt spid="2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0" dur="6866" fill="hold"/>
                                        <p:tgtEl>
                                          <p:spTgt spid="2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1" presetID="53" presetClass="entr" presetSubtype="528" repeatCount="indefinite" fill="hold" grpId="0" nodeType="withEffect">
                                  <p:stCondLst>
                                    <p:cond delay="1083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3" dur="5969" fill="hold"/>
                                        <p:tgtEl>
                                          <p:spTgt spid="2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4" dur="5969" fill="hold"/>
                                        <p:tgtEl>
                                          <p:spTgt spid="2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5" dur="5969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6" dur="5969" fill="hold"/>
                                        <p:tgtEl>
                                          <p:spTgt spid="2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7" dur="5969" fill="hold"/>
                                        <p:tgtEl>
                                          <p:spTgt spid="2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8" presetID="53" presetClass="entr" presetSubtype="528" repeatCount="indefinite" fill="hold" grpId="0" nodeType="withEffect">
                                  <p:stCondLst>
                                    <p:cond delay="127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0" dur="7002" fill="hold"/>
                                        <p:tgtEl>
                                          <p:spTgt spid="3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1" dur="7002" fill="hold"/>
                                        <p:tgtEl>
                                          <p:spTgt spid="3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2" dur="7002"/>
                                        <p:tgtEl>
                                          <p:spTgt spid="3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3" dur="7002" fill="hold"/>
                                        <p:tgtEl>
                                          <p:spTgt spid="3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4" dur="7002" fill="hold"/>
                                        <p:tgtEl>
                                          <p:spTgt spid="3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5" presetID="53" presetClass="entr" presetSubtype="528" repeatCount="indefinite" fill="hold" grpId="0" nodeType="withEffect">
                                  <p:stCondLst>
                                    <p:cond delay="1739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7" dur="7370" fill="hold"/>
                                        <p:tgtEl>
                                          <p:spTgt spid="3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8" dur="7370" fill="hold"/>
                                        <p:tgtEl>
                                          <p:spTgt spid="3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9" dur="7370"/>
                                        <p:tgtEl>
                                          <p:spTgt spid="38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0" dur="7370" fill="hold"/>
                                        <p:tgtEl>
                                          <p:spTgt spid="3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1" dur="7370" fill="hold"/>
                                        <p:tgtEl>
                                          <p:spTgt spid="3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2" presetID="53" presetClass="entr" presetSubtype="528" repeatCount="indefinite" fill="hold" grpId="0" nodeType="withEffect">
                                  <p:stCondLst>
                                    <p:cond delay="1018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4" dur="5261" fill="hold"/>
                                        <p:tgtEl>
                                          <p:spTgt spid="3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5" dur="5261" fill="hold"/>
                                        <p:tgtEl>
                                          <p:spTgt spid="3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6" dur="5261"/>
                                        <p:tgtEl>
                                          <p:spTgt spid="3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7" dur="5261" fill="hold"/>
                                        <p:tgtEl>
                                          <p:spTgt spid="3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8" dur="5261" fill="hold"/>
                                        <p:tgtEl>
                                          <p:spTgt spid="3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9" presetID="53" presetClass="entr" presetSubtype="528" repeatCount="indefinite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1" dur="6177" fill="hold"/>
                                        <p:tgtEl>
                                          <p:spTgt spid="3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2" dur="6177" fill="hold"/>
                                        <p:tgtEl>
                                          <p:spTgt spid="3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3" dur="6177"/>
                                        <p:tgtEl>
                                          <p:spTgt spid="3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4" dur="6177" fill="hold"/>
                                        <p:tgtEl>
                                          <p:spTgt spid="3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5" dur="6177" fill="hold"/>
                                        <p:tgtEl>
                                          <p:spTgt spid="3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6" presetID="53" presetClass="entr" presetSubtype="528" repeatCount="indefinite" fill="hold" grpId="0" nodeType="withEffect">
                                  <p:stCondLst>
                                    <p:cond delay="1490"/>
                                  </p:stCondLst>
                                  <p:childTnLs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8" dur="5255" fill="hold"/>
                                        <p:tgtEl>
                                          <p:spTgt spid="4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9" dur="5255" fill="hold"/>
                                        <p:tgtEl>
                                          <p:spTgt spid="4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0" dur="5255"/>
                                        <p:tgtEl>
                                          <p:spTgt spid="4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1" dur="5255" fill="hold"/>
                                        <p:tgtEl>
                                          <p:spTgt spid="4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2" dur="5255" fill="hold"/>
                                        <p:tgtEl>
                                          <p:spTgt spid="4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3" presetID="53" presetClass="entr" presetSubtype="528" repeatCount="indefinite" fill="hold" grpId="0" nodeType="withEffect">
                                  <p:stCondLst>
                                    <p:cond delay="633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5" dur="5534" fill="hold"/>
                                        <p:tgtEl>
                                          <p:spTgt spid="4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6" dur="5534" fill="hold"/>
                                        <p:tgtEl>
                                          <p:spTgt spid="4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7" dur="5534"/>
                                        <p:tgtEl>
                                          <p:spTgt spid="4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8" dur="5534" fill="hold"/>
                                        <p:tgtEl>
                                          <p:spTgt spid="4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9" dur="5534" fill="hold"/>
                                        <p:tgtEl>
                                          <p:spTgt spid="4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0" presetID="53" presetClass="entr" presetSubtype="528" repeatCount="indefinite" fill="hold" grpId="0" nodeType="withEffect">
                                  <p:stCondLst>
                                    <p:cond delay="377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2" dur="6932" fill="hold"/>
                                        <p:tgtEl>
                                          <p:spTgt spid="4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3" dur="6932" fill="hold"/>
                                        <p:tgtEl>
                                          <p:spTgt spid="4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4" dur="6932"/>
                                        <p:tgtEl>
                                          <p:spTgt spid="4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5" dur="6932" fill="hold"/>
                                        <p:tgtEl>
                                          <p:spTgt spid="4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6" dur="6932" fill="hold"/>
                                        <p:tgtEl>
                                          <p:spTgt spid="4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7" presetID="53" presetClass="entr" presetSubtype="528" repeatCount="indefinite" fill="hold" grpId="0" nodeType="withEffect">
                                  <p:stCondLst>
                                    <p:cond delay="1461"/>
                                  </p:stCondLst>
                                  <p:childTnLst>
                                    <p:set>
                                      <p:cBhvr>
                                        <p:cTn id="3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9" dur="7218" fill="hold"/>
                                        <p:tgtEl>
                                          <p:spTgt spid="4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0" dur="7218" fill="hold"/>
                                        <p:tgtEl>
                                          <p:spTgt spid="4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1" dur="7218"/>
                                        <p:tgtEl>
                                          <p:spTgt spid="40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2" dur="7218" fill="hold"/>
                                        <p:tgtEl>
                                          <p:spTgt spid="4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3" dur="7218" fill="hold"/>
                                        <p:tgtEl>
                                          <p:spTgt spid="4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4" presetID="53" presetClass="entr" presetSubtype="528" repeatCount="indefinite" fill="hold" grpId="0" nodeType="withEffect">
                                  <p:stCondLst>
                                    <p:cond delay="1078"/>
                                  </p:stCondLst>
                                  <p:childTnLst>
                                    <p:set>
                                      <p:cBhvr>
                                        <p:cTn id="3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6" dur="6826" fill="hold"/>
                                        <p:tgtEl>
                                          <p:spTgt spid="4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7" dur="6826" fill="hold"/>
                                        <p:tgtEl>
                                          <p:spTgt spid="4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8" dur="6826"/>
                                        <p:tgtEl>
                                          <p:spTgt spid="40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9" dur="6826" fill="hold"/>
                                        <p:tgtEl>
                                          <p:spTgt spid="4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0" dur="6826" fill="hold"/>
                                        <p:tgtEl>
                                          <p:spTgt spid="4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1" presetID="53" presetClass="entr" presetSubtype="528" repeatCount="indefinite" fill="hold" grpId="0" nodeType="withEffect">
                                  <p:stCondLst>
                                    <p:cond delay="1447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3" dur="5322" fill="hold"/>
                                        <p:tgtEl>
                                          <p:spTgt spid="4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4" dur="5322" fill="hold"/>
                                        <p:tgtEl>
                                          <p:spTgt spid="4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5" dur="5322"/>
                                        <p:tgtEl>
                                          <p:spTgt spid="40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6" dur="5322" fill="hold"/>
                                        <p:tgtEl>
                                          <p:spTgt spid="4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7" dur="5322" fill="hold"/>
                                        <p:tgtEl>
                                          <p:spTgt spid="4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8" presetID="53" presetClass="entr" presetSubtype="528" repeatCount="indefinite" fill="hold" grpId="0" nodeType="withEffect">
                                  <p:stCondLst>
                                    <p:cond delay="1654"/>
                                  </p:stCondLst>
                                  <p:childTnLs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0" dur="6922" fill="hold"/>
                                        <p:tgtEl>
                                          <p:spTgt spid="4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1" dur="6922" fill="hold"/>
                                        <p:tgtEl>
                                          <p:spTgt spid="4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2" dur="6922"/>
                                        <p:tgtEl>
                                          <p:spTgt spid="40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3" dur="6922" fill="hold"/>
                                        <p:tgtEl>
                                          <p:spTgt spid="4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4" dur="6922" fill="hold"/>
                                        <p:tgtEl>
                                          <p:spTgt spid="4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5" presetID="53" presetClass="entr" presetSubtype="528" repeatCount="indefinite" fill="hold" grpId="0" nodeType="withEffect">
                                  <p:stCondLst>
                                    <p:cond delay="487"/>
                                  </p:stCondLst>
                                  <p:childTnLst>
                                    <p:set>
                                      <p:cBhvr>
                                        <p:cTn id="3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7" dur="7039" fill="hold"/>
                                        <p:tgtEl>
                                          <p:spTgt spid="4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8" dur="7039" fill="hold"/>
                                        <p:tgtEl>
                                          <p:spTgt spid="4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9" dur="7039"/>
                                        <p:tgtEl>
                                          <p:spTgt spid="4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0" dur="7039" fill="hold"/>
                                        <p:tgtEl>
                                          <p:spTgt spid="4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1" dur="7039" fill="hold"/>
                                        <p:tgtEl>
                                          <p:spTgt spid="4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2" presetID="53" presetClass="entr" presetSubtype="528" repeatCount="indefinite" fill="hold" grpId="0" nodeType="withEffect">
                                  <p:stCondLst>
                                    <p:cond delay="1043"/>
                                  </p:stCondLst>
                                  <p:childTnLst>
                                    <p:set>
                                      <p:cBhvr>
                                        <p:cTn id="3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4" dur="6539" fill="hold"/>
                                        <p:tgtEl>
                                          <p:spTgt spid="4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5" dur="6539" fill="hold"/>
                                        <p:tgtEl>
                                          <p:spTgt spid="4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6" dur="6539"/>
                                        <p:tgtEl>
                                          <p:spTgt spid="4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7" dur="6539" fill="hold"/>
                                        <p:tgtEl>
                                          <p:spTgt spid="4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8" dur="6539" fill="hold"/>
                                        <p:tgtEl>
                                          <p:spTgt spid="4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9" presetID="53" presetClass="entr" presetSubtype="528" repeatCount="indefinite" fill="hold" grpId="0" nodeType="withEffect">
                                  <p:stCondLst>
                                    <p:cond delay="502"/>
                                  </p:stCondLst>
                                  <p:childTnLst>
                                    <p:set>
                                      <p:cBhvr>
                                        <p:cTn id="3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1" dur="5392" fill="hold"/>
                                        <p:tgtEl>
                                          <p:spTgt spid="4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2" dur="5392" fill="hold"/>
                                        <p:tgtEl>
                                          <p:spTgt spid="4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3" dur="5392"/>
                                        <p:tgtEl>
                                          <p:spTgt spid="4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4" dur="5392" fill="hold"/>
                                        <p:tgtEl>
                                          <p:spTgt spid="4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5" dur="5392" fill="hold"/>
                                        <p:tgtEl>
                                          <p:spTgt spid="4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6" presetID="53" presetClass="entr" presetSubtype="528" repeatCount="indefinite" fill="hold" grpId="0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3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8" dur="5326" fill="hold"/>
                                        <p:tgtEl>
                                          <p:spTgt spid="4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9" dur="5326" fill="hold"/>
                                        <p:tgtEl>
                                          <p:spTgt spid="4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0" dur="5326"/>
                                        <p:tgtEl>
                                          <p:spTgt spid="4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1" dur="5326" fill="hold"/>
                                        <p:tgtEl>
                                          <p:spTgt spid="4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2" dur="5326" fill="hold"/>
                                        <p:tgtEl>
                                          <p:spTgt spid="4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3" presetID="53" presetClass="entr" presetSubtype="528" repeatCount="indefinite" fill="hold" grpId="0" nodeType="withEffect">
                                  <p:stCondLst>
                                    <p:cond delay="1436"/>
                                  </p:stCondLst>
                                  <p:childTnLst>
                                    <p:set>
                                      <p:cBhvr>
                                        <p:cTn id="3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5" dur="5561" fill="hold"/>
                                        <p:tgtEl>
                                          <p:spTgt spid="4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6" dur="5561" fill="hold"/>
                                        <p:tgtEl>
                                          <p:spTgt spid="4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7" dur="5561"/>
                                        <p:tgtEl>
                                          <p:spTgt spid="4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8" dur="5561" fill="hold"/>
                                        <p:tgtEl>
                                          <p:spTgt spid="4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9" dur="5561" fill="hold"/>
                                        <p:tgtEl>
                                          <p:spTgt spid="4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0" presetID="53" presetClass="entr" presetSubtype="528" repeatCount="indefinite" fill="hold" grpId="0" nodeType="withEffect">
                                  <p:stCondLst>
                                    <p:cond delay="1228"/>
                                  </p:stCondLst>
                                  <p:childTnLst>
                                    <p:set>
                                      <p:cBhvr>
                                        <p:cTn id="3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2" dur="6911" fill="hold"/>
                                        <p:tgtEl>
                                          <p:spTgt spid="4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3" dur="6911" fill="hold"/>
                                        <p:tgtEl>
                                          <p:spTgt spid="4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4" dur="6911"/>
                                        <p:tgtEl>
                                          <p:spTgt spid="4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5" dur="6911" fill="hold"/>
                                        <p:tgtEl>
                                          <p:spTgt spid="4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6" dur="6911" fill="hold"/>
                                        <p:tgtEl>
                                          <p:spTgt spid="4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7" presetID="53" presetClass="entr" presetSubtype="528" repeatCount="indefinite" fill="hold" grpId="0" nodeType="withEffect">
                                  <p:stCondLst>
                                    <p:cond delay="904"/>
                                  </p:stCondLst>
                                  <p:childTnLst>
                                    <p:set>
                                      <p:cBhvr>
                                        <p:cTn id="3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9" dur="5869" fill="hold"/>
                                        <p:tgtEl>
                                          <p:spTgt spid="4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0" dur="5869" fill="hold"/>
                                        <p:tgtEl>
                                          <p:spTgt spid="4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1" dur="5869"/>
                                        <p:tgtEl>
                                          <p:spTgt spid="4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2" dur="5869" fill="hold"/>
                                        <p:tgtEl>
                                          <p:spTgt spid="4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3" dur="5869" fill="hold"/>
                                        <p:tgtEl>
                                          <p:spTgt spid="4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4" presetID="53" presetClass="entr" presetSubtype="528" repeatCount="indefinite" fill="hold" grpId="0" nodeType="withEffect">
                                  <p:stCondLst>
                                    <p:cond delay="603"/>
                                  </p:stCondLst>
                                  <p:childTnLst>
                                    <p:set>
                                      <p:cBhvr>
                                        <p:cTn id="4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6" dur="6813" fill="hold"/>
                                        <p:tgtEl>
                                          <p:spTgt spid="4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7" dur="6813" fill="hold"/>
                                        <p:tgtEl>
                                          <p:spTgt spid="4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8" dur="6813"/>
                                        <p:tgtEl>
                                          <p:spTgt spid="4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9" dur="6813" fill="hold"/>
                                        <p:tgtEl>
                                          <p:spTgt spid="4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0" dur="6813" fill="hold"/>
                                        <p:tgtEl>
                                          <p:spTgt spid="4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1" presetID="53" presetClass="entr" presetSubtype="528" repeatCount="indefinite" fill="hold" grpId="0" nodeType="withEffect">
                                  <p:stCondLst>
                                    <p:cond delay="857"/>
                                  </p:stCondLst>
                                  <p:childTnLst>
                                    <p:set>
                                      <p:cBhvr>
                                        <p:cTn id="4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3" dur="5399" fill="hold"/>
                                        <p:tgtEl>
                                          <p:spTgt spid="4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4" dur="5399" fill="hold"/>
                                        <p:tgtEl>
                                          <p:spTgt spid="4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5" dur="5399"/>
                                        <p:tgtEl>
                                          <p:spTgt spid="4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6" dur="5399" fill="hold"/>
                                        <p:tgtEl>
                                          <p:spTgt spid="4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7" dur="5399" fill="hold"/>
                                        <p:tgtEl>
                                          <p:spTgt spid="4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8" presetID="53" presetClass="entr" presetSubtype="528" repeatCount="indefinite" fill="hold" grpId="0" nodeType="withEffect">
                                  <p:stCondLst>
                                    <p:cond delay="1332"/>
                                  </p:stCondLst>
                                  <p:childTnLst>
                                    <p:set>
                                      <p:cBhvr>
                                        <p:cTn id="4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0" dur="6980" fill="hold"/>
                                        <p:tgtEl>
                                          <p:spTgt spid="4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1" dur="6980" fill="hold"/>
                                        <p:tgtEl>
                                          <p:spTgt spid="4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2" dur="6980"/>
                                        <p:tgtEl>
                                          <p:spTgt spid="4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3" dur="6980" fill="hold"/>
                                        <p:tgtEl>
                                          <p:spTgt spid="4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4" dur="6980" fill="hold"/>
                                        <p:tgtEl>
                                          <p:spTgt spid="4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5" presetID="53" presetClass="entr" presetSubtype="528" repeatCount="indefinite" fill="hold" grpId="0" nodeType="withEffect">
                                  <p:stCondLst>
                                    <p:cond delay="1850"/>
                                  </p:stCondLst>
                                  <p:childTnLst>
                                    <p:set>
                                      <p:cBhvr>
                                        <p:cTn id="4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7" dur="5960" fill="hold"/>
                                        <p:tgtEl>
                                          <p:spTgt spid="4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8" dur="5960" fill="hold"/>
                                        <p:tgtEl>
                                          <p:spTgt spid="4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9" dur="5960"/>
                                        <p:tgtEl>
                                          <p:spTgt spid="4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0" dur="5960" fill="hold"/>
                                        <p:tgtEl>
                                          <p:spTgt spid="4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1" dur="5960" fill="hold"/>
                                        <p:tgtEl>
                                          <p:spTgt spid="4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2" presetID="53" presetClass="entr" presetSubtype="528" repeatCount="indefinite" fill="hold" grpId="0" nodeType="withEffect">
                                  <p:stCondLst>
                                    <p:cond delay="464"/>
                                  </p:stCondLst>
                                  <p:childTnLst>
                                    <p:set>
                                      <p:cBhvr>
                                        <p:cTn id="4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4" dur="6406" fill="hold"/>
                                        <p:tgtEl>
                                          <p:spTgt spid="4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5" dur="6406" fill="hold"/>
                                        <p:tgtEl>
                                          <p:spTgt spid="4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6" dur="6406"/>
                                        <p:tgtEl>
                                          <p:spTgt spid="4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7" dur="6406" fill="hold"/>
                                        <p:tgtEl>
                                          <p:spTgt spid="4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8" dur="6406" fill="hold"/>
                                        <p:tgtEl>
                                          <p:spTgt spid="4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9" presetID="53" presetClass="entr" presetSubtype="528" repeatCount="indefinite" fill="hold" grpId="0" nodeType="withEffect">
                                  <p:stCondLst>
                                    <p:cond delay="1093"/>
                                  </p:stCondLst>
                                  <p:childTnLst>
                                    <p:set>
                                      <p:cBhvr>
                                        <p:cTn id="4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1" dur="6713" fill="hold"/>
                                        <p:tgtEl>
                                          <p:spTgt spid="4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2" dur="6713" fill="hold"/>
                                        <p:tgtEl>
                                          <p:spTgt spid="4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3" dur="6713"/>
                                        <p:tgtEl>
                                          <p:spTgt spid="4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4" dur="6713" fill="hold"/>
                                        <p:tgtEl>
                                          <p:spTgt spid="4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5" dur="6713" fill="hold"/>
                                        <p:tgtEl>
                                          <p:spTgt spid="4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6" presetID="53" presetClass="entr" presetSubtype="528" repeatCount="indefinite" fill="hold" grpId="0" nodeType="withEffect">
                                  <p:stCondLst>
                                    <p:cond delay="1754"/>
                                  </p:stCondLst>
                                  <p:childTnLst>
                                    <p:set>
                                      <p:cBhvr>
                                        <p:cTn id="4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8" dur="6271" fill="hold"/>
                                        <p:tgtEl>
                                          <p:spTgt spid="4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9" dur="6271" fill="hold"/>
                                        <p:tgtEl>
                                          <p:spTgt spid="4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0" dur="6271"/>
                                        <p:tgtEl>
                                          <p:spTgt spid="4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1" dur="6271" fill="hold"/>
                                        <p:tgtEl>
                                          <p:spTgt spid="4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2" dur="6271" fill="hold"/>
                                        <p:tgtEl>
                                          <p:spTgt spid="4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3" presetID="53" presetClass="entr" presetSubtype="528" repeatCount="indefinite" fill="hold" grpId="0" nodeType="withEffect">
                                  <p:stCondLst>
                                    <p:cond delay="331"/>
                                  </p:stCondLst>
                                  <p:childTnLst>
                                    <p:set>
                                      <p:cBhvr>
                                        <p:cTn id="4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5" dur="6081" fill="hold"/>
                                        <p:tgtEl>
                                          <p:spTgt spid="4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6" dur="6081" fill="hold"/>
                                        <p:tgtEl>
                                          <p:spTgt spid="4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7" dur="6081"/>
                                        <p:tgtEl>
                                          <p:spTgt spid="4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8" dur="6081" fill="hold"/>
                                        <p:tgtEl>
                                          <p:spTgt spid="4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9" dur="6081" fill="hold"/>
                                        <p:tgtEl>
                                          <p:spTgt spid="4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0" presetID="53" presetClass="entr" presetSubtype="528" repeatCount="indefinite" fill="hold" grpId="0" nodeType="withEffect">
                                  <p:stCondLst>
                                    <p:cond delay="52"/>
                                  </p:stCondLst>
                                  <p:childTnLst>
                                    <p:set>
                                      <p:cBhvr>
                                        <p:cTn id="4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2" dur="6712" fill="hold"/>
                                        <p:tgtEl>
                                          <p:spTgt spid="4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3" dur="6712" fill="hold"/>
                                        <p:tgtEl>
                                          <p:spTgt spid="4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4" dur="6712"/>
                                        <p:tgtEl>
                                          <p:spTgt spid="4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5" dur="6712" fill="hold"/>
                                        <p:tgtEl>
                                          <p:spTgt spid="4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6" dur="6712" fill="hold"/>
                                        <p:tgtEl>
                                          <p:spTgt spid="4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7" presetID="53" presetClass="entr" presetSubtype="528" repeatCount="indefinite" fill="hold" grpId="0" nodeType="withEffect">
                                  <p:stCondLst>
                                    <p:cond delay="35"/>
                                  </p:stCondLst>
                                  <p:childTnLst>
                                    <p:set>
                                      <p:cBhvr>
                                        <p:cTn id="4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9" dur="5135" fill="hold"/>
                                        <p:tgtEl>
                                          <p:spTgt spid="4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0" dur="5135" fill="hold"/>
                                        <p:tgtEl>
                                          <p:spTgt spid="4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1" dur="5135"/>
                                        <p:tgtEl>
                                          <p:spTgt spid="4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2" dur="5135" fill="hold"/>
                                        <p:tgtEl>
                                          <p:spTgt spid="4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3" dur="5135" fill="hold"/>
                                        <p:tgtEl>
                                          <p:spTgt spid="4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4" presetID="53" presetClass="entr" presetSubtype="528" repeatCount="indefinite" fill="hold" grpId="0" nodeType="withEffect">
                                  <p:stCondLst>
                                    <p:cond delay="1810"/>
                                  </p:stCondLst>
                                  <p:childTnLst>
                                    <p:set>
                                      <p:cBhvr>
                                        <p:cTn id="4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6" dur="5463" fill="hold"/>
                                        <p:tgtEl>
                                          <p:spTgt spid="4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7" dur="5463" fill="hold"/>
                                        <p:tgtEl>
                                          <p:spTgt spid="4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8" dur="5463"/>
                                        <p:tgtEl>
                                          <p:spTgt spid="4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9" dur="5463" fill="hold"/>
                                        <p:tgtEl>
                                          <p:spTgt spid="4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0" dur="5463" fill="hold"/>
                                        <p:tgtEl>
                                          <p:spTgt spid="4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1" presetID="53" presetClass="entr" presetSubtype="528" repeatCount="indefinite" fill="hold" grpId="0" nodeType="withEffect">
                                  <p:stCondLst>
                                    <p:cond delay="207"/>
                                  </p:stCondLst>
                                  <p:childTnLst>
                                    <p:set>
                                      <p:cBhvr>
                                        <p:cTn id="4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3" dur="5327" fill="hold"/>
                                        <p:tgtEl>
                                          <p:spTgt spid="4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4" dur="5327" fill="hold"/>
                                        <p:tgtEl>
                                          <p:spTgt spid="4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5" dur="5327"/>
                                        <p:tgtEl>
                                          <p:spTgt spid="4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6" dur="5327" fill="hold"/>
                                        <p:tgtEl>
                                          <p:spTgt spid="4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7" dur="5327" fill="hold"/>
                                        <p:tgtEl>
                                          <p:spTgt spid="4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8" presetID="53" presetClass="entr" presetSubtype="528" repeatCount="indefinite" fill="hold" grpId="0" nodeType="withEffect">
                                  <p:stCondLst>
                                    <p:cond delay="852"/>
                                  </p:stCondLst>
                                  <p:childTnLst>
                                    <p:set>
                                      <p:cBhvr>
                                        <p:cTn id="4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0" dur="5099" fill="hold"/>
                                        <p:tgtEl>
                                          <p:spTgt spid="4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1" dur="5099" fill="hold"/>
                                        <p:tgtEl>
                                          <p:spTgt spid="4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2" dur="5099"/>
                                        <p:tgtEl>
                                          <p:spTgt spid="4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3" dur="5099" fill="hold"/>
                                        <p:tgtEl>
                                          <p:spTgt spid="4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4" dur="5099" fill="hold"/>
                                        <p:tgtEl>
                                          <p:spTgt spid="4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5" presetID="53" presetClass="entr" presetSubtype="528" repeatCount="indefinite" fill="hold" grpId="0" nodeType="withEffect">
                                  <p:stCondLst>
                                    <p:cond delay="1482"/>
                                  </p:stCondLst>
                                  <p:childTnLst>
                                    <p:set>
                                      <p:cBhvr>
                                        <p:cTn id="4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7" dur="7073" fill="hold"/>
                                        <p:tgtEl>
                                          <p:spTgt spid="4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8" dur="7073" fill="hold"/>
                                        <p:tgtEl>
                                          <p:spTgt spid="4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9" dur="7073"/>
                                        <p:tgtEl>
                                          <p:spTgt spid="4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0" dur="7073" fill="hold"/>
                                        <p:tgtEl>
                                          <p:spTgt spid="4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1" dur="7073" fill="hold"/>
                                        <p:tgtEl>
                                          <p:spTgt spid="4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2" presetID="53" presetClass="entr" presetSubtype="528" repeatCount="indefinite" fill="hold" grpId="0" nodeType="withEffect">
                                  <p:stCondLst>
                                    <p:cond delay="176"/>
                                  </p:stCondLst>
                                  <p:childTnLst>
                                    <p:set>
                                      <p:cBhvr>
                                        <p:cTn id="5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4" dur="7201" fill="hold"/>
                                        <p:tgtEl>
                                          <p:spTgt spid="4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5" dur="7201" fill="hold"/>
                                        <p:tgtEl>
                                          <p:spTgt spid="4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6" dur="7201"/>
                                        <p:tgtEl>
                                          <p:spTgt spid="4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7" dur="7201" fill="hold"/>
                                        <p:tgtEl>
                                          <p:spTgt spid="4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8" dur="7201" fill="hold"/>
                                        <p:tgtEl>
                                          <p:spTgt spid="4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9" presetID="53" presetClass="entr" presetSubtype="528" repeatCount="indefinite" fill="hold" grpId="0" nodeType="withEffect">
                                  <p:stCondLst>
                                    <p:cond delay="157"/>
                                  </p:stCondLst>
                                  <p:childTnLst>
                                    <p:set>
                                      <p:cBhvr>
                                        <p:cTn id="5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1" dur="7468" fill="hold"/>
                                        <p:tgtEl>
                                          <p:spTgt spid="4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2" dur="7468" fill="hold"/>
                                        <p:tgtEl>
                                          <p:spTgt spid="4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3" dur="7468"/>
                                        <p:tgtEl>
                                          <p:spTgt spid="4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4" dur="7468" fill="hold"/>
                                        <p:tgtEl>
                                          <p:spTgt spid="4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5" dur="7468" fill="hold"/>
                                        <p:tgtEl>
                                          <p:spTgt spid="4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6" presetID="53" presetClass="entr" presetSubtype="528" repeatCount="indefinite" fill="hold" grpId="0" nodeType="withEffect">
                                  <p:stCondLst>
                                    <p:cond delay="234"/>
                                  </p:stCondLst>
                                  <p:childTnLst>
                                    <p:set>
                                      <p:cBhvr>
                                        <p:cTn id="5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8" dur="7485" fill="hold"/>
                                        <p:tgtEl>
                                          <p:spTgt spid="4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9" dur="7485" fill="hold"/>
                                        <p:tgtEl>
                                          <p:spTgt spid="4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0" dur="7485"/>
                                        <p:tgtEl>
                                          <p:spTgt spid="4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1" dur="7485" fill="hold"/>
                                        <p:tgtEl>
                                          <p:spTgt spid="4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2" dur="7485" fill="hold"/>
                                        <p:tgtEl>
                                          <p:spTgt spid="4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3" presetID="53" presetClass="entr" presetSubtype="528" repeatCount="indefinite" fill="hold" grpId="0" nodeType="withEffect">
                                  <p:stCondLst>
                                    <p:cond delay="1802"/>
                                  </p:stCondLst>
                                  <p:childTnLst>
                                    <p:set>
                                      <p:cBhvr>
                                        <p:cTn id="5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5" dur="6432" fill="hold"/>
                                        <p:tgtEl>
                                          <p:spTgt spid="4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6" dur="6432" fill="hold"/>
                                        <p:tgtEl>
                                          <p:spTgt spid="4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7" dur="6432"/>
                                        <p:tgtEl>
                                          <p:spTgt spid="4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8" dur="6432" fill="hold"/>
                                        <p:tgtEl>
                                          <p:spTgt spid="4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9" dur="6432" fill="hold"/>
                                        <p:tgtEl>
                                          <p:spTgt spid="4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0" presetID="53" presetClass="entr" presetSubtype="528" repeatCount="indefinite" fill="hold" grpId="0" nodeType="withEffect">
                                  <p:stCondLst>
                                    <p:cond delay="736"/>
                                  </p:stCondLst>
                                  <p:childTnLst>
                                    <p:set>
                                      <p:cBhvr>
                                        <p:cTn id="5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2" dur="5423" fill="hold"/>
                                        <p:tgtEl>
                                          <p:spTgt spid="4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3" dur="5423" fill="hold"/>
                                        <p:tgtEl>
                                          <p:spTgt spid="4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4" dur="5423"/>
                                        <p:tgtEl>
                                          <p:spTgt spid="4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5" dur="5423" fill="hold"/>
                                        <p:tgtEl>
                                          <p:spTgt spid="4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6" dur="5423" fill="hold"/>
                                        <p:tgtEl>
                                          <p:spTgt spid="4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7" presetID="53" presetClass="entr" presetSubtype="528" repeatCount="indefinite" fill="hold" grpId="0" nodeType="withEffect">
                                  <p:stCondLst>
                                    <p:cond delay="482"/>
                                  </p:stCondLst>
                                  <p:childTnLst>
                                    <p:set>
                                      <p:cBhvr>
                                        <p:cTn id="5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9" dur="5102" fill="hold"/>
                                        <p:tgtEl>
                                          <p:spTgt spid="4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0" dur="5102" fill="hold"/>
                                        <p:tgtEl>
                                          <p:spTgt spid="4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1" dur="5102"/>
                                        <p:tgtEl>
                                          <p:spTgt spid="4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2" dur="5102" fill="hold"/>
                                        <p:tgtEl>
                                          <p:spTgt spid="4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3" dur="5102" fill="hold"/>
                                        <p:tgtEl>
                                          <p:spTgt spid="4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4" presetID="53" presetClass="entr" presetSubtype="528" repeatCount="indefinite" fill="hold" grpId="0" nodeType="withEffect">
                                  <p:stCondLst>
                                    <p:cond delay="399"/>
                                  </p:stCondLst>
                                  <p:childTnLst>
                                    <p:set>
                                      <p:cBhvr>
                                        <p:cTn id="5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6" dur="5819" fill="hold"/>
                                        <p:tgtEl>
                                          <p:spTgt spid="4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7" dur="5819" fill="hold"/>
                                        <p:tgtEl>
                                          <p:spTgt spid="4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8" dur="5819"/>
                                        <p:tgtEl>
                                          <p:spTgt spid="4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9" dur="5819" fill="hold"/>
                                        <p:tgtEl>
                                          <p:spTgt spid="4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0" dur="5819" fill="hold"/>
                                        <p:tgtEl>
                                          <p:spTgt spid="4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1" presetID="53" presetClass="entr" presetSubtype="528" repeatCount="indefinite" fill="hold" grpId="0" nodeType="withEffect">
                                  <p:stCondLst>
                                    <p:cond delay="1338"/>
                                  </p:stCondLst>
                                  <p:childTnLst>
                                    <p:set>
                                      <p:cBhvr>
                                        <p:cTn id="5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3" dur="6554" fill="hold"/>
                                        <p:tgtEl>
                                          <p:spTgt spid="4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4" dur="6554" fill="hold"/>
                                        <p:tgtEl>
                                          <p:spTgt spid="4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5" dur="6554"/>
                                        <p:tgtEl>
                                          <p:spTgt spid="4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6" dur="6554" fill="hold"/>
                                        <p:tgtEl>
                                          <p:spTgt spid="4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7" dur="6554" fill="hold"/>
                                        <p:tgtEl>
                                          <p:spTgt spid="4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8" presetID="53" presetClass="entr" presetSubtype="528" repeatCount="indefinite" fill="hold" grpId="0" nodeType="withEffect">
                                  <p:stCondLst>
                                    <p:cond delay="245"/>
                                  </p:stCondLst>
                                  <p:childTnLst>
                                    <p:set>
                                      <p:cBhvr>
                                        <p:cTn id="5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0" dur="5853" fill="hold"/>
                                        <p:tgtEl>
                                          <p:spTgt spid="4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1" dur="5853" fill="hold"/>
                                        <p:tgtEl>
                                          <p:spTgt spid="4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2" dur="5853"/>
                                        <p:tgtEl>
                                          <p:spTgt spid="4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3" dur="5853" fill="hold"/>
                                        <p:tgtEl>
                                          <p:spTgt spid="4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4" dur="5853" fill="hold"/>
                                        <p:tgtEl>
                                          <p:spTgt spid="4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5" presetID="53" presetClass="entr" presetSubtype="528" repeatCount="indefinite" fill="hold" grpId="0" nodeType="withEffect">
                                  <p:stCondLst>
                                    <p:cond delay="1555"/>
                                  </p:stCondLst>
                                  <p:childTnLst>
                                    <p:set>
                                      <p:cBhvr>
                                        <p:cTn id="5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7" dur="5653" fill="hold"/>
                                        <p:tgtEl>
                                          <p:spTgt spid="4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8" dur="5653" fill="hold"/>
                                        <p:tgtEl>
                                          <p:spTgt spid="4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9" dur="5653"/>
                                        <p:tgtEl>
                                          <p:spTgt spid="4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0" dur="5653" fill="hold"/>
                                        <p:tgtEl>
                                          <p:spTgt spid="4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1" dur="5653" fill="hold"/>
                                        <p:tgtEl>
                                          <p:spTgt spid="4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2" presetID="53" presetClass="entr" presetSubtype="528" repeatCount="indefinite" fill="hold" grpId="0" nodeType="withEffect">
                                  <p:stCondLst>
                                    <p:cond delay="1065"/>
                                  </p:stCondLst>
                                  <p:childTnLst>
                                    <p:set>
                                      <p:cBhvr>
                                        <p:cTn id="5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4" dur="7301" fill="hold"/>
                                        <p:tgtEl>
                                          <p:spTgt spid="4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5" dur="7301" fill="hold"/>
                                        <p:tgtEl>
                                          <p:spTgt spid="4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6" dur="7301"/>
                                        <p:tgtEl>
                                          <p:spTgt spid="4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7" dur="7301" fill="hold"/>
                                        <p:tgtEl>
                                          <p:spTgt spid="4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8" dur="7301" fill="hold"/>
                                        <p:tgtEl>
                                          <p:spTgt spid="4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9" presetID="53" presetClass="entr" presetSubtype="528" repeatCount="indefinite" fill="hold" grpId="0" nodeType="withEffect">
                                  <p:stCondLst>
                                    <p:cond delay="1298"/>
                                  </p:stCondLst>
                                  <p:childTnLst>
                                    <p:set>
                                      <p:cBhvr>
                                        <p:cTn id="5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1" dur="7173" fill="hold"/>
                                        <p:tgtEl>
                                          <p:spTgt spid="4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2" dur="7173" fill="hold"/>
                                        <p:tgtEl>
                                          <p:spTgt spid="4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3" dur="7173"/>
                                        <p:tgtEl>
                                          <p:spTgt spid="4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4" dur="7173" fill="hold"/>
                                        <p:tgtEl>
                                          <p:spTgt spid="4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5" dur="7173" fill="hold"/>
                                        <p:tgtEl>
                                          <p:spTgt spid="4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6" presetID="53" presetClass="entr" presetSubtype="528" repeatCount="indefinite" fill="hold" grpId="0" nodeType="withEffect">
                                  <p:stCondLst>
                                    <p:cond delay="1367"/>
                                  </p:stCondLst>
                                  <p:childTnLst>
                                    <p:set>
                                      <p:cBhvr>
                                        <p:cTn id="5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8" dur="6011" fill="hold"/>
                                        <p:tgtEl>
                                          <p:spTgt spid="4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9" dur="6011" fill="hold"/>
                                        <p:tgtEl>
                                          <p:spTgt spid="4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0" dur="6011"/>
                                        <p:tgtEl>
                                          <p:spTgt spid="4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1" dur="6011" fill="hold"/>
                                        <p:tgtEl>
                                          <p:spTgt spid="4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2" dur="6011" fill="hold"/>
                                        <p:tgtEl>
                                          <p:spTgt spid="4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3" presetID="53" presetClass="entr" presetSubtype="528" repeatCount="indefinite" fill="hold" grpId="0" nodeType="withEffect">
                                  <p:stCondLst>
                                    <p:cond delay="1243"/>
                                  </p:stCondLst>
                                  <p:childTnLst>
                                    <p:set>
                                      <p:cBhvr>
                                        <p:cTn id="5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5" dur="5785" fill="hold"/>
                                        <p:tgtEl>
                                          <p:spTgt spid="4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6" dur="5785" fill="hold"/>
                                        <p:tgtEl>
                                          <p:spTgt spid="4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7" dur="5785"/>
                                        <p:tgtEl>
                                          <p:spTgt spid="4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8" dur="5785" fill="hold"/>
                                        <p:tgtEl>
                                          <p:spTgt spid="4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9" dur="5785" fill="hold"/>
                                        <p:tgtEl>
                                          <p:spTgt spid="4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0" presetID="53" presetClass="entr" presetSubtype="528" repeatCount="indefinite" fill="hold" grpId="0" nodeType="withEffect">
                                  <p:stCondLst>
                                    <p:cond delay="273"/>
                                  </p:stCondLst>
                                  <p:childTnLst>
                                    <p:set>
                                      <p:cBhvr>
                                        <p:cTn id="6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2" dur="6234" fill="hold"/>
                                        <p:tgtEl>
                                          <p:spTgt spid="4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3" dur="6234" fill="hold"/>
                                        <p:tgtEl>
                                          <p:spTgt spid="4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4" dur="6234"/>
                                        <p:tgtEl>
                                          <p:spTgt spid="4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5" dur="6234" fill="hold"/>
                                        <p:tgtEl>
                                          <p:spTgt spid="4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6" dur="6234" fill="hold"/>
                                        <p:tgtEl>
                                          <p:spTgt spid="4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7" presetID="53" presetClass="entr" presetSubtype="528" repeatCount="indefinite" fill="hold" grpId="0" nodeType="withEffect">
                                  <p:stCondLst>
                                    <p:cond delay="1910"/>
                                  </p:stCondLst>
                                  <p:childTnLst>
                                    <p:set>
                                      <p:cBhvr>
                                        <p:cTn id="6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9" dur="7063" fill="hold"/>
                                        <p:tgtEl>
                                          <p:spTgt spid="5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0" dur="7063" fill="hold"/>
                                        <p:tgtEl>
                                          <p:spTgt spid="5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1" dur="7063"/>
                                        <p:tgtEl>
                                          <p:spTgt spid="5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2" dur="7063" fill="hold"/>
                                        <p:tgtEl>
                                          <p:spTgt spid="5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3" dur="7063" fill="hold"/>
                                        <p:tgtEl>
                                          <p:spTgt spid="5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4" presetID="53" presetClass="entr" presetSubtype="528" repeatCount="indefinite" fill="hold" grpId="0" nodeType="withEffect">
                                  <p:stCondLst>
                                    <p:cond delay="633"/>
                                  </p:stCondLst>
                                  <p:childTnLst>
                                    <p:set>
                                      <p:cBhvr>
                                        <p:cTn id="6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6" dur="5494" fill="hold"/>
                                        <p:tgtEl>
                                          <p:spTgt spid="5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7" dur="5494" fill="hold"/>
                                        <p:tgtEl>
                                          <p:spTgt spid="5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8" dur="5494"/>
                                        <p:tgtEl>
                                          <p:spTgt spid="5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9" dur="5494" fill="hold"/>
                                        <p:tgtEl>
                                          <p:spTgt spid="5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0" dur="5494" fill="hold"/>
                                        <p:tgtEl>
                                          <p:spTgt spid="5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1" presetID="53" presetClass="entr" presetSubtype="528" repeatCount="indefinite" fill="hold" grpId="0" nodeType="withEffect">
                                  <p:stCondLst>
                                    <p:cond delay="1769"/>
                                  </p:stCondLst>
                                  <p:childTnLst>
                                    <p:set>
                                      <p:cBhvr>
                                        <p:cTn id="6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3" dur="7135" fill="hold"/>
                                        <p:tgtEl>
                                          <p:spTgt spid="5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4" dur="7135" fill="hold"/>
                                        <p:tgtEl>
                                          <p:spTgt spid="5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5" dur="7135"/>
                                        <p:tgtEl>
                                          <p:spTgt spid="5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6" dur="7135" fill="hold"/>
                                        <p:tgtEl>
                                          <p:spTgt spid="5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7" dur="7135" fill="hold"/>
                                        <p:tgtEl>
                                          <p:spTgt spid="5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8" presetID="53" presetClass="entr" presetSubtype="528" repeatCount="indefinite" fill="hold" grpId="0" nodeType="withEffect">
                                  <p:stCondLst>
                                    <p:cond delay="552"/>
                                  </p:stCondLst>
                                  <p:childTnLst>
                                    <p:set>
                                      <p:cBhvr>
                                        <p:cTn id="6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0" dur="7132" fill="hold"/>
                                        <p:tgtEl>
                                          <p:spTgt spid="5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1" dur="7132" fill="hold"/>
                                        <p:tgtEl>
                                          <p:spTgt spid="5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2" dur="7132"/>
                                        <p:tgtEl>
                                          <p:spTgt spid="50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3" dur="7132" fill="hold"/>
                                        <p:tgtEl>
                                          <p:spTgt spid="5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4" dur="7132" fill="hold"/>
                                        <p:tgtEl>
                                          <p:spTgt spid="5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5" presetID="53" presetClass="entr" presetSubtype="528" repeatCount="indefinite" fill="hold" grpId="0" nodeType="withEffect">
                                  <p:stCondLst>
                                    <p:cond delay="1645"/>
                                  </p:stCondLst>
                                  <p:childTnLst>
                                    <p:set>
                                      <p:cBhvr>
                                        <p:cTn id="6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7" dur="5041" fill="hold"/>
                                        <p:tgtEl>
                                          <p:spTgt spid="5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8" dur="5041" fill="hold"/>
                                        <p:tgtEl>
                                          <p:spTgt spid="5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9" dur="5041"/>
                                        <p:tgtEl>
                                          <p:spTgt spid="5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0" dur="5041" fill="hold"/>
                                        <p:tgtEl>
                                          <p:spTgt spid="5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1" dur="5041" fill="hold"/>
                                        <p:tgtEl>
                                          <p:spTgt spid="5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2" presetID="53" presetClass="entr" presetSubtype="528" repeatCount="indefinite" fill="hold" grpId="0" nodeType="withEffect">
                                  <p:stCondLst>
                                    <p:cond delay="1934"/>
                                  </p:stCondLst>
                                  <p:childTnLst>
                                    <p:set>
                                      <p:cBhvr>
                                        <p:cTn id="6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4" dur="6965" fill="hold"/>
                                        <p:tgtEl>
                                          <p:spTgt spid="5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5" dur="6965" fill="hold"/>
                                        <p:tgtEl>
                                          <p:spTgt spid="5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6" dur="6965"/>
                                        <p:tgtEl>
                                          <p:spTgt spid="5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7" dur="6965" fill="hold"/>
                                        <p:tgtEl>
                                          <p:spTgt spid="5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8" dur="6965" fill="hold"/>
                                        <p:tgtEl>
                                          <p:spTgt spid="5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9" presetID="53" presetClass="entr" presetSubtype="528" repeatCount="indefinite" fill="hold" grpId="0" nodeType="withEffect">
                                  <p:stCondLst>
                                    <p:cond delay="775"/>
                                  </p:stCondLst>
                                  <p:childTnLst>
                                    <p:set>
                                      <p:cBhvr>
                                        <p:cTn id="6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1" dur="5313" fill="hold"/>
                                        <p:tgtEl>
                                          <p:spTgt spid="5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2" dur="5313" fill="hold"/>
                                        <p:tgtEl>
                                          <p:spTgt spid="5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3" dur="5313"/>
                                        <p:tgtEl>
                                          <p:spTgt spid="5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4" dur="5313" fill="hold"/>
                                        <p:tgtEl>
                                          <p:spTgt spid="5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5" dur="5313" fill="hold"/>
                                        <p:tgtEl>
                                          <p:spTgt spid="5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6" presetID="53" presetClass="entr" presetSubtype="528" repeatCount="indefinite" fill="hold" grpId="0" nodeType="withEffect">
                                  <p:stCondLst>
                                    <p:cond delay="178"/>
                                  </p:stCondLst>
                                  <p:childTnLst>
                                    <p:set>
                                      <p:cBhvr>
                                        <p:cTn id="6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8" dur="5630" fill="hold"/>
                                        <p:tgtEl>
                                          <p:spTgt spid="5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9" dur="5630" fill="hold"/>
                                        <p:tgtEl>
                                          <p:spTgt spid="5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0" dur="5630"/>
                                        <p:tgtEl>
                                          <p:spTgt spid="5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1" dur="5630" fill="hold"/>
                                        <p:tgtEl>
                                          <p:spTgt spid="5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2" dur="5630" fill="hold"/>
                                        <p:tgtEl>
                                          <p:spTgt spid="5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3" presetID="53" presetClass="entr" presetSubtype="528" repeatCount="indefinite" fill="hold" grpId="0" nodeType="withEffect">
                                  <p:stCondLst>
                                    <p:cond delay="1402"/>
                                  </p:stCondLst>
                                  <p:childTnLst>
                                    <p:set>
                                      <p:cBhvr>
                                        <p:cTn id="6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5" dur="5437" fill="hold"/>
                                        <p:tgtEl>
                                          <p:spTgt spid="5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6" dur="5437" fill="hold"/>
                                        <p:tgtEl>
                                          <p:spTgt spid="5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7" dur="5437"/>
                                        <p:tgtEl>
                                          <p:spTgt spid="5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8" dur="5437" fill="hold"/>
                                        <p:tgtEl>
                                          <p:spTgt spid="5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9" dur="5437" fill="hold"/>
                                        <p:tgtEl>
                                          <p:spTgt spid="5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0" presetID="53" presetClass="entr" presetSubtype="528" repeatCount="indefinite" fill="hold" grpId="0" nodeType="withEffect">
                                  <p:stCondLst>
                                    <p:cond delay="441"/>
                                  </p:stCondLst>
                                  <p:childTnLst>
                                    <p:set>
                                      <p:cBhvr>
                                        <p:cTn id="6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2" dur="5660" fill="hold"/>
                                        <p:tgtEl>
                                          <p:spTgt spid="5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3" dur="5660" fill="hold"/>
                                        <p:tgtEl>
                                          <p:spTgt spid="5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4" dur="5660"/>
                                        <p:tgtEl>
                                          <p:spTgt spid="5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5" dur="5660" fill="hold"/>
                                        <p:tgtEl>
                                          <p:spTgt spid="5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6" dur="5660" fill="hold"/>
                                        <p:tgtEl>
                                          <p:spTgt spid="5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7" presetID="53" presetClass="entr" presetSubtype="528" repeatCount="indefinite" fill="hold" grpId="0" nodeType="withEffect">
                                  <p:stCondLst>
                                    <p:cond delay="1747"/>
                                  </p:stCondLst>
                                  <p:childTnLst>
                                    <p:set>
                                      <p:cBhvr>
                                        <p:cTn id="6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9" dur="6723" fill="hold"/>
                                        <p:tgtEl>
                                          <p:spTgt spid="5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0" dur="6723" fill="hold"/>
                                        <p:tgtEl>
                                          <p:spTgt spid="5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1" dur="6723"/>
                                        <p:tgtEl>
                                          <p:spTgt spid="5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2" dur="6723" fill="hold"/>
                                        <p:tgtEl>
                                          <p:spTgt spid="5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3" dur="6723" fill="hold"/>
                                        <p:tgtEl>
                                          <p:spTgt spid="5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4" presetID="53" presetClass="entr" presetSubtype="528" repeatCount="indefinite" fill="hold" grpId="0" nodeType="withEffect">
                                  <p:stCondLst>
                                    <p:cond delay="1402"/>
                                  </p:stCondLst>
                                  <p:childTnLst>
                                    <p:set>
                                      <p:cBhvr>
                                        <p:cTn id="6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6" dur="5888" fill="hold"/>
                                        <p:tgtEl>
                                          <p:spTgt spid="5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7" dur="5888" fill="hold"/>
                                        <p:tgtEl>
                                          <p:spTgt spid="5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8" dur="5888"/>
                                        <p:tgtEl>
                                          <p:spTgt spid="5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9" dur="5888" fill="hold"/>
                                        <p:tgtEl>
                                          <p:spTgt spid="5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0" dur="5888" fill="hold"/>
                                        <p:tgtEl>
                                          <p:spTgt spid="5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1" presetID="53" presetClass="entr" presetSubtype="528" repeatCount="indefinite" fill="hold" grpId="0" nodeType="withEffect">
                                  <p:stCondLst>
                                    <p:cond delay="809"/>
                                  </p:stCondLst>
                                  <p:childTnLst>
                                    <p:set>
                                      <p:cBhvr>
                                        <p:cTn id="6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3" dur="5356" fill="hold"/>
                                        <p:tgtEl>
                                          <p:spTgt spid="5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4" dur="5356" fill="hold"/>
                                        <p:tgtEl>
                                          <p:spTgt spid="5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5" dur="5356"/>
                                        <p:tgtEl>
                                          <p:spTgt spid="5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6" dur="5356" fill="hold"/>
                                        <p:tgtEl>
                                          <p:spTgt spid="5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7" dur="5356" fill="hold"/>
                                        <p:tgtEl>
                                          <p:spTgt spid="5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8" presetID="53" presetClass="entr" presetSubtype="528" repeatCount="indefinite" fill="hold" grpId="0" nodeType="withEffect">
                                  <p:stCondLst>
                                    <p:cond delay="351"/>
                                  </p:stCondLst>
                                  <p:childTnLst>
                                    <p:set>
                                      <p:cBhvr>
                                        <p:cTn id="6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0" dur="7274" fill="hold"/>
                                        <p:tgtEl>
                                          <p:spTgt spid="5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1" dur="7274" fill="hold"/>
                                        <p:tgtEl>
                                          <p:spTgt spid="5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2" dur="7274"/>
                                        <p:tgtEl>
                                          <p:spTgt spid="5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3" dur="7274" fill="hold"/>
                                        <p:tgtEl>
                                          <p:spTgt spid="5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4" dur="7274" fill="hold"/>
                                        <p:tgtEl>
                                          <p:spTgt spid="5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5" presetID="53" presetClass="entr" presetSubtype="528" repeatCount="indefinite" fill="hold" grpId="0" nodeType="withEffect">
                                  <p:stCondLst>
                                    <p:cond delay="1594"/>
                                  </p:stCondLst>
                                  <p:childTnLst>
                                    <p:set>
                                      <p:cBhvr>
                                        <p:cTn id="7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7" dur="5069" fill="hold"/>
                                        <p:tgtEl>
                                          <p:spTgt spid="5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8" dur="5069" fill="hold"/>
                                        <p:tgtEl>
                                          <p:spTgt spid="5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9" dur="5069"/>
                                        <p:tgtEl>
                                          <p:spTgt spid="5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0" dur="5069" fill="hold"/>
                                        <p:tgtEl>
                                          <p:spTgt spid="5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1" dur="5069" fill="hold"/>
                                        <p:tgtEl>
                                          <p:spTgt spid="5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2" presetID="53" presetClass="entr" presetSubtype="528" repeatCount="indefinite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7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4" dur="5443" fill="hold"/>
                                        <p:tgtEl>
                                          <p:spTgt spid="5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5" dur="5443" fill="hold"/>
                                        <p:tgtEl>
                                          <p:spTgt spid="5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6" dur="5443"/>
                                        <p:tgtEl>
                                          <p:spTgt spid="5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7" dur="5443" fill="hold"/>
                                        <p:tgtEl>
                                          <p:spTgt spid="5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8" dur="5443" fill="hold"/>
                                        <p:tgtEl>
                                          <p:spTgt spid="5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9" presetID="53" presetClass="entr" presetSubtype="528" repeatCount="indefinite" fill="hold" grpId="0" nodeType="withEffect">
                                  <p:stCondLst>
                                    <p:cond delay="1243"/>
                                  </p:stCondLst>
                                  <p:childTnLst>
                                    <p:set>
                                      <p:cBhvr>
                                        <p:cTn id="7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1" dur="6959" fill="hold"/>
                                        <p:tgtEl>
                                          <p:spTgt spid="5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2" dur="6959" fill="hold"/>
                                        <p:tgtEl>
                                          <p:spTgt spid="5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3" dur="6959"/>
                                        <p:tgtEl>
                                          <p:spTgt spid="5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4" dur="6959" fill="hold"/>
                                        <p:tgtEl>
                                          <p:spTgt spid="5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5" dur="6959" fill="hold"/>
                                        <p:tgtEl>
                                          <p:spTgt spid="5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6" presetID="53" presetClass="entr" presetSubtype="528" repeatCount="indefinite" fill="hold" grpId="0" nodeType="withEffect">
                                  <p:stCondLst>
                                    <p:cond delay="1388"/>
                                  </p:stCondLst>
                                  <p:childTnLst>
                                    <p:set>
                                      <p:cBhvr>
                                        <p:cTn id="7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8" dur="5861" fill="hold"/>
                                        <p:tgtEl>
                                          <p:spTgt spid="5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9" dur="5861" fill="hold"/>
                                        <p:tgtEl>
                                          <p:spTgt spid="5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0" dur="5861"/>
                                        <p:tgtEl>
                                          <p:spTgt spid="5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1" dur="5861" fill="hold"/>
                                        <p:tgtEl>
                                          <p:spTgt spid="5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2" dur="5861" fill="hold"/>
                                        <p:tgtEl>
                                          <p:spTgt spid="5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3" presetID="53" presetClass="entr" presetSubtype="528" repeatCount="indefinite" fill="hold" grpId="0" nodeType="withEffect">
                                  <p:stCondLst>
                                    <p:cond delay="278"/>
                                  </p:stCondLst>
                                  <p:childTnLst>
                                    <p:set>
                                      <p:cBhvr>
                                        <p:cTn id="7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5" dur="5961" fill="hold"/>
                                        <p:tgtEl>
                                          <p:spTgt spid="5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6" dur="5961" fill="hold"/>
                                        <p:tgtEl>
                                          <p:spTgt spid="5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7" dur="5961"/>
                                        <p:tgtEl>
                                          <p:spTgt spid="5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8" dur="5961" fill="hold"/>
                                        <p:tgtEl>
                                          <p:spTgt spid="5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9" dur="5961" fill="hold"/>
                                        <p:tgtEl>
                                          <p:spTgt spid="5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0" presetID="53" presetClass="entr" presetSubtype="528" repeatCount="indefinite" fill="hold" grpId="0" nodeType="withEffect">
                                  <p:stCondLst>
                                    <p:cond delay="954"/>
                                  </p:stCondLst>
                                  <p:childTnLst>
                                    <p:set>
                                      <p:cBhvr>
                                        <p:cTn id="7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2" dur="5261" fill="hold"/>
                                        <p:tgtEl>
                                          <p:spTgt spid="5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3" dur="5261" fill="hold"/>
                                        <p:tgtEl>
                                          <p:spTgt spid="5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4" dur="5261"/>
                                        <p:tgtEl>
                                          <p:spTgt spid="5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5" dur="5261" fill="hold"/>
                                        <p:tgtEl>
                                          <p:spTgt spid="5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6" dur="5261" fill="hold"/>
                                        <p:tgtEl>
                                          <p:spTgt spid="5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7" presetID="53" presetClass="entr" presetSubtype="528" repeatCount="indefinite" fill="hold" grpId="0" nodeType="withEffect">
                                  <p:stCondLst>
                                    <p:cond delay="494"/>
                                  </p:stCondLst>
                                  <p:childTnLst>
                                    <p:set>
                                      <p:cBhvr>
                                        <p:cTn id="7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9" dur="6404" fill="hold"/>
                                        <p:tgtEl>
                                          <p:spTgt spid="5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0" dur="6404" fill="hold"/>
                                        <p:tgtEl>
                                          <p:spTgt spid="5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1" dur="6404"/>
                                        <p:tgtEl>
                                          <p:spTgt spid="5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2" dur="6404" fill="hold"/>
                                        <p:tgtEl>
                                          <p:spTgt spid="5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3" dur="6404" fill="hold"/>
                                        <p:tgtEl>
                                          <p:spTgt spid="5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4" presetID="53" presetClass="entr" presetSubtype="528" repeatCount="indefinite" fill="hold" grpId="0" nodeType="withEffect">
                                  <p:stCondLst>
                                    <p:cond delay="1901"/>
                                  </p:stCondLst>
                                  <p:childTnLst>
                                    <p:set>
                                      <p:cBhvr>
                                        <p:cTn id="7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6" dur="6419" fill="hold"/>
                                        <p:tgtEl>
                                          <p:spTgt spid="5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7" dur="6419" fill="hold"/>
                                        <p:tgtEl>
                                          <p:spTgt spid="5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8" dur="6419"/>
                                        <p:tgtEl>
                                          <p:spTgt spid="5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9" dur="6419" fill="hold"/>
                                        <p:tgtEl>
                                          <p:spTgt spid="5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0" dur="6419" fill="hold"/>
                                        <p:tgtEl>
                                          <p:spTgt spid="5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1" presetID="53" presetClass="entr" presetSubtype="528" repeatCount="indefinite" fill="hold" grpId="0" nodeType="withEffect">
                                  <p:stCondLst>
                                    <p:cond delay="367"/>
                                  </p:stCondLst>
                                  <p:childTnLst>
                                    <p:set>
                                      <p:cBhvr>
                                        <p:cTn id="7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3" dur="7266" fill="hold"/>
                                        <p:tgtEl>
                                          <p:spTgt spid="5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4" dur="7266" fill="hold"/>
                                        <p:tgtEl>
                                          <p:spTgt spid="5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5" dur="7266"/>
                                        <p:tgtEl>
                                          <p:spTgt spid="5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6" dur="7266" fill="hold"/>
                                        <p:tgtEl>
                                          <p:spTgt spid="5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7" dur="7266" fill="hold"/>
                                        <p:tgtEl>
                                          <p:spTgt spid="5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8" presetID="53" presetClass="entr" presetSubtype="528" repeatCount="indefinite" fill="hold" grpId="0" nodeType="withEffect">
                                  <p:stCondLst>
                                    <p:cond delay="961"/>
                                  </p:stCondLst>
                                  <p:childTnLst>
                                    <p:set>
                                      <p:cBhvr>
                                        <p:cTn id="7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0" dur="6578" fill="hold"/>
                                        <p:tgtEl>
                                          <p:spTgt spid="5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1" dur="6578" fill="hold"/>
                                        <p:tgtEl>
                                          <p:spTgt spid="5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2" dur="6578"/>
                                        <p:tgtEl>
                                          <p:spTgt spid="5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3" dur="6578" fill="hold"/>
                                        <p:tgtEl>
                                          <p:spTgt spid="5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4" dur="6578" fill="hold"/>
                                        <p:tgtEl>
                                          <p:spTgt spid="5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5" presetID="53" presetClass="entr" presetSubtype="528" repeatCount="indefinite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7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7" dur="5112" fill="hold"/>
                                        <p:tgtEl>
                                          <p:spTgt spid="5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8" dur="5112" fill="hold"/>
                                        <p:tgtEl>
                                          <p:spTgt spid="5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9" dur="5112"/>
                                        <p:tgtEl>
                                          <p:spTgt spid="5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0" dur="5112" fill="hold"/>
                                        <p:tgtEl>
                                          <p:spTgt spid="5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1" dur="5112" fill="hold"/>
                                        <p:tgtEl>
                                          <p:spTgt spid="5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2" presetID="53" presetClass="entr" presetSubtype="528" repeatCount="indefinite" fill="hold" grpId="0" nodeType="withEffect">
                                  <p:stCondLst>
                                    <p:cond delay="1664"/>
                                  </p:stCondLst>
                                  <p:childTnLst>
                                    <p:set>
                                      <p:cBhvr>
                                        <p:cTn id="7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4" dur="5239" fill="hold"/>
                                        <p:tgtEl>
                                          <p:spTgt spid="5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5" dur="5239" fill="hold"/>
                                        <p:tgtEl>
                                          <p:spTgt spid="5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6" dur="5239"/>
                                        <p:tgtEl>
                                          <p:spTgt spid="5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7" dur="5239" fill="hold"/>
                                        <p:tgtEl>
                                          <p:spTgt spid="5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8" dur="5239" fill="hold"/>
                                        <p:tgtEl>
                                          <p:spTgt spid="5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9" presetID="53" presetClass="entr" presetSubtype="528" repeatCount="indefinite" fill="hold" grpId="0" nodeType="withEffect">
                                  <p:stCondLst>
                                    <p:cond delay="385"/>
                                  </p:stCondLst>
                                  <p:childTnLst>
                                    <p:set>
                                      <p:cBhvr>
                                        <p:cTn id="7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1" dur="5535" fill="hold"/>
                                        <p:tgtEl>
                                          <p:spTgt spid="5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2" dur="5535" fill="hold"/>
                                        <p:tgtEl>
                                          <p:spTgt spid="5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3" dur="5535"/>
                                        <p:tgtEl>
                                          <p:spTgt spid="59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4" dur="5535" fill="hold"/>
                                        <p:tgtEl>
                                          <p:spTgt spid="5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5" dur="5535" fill="hold"/>
                                        <p:tgtEl>
                                          <p:spTgt spid="5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6" presetID="53" presetClass="entr" presetSubtype="528" repeatCount="indefinite" fill="hold" grpId="0" nodeType="withEffect">
                                  <p:stCondLst>
                                    <p:cond delay="430"/>
                                  </p:stCondLst>
                                  <p:childTnLst>
                                    <p:set>
                                      <p:cBhvr>
                                        <p:cTn id="7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8" dur="5003" fill="hold"/>
                                        <p:tgtEl>
                                          <p:spTgt spid="5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9" dur="5003" fill="hold"/>
                                        <p:tgtEl>
                                          <p:spTgt spid="5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0" dur="5003"/>
                                        <p:tgtEl>
                                          <p:spTgt spid="5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1" dur="5003" fill="hold"/>
                                        <p:tgtEl>
                                          <p:spTgt spid="5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2" dur="5003" fill="hold"/>
                                        <p:tgtEl>
                                          <p:spTgt spid="5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3" presetID="53" presetClass="entr" presetSubtype="528" repeatCount="indefinite" fill="hold" grpId="0" nodeType="withEffect">
                                  <p:stCondLst>
                                    <p:cond delay="1048"/>
                                  </p:stCondLst>
                                  <p:childTnLst>
                                    <p:set>
                                      <p:cBhvr>
                                        <p:cTn id="8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5" dur="5033" fill="hold"/>
                                        <p:tgtEl>
                                          <p:spTgt spid="5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6" dur="5033" fill="hold"/>
                                        <p:tgtEl>
                                          <p:spTgt spid="5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7" dur="5033"/>
                                        <p:tgtEl>
                                          <p:spTgt spid="5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8" dur="5033" fill="hold"/>
                                        <p:tgtEl>
                                          <p:spTgt spid="5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9" dur="5033" fill="hold"/>
                                        <p:tgtEl>
                                          <p:spTgt spid="5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0" presetID="53" presetClass="entr" presetSubtype="528" repeatCount="indefinite" fill="hold" grpId="0" nodeType="withEffect">
                                  <p:stCondLst>
                                    <p:cond delay="1359"/>
                                  </p:stCondLst>
                                  <p:childTnLst>
                                    <p:set>
                                      <p:cBhvr>
                                        <p:cTn id="8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2" dur="6787" fill="hold"/>
                                        <p:tgtEl>
                                          <p:spTgt spid="5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3" dur="6787" fill="hold"/>
                                        <p:tgtEl>
                                          <p:spTgt spid="5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4" dur="6787"/>
                                        <p:tgtEl>
                                          <p:spTgt spid="59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5" dur="6787" fill="hold"/>
                                        <p:tgtEl>
                                          <p:spTgt spid="5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6" dur="6787" fill="hold"/>
                                        <p:tgtEl>
                                          <p:spTgt spid="5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7" presetID="23" presetClass="entr" presetSubtype="52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8" dur="3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9" dur="3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0" dur="3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1" dur="3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2" dur="3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3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625 0.0564815 L -0.000833333 -0.258611 " pathEditMode="relative" rAng="0" ptsTypes="">
                                      <p:cBhvr>
                                        <p:cTn id="824" dur="5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bldLvl="0" animBg="1"/>
      <p:bldP spid="35" grpId="0" bldLvl="0" animBg="1"/>
      <p:bldP spid="36" grpId="0" bldLvl="0" animBg="1"/>
      <p:bldP spid="37" grpId="0" bldLvl="0" animBg="1"/>
      <p:bldP spid="78" grpId="0" bldLvl="0" animBg="1"/>
      <p:bldP spid="97" grpId="0" bldLvl="0" animBg="1"/>
      <p:bldP spid="98" grpId="0" bldLvl="0" animBg="1"/>
      <p:bldP spid="109" grpId="0" bldLvl="0" animBg="1"/>
      <p:bldP spid="134" grpId="0" bldLvl="0" animBg="1"/>
      <p:bldP spid="135" grpId="0" bldLvl="0" animBg="1"/>
      <p:bldP spid="136" grpId="0" bldLvl="0" animBg="1"/>
      <p:bldP spid="137" grpId="0" bldLvl="0" animBg="1"/>
      <p:bldP spid="139" grpId="0" bldLvl="0" animBg="1"/>
      <p:bldP spid="140" grpId="0" bldLvl="0" animBg="1"/>
      <p:bldP spid="141" grpId="0" bldLvl="0" animBg="1"/>
      <p:bldP spid="142" grpId="0" bldLvl="0" animBg="1"/>
      <p:bldP spid="154" grpId="0" bldLvl="0" animBg="1"/>
      <p:bldP spid="155" grpId="0" bldLvl="0" animBg="1"/>
      <p:bldP spid="156" grpId="0" bldLvl="0" animBg="1"/>
      <p:bldP spid="226" grpId="0" bldLvl="0" animBg="1"/>
      <p:bldP spid="237" grpId="0" bldLvl="0" animBg="1"/>
      <p:bldP spid="238" grpId="0" bldLvl="0" animBg="1"/>
      <p:bldP spid="239" grpId="0" bldLvl="0" animBg="1"/>
      <p:bldP spid="240" grpId="0" bldLvl="0" animBg="1"/>
      <p:bldP spid="242" grpId="0" bldLvl="0" animBg="1"/>
      <p:bldP spid="243" grpId="0" bldLvl="0" animBg="1"/>
      <p:bldP spid="244" grpId="0" bldLvl="0" animBg="1"/>
      <p:bldP spid="245" grpId="0" bldLvl="0" animBg="1"/>
      <p:bldP spid="246" grpId="0" bldLvl="0" animBg="1"/>
      <p:bldP spid="247" grpId="0" bldLvl="0" animBg="1"/>
      <p:bldP spid="248" grpId="0" bldLvl="0" animBg="1"/>
      <p:bldP spid="252" grpId="0" bldLvl="0" animBg="1"/>
      <p:bldP spid="257" grpId="0" bldLvl="0" animBg="1"/>
      <p:bldP spid="262" grpId="0" bldLvl="0" animBg="1"/>
      <p:bldP spid="265" grpId="0" bldLvl="0" animBg="1"/>
      <p:bldP spid="266" grpId="0" bldLvl="0" animBg="1"/>
      <p:bldP spid="267" grpId="0" bldLvl="0" animBg="1"/>
      <p:bldP spid="268" grpId="0" bldLvl="0" animBg="1"/>
      <p:bldP spid="269" grpId="0" bldLvl="0" animBg="1"/>
      <p:bldP spid="384" grpId="0" bldLvl="0" animBg="1"/>
      <p:bldP spid="388" grpId="0" bldLvl="0" animBg="1"/>
      <p:bldP spid="392" grpId="0" bldLvl="0" animBg="1"/>
      <p:bldP spid="397" grpId="0" bldLvl="0" animBg="1"/>
      <p:bldP spid="402" grpId="0" bldLvl="0" animBg="1"/>
      <p:bldP spid="403" grpId="0" bldLvl="0" animBg="1"/>
      <p:bldP spid="404" grpId="0" bldLvl="0" animBg="1"/>
      <p:bldP spid="405" grpId="0" bldLvl="0" animBg="1"/>
      <p:bldP spid="406" grpId="0" bldLvl="0" animBg="1"/>
      <p:bldP spid="408" grpId="0" bldLvl="0" animBg="1"/>
      <p:bldP spid="409" grpId="0" bldLvl="0" animBg="1"/>
      <p:bldP spid="412" grpId="0" bldLvl="0" animBg="1"/>
      <p:bldP spid="413" grpId="0" bldLvl="0" animBg="1"/>
      <p:bldP spid="415" grpId="0" bldLvl="0" animBg="1"/>
      <p:bldP spid="416" grpId="0" bldLvl="0" animBg="1"/>
      <p:bldP spid="417" grpId="0" bldLvl="0" animBg="1"/>
      <p:bldP spid="418" grpId="0" bldLvl="0" animBg="1"/>
      <p:bldP spid="423" grpId="0" bldLvl="0" animBg="1"/>
      <p:bldP spid="426" grpId="0" bldLvl="0" animBg="1"/>
      <p:bldP spid="427" grpId="0" bldLvl="0" animBg="1"/>
      <p:bldP spid="428" grpId="0" bldLvl="0" animBg="1"/>
      <p:bldP spid="429" grpId="0" bldLvl="0" animBg="1"/>
      <p:bldP spid="430" grpId="0" bldLvl="0" animBg="1"/>
      <p:bldP spid="431" grpId="0" bldLvl="0" animBg="1"/>
      <p:bldP spid="432" grpId="0" bldLvl="0" animBg="1"/>
      <p:bldP spid="433" grpId="0" bldLvl="0" animBg="1"/>
      <p:bldP spid="434" grpId="0" bldLvl="0" animBg="1"/>
      <p:bldP spid="435" grpId="0" bldLvl="0" animBg="1"/>
      <p:bldP spid="436" grpId="0" bldLvl="0" animBg="1"/>
      <p:bldP spid="437" grpId="0" bldLvl="0" animBg="1"/>
      <p:bldP spid="438" grpId="0" bldLvl="0" animBg="1"/>
      <p:bldP spid="439" grpId="0" bldLvl="0" animBg="1"/>
      <p:bldP spid="440" grpId="0" bldLvl="0" animBg="1"/>
      <p:bldP spid="441" grpId="0" bldLvl="0" animBg="1"/>
      <p:bldP spid="457" grpId="0" bldLvl="0" animBg="1"/>
      <p:bldP spid="463" grpId="0" bldLvl="0" animBg="1"/>
      <p:bldP spid="465" grpId="0" bldLvl="0" animBg="1"/>
      <p:bldP spid="466" grpId="0" bldLvl="0" animBg="1"/>
      <p:bldP spid="468" grpId="0" bldLvl="0" animBg="1"/>
      <p:bldP spid="469" grpId="0" bldLvl="0" animBg="1"/>
      <p:bldP spid="470" grpId="0" bldLvl="0" animBg="1"/>
      <p:bldP spid="472" grpId="0" bldLvl="0" animBg="1"/>
      <p:bldP spid="473" grpId="0" bldLvl="0" animBg="1"/>
      <p:bldP spid="474" grpId="0" bldLvl="0" animBg="1"/>
      <p:bldP spid="481" grpId="0" bldLvl="0" animBg="1"/>
      <p:bldP spid="482" grpId="0" bldLvl="0" animBg="1"/>
      <p:bldP spid="483" grpId="0" bldLvl="0" animBg="1"/>
      <p:bldP spid="502" grpId="0" bldLvl="0" animBg="1"/>
      <p:bldP spid="503" grpId="0" bldLvl="0" animBg="1"/>
      <p:bldP spid="504" grpId="0" bldLvl="0" animBg="1"/>
      <p:bldP spid="505" grpId="0" bldLvl="0" animBg="1"/>
      <p:bldP spid="529" grpId="0" bldLvl="0" animBg="1"/>
      <p:bldP spid="531" grpId="0" bldLvl="0" animBg="1"/>
      <p:bldP spid="532" grpId="0" bldLvl="0" animBg="1"/>
      <p:bldP spid="533" grpId="0" bldLvl="0" animBg="1"/>
      <p:bldP spid="534" grpId="0" bldLvl="0" animBg="1"/>
      <p:bldP spid="535" grpId="0" bldLvl="0" animBg="1"/>
      <p:bldP spid="539" grpId="0" bldLvl="0" animBg="1"/>
      <p:bldP spid="542" grpId="0" bldLvl="0" animBg="1"/>
      <p:bldP spid="543" grpId="0" bldLvl="0" animBg="1"/>
      <p:bldP spid="545" grpId="0" bldLvl="0" animBg="1"/>
      <p:bldP spid="560" grpId="0" bldLvl="0" animBg="1"/>
      <p:bldP spid="561" grpId="0" bldLvl="0" animBg="1"/>
      <p:bldP spid="562" grpId="0" bldLvl="0" animBg="1"/>
      <p:bldP spid="568" grpId="0" bldLvl="0" animBg="1"/>
      <p:bldP spid="570" grpId="0" bldLvl="0" animBg="1"/>
      <p:bldP spid="571" grpId="0" bldLvl="0" animBg="1"/>
      <p:bldP spid="572" grpId="0" bldLvl="0" animBg="1"/>
      <p:bldP spid="573" grpId="0" bldLvl="0" animBg="1"/>
      <p:bldP spid="587" grpId="0" bldLvl="0" animBg="1"/>
      <p:bldP spid="590" grpId="0" bldLvl="0" animBg="1"/>
      <p:bldP spid="591" grpId="0" bldLvl="0" animBg="1"/>
      <p:bldP spid="592" grpId="0" bldLvl="0" animBg="1"/>
      <p:bldP spid="596" grpId="0" bldLvl="0" animBg="1"/>
      <p:bldP spid="597" grpId="0" bldLvl="0" animBg="1"/>
      <p:bldP spid="598" grpId="0" bldLvl="0" animBg="1"/>
      <p:bldP spid="599" grpId="0" bldLvl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图片 33" descr="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18800" y="0"/>
            <a:ext cx="1459230" cy="1459230"/>
          </a:xfrm>
          <a:prstGeom prst="rect">
            <a:avLst/>
          </a:prstGeom>
        </p:spPr>
      </p:pic>
      <p:sp>
        <p:nvSpPr>
          <p:cNvPr id="2" name="文本框 7"/>
          <p:cNvSpPr txBox="1"/>
          <p:nvPr/>
        </p:nvSpPr>
        <p:spPr>
          <a:xfrm>
            <a:off x="165735" y="213995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热身</a:t>
            </a:r>
          </a:p>
        </p:txBody>
      </p:sp>
      <p:sp>
        <p:nvSpPr>
          <p:cNvPr id="3" name="文本框 7"/>
          <p:cNvSpPr txBox="1"/>
          <p:nvPr/>
        </p:nvSpPr>
        <p:spPr>
          <a:xfrm>
            <a:off x="237490" y="702310"/>
            <a:ext cx="117729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Warm-up</a:t>
            </a:r>
          </a:p>
        </p:txBody>
      </p:sp>
      <p:grpSp>
        <p:nvGrpSpPr>
          <p:cNvPr id="12" name="组合 11"/>
          <p:cNvGrpSpPr/>
          <p:nvPr/>
        </p:nvGrpSpPr>
        <p:grpSpPr>
          <a:xfrm>
            <a:off x="506095" y="1261110"/>
            <a:ext cx="11263630" cy="649605"/>
            <a:chOff x="-3197" y="3732"/>
            <a:chExt cx="17738" cy="1201"/>
          </a:xfrm>
        </p:grpSpPr>
        <p:sp>
          <p:nvSpPr>
            <p:cNvPr id="13" name="文本框 12"/>
            <p:cNvSpPr txBox="1"/>
            <p:nvPr/>
          </p:nvSpPr>
          <p:spPr>
            <a:xfrm>
              <a:off x="-3197" y="3994"/>
              <a:ext cx="17649" cy="773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marL="0" marR="0" algn="ctr" defTabSz="914400" rtl="0" fontAlgn="auto">
                <a:lnSpc>
                  <a:spcPts val="25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2800" dirty="0">
                  <a:solidFill>
                    <a:srgbClr val="B8975A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+mn-ea"/>
                </a:rPr>
                <a:t>你</a:t>
              </a:r>
              <a:r>
                <a:rPr lang="zh-CN" sz="2800" dirty="0">
                  <a:solidFill>
                    <a:srgbClr val="B8975A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+mn-ea"/>
                </a:rPr>
                <a:t>知道</a:t>
              </a:r>
              <a:r>
                <a:rPr lang="zh-CN" altLang="en-US" sz="2800" dirty="0">
                  <a:solidFill>
                    <a:srgbClr val="B8975A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+mn-ea"/>
                </a:rPr>
                <a:t>哪些表示</a:t>
              </a:r>
              <a:r>
                <a:rPr lang="zh-CN" altLang="en-US" sz="2800" dirty="0">
                  <a:solidFill>
                    <a:srgbClr val="FF0000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+mn-ea"/>
                </a:rPr>
                <a:t>手部动作</a:t>
              </a:r>
              <a:r>
                <a:rPr lang="zh-CN" altLang="en-US" sz="2800" dirty="0">
                  <a:solidFill>
                    <a:srgbClr val="B8975A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+mn-ea"/>
                </a:rPr>
                <a:t>的动</a:t>
              </a:r>
              <a:r>
                <a:rPr lang="zh-CN" sz="2800" dirty="0">
                  <a:solidFill>
                    <a:srgbClr val="B8975A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+mn-ea"/>
                </a:rPr>
                <a:t>词</a:t>
              </a:r>
              <a:r>
                <a:rPr lang="zh-CN" altLang="en-US" sz="2800" dirty="0">
                  <a:solidFill>
                    <a:srgbClr val="B8975A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+mn-ea"/>
                </a:rPr>
                <a:t>？</a:t>
              </a:r>
              <a:endParaRPr lang="en-US" altLang="zh-CN" sz="2800" dirty="0">
                <a:solidFill>
                  <a:schemeClr val="bg1">
                    <a:lumMod val="6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endParaRPr>
            </a:p>
          </p:txBody>
        </p:sp>
        <p:sp>
          <p:nvSpPr>
            <p:cNvPr id="21" name="圆角矩形 20"/>
            <p:cNvSpPr/>
            <p:nvPr/>
          </p:nvSpPr>
          <p:spPr>
            <a:xfrm>
              <a:off x="-3197" y="3732"/>
              <a:ext cx="17738" cy="1201"/>
            </a:xfrm>
            <a:prstGeom prst="roundRect">
              <a:avLst/>
            </a:prstGeom>
            <a:noFill/>
            <a:ln w="19050">
              <a:solidFill>
                <a:srgbClr val="B8975A"/>
              </a:solidFill>
              <a:prstDash val="dash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7674610" y="2628388"/>
            <a:ext cx="1833880" cy="1826772"/>
            <a:chOff x="13880" y="625"/>
            <a:chExt cx="5311" cy="5159"/>
          </a:xfrm>
        </p:grpSpPr>
        <p:pic>
          <p:nvPicPr>
            <p:cNvPr id="9" name="图片 8" descr="5a28ba769827e0.9835474515126186146232"/>
            <p:cNvPicPr>
              <a:picLocks noChangeAspect="1"/>
            </p:cNvPicPr>
            <p:nvPr/>
          </p:nvPicPr>
          <p:blipFill>
            <a:blip r:embed="rId5"/>
            <a:srcRect l="23338" t="17467" r="18680" b="20221"/>
            <a:stretch>
              <a:fillRect/>
            </a:stretch>
          </p:blipFill>
          <p:spPr>
            <a:xfrm>
              <a:off x="13880" y="625"/>
              <a:ext cx="5311" cy="5159"/>
            </a:xfrm>
            <a:prstGeom prst="ellipse">
              <a:avLst/>
            </a:prstGeom>
          </p:spPr>
        </p:pic>
        <p:sp>
          <p:nvSpPr>
            <p:cNvPr id="10" name="文本框 9"/>
            <p:cNvSpPr txBox="1"/>
            <p:nvPr/>
          </p:nvSpPr>
          <p:spPr>
            <a:xfrm>
              <a:off x="14169" y="2165"/>
              <a:ext cx="4642" cy="23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4800" b="1" dirty="0">
                  <a:latin typeface="华文楷体" panose="02010600040101010101" charset="-122"/>
                  <a:ea typeface="华文楷体" panose="02010600040101010101" charset="-122"/>
                </a:rPr>
                <a:t>拦</a:t>
              </a: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5131009" y="1979295"/>
            <a:ext cx="2058757" cy="1974215"/>
            <a:chOff x="13476" y="314"/>
            <a:chExt cx="5961" cy="5576"/>
          </a:xfrm>
        </p:grpSpPr>
        <p:pic>
          <p:nvPicPr>
            <p:cNvPr id="6" name="图片 5" descr="5a28ba769827e0.9835474515126186146232"/>
            <p:cNvPicPr>
              <a:picLocks noChangeAspect="1"/>
            </p:cNvPicPr>
            <p:nvPr/>
          </p:nvPicPr>
          <p:blipFill>
            <a:blip r:embed="rId5"/>
            <a:srcRect l="20593" t="13705" r="19080" b="18956"/>
            <a:stretch>
              <a:fillRect/>
            </a:stretch>
          </p:blipFill>
          <p:spPr>
            <a:xfrm>
              <a:off x="13628" y="314"/>
              <a:ext cx="5525" cy="5576"/>
            </a:xfrm>
            <a:prstGeom prst="ellipse">
              <a:avLst/>
            </a:prstGeom>
          </p:spPr>
        </p:pic>
        <p:sp>
          <p:nvSpPr>
            <p:cNvPr id="14" name="文本框 13"/>
            <p:cNvSpPr txBox="1"/>
            <p:nvPr/>
          </p:nvSpPr>
          <p:spPr>
            <a:xfrm>
              <a:off x="13476" y="2147"/>
              <a:ext cx="5961" cy="23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4800" b="1" dirty="0">
                  <a:latin typeface="华文楷体" panose="02010600040101010101" charset="-122"/>
                  <a:ea typeface="华文楷体" panose="02010600040101010101" charset="-122"/>
                </a:rPr>
                <a:t>插</a:t>
              </a: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3303270" y="5023647"/>
            <a:ext cx="1827875" cy="1864198"/>
            <a:chOff x="13843" y="612"/>
            <a:chExt cx="5291" cy="5264"/>
          </a:xfrm>
        </p:grpSpPr>
        <p:pic>
          <p:nvPicPr>
            <p:cNvPr id="16" name="图片 15" descr="5a28ba769827e0.9835474515126186146232"/>
            <p:cNvPicPr>
              <a:picLocks noChangeAspect="1"/>
            </p:cNvPicPr>
            <p:nvPr/>
          </p:nvPicPr>
          <p:blipFill>
            <a:blip r:embed="rId5"/>
            <a:srcRect l="22938" t="17307" r="19303" b="19116"/>
            <a:stretch>
              <a:fillRect/>
            </a:stretch>
          </p:blipFill>
          <p:spPr>
            <a:xfrm>
              <a:off x="13843" y="612"/>
              <a:ext cx="5290" cy="5264"/>
            </a:xfrm>
            <a:prstGeom prst="rect">
              <a:avLst/>
            </a:prstGeom>
          </p:spPr>
        </p:pic>
        <p:sp>
          <p:nvSpPr>
            <p:cNvPr id="17" name="文本框 16"/>
            <p:cNvSpPr txBox="1"/>
            <p:nvPr/>
          </p:nvSpPr>
          <p:spPr>
            <a:xfrm>
              <a:off x="14055" y="2072"/>
              <a:ext cx="5079" cy="23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4800" b="1" dirty="0">
                  <a:latin typeface="华文楷体" panose="02010600040101010101" charset="-122"/>
                  <a:ea typeface="华文楷体" panose="02010600040101010101" charset="-122"/>
                </a:rPr>
                <a:t>抱</a:t>
              </a: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299795" y="2148873"/>
            <a:ext cx="1897940" cy="1989422"/>
            <a:chOff x="13748" y="340"/>
            <a:chExt cx="5495" cy="5618"/>
          </a:xfrm>
        </p:grpSpPr>
        <p:pic>
          <p:nvPicPr>
            <p:cNvPr id="18" name="图片 17" descr="5a28ba769827e0.9835474515126186146232"/>
            <p:cNvPicPr>
              <a:picLocks noChangeAspect="1"/>
            </p:cNvPicPr>
            <p:nvPr/>
          </p:nvPicPr>
          <p:blipFill>
            <a:blip r:embed="rId5"/>
            <a:srcRect l="22745" t="14009" r="18101" b="18140"/>
            <a:stretch>
              <a:fillRect/>
            </a:stretch>
          </p:blipFill>
          <p:spPr>
            <a:xfrm>
              <a:off x="13825" y="340"/>
              <a:ext cx="5418" cy="5618"/>
            </a:xfrm>
            <a:prstGeom prst="ellipse">
              <a:avLst/>
            </a:prstGeom>
          </p:spPr>
        </p:pic>
        <p:sp>
          <p:nvSpPr>
            <p:cNvPr id="19" name="文本框 18"/>
            <p:cNvSpPr txBox="1"/>
            <p:nvPr/>
          </p:nvSpPr>
          <p:spPr>
            <a:xfrm>
              <a:off x="13748" y="1977"/>
              <a:ext cx="5493" cy="23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4800" b="1" dirty="0">
                  <a:latin typeface="华文楷体" panose="02010600040101010101" charset="-122"/>
                  <a:ea typeface="华文楷体" panose="02010600040101010101" charset="-122"/>
                </a:rPr>
                <a:t>拍</a:t>
              </a: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8314055" y="4889082"/>
            <a:ext cx="1826895" cy="1864143"/>
            <a:chOff x="13843" y="612"/>
            <a:chExt cx="5290" cy="5264"/>
          </a:xfrm>
        </p:grpSpPr>
        <p:pic>
          <p:nvPicPr>
            <p:cNvPr id="22" name="图片 21" descr="5a28ba769827e0.9835474515126186146232"/>
            <p:cNvPicPr>
              <a:picLocks noChangeAspect="1"/>
            </p:cNvPicPr>
            <p:nvPr/>
          </p:nvPicPr>
          <p:blipFill>
            <a:blip r:embed="rId5"/>
            <a:srcRect l="22938" t="17307" r="19303" b="19116"/>
            <a:stretch>
              <a:fillRect/>
            </a:stretch>
          </p:blipFill>
          <p:spPr>
            <a:xfrm>
              <a:off x="13843" y="612"/>
              <a:ext cx="5290" cy="5264"/>
            </a:xfrm>
            <a:prstGeom prst="rect">
              <a:avLst/>
            </a:prstGeom>
          </p:spPr>
        </p:pic>
        <p:sp>
          <p:nvSpPr>
            <p:cNvPr id="23" name="文本框 22"/>
            <p:cNvSpPr txBox="1"/>
            <p:nvPr/>
          </p:nvSpPr>
          <p:spPr>
            <a:xfrm>
              <a:off x="13843" y="1933"/>
              <a:ext cx="5286" cy="23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4800" b="1" dirty="0">
                  <a:latin typeface="华文楷体" panose="02010600040101010101" charset="-122"/>
                  <a:ea typeface="华文楷体" panose="02010600040101010101" charset="-122"/>
                </a:rPr>
                <a:t>拉</a:t>
              </a: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2642251" y="2246630"/>
            <a:ext cx="1938006" cy="1989455"/>
            <a:chOff x="13689" y="340"/>
            <a:chExt cx="5611" cy="5618"/>
          </a:xfrm>
        </p:grpSpPr>
        <p:pic>
          <p:nvPicPr>
            <p:cNvPr id="25" name="图片 24" descr="5a28ba769827e0.9835474515126186146232"/>
            <p:cNvPicPr>
              <a:picLocks noChangeAspect="1"/>
            </p:cNvPicPr>
            <p:nvPr/>
          </p:nvPicPr>
          <p:blipFill>
            <a:blip r:embed="rId5"/>
            <a:srcRect l="22745" t="14009" r="18101" b="18140"/>
            <a:stretch>
              <a:fillRect/>
            </a:stretch>
          </p:blipFill>
          <p:spPr>
            <a:xfrm>
              <a:off x="13825" y="340"/>
              <a:ext cx="5418" cy="5618"/>
            </a:xfrm>
            <a:prstGeom prst="ellipse">
              <a:avLst/>
            </a:prstGeom>
          </p:spPr>
        </p:pic>
        <p:sp>
          <p:nvSpPr>
            <p:cNvPr id="26" name="文本框 25"/>
            <p:cNvSpPr txBox="1"/>
            <p:nvPr/>
          </p:nvSpPr>
          <p:spPr>
            <a:xfrm>
              <a:off x="13689" y="2110"/>
              <a:ext cx="5611" cy="23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4800" b="1" dirty="0">
                  <a:latin typeface="华文楷体" panose="02010600040101010101" charset="-122"/>
                  <a:ea typeface="华文楷体" panose="02010600040101010101" charset="-122"/>
                </a:rPr>
                <a:t>系</a:t>
              </a: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934795" y="4309143"/>
            <a:ext cx="1897940" cy="1989422"/>
            <a:chOff x="13748" y="340"/>
            <a:chExt cx="5495" cy="5618"/>
          </a:xfrm>
        </p:grpSpPr>
        <p:pic>
          <p:nvPicPr>
            <p:cNvPr id="29" name="图片 28" descr="5a28ba769827e0.9835474515126186146232"/>
            <p:cNvPicPr>
              <a:picLocks noChangeAspect="1"/>
            </p:cNvPicPr>
            <p:nvPr/>
          </p:nvPicPr>
          <p:blipFill>
            <a:blip r:embed="rId5"/>
            <a:srcRect l="22745" t="14009" r="18101" b="18140"/>
            <a:stretch>
              <a:fillRect/>
            </a:stretch>
          </p:blipFill>
          <p:spPr>
            <a:xfrm>
              <a:off x="13825" y="340"/>
              <a:ext cx="5418" cy="5618"/>
            </a:xfrm>
            <a:prstGeom prst="ellipse">
              <a:avLst/>
            </a:prstGeom>
          </p:spPr>
        </p:pic>
        <p:sp>
          <p:nvSpPr>
            <p:cNvPr id="30" name="文本框 29"/>
            <p:cNvSpPr txBox="1"/>
            <p:nvPr/>
          </p:nvSpPr>
          <p:spPr>
            <a:xfrm>
              <a:off x="13748" y="1977"/>
              <a:ext cx="5493" cy="23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4800" b="1" dirty="0">
                  <a:latin typeface="华文楷体" panose="02010600040101010101" charset="-122"/>
                  <a:ea typeface="华文楷体" panose="02010600040101010101" charset="-122"/>
                </a:rPr>
                <a:t>打</a:t>
              </a:r>
            </a:p>
          </p:txBody>
        </p:sp>
      </p:grpSp>
      <p:grpSp>
        <p:nvGrpSpPr>
          <p:cNvPr id="31" name="组合 30"/>
          <p:cNvGrpSpPr/>
          <p:nvPr/>
        </p:nvGrpSpPr>
        <p:grpSpPr>
          <a:xfrm>
            <a:off x="10260965" y="4138512"/>
            <a:ext cx="1826895" cy="1864143"/>
            <a:chOff x="13843" y="612"/>
            <a:chExt cx="5290" cy="5264"/>
          </a:xfrm>
        </p:grpSpPr>
        <p:pic>
          <p:nvPicPr>
            <p:cNvPr id="32" name="图片 31" descr="5a28ba769827e0.9835474515126186146232"/>
            <p:cNvPicPr>
              <a:picLocks noChangeAspect="1"/>
            </p:cNvPicPr>
            <p:nvPr/>
          </p:nvPicPr>
          <p:blipFill>
            <a:blip r:embed="rId5"/>
            <a:srcRect l="22938" t="17307" r="19303" b="19116"/>
            <a:stretch>
              <a:fillRect/>
            </a:stretch>
          </p:blipFill>
          <p:spPr>
            <a:xfrm>
              <a:off x="13843" y="612"/>
              <a:ext cx="5290" cy="5264"/>
            </a:xfrm>
            <a:prstGeom prst="rect">
              <a:avLst/>
            </a:prstGeom>
          </p:spPr>
        </p:pic>
        <p:sp>
          <p:nvSpPr>
            <p:cNvPr id="33" name="文本框 32"/>
            <p:cNvSpPr txBox="1"/>
            <p:nvPr/>
          </p:nvSpPr>
          <p:spPr>
            <a:xfrm>
              <a:off x="13843" y="1933"/>
              <a:ext cx="5286" cy="23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4800" b="1" dirty="0">
                  <a:latin typeface="华文楷体" panose="02010600040101010101" charset="-122"/>
                  <a:ea typeface="华文楷体" panose="02010600040101010101" charset="-122"/>
                </a:rPr>
                <a:t>推</a:t>
              </a:r>
            </a:p>
          </p:txBody>
        </p:sp>
      </p:grpSp>
      <p:grpSp>
        <p:nvGrpSpPr>
          <p:cNvPr id="35" name="组合 34"/>
          <p:cNvGrpSpPr/>
          <p:nvPr/>
        </p:nvGrpSpPr>
        <p:grpSpPr>
          <a:xfrm>
            <a:off x="5624404" y="4269740"/>
            <a:ext cx="2058757" cy="1974215"/>
            <a:chOff x="13476" y="314"/>
            <a:chExt cx="5961" cy="5576"/>
          </a:xfrm>
        </p:grpSpPr>
        <p:pic>
          <p:nvPicPr>
            <p:cNvPr id="36" name="图片 35" descr="5a28ba769827e0.9835474515126186146232"/>
            <p:cNvPicPr>
              <a:picLocks noChangeAspect="1"/>
            </p:cNvPicPr>
            <p:nvPr/>
          </p:nvPicPr>
          <p:blipFill>
            <a:blip r:embed="rId5"/>
            <a:srcRect l="20593" t="13705" r="19080" b="18956"/>
            <a:stretch>
              <a:fillRect/>
            </a:stretch>
          </p:blipFill>
          <p:spPr>
            <a:xfrm>
              <a:off x="13628" y="314"/>
              <a:ext cx="5525" cy="5576"/>
            </a:xfrm>
            <a:prstGeom prst="ellipse">
              <a:avLst/>
            </a:prstGeom>
          </p:spPr>
        </p:pic>
        <p:sp>
          <p:nvSpPr>
            <p:cNvPr id="37" name="文本框 36"/>
            <p:cNvSpPr txBox="1"/>
            <p:nvPr/>
          </p:nvSpPr>
          <p:spPr>
            <a:xfrm>
              <a:off x="13476" y="2147"/>
              <a:ext cx="5961" cy="23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4800" b="1" dirty="0">
                  <a:latin typeface="华文楷体" panose="02010600040101010101" charset="-122"/>
                  <a:ea typeface="华文楷体" panose="02010600040101010101" charset="-122"/>
                </a:rPr>
                <a:t>放</a:t>
              </a:r>
            </a:p>
          </p:txBody>
        </p:sp>
      </p:grpSp>
      <p:grpSp>
        <p:nvGrpSpPr>
          <p:cNvPr id="38" name="组合 37"/>
          <p:cNvGrpSpPr/>
          <p:nvPr/>
        </p:nvGrpSpPr>
        <p:grpSpPr>
          <a:xfrm>
            <a:off x="10149205" y="1910838"/>
            <a:ext cx="1833880" cy="1826772"/>
            <a:chOff x="13880" y="625"/>
            <a:chExt cx="5311" cy="5159"/>
          </a:xfrm>
        </p:grpSpPr>
        <p:pic>
          <p:nvPicPr>
            <p:cNvPr id="39" name="图片 38" descr="5a28ba769827e0.9835474515126186146232"/>
            <p:cNvPicPr>
              <a:picLocks noChangeAspect="1"/>
            </p:cNvPicPr>
            <p:nvPr/>
          </p:nvPicPr>
          <p:blipFill>
            <a:blip r:embed="rId5"/>
            <a:srcRect l="23338" t="17467" r="18680" b="20221"/>
            <a:stretch>
              <a:fillRect/>
            </a:stretch>
          </p:blipFill>
          <p:spPr>
            <a:xfrm>
              <a:off x="13880" y="625"/>
              <a:ext cx="5311" cy="5159"/>
            </a:xfrm>
            <a:prstGeom prst="ellipse">
              <a:avLst/>
            </a:prstGeom>
          </p:spPr>
        </p:pic>
        <p:sp>
          <p:nvSpPr>
            <p:cNvPr id="40" name="文本框 39"/>
            <p:cNvSpPr txBox="1"/>
            <p:nvPr/>
          </p:nvSpPr>
          <p:spPr>
            <a:xfrm>
              <a:off x="14169" y="2165"/>
              <a:ext cx="4642" cy="23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4800" b="1" dirty="0">
                  <a:latin typeface="华文楷体" panose="02010600040101010101" charset="-122"/>
                  <a:ea typeface="华文楷体" panose="02010600040101010101" charset="-122"/>
                </a:rPr>
                <a:t>搬</a:t>
              </a:r>
            </a:p>
          </p:txBody>
        </p:sp>
      </p:grpSp>
    </p:spTree>
    <p:custDataLst>
      <p:tags r:id="rId1"/>
    </p:custDataLst>
  </p:cSld>
  <p:clrMapOvr>
    <a:masterClrMapping/>
  </p:clrMapOvr>
  <p:transition>
    <p:split orient="vert"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3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4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END"/>
          <p:cNvGrpSpPr/>
          <p:nvPr/>
        </p:nvGrpSpPr>
        <p:grpSpPr>
          <a:xfrm>
            <a:off x="6093143" y="770255"/>
            <a:ext cx="4739005" cy="5817235"/>
            <a:chOff x="9628" y="1159"/>
            <a:chExt cx="7463" cy="9161"/>
          </a:xfrm>
          <a:solidFill>
            <a:srgbClr val="E2AEAB"/>
          </a:solidFill>
        </p:grpSpPr>
        <p:sp>
          <p:nvSpPr>
            <p:cNvPr id="25" name="圆角矩形 24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rgbClr val="E2AEA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9628" y="4441"/>
              <a:ext cx="7429" cy="2470"/>
            </a:xfrm>
            <a:prstGeom prst="rect">
              <a:avLst/>
            </a:prstGeom>
            <a:grpFill/>
            <a:ln>
              <a:solidFill>
                <a:srgbClr val="E2AEAB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6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END</a:t>
              </a:r>
              <a:endParaRPr lang="en-US" sz="9600" b="1" kern="1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华文细黑" panose="02010600040101010101" pitchFamily="2" charset="-122"/>
                <a:sym typeface="+mn-ea"/>
              </a:endParaRPr>
            </a:p>
          </p:txBody>
        </p:sp>
      </p:grpSp>
      <p:grpSp>
        <p:nvGrpSpPr>
          <p:cNvPr id="70" name="南方" hidden="1"/>
          <p:cNvGrpSpPr/>
          <p:nvPr/>
        </p:nvGrpSpPr>
        <p:grpSpPr>
          <a:xfrm>
            <a:off x="6114733" y="735965"/>
            <a:ext cx="4739005" cy="5817235"/>
            <a:chOff x="9628" y="1159"/>
            <a:chExt cx="7463" cy="9161"/>
          </a:xfrm>
          <a:solidFill>
            <a:srgbClr val="E2AEAB"/>
          </a:solidFill>
        </p:grpSpPr>
        <p:sp>
          <p:nvSpPr>
            <p:cNvPr id="71" name="圆角矩形 70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rgbClr val="E2AEA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2" name="文本框 71"/>
            <p:cNvSpPr txBox="1"/>
            <p:nvPr/>
          </p:nvSpPr>
          <p:spPr>
            <a:xfrm>
              <a:off x="9628" y="3387"/>
              <a:ext cx="7429" cy="4603"/>
            </a:xfrm>
            <a:prstGeom prst="rect">
              <a:avLst/>
            </a:prstGeom>
            <a:grpFill/>
            <a:ln>
              <a:solidFill>
                <a:srgbClr val="E2AEAB"/>
              </a:solidFill>
            </a:ln>
          </p:spPr>
          <p:txBody>
            <a:bodyPr wrap="square" rtlCol="0">
              <a:spAutoFit/>
            </a:bodyPr>
            <a:lstStyle/>
            <a:p>
              <a:pPr algn="ctr">
                <a:buClrTx/>
                <a:buSzTx/>
                <a:buFontTx/>
              </a:pPr>
              <a:r>
                <a:rPr lang="en-US" altLang="zh-CN" sz="66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nán fānɡ</a:t>
              </a:r>
              <a:r>
                <a:rPr lang="en-US" alt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南</a:t>
              </a:r>
              <a:r>
                <a:rPr lang="en-US" alt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方</a:t>
              </a:r>
              <a:endParaRPr lang="en-US" altLang="zh-CN" sz="24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en-US" altLang="zh-CN" sz="24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n. south, southern part</a:t>
              </a:r>
            </a:p>
          </p:txBody>
        </p:sp>
      </p:grpSp>
      <p:grpSp>
        <p:nvGrpSpPr>
          <p:cNvPr id="64" name="复习" hidden="1"/>
          <p:cNvGrpSpPr/>
          <p:nvPr/>
        </p:nvGrpSpPr>
        <p:grpSpPr>
          <a:xfrm>
            <a:off x="6114733" y="735965"/>
            <a:ext cx="4739005" cy="5817235"/>
            <a:chOff x="9628" y="1159"/>
            <a:chExt cx="7463" cy="9161"/>
          </a:xfrm>
          <a:solidFill>
            <a:schemeClr val="accent1"/>
          </a:solidFill>
        </p:grpSpPr>
        <p:sp>
          <p:nvSpPr>
            <p:cNvPr id="65" name="圆角矩形 64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" name="文本框 65"/>
            <p:cNvSpPr txBox="1"/>
            <p:nvPr/>
          </p:nvSpPr>
          <p:spPr>
            <a:xfrm>
              <a:off x="9628" y="3587"/>
              <a:ext cx="7429" cy="4118"/>
            </a:xfrm>
            <a:prstGeom prst="rect">
              <a:avLst/>
            </a:prstGeom>
            <a:grp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fù xí</a:t>
              </a:r>
              <a:r>
                <a:rPr lang="en-US" sz="6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Arial" panose="020B0704020202020204"/>
                </a:rPr>
                <a:t> </a:t>
              </a:r>
              <a:endParaRPr lang="en-US" sz="6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复</a:t>
              </a:r>
              <a:r>
                <a:rPr lang="en-US" alt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习</a:t>
              </a:r>
            </a:p>
            <a:p>
              <a:pPr algn="ctr"/>
              <a:r>
                <a:rPr lang="en-US" altLang="zh-CN" sz="2400" b="1" kern="100" dirty="0">
                  <a:solidFill>
                    <a:schemeClr val="bg1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  <a:cs typeface="华文细黑" panose="02010600040101010101" pitchFamily="2" charset="-122"/>
                  <a:sym typeface="+mn-ea"/>
                </a:rPr>
                <a:t>v.  to review</a:t>
              </a:r>
            </a:p>
          </p:txBody>
        </p:sp>
      </p:grpSp>
      <p:grpSp>
        <p:nvGrpSpPr>
          <p:cNvPr id="58" name="否则" hidden="1"/>
          <p:cNvGrpSpPr/>
          <p:nvPr/>
        </p:nvGrpSpPr>
        <p:grpSpPr>
          <a:xfrm>
            <a:off x="6114733" y="735965"/>
            <a:ext cx="4739005" cy="5817235"/>
            <a:chOff x="9628" y="1159"/>
            <a:chExt cx="7463" cy="9161"/>
          </a:xfrm>
          <a:solidFill>
            <a:schemeClr val="accent3"/>
          </a:solidFill>
        </p:grpSpPr>
        <p:sp>
          <p:nvSpPr>
            <p:cNvPr id="59" name="圆角矩形 58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文本框 59"/>
            <p:cNvSpPr txBox="1"/>
            <p:nvPr/>
          </p:nvSpPr>
          <p:spPr>
            <a:xfrm>
              <a:off x="9628" y="3587"/>
              <a:ext cx="7429" cy="4118"/>
            </a:xfrm>
            <a:prstGeom prst="rect">
              <a:avLst/>
            </a:prstGeom>
            <a:grpFill/>
            <a:ln>
              <a:solidFill>
                <a:schemeClr val="accent3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fǒuzé </a:t>
              </a:r>
              <a:r>
                <a:rPr sz="6000" dirty="0">
                  <a:latin typeface="Arial" panose="020B0704020202020204"/>
                  <a:ea typeface="Arial" panose="020B0704020202020204"/>
                  <a:cs typeface="Arial" panose="020B0704020202020204"/>
                  <a:sym typeface="Arial" panose="020B0704020202020204"/>
                </a:rPr>
                <a:t> </a:t>
              </a:r>
            </a:p>
            <a:p>
              <a:pPr algn="ctr"/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否则</a:t>
              </a:r>
            </a:p>
            <a:p>
              <a:pPr algn="ctr"/>
              <a:r>
                <a:rPr lang="en-US" sz="2400" b="1" kern="100" dirty="0">
                  <a:solidFill>
                    <a:schemeClr val="bg1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  <a:cs typeface="华文细黑" panose="02010600040101010101" pitchFamily="2" charset="-122"/>
                  <a:sym typeface="+mn-ea"/>
                </a:rPr>
                <a:t>conj. or, otherwise</a:t>
              </a:r>
            </a:p>
          </p:txBody>
        </p:sp>
      </p:grpSp>
      <p:grpSp>
        <p:nvGrpSpPr>
          <p:cNvPr id="34" name="拍"/>
          <p:cNvGrpSpPr/>
          <p:nvPr/>
        </p:nvGrpSpPr>
        <p:grpSpPr>
          <a:xfrm>
            <a:off x="6114733" y="735965"/>
            <a:ext cx="4739005" cy="5817235"/>
            <a:chOff x="9628" y="1159"/>
            <a:chExt cx="7463" cy="9161"/>
          </a:xfrm>
          <a:solidFill>
            <a:schemeClr val="accent5"/>
          </a:solidFill>
        </p:grpSpPr>
        <p:sp>
          <p:nvSpPr>
            <p:cNvPr id="35" name="圆角矩形 34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文本框 35"/>
            <p:cNvSpPr txBox="1"/>
            <p:nvPr/>
          </p:nvSpPr>
          <p:spPr>
            <a:xfrm>
              <a:off x="9628" y="3695"/>
              <a:ext cx="7429" cy="3974"/>
            </a:xfrm>
            <a:prstGeom prst="rect">
              <a:avLst/>
            </a:prstGeom>
            <a:grpFill/>
            <a:ln>
              <a:solidFill>
                <a:schemeClr val="accent5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5400" kern="100" dirty="0" err="1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p</a:t>
              </a:r>
              <a:r>
                <a:rPr lang="en-US" altLang="zh-CN" sz="5400" kern="100" dirty="0" err="1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ā</a:t>
              </a:r>
              <a:r>
                <a:rPr lang="en-US" sz="5400" kern="100" dirty="0" err="1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i</a:t>
              </a:r>
              <a:r>
                <a:rPr sz="5400" dirty="0">
                  <a:latin typeface="Arial" panose="020B0704020202020204"/>
                  <a:ea typeface="Arial" panose="020B0704020202020204"/>
                  <a:cs typeface="Arial" panose="020B0704020202020204"/>
                  <a:sym typeface="Arial" panose="020B0704020202020204"/>
                </a:rPr>
                <a:t> </a:t>
              </a:r>
              <a:endParaRPr lang="en-US" sz="54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sym typeface="+mn-ea"/>
                </a:rPr>
                <a:t>拍</a:t>
              </a:r>
            </a:p>
            <a:p>
              <a:pPr algn="ctr"/>
              <a:r>
                <a:rPr lang="en-US" altLang="zh-CN" sz="2400" b="1" kern="100" dirty="0">
                  <a:solidFill>
                    <a:schemeClr val="bg1"/>
                  </a:solidFill>
                  <a:ea typeface="思源黑体 CN Regular" panose="020B0500000000000000"/>
                  <a:sym typeface="Times New Roman" panose="02020603050405020304" pitchFamily="18" charset="0"/>
                </a:rPr>
                <a:t>v. to take (a photo)</a:t>
              </a:r>
              <a:endParaRPr lang="en-US" altLang="zh-CN" sz="2400" b="1" kern="100" dirty="0">
                <a:solidFill>
                  <a:schemeClr val="bg1"/>
                </a:solidFill>
                <a:ea typeface="思源黑体 CN Regular" panose="020B0500000000000000"/>
                <a:sym typeface="+mn-ea"/>
              </a:endParaRPr>
            </a:p>
          </p:txBody>
        </p:sp>
      </p:grpSp>
      <p:grpSp>
        <p:nvGrpSpPr>
          <p:cNvPr id="16" name="匹"/>
          <p:cNvGrpSpPr/>
          <p:nvPr/>
        </p:nvGrpSpPr>
        <p:grpSpPr>
          <a:xfrm>
            <a:off x="6114733" y="735965"/>
            <a:ext cx="4739005" cy="5817235"/>
            <a:chOff x="9628" y="1159"/>
            <a:chExt cx="7463" cy="9161"/>
          </a:xfrm>
          <a:solidFill>
            <a:srgbClr val="E2AEAB"/>
          </a:solidFill>
        </p:grpSpPr>
        <p:sp>
          <p:nvSpPr>
            <p:cNvPr id="18" name="圆角矩形 17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ln>
              <a:solidFill>
                <a:schemeClr val="accent3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9628" y="3587"/>
              <a:ext cx="7429" cy="3973"/>
            </a:xfrm>
            <a:prstGeom prst="rect">
              <a:avLst/>
            </a:prstGeom>
            <a:ln>
              <a:solidFill>
                <a:schemeClr val="accent3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CN" sz="5400" dirty="0" err="1"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pǐ</a:t>
              </a:r>
              <a:endParaRPr lang="en-US" altLang="zh-CN" sz="8000" dirty="0"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匹</a:t>
              </a:r>
              <a:endParaRPr lang="zh-CN" sz="8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en-US" sz="2400" b="1" kern="100" dirty="0" err="1">
                  <a:solidFill>
                    <a:schemeClr val="bg1"/>
                  </a:solidFill>
                  <a:ea typeface="思源黑体 CN Regular" panose="020B0500000000000000"/>
                  <a:sym typeface="Times New Roman" panose="02020603050405020304" pitchFamily="18" charset="0"/>
                </a:rPr>
                <a:t>m.used</a:t>
              </a:r>
              <a:r>
                <a:rPr lang="en-US" sz="2400" b="1" kern="100" dirty="0">
                  <a:solidFill>
                    <a:schemeClr val="bg1"/>
                  </a:solidFill>
                  <a:ea typeface="思源黑体 CN Regular" panose="020B0500000000000000"/>
                  <a:sym typeface="Times New Roman" panose="02020603050405020304" pitchFamily="18" charset="0"/>
                </a:rPr>
                <a:t> for horses</a:t>
              </a:r>
              <a:r>
                <a:rPr sz="2400" b="1" kern="100" dirty="0">
                  <a:solidFill>
                    <a:schemeClr val="bg1"/>
                  </a:solidFill>
                  <a:ea typeface="思源黑体 CN Regular" panose="020B0500000000000000"/>
                  <a:sym typeface="Times New Roman" panose="02020603050405020304" pitchFamily="18" charset="0"/>
                </a:rPr>
                <a:t> </a:t>
              </a:r>
              <a:endParaRPr sz="2400" b="1" kern="100" dirty="0">
                <a:solidFill>
                  <a:schemeClr val="bg1"/>
                </a:solidFill>
                <a:ea typeface="思源黑体 CN Regular" panose="020B0500000000000000"/>
                <a:sym typeface="+mn-ea"/>
              </a:endParaRPr>
            </a:p>
          </p:txBody>
        </p:sp>
      </p:grpSp>
      <p:grpSp>
        <p:nvGrpSpPr>
          <p:cNvPr id="29" name="棍-有问题不显示"/>
          <p:cNvGrpSpPr/>
          <p:nvPr/>
        </p:nvGrpSpPr>
        <p:grpSpPr>
          <a:xfrm>
            <a:off x="6125528" y="735965"/>
            <a:ext cx="4728210" cy="5817235"/>
            <a:chOff x="9645" y="1159"/>
            <a:chExt cx="7446" cy="9161"/>
          </a:xfrm>
          <a:solidFill>
            <a:srgbClr val="E2AEAB"/>
          </a:solidFill>
        </p:grpSpPr>
        <p:sp>
          <p:nvSpPr>
            <p:cNvPr id="30" name="圆角矩形 29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rgbClr val="E2AEA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9645" y="2957"/>
              <a:ext cx="7429" cy="4603"/>
            </a:xfrm>
            <a:prstGeom prst="rect">
              <a:avLst/>
            </a:prstGeom>
            <a:grpFill/>
            <a:ln>
              <a:solidFill>
                <a:srgbClr val="E2AEAB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5400" kern="100" dirty="0" err="1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Arial" panose="020B0704020202020204"/>
                </a:rPr>
                <a:t>gùn</a:t>
              </a:r>
              <a:r>
                <a:rPr lang="en-US" alt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Arial" panose="020B0704020202020204"/>
                </a:rPr>
                <a:t> </a:t>
              </a:r>
              <a:endParaRPr lang="en-US" altLang="zh-CN" sz="8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棍</a:t>
              </a:r>
            </a:p>
            <a:p>
              <a:pPr algn="ctr"/>
              <a:r>
                <a:rPr lang="en-US" altLang="zh-CN" sz="2400" b="1" kern="100" dirty="0">
                  <a:solidFill>
                    <a:schemeClr val="bg1"/>
                  </a:solidFill>
                  <a:ea typeface="思源黑体 CN Regular" panose="020B0500000000000000"/>
                  <a:sym typeface="+mn-ea"/>
                </a:rPr>
                <a:t>n. game</a:t>
              </a:r>
            </a:p>
          </p:txBody>
        </p:sp>
      </p:grpSp>
      <p:grpSp>
        <p:nvGrpSpPr>
          <p:cNvPr id="2" name="洞"/>
          <p:cNvGrpSpPr/>
          <p:nvPr/>
        </p:nvGrpSpPr>
        <p:grpSpPr>
          <a:xfrm>
            <a:off x="6114733" y="735965"/>
            <a:ext cx="4739005" cy="5817235"/>
            <a:chOff x="9628" y="1159"/>
            <a:chExt cx="7463" cy="9161"/>
          </a:xfrm>
          <a:solidFill>
            <a:srgbClr val="E2AEAB"/>
          </a:solidFill>
        </p:grpSpPr>
        <p:sp>
          <p:nvSpPr>
            <p:cNvPr id="3" name="圆角矩形 2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rgbClr val="E2AEA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9628" y="3685"/>
              <a:ext cx="7429" cy="3973"/>
            </a:xfrm>
            <a:prstGeom prst="rect">
              <a:avLst/>
            </a:prstGeom>
            <a:grpFill/>
            <a:ln>
              <a:solidFill>
                <a:srgbClr val="E2AEAB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5400" kern="100" dirty="0" err="1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d</a:t>
              </a:r>
              <a:r>
                <a:rPr lang="en-US" altLang="zh-CN" sz="5400" kern="100" dirty="0" err="1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òng</a:t>
              </a:r>
              <a:endParaRPr lang="en-US" sz="5400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洞</a:t>
              </a:r>
            </a:p>
            <a:p>
              <a:pPr algn="ctr"/>
              <a:r>
                <a:rPr lang="en-US" altLang="zh-CN" sz="2400" b="1" kern="100" dirty="0">
                  <a:solidFill>
                    <a:schemeClr val="bg1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  <a:cs typeface="华文细黑" panose="02010600040101010101" pitchFamily="2" charset="-122"/>
                  <a:sym typeface="Times New Roman" panose="02020603050405020304" pitchFamily="18" charset="0"/>
                </a:rPr>
                <a:t>v. to urge, to push</a:t>
              </a:r>
              <a:endParaRPr lang="en-US" altLang="zh-CN" sz="2400" b="1" kern="1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华文细黑" panose="02010600040101010101" pitchFamily="2" charset="-122"/>
                <a:sym typeface="+mn-ea"/>
              </a:endParaRPr>
            </a:p>
          </p:txBody>
        </p:sp>
      </p:grpSp>
      <p:sp>
        <p:nvSpPr>
          <p:cNvPr id="24" name="文本框 7" hidden="1"/>
          <p:cNvSpPr txBox="1"/>
          <p:nvPr/>
        </p:nvSpPr>
        <p:spPr>
          <a:xfrm>
            <a:off x="166805" y="214290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生词</a:t>
            </a:r>
          </a:p>
        </p:txBody>
      </p:sp>
      <p:sp>
        <p:nvSpPr>
          <p:cNvPr id="7" name="文本框 7" hidden="1"/>
          <p:cNvSpPr txBox="1"/>
          <p:nvPr/>
        </p:nvSpPr>
        <p:spPr>
          <a:xfrm>
            <a:off x="238243" y="702214"/>
            <a:ext cx="12820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New Word</a:t>
            </a:r>
          </a:p>
        </p:txBody>
      </p:sp>
      <p:grpSp>
        <p:nvGrpSpPr>
          <p:cNvPr id="23" name="递"/>
          <p:cNvGrpSpPr/>
          <p:nvPr/>
        </p:nvGrpSpPr>
        <p:grpSpPr>
          <a:xfrm>
            <a:off x="1336993" y="735965"/>
            <a:ext cx="4718050" cy="5817235"/>
            <a:chOff x="2104" y="1159"/>
            <a:chExt cx="7430" cy="9161"/>
          </a:xfrm>
        </p:grpSpPr>
        <p:sp>
          <p:nvSpPr>
            <p:cNvPr id="5" name="圆角矩形 4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solidFill>
              <a:srgbClr val="558ED5"/>
            </a:solidFill>
            <a:ln>
              <a:solidFill>
                <a:srgbClr val="558ED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2104" y="3381"/>
              <a:ext cx="7429" cy="42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5400" kern="100" dirty="0" err="1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gùn</a:t>
              </a:r>
              <a:r>
                <a:rPr lang="en-US" altLang="zh-CN" sz="66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棍</a:t>
              </a:r>
              <a:endParaRPr lang="zh-CN" sz="8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华文细黑" panose="02010600040101010101" pitchFamily="2" charset="-122"/>
              </a:endParaRPr>
            </a:p>
            <a:p>
              <a:pPr algn="ctr"/>
              <a:r>
                <a:rPr lang="en-US" altLang="zh-CN" sz="2400" b="1" kern="100" dirty="0">
                  <a:solidFill>
                    <a:schemeClr val="bg1"/>
                  </a:solidFill>
                  <a:ea typeface="思源黑体 CN Regular" panose="020B0500000000000000" pitchFamily="34" charset="-122"/>
                  <a:sym typeface="Times New Roman" panose="02020603050405020304" pitchFamily="18" charset="0"/>
                </a:rPr>
                <a:t>n. stick</a:t>
              </a:r>
              <a:endParaRPr lang="en-US" altLang="zh-CN" sz="2400" b="1" kern="100" dirty="0">
                <a:solidFill>
                  <a:schemeClr val="bg1"/>
                </a:solidFill>
                <a:ea typeface="思源黑体 CN Regular" panose="020B0500000000000000" pitchFamily="34" charset="-122"/>
                <a:sym typeface="+mn-ea"/>
              </a:endParaRPr>
            </a:p>
          </p:txBody>
        </p:sp>
      </p:grpSp>
      <p:grpSp>
        <p:nvGrpSpPr>
          <p:cNvPr id="6" name="拦"/>
          <p:cNvGrpSpPr/>
          <p:nvPr/>
        </p:nvGrpSpPr>
        <p:grpSpPr>
          <a:xfrm>
            <a:off x="1338263" y="735965"/>
            <a:ext cx="4717415" cy="5817235"/>
            <a:chOff x="2106" y="1159"/>
            <a:chExt cx="7429" cy="9161"/>
          </a:xfrm>
          <a:solidFill>
            <a:srgbClr val="558ED5"/>
          </a:solidFill>
        </p:grpSpPr>
        <p:sp>
          <p:nvSpPr>
            <p:cNvPr id="9" name="圆角矩形 8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grpFill/>
            <a:ln>
              <a:solidFill>
                <a:srgbClr val="558ED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2106" y="3587"/>
              <a:ext cx="7429" cy="3974"/>
            </a:xfrm>
            <a:prstGeom prst="rect">
              <a:avLst/>
            </a:prstGeom>
            <a:grpFill/>
            <a:ln>
              <a:solidFill>
                <a:srgbClr val="558ED5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5400" kern="100" dirty="0" err="1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l</a:t>
              </a:r>
              <a:r>
                <a:rPr lang="en-US" altLang="zh-CN" sz="5400" kern="100" dirty="0" err="1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á</a:t>
              </a:r>
              <a:r>
                <a:rPr lang="en-US" sz="5400" kern="100" dirty="0" err="1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n</a:t>
              </a:r>
              <a:endParaRPr lang="en-US" sz="5400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拦</a:t>
              </a:r>
              <a:endParaRPr lang="zh-CN" sz="8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en-US" altLang="zh-CN" sz="2400" b="1" kern="100" dirty="0">
                  <a:solidFill>
                    <a:schemeClr val="bg1"/>
                  </a:solidFill>
                  <a:ea typeface="思源黑体 CN Regular" panose="020B0500000000000000" pitchFamily="34" charset="-122"/>
                  <a:sym typeface="Times New Roman" panose="02020603050405020304" pitchFamily="18" charset="0"/>
                </a:rPr>
                <a:t>v. to block</a:t>
              </a:r>
              <a:endParaRPr lang="en-US" altLang="zh-CN" sz="2400" b="1" kern="100" dirty="0">
                <a:solidFill>
                  <a:schemeClr val="bg1"/>
                </a:solidFill>
                <a:ea typeface="思源黑体 CN Regular" panose="020B0500000000000000" pitchFamily="34" charset="-122"/>
                <a:sym typeface="+mn-ea"/>
              </a:endParaRPr>
            </a:p>
          </p:txBody>
        </p:sp>
      </p:grpSp>
      <p:grpSp>
        <p:nvGrpSpPr>
          <p:cNvPr id="21" name="系"/>
          <p:cNvGrpSpPr/>
          <p:nvPr/>
        </p:nvGrpSpPr>
        <p:grpSpPr>
          <a:xfrm>
            <a:off x="1338263" y="735965"/>
            <a:ext cx="4717415" cy="5817235"/>
            <a:chOff x="2106" y="1159"/>
            <a:chExt cx="7429" cy="9161"/>
          </a:xfrm>
          <a:solidFill>
            <a:srgbClr val="558ED5"/>
          </a:solidFill>
        </p:grpSpPr>
        <p:sp>
          <p:nvSpPr>
            <p:cNvPr id="32" name="圆角矩形 31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ln>
              <a:solidFill>
                <a:srgbClr val="58B6E5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文本框 32"/>
            <p:cNvSpPr txBox="1"/>
            <p:nvPr/>
          </p:nvSpPr>
          <p:spPr>
            <a:xfrm>
              <a:off x="2106" y="3587"/>
              <a:ext cx="7429" cy="4118"/>
            </a:xfrm>
            <a:prstGeom prst="rect">
              <a:avLst/>
            </a:prstGeom>
            <a:ln>
              <a:solidFill>
                <a:srgbClr val="58B6E5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5400" dirty="0" err="1"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j</a:t>
              </a:r>
              <a:r>
                <a:rPr lang="en-US" altLang="zh-CN" sz="5400" dirty="0" err="1"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ì</a:t>
              </a:r>
              <a:endParaRPr sz="5400" dirty="0"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系</a:t>
              </a:r>
            </a:p>
            <a:p>
              <a:pPr algn="ctr"/>
              <a:r>
                <a:rPr sz="2400" b="1" kern="100" dirty="0">
                  <a:solidFill>
                    <a:schemeClr val="bg1"/>
                  </a:solidFill>
                  <a:ea typeface="思源黑体 CN Regular" panose="020B0500000000000000"/>
                  <a:sym typeface="Times New Roman" panose="02020603050405020304" pitchFamily="18" charset="0"/>
                </a:rPr>
                <a:t>v</a:t>
              </a:r>
              <a:r>
                <a:rPr sz="2400" b="1" kern="100" dirty="0">
                  <a:solidFill>
                    <a:schemeClr val="bg1"/>
                  </a:solidFill>
                  <a:ea typeface="思源黑体 CN Regular" panose="020B0500000000000000" pitchFamily="34" charset="-122"/>
                  <a:sym typeface="Times New Roman" panose="02020603050405020304" pitchFamily="18" charset="0"/>
                </a:rPr>
                <a:t>. </a:t>
              </a:r>
              <a:r>
                <a:rPr lang="en-US" sz="2400" b="1" kern="100" dirty="0">
                  <a:solidFill>
                    <a:schemeClr val="bg1"/>
                  </a:solidFill>
                  <a:ea typeface="思源黑体 CN Regular" panose="020B0500000000000000" pitchFamily="34" charset="-122"/>
                  <a:sym typeface="Times New Roman" panose="02020603050405020304" pitchFamily="18" charset="0"/>
                </a:rPr>
                <a:t>to </a:t>
              </a:r>
              <a:r>
                <a:rPr lang="en-US" sz="2400" b="1" kern="100" dirty="0" err="1">
                  <a:solidFill>
                    <a:schemeClr val="bg1"/>
                  </a:solidFill>
                  <a:ea typeface="思源黑体 CN Regular" panose="020B0500000000000000" pitchFamily="34" charset="-122"/>
                  <a:sym typeface="Times New Roman" panose="02020603050405020304" pitchFamily="18" charset="0"/>
                </a:rPr>
                <a:t>tie,to</a:t>
              </a:r>
              <a:r>
                <a:rPr lang="en-US" sz="2400" b="1" kern="100" dirty="0">
                  <a:solidFill>
                    <a:schemeClr val="bg1"/>
                  </a:solidFill>
                  <a:ea typeface="思源黑体 CN Regular" panose="020B0500000000000000" pitchFamily="34" charset="-122"/>
                  <a:sym typeface="Times New Roman" panose="02020603050405020304" pitchFamily="18" charset="0"/>
                </a:rPr>
                <a:t> fasten</a:t>
              </a:r>
              <a:endParaRPr sz="2400" b="1" kern="100" dirty="0">
                <a:solidFill>
                  <a:schemeClr val="bg1"/>
                </a:solidFill>
                <a:ea typeface="思源黑体 CN Regular" panose="020B0500000000000000" pitchFamily="34" charset="-122"/>
                <a:sym typeface="+mn-ea"/>
              </a:endParaRPr>
            </a:p>
          </p:txBody>
        </p:sp>
      </p:grpSp>
      <p:grpSp>
        <p:nvGrpSpPr>
          <p:cNvPr id="37" name="插"/>
          <p:cNvGrpSpPr/>
          <p:nvPr/>
        </p:nvGrpSpPr>
        <p:grpSpPr>
          <a:xfrm>
            <a:off x="1337628" y="728206"/>
            <a:ext cx="4717415" cy="5817235"/>
            <a:chOff x="2106" y="1159"/>
            <a:chExt cx="7429" cy="9161"/>
          </a:xfrm>
          <a:solidFill>
            <a:schemeClr val="tx2">
              <a:lumMod val="60000"/>
              <a:lumOff val="40000"/>
            </a:schemeClr>
          </a:solidFill>
        </p:grpSpPr>
        <p:sp>
          <p:nvSpPr>
            <p:cNvPr id="38" name="圆角矩形 37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grpFill/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文本框 38"/>
            <p:cNvSpPr txBox="1"/>
            <p:nvPr/>
          </p:nvSpPr>
          <p:spPr>
            <a:xfrm>
              <a:off x="2106" y="3155"/>
              <a:ext cx="7429" cy="4603"/>
            </a:xfrm>
            <a:prstGeom prst="rect">
              <a:avLst/>
            </a:prstGeom>
            <a:grpFill/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5400" dirty="0" err="1"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ch</a:t>
              </a:r>
              <a:r>
                <a:rPr lang="en-US" altLang="zh-CN" sz="5400" dirty="0" err="1"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ā</a:t>
              </a:r>
              <a:r>
                <a:rPr 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插</a:t>
              </a:r>
            </a:p>
            <a:p>
              <a:pPr algn="ctr"/>
              <a:r>
                <a:rPr sz="2400" b="1" kern="100" dirty="0">
                  <a:solidFill>
                    <a:schemeClr val="bg1"/>
                  </a:solidFill>
                  <a:ea typeface="思源黑体 CN Regular" panose="020B0500000000000000" pitchFamily="34" charset="-122"/>
                  <a:sym typeface="Times New Roman" panose="02020603050405020304" pitchFamily="18" charset="0"/>
                </a:rPr>
                <a:t>v. </a:t>
              </a:r>
              <a:r>
                <a:rPr lang="en-US" altLang="zh-CN" sz="2400" b="1" kern="100" dirty="0">
                  <a:solidFill>
                    <a:schemeClr val="bg1"/>
                  </a:solidFill>
                  <a:ea typeface="思源黑体 CN Regular" panose="020B0500000000000000" pitchFamily="34" charset="-122"/>
                  <a:sym typeface="Times New Roman" panose="02020603050405020304" pitchFamily="18" charset="0"/>
                </a:rPr>
                <a:t>insert</a:t>
              </a:r>
              <a:endParaRPr sz="2400" b="1" kern="100" dirty="0">
                <a:solidFill>
                  <a:schemeClr val="bg1"/>
                </a:solidFill>
                <a:ea typeface="思源黑体 CN Regular" panose="020B0500000000000000" pitchFamily="34" charset="-122"/>
                <a:sym typeface="+mn-ea"/>
              </a:endParaRPr>
            </a:p>
          </p:txBody>
        </p:sp>
      </p:grpSp>
      <p:grpSp>
        <p:nvGrpSpPr>
          <p:cNvPr id="61" name="带" hidden="1"/>
          <p:cNvGrpSpPr/>
          <p:nvPr/>
        </p:nvGrpSpPr>
        <p:grpSpPr>
          <a:xfrm>
            <a:off x="1337628" y="728206"/>
            <a:ext cx="4717415" cy="5817235"/>
            <a:chOff x="2106" y="1159"/>
            <a:chExt cx="7429" cy="9161"/>
          </a:xfrm>
          <a:solidFill>
            <a:schemeClr val="accent5"/>
          </a:solidFill>
        </p:grpSpPr>
        <p:sp>
          <p:nvSpPr>
            <p:cNvPr id="62" name="圆角矩形 61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grpFill/>
            <a:ln>
              <a:solidFill>
                <a:schemeClr val="accent5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文本框 62"/>
            <p:cNvSpPr txBox="1"/>
            <p:nvPr/>
          </p:nvSpPr>
          <p:spPr>
            <a:xfrm>
              <a:off x="2106" y="3587"/>
              <a:ext cx="7429" cy="4603"/>
            </a:xfrm>
            <a:prstGeom prst="rect">
              <a:avLst/>
            </a:prstGeom>
            <a:grpFill/>
            <a:ln>
              <a:solidFill>
                <a:schemeClr val="accent5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sz="6000">
                  <a:sym typeface="+mn-ea"/>
                </a:rPr>
                <a:t>cāi</a:t>
              </a:r>
              <a:r>
                <a:rPr 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猜</a:t>
              </a:r>
            </a:p>
            <a:p>
              <a:pPr lvl="0" algn="ctr">
                <a:defRPr sz="1800"/>
              </a:pPr>
              <a:r>
                <a:rPr sz="2400">
                  <a:sym typeface="+mn-ea"/>
                </a:rPr>
                <a:t>v. to guess</a:t>
              </a:r>
            </a:p>
          </p:txBody>
        </p:sp>
      </p:grpSp>
      <p:grpSp>
        <p:nvGrpSpPr>
          <p:cNvPr id="67" name="面包" hidden="1"/>
          <p:cNvGrpSpPr/>
          <p:nvPr/>
        </p:nvGrpSpPr>
        <p:grpSpPr>
          <a:xfrm>
            <a:off x="1337628" y="728206"/>
            <a:ext cx="4717415" cy="5817235"/>
            <a:chOff x="2106" y="1159"/>
            <a:chExt cx="7429" cy="9161"/>
          </a:xfrm>
          <a:solidFill>
            <a:srgbClr val="C00000"/>
          </a:solidFill>
        </p:grpSpPr>
        <p:sp>
          <p:nvSpPr>
            <p:cNvPr id="68" name="圆角矩形 67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grpFill/>
            <a:ln>
              <a:solidFill>
                <a:srgbClr val="C0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文本框 68"/>
            <p:cNvSpPr txBox="1"/>
            <p:nvPr/>
          </p:nvSpPr>
          <p:spPr>
            <a:xfrm>
              <a:off x="2106" y="3587"/>
              <a:ext cx="7429" cy="4603"/>
            </a:xfrm>
            <a:prstGeom prst="rect">
              <a:avLst/>
            </a:prstGeom>
            <a:grpFill/>
            <a:ln>
              <a:solidFill>
                <a:srgbClr val="C0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sz="6600">
                  <a:sym typeface="+mn-ea"/>
                </a:rPr>
                <a:t>zhǐhǎo</a:t>
              </a:r>
              <a:r>
                <a:rPr 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</a:p>
            <a:p>
              <a:pPr algn="ctr"/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只好</a:t>
              </a:r>
            </a:p>
            <a:p>
              <a:pPr algn="ctr"/>
              <a:r>
                <a:rPr sz="2400">
                  <a:sym typeface="+mn-ea"/>
                </a:rPr>
                <a:t>adv. cannot but, to be forced to</a:t>
              </a:r>
            </a:p>
          </p:txBody>
        </p:sp>
      </p:grpSp>
      <p:grpSp>
        <p:nvGrpSpPr>
          <p:cNvPr id="27" name="北方" hidden="1"/>
          <p:cNvGrpSpPr/>
          <p:nvPr/>
        </p:nvGrpSpPr>
        <p:grpSpPr>
          <a:xfrm>
            <a:off x="1337628" y="711061"/>
            <a:ext cx="4717415" cy="5817235"/>
            <a:chOff x="2106" y="1159"/>
            <a:chExt cx="7429" cy="9161"/>
          </a:xfrm>
          <a:solidFill>
            <a:srgbClr val="C00000"/>
          </a:solidFill>
        </p:grpSpPr>
        <p:sp>
          <p:nvSpPr>
            <p:cNvPr id="28" name="圆角矩形 27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grpFill/>
            <a:ln>
              <a:solidFill>
                <a:srgbClr val="C0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文本框 39"/>
            <p:cNvSpPr txBox="1"/>
            <p:nvPr/>
          </p:nvSpPr>
          <p:spPr>
            <a:xfrm>
              <a:off x="2106" y="3587"/>
              <a:ext cx="7429" cy="4603"/>
            </a:xfrm>
            <a:prstGeom prst="rect">
              <a:avLst/>
            </a:prstGeom>
            <a:grpFill/>
            <a:ln>
              <a:solidFill>
                <a:srgbClr val="C0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sz="6600" dirty="0" err="1">
                  <a:latin typeface="GB Pinyinok-D" panose="02010601030101010101" pitchFamily="2" charset="-122"/>
                  <a:ea typeface="GB Pinyinok-D" panose="02010601030101010101" pitchFamily="2" charset="-122"/>
                  <a:sym typeface="+mn-ea"/>
                </a:rPr>
                <a:t>láidejí</a:t>
              </a:r>
              <a:r>
                <a:rPr 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</a:p>
            <a:p>
              <a:pPr algn="ctr"/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来得及</a:t>
              </a:r>
            </a:p>
            <a:p>
              <a:pPr lvl="0" algn="ctr">
                <a:defRPr sz="1800"/>
              </a:pPr>
              <a:r>
                <a:rPr sz="2400">
                  <a:sym typeface="+mn-ea"/>
                </a:rPr>
                <a:t>v. there’s still time (to do sth.)</a:t>
              </a:r>
            </a:p>
          </p:txBody>
        </p:sp>
      </p:grpSp>
      <p:grpSp>
        <p:nvGrpSpPr>
          <p:cNvPr id="76" name="组合 75"/>
          <p:cNvGrpSpPr/>
          <p:nvPr/>
        </p:nvGrpSpPr>
        <p:grpSpPr>
          <a:xfrm>
            <a:off x="1337945" y="702310"/>
            <a:ext cx="4716780" cy="5816600"/>
            <a:chOff x="2107" y="1159"/>
            <a:chExt cx="7428" cy="9160"/>
          </a:xfrm>
        </p:grpSpPr>
        <p:sp>
          <p:nvSpPr>
            <p:cNvPr id="74" name="圆角矩形 73"/>
            <p:cNvSpPr/>
            <p:nvPr/>
          </p:nvSpPr>
          <p:spPr>
            <a:xfrm>
              <a:off x="2107" y="1159"/>
              <a:ext cx="7428" cy="9161"/>
            </a:xfrm>
            <a:prstGeom prst="round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9" name="图片 18" descr="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372" y="3070"/>
              <a:ext cx="4898" cy="4898"/>
            </a:xfrm>
            <a:prstGeom prst="rect">
              <a:avLst/>
            </a:prstGeom>
          </p:spPr>
        </p:pic>
      </p:grpSp>
      <p:grpSp>
        <p:nvGrpSpPr>
          <p:cNvPr id="15" name="组合 14"/>
          <p:cNvGrpSpPr/>
          <p:nvPr/>
        </p:nvGrpSpPr>
        <p:grpSpPr>
          <a:xfrm>
            <a:off x="5628323" y="1699260"/>
            <a:ext cx="935990" cy="4041140"/>
            <a:chOff x="8862" y="2676"/>
            <a:chExt cx="1474" cy="6364"/>
          </a:xfrm>
        </p:grpSpPr>
        <p:sp>
          <p:nvSpPr>
            <p:cNvPr id="10" name="空心弧 9"/>
            <p:cNvSpPr/>
            <p:nvPr/>
          </p:nvSpPr>
          <p:spPr>
            <a:xfrm>
              <a:off x="8862" y="2676"/>
              <a:ext cx="1474" cy="793"/>
            </a:xfrm>
            <a:prstGeom prst="blockArc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2" name="空心弧 11"/>
            <p:cNvSpPr/>
            <p:nvPr/>
          </p:nvSpPr>
          <p:spPr>
            <a:xfrm>
              <a:off x="8862" y="4571"/>
              <a:ext cx="1474" cy="793"/>
            </a:xfrm>
            <a:prstGeom prst="blockArc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3" name="空心弧 12"/>
            <p:cNvSpPr/>
            <p:nvPr/>
          </p:nvSpPr>
          <p:spPr>
            <a:xfrm>
              <a:off x="8862" y="6466"/>
              <a:ext cx="1474" cy="793"/>
            </a:xfrm>
            <a:prstGeom prst="blockArc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4" name="空心弧 13"/>
            <p:cNvSpPr/>
            <p:nvPr/>
          </p:nvSpPr>
          <p:spPr>
            <a:xfrm>
              <a:off x="8862" y="8248"/>
              <a:ext cx="1474" cy="793"/>
            </a:xfrm>
            <a:prstGeom prst="blockArc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xit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17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3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4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7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6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2" dur="5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500"/>
                            </p:stCondLst>
                            <p:childTnLst>
                              <p:par>
                                <p:cTn id="78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7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7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500"/>
                            </p:stCondLst>
                            <p:childTnLst>
                              <p:par>
                                <p:cTn id="93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9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2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1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500"/>
                            </p:stCondLst>
                            <p:childTnLst>
                              <p:par>
                                <p:cTn id="108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0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7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1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500"/>
                            </p:stCondLst>
                            <p:childTnLst>
                              <p:par>
                                <p:cTn id="123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2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1000"/>
                            </p:stCondLst>
                            <p:childTnLst>
                              <p:par>
                                <p:cTn id="130" presetID="17" presetClass="exit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31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1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南方" hidden="1"/>
          <p:cNvGrpSpPr/>
          <p:nvPr/>
        </p:nvGrpSpPr>
        <p:grpSpPr>
          <a:xfrm>
            <a:off x="6114733" y="735965"/>
            <a:ext cx="4739005" cy="5817235"/>
            <a:chOff x="9628" y="1159"/>
            <a:chExt cx="7463" cy="9161"/>
          </a:xfrm>
          <a:solidFill>
            <a:srgbClr val="E2AEAB"/>
          </a:solidFill>
        </p:grpSpPr>
        <p:sp>
          <p:nvSpPr>
            <p:cNvPr id="71" name="圆角矩形 70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rgbClr val="E2AEA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2" name="文本框 71"/>
            <p:cNvSpPr txBox="1"/>
            <p:nvPr/>
          </p:nvSpPr>
          <p:spPr>
            <a:xfrm>
              <a:off x="9628" y="3387"/>
              <a:ext cx="7429" cy="4603"/>
            </a:xfrm>
            <a:prstGeom prst="rect">
              <a:avLst/>
            </a:prstGeom>
            <a:grpFill/>
            <a:ln>
              <a:solidFill>
                <a:srgbClr val="E2AEAB"/>
              </a:solidFill>
            </a:ln>
          </p:spPr>
          <p:txBody>
            <a:bodyPr wrap="square" rtlCol="0">
              <a:spAutoFit/>
            </a:bodyPr>
            <a:lstStyle/>
            <a:p>
              <a:pPr algn="ctr">
                <a:buClrTx/>
                <a:buSzTx/>
                <a:buFontTx/>
              </a:pPr>
              <a:r>
                <a:rPr lang="en-US" altLang="zh-CN" sz="66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nán fānɡ</a:t>
              </a:r>
              <a:r>
                <a:rPr lang="en-US" alt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南</a:t>
              </a:r>
              <a:r>
                <a:rPr lang="en-US" alt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方</a:t>
              </a:r>
              <a:endParaRPr lang="en-US" altLang="zh-CN" sz="24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en-US" altLang="zh-CN" sz="24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n. south, southern part</a:t>
              </a:r>
            </a:p>
          </p:txBody>
        </p:sp>
      </p:grpSp>
      <p:grpSp>
        <p:nvGrpSpPr>
          <p:cNvPr id="64" name="复习" hidden="1"/>
          <p:cNvGrpSpPr/>
          <p:nvPr/>
        </p:nvGrpSpPr>
        <p:grpSpPr>
          <a:xfrm>
            <a:off x="6114733" y="735965"/>
            <a:ext cx="4739005" cy="5817235"/>
            <a:chOff x="9628" y="1159"/>
            <a:chExt cx="7463" cy="9161"/>
          </a:xfrm>
          <a:solidFill>
            <a:schemeClr val="accent1"/>
          </a:solidFill>
        </p:grpSpPr>
        <p:sp>
          <p:nvSpPr>
            <p:cNvPr id="65" name="圆角矩形 64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" name="文本框 65"/>
            <p:cNvSpPr txBox="1"/>
            <p:nvPr/>
          </p:nvSpPr>
          <p:spPr>
            <a:xfrm>
              <a:off x="9628" y="3587"/>
              <a:ext cx="7429" cy="4118"/>
            </a:xfrm>
            <a:prstGeom prst="rect">
              <a:avLst/>
            </a:prstGeom>
            <a:grp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fù xí</a:t>
              </a:r>
              <a:r>
                <a:rPr lang="en-US" sz="6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Arial" panose="020B0704020202020204"/>
                </a:rPr>
                <a:t> </a:t>
              </a:r>
              <a:endParaRPr lang="en-US" sz="6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复</a:t>
              </a:r>
              <a:r>
                <a:rPr lang="en-US" alt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习</a:t>
              </a:r>
            </a:p>
            <a:p>
              <a:pPr algn="ctr"/>
              <a:r>
                <a:rPr lang="en-US" altLang="zh-CN" sz="2400" b="1" kern="100" dirty="0">
                  <a:solidFill>
                    <a:schemeClr val="bg1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  <a:cs typeface="华文细黑" panose="02010600040101010101" pitchFamily="2" charset="-122"/>
                  <a:sym typeface="+mn-ea"/>
                </a:rPr>
                <a:t>v.  to review</a:t>
              </a:r>
            </a:p>
          </p:txBody>
        </p:sp>
      </p:grpSp>
      <p:grpSp>
        <p:nvGrpSpPr>
          <p:cNvPr id="58" name="否则" hidden="1"/>
          <p:cNvGrpSpPr/>
          <p:nvPr/>
        </p:nvGrpSpPr>
        <p:grpSpPr>
          <a:xfrm>
            <a:off x="6114733" y="735965"/>
            <a:ext cx="4739005" cy="5817235"/>
            <a:chOff x="9628" y="1159"/>
            <a:chExt cx="7463" cy="9161"/>
          </a:xfrm>
          <a:solidFill>
            <a:schemeClr val="accent3"/>
          </a:solidFill>
        </p:grpSpPr>
        <p:sp>
          <p:nvSpPr>
            <p:cNvPr id="59" name="圆角矩形 58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文本框 59"/>
            <p:cNvSpPr txBox="1"/>
            <p:nvPr/>
          </p:nvSpPr>
          <p:spPr>
            <a:xfrm>
              <a:off x="9628" y="3587"/>
              <a:ext cx="7429" cy="4118"/>
            </a:xfrm>
            <a:prstGeom prst="rect">
              <a:avLst/>
            </a:prstGeom>
            <a:grpFill/>
            <a:ln>
              <a:solidFill>
                <a:schemeClr val="accent3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fǒuzé </a:t>
              </a:r>
              <a:r>
                <a:rPr sz="6000" dirty="0">
                  <a:latin typeface="Arial" panose="020B0704020202020204"/>
                  <a:ea typeface="Arial" panose="020B0704020202020204"/>
                  <a:cs typeface="Arial" panose="020B0704020202020204"/>
                  <a:sym typeface="Arial" panose="020B0704020202020204"/>
                </a:rPr>
                <a:t> </a:t>
              </a:r>
            </a:p>
            <a:p>
              <a:pPr algn="ctr"/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否则</a:t>
              </a:r>
            </a:p>
            <a:p>
              <a:pPr algn="ctr"/>
              <a:r>
                <a:rPr lang="en-US" sz="2400" b="1" kern="100" dirty="0">
                  <a:solidFill>
                    <a:schemeClr val="bg1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  <a:cs typeface="华文细黑" panose="02010600040101010101" pitchFamily="2" charset="-122"/>
                  <a:sym typeface="+mn-ea"/>
                </a:rPr>
                <a:t>conj. or, otherwise</a:t>
              </a:r>
            </a:p>
          </p:txBody>
        </p:sp>
      </p:grpSp>
      <p:grpSp>
        <p:nvGrpSpPr>
          <p:cNvPr id="2" name="洞"/>
          <p:cNvGrpSpPr/>
          <p:nvPr/>
        </p:nvGrpSpPr>
        <p:grpSpPr>
          <a:xfrm>
            <a:off x="201308" y="0"/>
            <a:ext cx="2698465" cy="3650615"/>
            <a:chOff x="9663" y="1159"/>
            <a:chExt cx="7429" cy="9161"/>
          </a:xfrm>
          <a:solidFill>
            <a:srgbClr val="E2AEAB"/>
          </a:solidFill>
        </p:grpSpPr>
        <p:sp>
          <p:nvSpPr>
            <p:cNvPr id="3" name="圆角矩形 2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rgbClr val="E2AEA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9663" y="2112"/>
              <a:ext cx="7429" cy="7257"/>
            </a:xfrm>
            <a:prstGeom prst="rect">
              <a:avLst/>
            </a:prstGeom>
            <a:grpFill/>
            <a:ln>
              <a:solidFill>
                <a:srgbClr val="E2AEAB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5400" kern="100" dirty="0" err="1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d</a:t>
              </a:r>
              <a:r>
                <a:rPr lang="en-US" altLang="zh-CN" sz="5400" kern="100" dirty="0" err="1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òng</a:t>
              </a:r>
              <a:endParaRPr lang="en-US" sz="5400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洞</a:t>
              </a:r>
            </a:p>
            <a:p>
              <a:pPr algn="ctr"/>
              <a:r>
                <a:rPr lang="en-US" altLang="zh-CN" sz="2400" b="1" kern="100" dirty="0">
                  <a:solidFill>
                    <a:schemeClr val="bg1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  <a:cs typeface="华文细黑" panose="02010600040101010101" pitchFamily="2" charset="-122"/>
                  <a:sym typeface="Times New Roman" panose="02020603050405020304" pitchFamily="18" charset="0"/>
                </a:rPr>
                <a:t>v. to urge, to push</a:t>
              </a:r>
              <a:endParaRPr lang="en-US" altLang="zh-CN" sz="2400" b="1" kern="1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华文细黑" panose="02010600040101010101" pitchFamily="2" charset="-122"/>
                <a:sym typeface="+mn-ea"/>
              </a:endParaRPr>
            </a:p>
          </p:txBody>
        </p:sp>
      </p:grpSp>
      <p:sp>
        <p:nvSpPr>
          <p:cNvPr id="24" name="文本框 7" hidden="1"/>
          <p:cNvSpPr txBox="1"/>
          <p:nvPr/>
        </p:nvSpPr>
        <p:spPr>
          <a:xfrm>
            <a:off x="166805" y="214290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生词</a:t>
            </a:r>
          </a:p>
        </p:txBody>
      </p:sp>
      <p:sp>
        <p:nvSpPr>
          <p:cNvPr id="7" name="文本框 7" hidden="1"/>
          <p:cNvSpPr txBox="1"/>
          <p:nvPr/>
        </p:nvSpPr>
        <p:spPr>
          <a:xfrm>
            <a:off x="238243" y="702214"/>
            <a:ext cx="12820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New Word</a:t>
            </a:r>
          </a:p>
        </p:txBody>
      </p:sp>
      <p:grpSp>
        <p:nvGrpSpPr>
          <p:cNvPr id="37" name="插"/>
          <p:cNvGrpSpPr/>
          <p:nvPr/>
        </p:nvGrpSpPr>
        <p:grpSpPr>
          <a:xfrm>
            <a:off x="-133" y="3423354"/>
            <a:ext cx="3031717" cy="3434715"/>
            <a:chOff x="2059" y="1315"/>
            <a:chExt cx="7428" cy="9161"/>
          </a:xfrm>
          <a:solidFill>
            <a:schemeClr val="tx2">
              <a:lumMod val="60000"/>
              <a:lumOff val="40000"/>
            </a:schemeClr>
          </a:solidFill>
        </p:grpSpPr>
        <p:sp>
          <p:nvSpPr>
            <p:cNvPr id="38" name="圆角矩形 37"/>
            <p:cNvSpPr/>
            <p:nvPr/>
          </p:nvSpPr>
          <p:spPr>
            <a:xfrm>
              <a:off x="2059" y="1315"/>
              <a:ext cx="7428" cy="9161"/>
            </a:xfrm>
            <a:prstGeom prst="roundRect">
              <a:avLst/>
            </a:prstGeom>
            <a:grpFill/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文本框 38"/>
            <p:cNvSpPr txBox="1"/>
            <p:nvPr/>
          </p:nvSpPr>
          <p:spPr>
            <a:xfrm>
              <a:off x="2552" y="2392"/>
              <a:ext cx="6612" cy="7005"/>
            </a:xfrm>
            <a:prstGeom prst="rect">
              <a:avLst/>
            </a:prstGeom>
            <a:grpFill/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noAutofit/>
            </a:bodyPr>
            <a:lstStyle/>
            <a:p>
              <a:pPr algn="ctr"/>
              <a:r>
                <a:rPr lang="en-US" sz="5400" dirty="0" err="1"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ch</a:t>
              </a:r>
              <a:r>
                <a:rPr lang="en-US" altLang="zh-CN" sz="5400" dirty="0" err="1"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ā</a:t>
              </a:r>
              <a:r>
                <a:rPr 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插</a:t>
              </a:r>
            </a:p>
            <a:p>
              <a:pPr algn="ctr"/>
              <a:r>
                <a:rPr sz="2400" b="1" kern="100" dirty="0">
                  <a:solidFill>
                    <a:schemeClr val="bg1"/>
                  </a:solidFill>
                  <a:ea typeface="思源黑体 CN Regular" panose="020B0500000000000000" pitchFamily="34" charset="-122"/>
                  <a:sym typeface="Times New Roman" panose="02020603050405020304" pitchFamily="18" charset="0"/>
                </a:rPr>
                <a:t>v. </a:t>
              </a:r>
              <a:r>
                <a:rPr lang="en-US" altLang="zh-CN" sz="2400" b="1" kern="100" dirty="0">
                  <a:solidFill>
                    <a:schemeClr val="bg1"/>
                  </a:solidFill>
                  <a:ea typeface="思源黑体 CN Regular" panose="020B0500000000000000" pitchFamily="34" charset="-122"/>
                  <a:sym typeface="Times New Roman" panose="02020603050405020304" pitchFamily="18" charset="0"/>
                </a:rPr>
                <a:t>insert</a:t>
              </a:r>
              <a:endParaRPr sz="2400" b="1" kern="100" dirty="0">
                <a:solidFill>
                  <a:schemeClr val="bg1"/>
                </a:solidFill>
                <a:ea typeface="思源黑体 CN Regular" panose="020B0500000000000000" pitchFamily="34" charset="-122"/>
                <a:sym typeface="+mn-ea"/>
              </a:endParaRPr>
            </a:p>
          </p:txBody>
        </p:sp>
      </p:grpSp>
      <p:grpSp>
        <p:nvGrpSpPr>
          <p:cNvPr id="61" name="带" hidden="1"/>
          <p:cNvGrpSpPr/>
          <p:nvPr/>
        </p:nvGrpSpPr>
        <p:grpSpPr>
          <a:xfrm>
            <a:off x="1337628" y="728206"/>
            <a:ext cx="4717415" cy="5817235"/>
            <a:chOff x="2106" y="1159"/>
            <a:chExt cx="7429" cy="9161"/>
          </a:xfrm>
          <a:solidFill>
            <a:schemeClr val="accent5"/>
          </a:solidFill>
        </p:grpSpPr>
        <p:sp>
          <p:nvSpPr>
            <p:cNvPr id="62" name="圆角矩形 61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grpFill/>
            <a:ln>
              <a:solidFill>
                <a:schemeClr val="accent5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文本框 62"/>
            <p:cNvSpPr txBox="1"/>
            <p:nvPr/>
          </p:nvSpPr>
          <p:spPr>
            <a:xfrm>
              <a:off x="2106" y="3587"/>
              <a:ext cx="7429" cy="4603"/>
            </a:xfrm>
            <a:prstGeom prst="rect">
              <a:avLst/>
            </a:prstGeom>
            <a:grpFill/>
            <a:ln>
              <a:solidFill>
                <a:schemeClr val="accent5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sz="6000">
                  <a:sym typeface="+mn-ea"/>
                </a:rPr>
                <a:t>cāi</a:t>
              </a:r>
              <a:r>
                <a:rPr 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猜</a:t>
              </a:r>
            </a:p>
            <a:p>
              <a:pPr lvl="0" algn="ctr">
                <a:defRPr sz="1800"/>
              </a:pPr>
              <a:r>
                <a:rPr sz="2400">
                  <a:sym typeface="+mn-ea"/>
                </a:rPr>
                <a:t>v. to guess</a:t>
              </a:r>
            </a:p>
          </p:txBody>
        </p:sp>
      </p:grpSp>
      <p:grpSp>
        <p:nvGrpSpPr>
          <p:cNvPr id="67" name="面包" hidden="1"/>
          <p:cNvGrpSpPr/>
          <p:nvPr/>
        </p:nvGrpSpPr>
        <p:grpSpPr>
          <a:xfrm>
            <a:off x="1337628" y="728206"/>
            <a:ext cx="4717415" cy="5817235"/>
            <a:chOff x="2106" y="1159"/>
            <a:chExt cx="7429" cy="9161"/>
          </a:xfrm>
          <a:solidFill>
            <a:srgbClr val="C00000"/>
          </a:solidFill>
        </p:grpSpPr>
        <p:sp>
          <p:nvSpPr>
            <p:cNvPr id="68" name="圆角矩形 67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grpFill/>
            <a:ln>
              <a:solidFill>
                <a:srgbClr val="C0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文本框 68"/>
            <p:cNvSpPr txBox="1"/>
            <p:nvPr/>
          </p:nvSpPr>
          <p:spPr>
            <a:xfrm>
              <a:off x="2106" y="3587"/>
              <a:ext cx="7429" cy="4603"/>
            </a:xfrm>
            <a:prstGeom prst="rect">
              <a:avLst/>
            </a:prstGeom>
            <a:grpFill/>
            <a:ln>
              <a:solidFill>
                <a:srgbClr val="C0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sz="6600">
                  <a:sym typeface="+mn-ea"/>
                </a:rPr>
                <a:t>zhǐhǎo</a:t>
              </a:r>
              <a:r>
                <a:rPr 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</a:p>
            <a:p>
              <a:pPr algn="ctr"/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只好</a:t>
              </a:r>
            </a:p>
            <a:p>
              <a:pPr algn="ctr"/>
              <a:r>
                <a:rPr sz="2400">
                  <a:sym typeface="+mn-ea"/>
                </a:rPr>
                <a:t>adv. cannot but, to be forced to</a:t>
              </a:r>
            </a:p>
          </p:txBody>
        </p:sp>
      </p:grpSp>
      <p:grpSp>
        <p:nvGrpSpPr>
          <p:cNvPr id="27" name="北方" hidden="1"/>
          <p:cNvGrpSpPr/>
          <p:nvPr/>
        </p:nvGrpSpPr>
        <p:grpSpPr>
          <a:xfrm>
            <a:off x="1337628" y="711061"/>
            <a:ext cx="4717415" cy="5817235"/>
            <a:chOff x="2106" y="1159"/>
            <a:chExt cx="7429" cy="9161"/>
          </a:xfrm>
          <a:solidFill>
            <a:srgbClr val="C00000"/>
          </a:solidFill>
        </p:grpSpPr>
        <p:sp>
          <p:nvSpPr>
            <p:cNvPr id="28" name="圆角矩形 27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grpFill/>
            <a:ln>
              <a:solidFill>
                <a:srgbClr val="C0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文本框 39"/>
            <p:cNvSpPr txBox="1"/>
            <p:nvPr/>
          </p:nvSpPr>
          <p:spPr>
            <a:xfrm>
              <a:off x="2106" y="3587"/>
              <a:ext cx="7429" cy="4603"/>
            </a:xfrm>
            <a:prstGeom prst="rect">
              <a:avLst/>
            </a:prstGeom>
            <a:grpFill/>
            <a:ln>
              <a:solidFill>
                <a:srgbClr val="C0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sz="6600" dirty="0" err="1">
                  <a:latin typeface="GB Pinyinok-D" panose="02010601030101010101" pitchFamily="2" charset="-122"/>
                  <a:ea typeface="GB Pinyinok-D" panose="02010601030101010101" pitchFamily="2" charset="-122"/>
                  <a:sym typeface="+mn-ea"/>
                </a:rPr>
                <a:t>láidejí</a:t>
              </a:r>
              <a:r>
                <a:rPr 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</a:p>
            <a:p>
              <a:pPr algn="ctr"/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来得及</a:t>
              </a:r>
            </a:p>
            <a:p>
              <a:pPr lvl="0" algn="ctr">
                <a:defRPr sz="1800"/>
              </a:pPr>
              <a:r>
                <a:rPr sz="2400">
                  <a:sym typeface="+mn-ea"/>
                </a:rPr>
                <a:t>v. there’s still time (to do sth.)</a:t>
              </a:r>
            </a:p>
          </p:txBody>
        </p:sp>
      </p:grpSp>
      <p:sp>
        <p:nvSpPr>
          <p:cNvPr id="41" name="文本框 40"/>
          <p:cNvSpPr txBox="1"/>
          <p:nvPr/>
        </p:nvSpPr>
        <p:spPr>
          <a:xfrm>
            <a:off x="6740525" y="379730"/>
            <a:ext cx="1520825" cy="70675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zh-CN" altLang="en-US" sz="400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山洞</a:t>
            </a:r>
          </a:p>
        </p:txBody>
      </p:sp>
      <p:pic>
        <p:nvPicPr>
          <p:cNvPr id="42" name="图片 41"/>
          <p:cNvPicPr/>
          <p:nvPr/>
        </p:nvPicPr>
        <p:blipFill>
          <a:blip r:embed="rId3"/>
          <a:stretch>
            <a:fillRect/>
          </a:stretch>
        </p:blipFill>
        <p:spPr>
          <a:xfrm>
            <a:off x="3360420" y="0"/>
            <a:ext cx="3380105" cy="4158615"/>
          </a:xfrm>
          <a:prstGeom prst="rect">
            <a:avLst/>
          </a:prstGeom>
        </p:spPr>
      </p:pic>
      <p:pic>
        <p:nvPicPr>
          <p:cNvPr id="43" name="图片 42"/>
          <p:cNvPicPr/>
          <p:nvPr/>
        </p:nvPicPr>
        <p:blipFill>
          <a:blip r:embed="rId4"/>
          <a:stretch>
            <a:fillRect/>
          </a:stretch>
        </p:blipFill>
        <p:spPr>
          <a:xfrm>
            <a:off x="8261350" y="379730"/>
            <a:ext cx="3379470" cy="2762885"/>
          </a:xfrm>
          <a:prstGeom prst="rect">
            <a:avLst/>
          </a:prstGeom>
        </p:spPr>
      </p:pic>
      <p:sp>
        <p:nvSpPr>
          <p:cNvPr id="44" name="文本框 43"/>
          <p:cNvSpPr txBox="1"/>
          <p:nvPr/>
        </p:nvSpPr>
        <p:spPr>
          <a:xfrm>
            <a:off x="8738235" y="3364865"/>
            <a:ext cx="1470660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zh-CN" altLang="en-US" sz="320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老鼠洞</a:t>
            </a:r>
          </a:p>
        </p:txBody>
      </p:sp>
      <p:pic>
        <p:nvPicPr>
          <p:cNvPr id="46" name="图片 45"/>
          <p:cNvPicPr/>
          <p:nvPr/>
        </p:nvPicPr>
        <p:blipFill>
          <a:blip r:embed="rId5"/>
          <a:stretch>
            <a:fillRect/>
          </a:stretch>
        </p:blipFill>
        <p:spPr>
          <a:xfrm>
            <a:off x="3443605" y="4409440"/>
            <a:ext cx="4940935" cy="2223770"/>
          </a:xfrm>
          <a:prstGeom prst="rect">
            <a:avLst/>
          </a:prstGeom>
        </p:spPr>
      </p:pic>
      <p:sp>
        <p:nvSpPr>
          <p:cNvPr id="47" name="文本框 46"/>
          <p:cNvSpPr txBox="1"/>
          <p:nvPr/>
        </p:nvSpPr>
        <p:spPr>
          <a:xfrm>
            <a:off x="8726170" y="4556125"/>
            <a:ext cx="1671955" cy="5219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zh-CN" altLang="en-US" sz="280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插头🔌</a:t>
            </a:r>
          </a:p>
        </p:txBody>
      </p:sp>
      <p:sp>
        <p:nvSpPr>
          <p:cNvPr id="48" name="文本框 47"/>
          <p:cNvSpPr txBox="1"/>
          <p:nvPr/>
        </p:nvSpPr>
        <p:spPr>
          <a:xfrm>
            <a:off x="8649970" y="5481955"/>
            <a:ext cx="262382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/>
              <a:t>请你把插头插入排插中</a:t>
            </a:r>
            <a:r>
              <a:rPr lang="en-US" altLang="zh-CN" sz="2000"/>
              <a:t>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2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4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1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5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南方" hidden="1"/>
          <p:cNvGrpSpPr/>
          <p:nvPr/>
        </p:nvGrpSpPr>
        <p:grpSpPr>
          <a:xfrm>
            <a:off x="6114733" y="735965"/>
            <a:ext cx="4739005" cy="5817235"/>
            <a:chOff x="9628" y="1159"/>
            <a:chExt cx="7463" cy="9161"/>
          </a:xfrm>
          <a:solidFill>
            <a:srgbClr val="E2AEAB"/>
          </a:solidFill>
        </p:grpSpPr>
        <p:sp>
          <p:nvSpPr>
            <p:cNvPr id="71" name="圆角矩形 70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rgbClr val="E2AEA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2" name="文本框 71"/>
            <p:cNvSpPr txBox="1"/>
            <p:nvPr/>
          </p:nvSpPr>
          <p:spPr>
            <a:xfrm>
              <a:off x="9628" y="3387"/>
              <a:ext cx="7429" cy="4603"/>
            </a:xfrm>
            <a:prstGeom prst="rect">
              <a:avLst/>
            </a:prstGeom>
            <a:grpFill/>
            <a:ln>
              <a:solidFill>
                <a:srgbClr val="E2AEAB"/>
              </a:solidFill>
            </a:ln>
          </p:spPr>
          <p:txBody>
            <a:bodyPr wrap="square" rtlCol="0">
              <a:spAutoFit/>
            </a:bodyPr>
            <a:lstStyle/>
            <a:p>
              <a:pPr algn="ctr">
                <a:buClrTx/>
                <a:buSzTx/>
                <a:buFontTx/>
              </a:pPr>
              <a:r>
                <a:rPr lang="en-US" altLang="zh-CN" sz="66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nán fānɡ</a:t>
              </a:r>
              <a:r>
                <a:rPr lang="en-US" alt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南</a:t>
              </a:r>
              <a:r>
                <a:rPr lang="en-US" alt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方</a:t>
              </a:r>
              <a:endParaRPr lang="en-US" altLang="zh-CN" sz="24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en-US" altLang="zh-CN" sz="24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n. south, southern part</a:t>
              </a:r>
            </a:p>
          </p:txBody>
        </p:sp>
      </p:grpSp>
      <p:grpSp>
        <p:nvGrpSpPr>
          <p:cNvPr id="64" name="复习" hidden="1"/>
          <p:cNvGrpSpPr/>
          <p:nvPr/>
        </p:nvGrpSpPr>
        <p:grpSpPr>
          <a:xfrm>
            <a:off x="6114733" y="735965"/>
            <a:ext cx="4739005" cy="5817235"/>
            <a:chOff x="9628" y="1159"/>
            <a:chExt cx="7463" cy="9161"/>
          </a:xfrm>
          <a:solidFill>
            <a:schemeClr val="accent1"/>
          </a:solidFill>
        </p:grpSpPr>
        <p:sp>
          <p:nvSpPr>
            <p:cNvPr id="65" name="圆角矩形 64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" name="文本框 65"/>
            <p:cNvSpPr txBox="1"/>
            <p:nvPr/>
          </p:nvSpPr>
          <p:spPr>
            <a:xfrm>
              <a:off x="9628" y="3587"/>
              <a:ext cx="7429" cy="4118"/>
            </a:xfrm>
            <a:prstGeom prst="rect">
              <a:avLst/>
            </a:prstGeom>
            <a:grp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fù xí</a:t>
              </a:r>
              <a:r>
                <a:rPr lang="en-US" sz="6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Arial" panose="020B0704020202020204"/>
                </a:rPr>
                <a:t> </a:t>
              </a:r>
              <a:endParaRPr lang="en-US" sz="6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复</a:t>
              </a:r>
              <a:r>
                <a:rPr lang="en-US" alt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习</a:t>
              </a:r>
            </a:p>
            <a:p>
              <a:pPr algn="ctr"/>
              <a:r>
                <a:rPr lang="en-US" altLang="zh-CN" sz="2400" b="1" kern="100" dirty="0">
                  <a:solidFill>
                    <a:schemeClr val="bg1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  <a:cs typeface="华文细黑" panose="02010600040101010101" pitchFamily="2" charset="-122"/>
                  <a:sym typeface="+mn-ea"/>
                </a:rPr>
                <a:t>v.  to review</a:t>
              </a:r>
            </a:p>
          </p:txBody>
        </p:sp>
      </p:grpSp>
      <p:grpSp>
        <p:nvGrpSpPr>
          <p:cNvPr id="58" name="否则" hidden="1"/>
          <p:cNvGrpSpPr/>
          <p:nvPr/>
        </p:nvGrpSpPr>
        <p:grpSpPr>
          <a:xfrm>
            <a:off x="6114733" y="735965"/>
            <a:ext cx="4739005" cy="5817235"/>
            <a:chOff x="9628" y="1159"/>
            <a:chExt cx="7463" cy="9161"/>
          </a:xfrm>
          <a:solidFill>
            <a:schemeClr val="accent3"/>
          </a:solidFill>
        </p:grpSpPr>
        <p:sp>
          <p:nvSpPr>
            <p:cNvPr id="59" name="圆角矩形 58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文本框 59"/>
            <p:cNvSpPr txBox="1"/>
            <p:nvPr/>
          </p:nvSpPr>
          <p:spPr>
            <a:xfrm>
              <a:off x="9628" y="3587"/>
              <a:ext cx="7429" cy="4118"/>
            </a:xfrm>
            <a:prstGeom prst="rect">
              <a:avLst/>
            </a:prstGeom>
            <a:grpFill/>
            <a:ln>
              <a:solidFill>
                <a:schemeClr val="accent3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fǒuzé </a:t>
              </a:r>
              <a:r>
                <a:rPr sz="6000" dirty="0">
                  <a:latin typeface="Arial" panose="020B0704020202020204"/>
                  <a:ea typeface="Arial" panose="020B0704020202020204"/>
                  <a:cs typeface="Arial" panose="020B0704020202020204"/>
                  <a:sym typeface="Arial" panose="020B0704020202020204"/>
                </a:rPr>
                <a:t> </a:t>
              </a:r>
            </a:p>
            <a:p>
              <a:pPr algn="ctr"/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否则</a:t>
              </a:r>
            </a:p>
            <a:p>
              <a:pPr algn="ctr"/>
              <a:r>
                <a:rPr lang="en-US" sz="2400" b="1" kern="100" dirty="0">
                  <a:solidFill>
                    <a:schemeClr val="bg1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  <a:cs typeface="华文细黑" panose="02010600040101010101" pitchFamily="2" charset="-122"/>
                  <a:sym typeface="+mn-ea"/>
                </a:rPr>
                <a:t>conj. or, otherwise</a:t>
              </a:r>
            </a:p>
          </p:txBody>
        </p:sp>
      </p:grpSp>
      <p:grpSp>
        <p:nvGrpSpPr>
          <p:cNvPr id="29" name="棍-有问题不显示"/>
          <p:cNvGrpSpPr/>
          <p:nvPr/>
        </p:nvGrpSpPr>
        <p:grpSpPr>
          <a:xfrm>
            <a:off x="99695" y="3350260"/>
            <a:ext cx="2967990" cy="3507740"/>
            <a:chOff x="9645" y="1159"/>
            <a:chExt cx="7446" cy="9161"/>
          </a:xfrm>
          <a:solidFill>
            <a:srgbClr val="E2AEAB"/>
          </a:solidFill>
        </p:grpSpPr>
        <p:sp>
          <p:nvSpPr>
            <p:cNvPr id="30" name="圆角矩形 29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rgbClr val="E2AEA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9645" y="1924"/>
              <a:ext cx="7429" cy="7634"/>
            </a:xfrm>
            <a:prstGeom prst="rect">
              <a:avLst/>
            </a:prstGeom>
            <a:grpFill/>
            <a:ln>
              <a:solidFill>
                <a:srgbClr val="E2AEAB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5400" kern="100" dirty="0" err="1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Arial" panose="020B0704020202020204"/>
                </a:rPr>
                <a:t>gùn</a:t>
              </a:r>
              <a:r>
                <a:rPr lang="en-US" alt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Arial" panose="020B0704020202020204"/>
                </a:rPr>
                <a:t> </a:t>
              </a:r>
              <a:endParaRPr lang="en-US" altLang="zh-CN" sz="8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棍</a:t>
              </a:r>
            </a:p>
            <a:p>
              <a:pPr algn="ctr"/>
              <a:r>
                <a:rPr lang="en-US" altLang="zh-CN" sz="2400" b="1" kern="100" dirty="0">
                  <a:solidFill>
                    <a:schemeClr val="bg1"/>
                  </a:solidFill>
                  <a:ea typeface="思源黑体 CN Regular" panose="020B0500000000000000" pitchFamily="34" charset="-122"/>
                  <a:sym typeface="Times New Roman" panose="02020603050405020304" pitchFamily="18" charset="0"/>
                </a:rPr>
                <a:t>n. stick</a:t>
              </a:r>
              <a:endParaRPr lang="en-US" altLang="zh-CN" sz="2400" b="1" kern="100" dirty="0">
                <a:solidFill>
                  <a:schemeClr val="bg1"/>
                </a:solidFill>
                <a:ea typeface="思源黑体 CN Regular" panose="020B0500000000000000"/>
                <a:sym typeface="+mn-ea"/>
              </a:endParaRPr>
            </a:p>
          </p:txBody>
        </p:sp>
      </p:grpSp>
      <p:sp>
        <p:nvSpPr>
          <p:cNvPr id="24" name="文本框 7" hidden="1"/>
          <p:cNvSpPr txBox="1"/>
          <p:nvPr/>
        </p:nvSpPr>
        <p:spPr>
          <a:xfrm>
            <a:off x="166805" y="214290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生词</a:t>
            </a:r>
          </a:p>
        </p:txBody>
      </p:sp>
      <p:sp>
        <p:nvSpPr>
          <p:cNvPr id="7" name="文本框 7" hidden="1"/>
          <p:cNvSpPr txBox="1"/>
          <p:nvPr/>
        </p:nvSpPr>
        <p:spPr>
          <a:xfrm>
            <a:off x="238243" y="702214"/>
            <a:ext cx="12820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New Word</a:t>
            </a:r>
          </a:p>
        </p:txBody>
      </p:sp>
      <p:grpSp>
        <p:nvGrpSpPr>
          <p:cNvPr id="21" name="系"/>
          <p:cNvGrpSpPr/>
          <p:nvPr/>
        </p:nvGrpSpPr>
        <p:grpSpPr>
          <a:xfrm>
            <a:off x="99634" y="168"/>
            <a:ext cx="2975418" cy="3507740"/>
            <a:chOff x="1734" y="846"/>
            <a:chExt cx="7446" cy="9161"/>
          </a:xfrm>
          <a:solidFill>
            <a:srgbClr val="558ED5"/>
          </a:solidFill>
        </p:grpSpPr>
        <p:sp>
          <p:nvSpPr>
            <p:cNvPr id="32" name="圆角矩形 31"/>
            <p:cNvSpPr/>
            <p:nvPr/>
          </p:nvSpPr>
          <p:spPr>
            <a:xfrm>
              <a:off x="1752" y="846"/>
              <a:ext cx="7428" cy="9161"/>
            </a:xfrm>
            <a:prstGeom prst="roundRect">
              <a:avLst/>
            </a:prstGeom>
            <a:ln>
              <a:solidFill>
                <a:srgbClr val="58B6E5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文本框 32"/>
            <p:cNvSpPr txBox="1"/>
            <p:nvPr/>
          </p:nvSpPr>
          <p:spPr>
            <a:xfrm>
              <a:off x="1734" y="2444"/>
              <a:ext cx="7429" cy="6589"/>
            </a:xfrm>
            <a:prstGeom prst="rect">
              <a:avLst/>
            </a:prstGeom>
            <a:ln>
              <a:solidFill>
                <a:srgbClr val="58B6E5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5400" dirty="0" err="1"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j</a:t>
              </a:r>
              <a:r>
                <a:rPr lang="en-US" altLang="zh-CN" sz="5400" dirty="0" err="1"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ì</a:t>
              </a:r>
              <a:endParaRPr sz="5400" dirty="0"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系</a:t>
              </a:r>
            </a:p>
            <a:p>
              <a:pPr algn="ctr"/>
              <a:r>
                <a:rPr sz="2400" b="1" kern="100" dirty="0">
                  <a:solidFill>
                    <a:schemeClr val="bg1"/>
                  </a:solidFill>
                  <a:ea typeface="思源黑体 CN Regular" panose="020B0500000000000000"/>
                  <a:sym typeface="Times New Roman" panose="02020603050405020304" pitchFamily="18" charset="0"/>
                </a:rPr>
                <a:t>v</a:t>
              </a:r>
              <a:r>
                <a:rPr sz="2400" b="1" kern="100" dirty="0">
                  <a:solidFill>
                    <a:schemeClr val="bg1"/>
                  </a:solidFill>
                  <a:ea typeface="思源黑体 CN Regular" panose="020B0500000000000000" pitchFamily="34" charset="-122"/>
                  <a:sym typeface="Times New Roman" panose="02020603050405020304" pitchFamily="18" charset="0"/>
                </a:rPr>
                <a:t>. </a:t>
              </a:r>
              <a:r>
                <a:rPr lang="en-US" sz="2400" b="1" kern="100" dirty="0">
                  <a:solidFill>
                    <a:schemeClr val="bg1"/>
                  </a:solidFill>
                  <a:ea typeface="思源黑体 CN Regular" panose="020B0500000000000000" pitchFamily="34" charset="-122"/>
                  <a:sym typeface="Times New Roman" panose="02020603050405020304" pitchFamily="18" charset="0"/>
                </a:rPr>
                <a:t>to </a:t>
              </a:r>
              <a:r>
                <a:rPr lang="en-US" sz="2400" b="1" kern="100" dirty="0" err="1">
                  <a:solidFill>
                    <a:schemeClr val="bg1"/>
                  </a:solidFill>
                  <a:ea typeface="思源黑体 CN Regular" panose="020B0500000000000000" pitchFamily="34" charset="-122"/>
                  <a:sym typeface="Times New Roman" panose="02020603050405020304" pitchFamily="18" charset="0"/>
                </a:rPr>
                <a:t>tie,to</a:t>
              </a:r>
              <a:r>
                <a:rPr lang="en-US" sz="2400" b="1" kern="100" dirty="0">
                  <a:solidFill>
                    <a:schemeClr val="bg1"/>
                  </a:solidFill>
                  <a:ea typeface="思源黑体 CN Regular" panose="020B0500000000000000" pitchFamily="34" charset="-122"/>
                  <a:sym typeface="Times New Roman" panose="02020603050405020304" pitchFamily="18" charset="0"/>
                </a:rPr>
                <a:t> fasten</a:t>
              </a:r>
              <a:endParaRPr sz="2400" b="1" kern="100" dirty="0">
                <a:solidFill>
                  <a:schemeClr val="bg1"/>
                </a:solidFill>
                <a:ea typeface="思源黑体 CN Regular" panose="020B0500000000000000" pitchFamily="34" charset="-122"/>
                <a:sym typeface="+mn-ea"/>
              </a:endParaRPr>
            </a:p>
          </p:txBody>
        </p:sp>
      </p:grpSp>
      <p:grpSp>
        <p:nvGrpSpPr>
          <p:cNvPr id="61" name="带" hidden="1"/>
          <p:cNvGrpSpPr/>
          <p:nvPr/>
        </p:nvGrpSpPr>
        <p:grpSpPr>
          <a:xfrm>
            <a:off x="1337628" y="728206"/>
            <a:ext cx="4717415" cy="5817235"/>
            <a:chOff x="2106" y="1159"/>
            <a:chExt cx="7429" cy="9161"/>
          </a:xfrm>
          <a:solidFill>
            <a:schemeClr val="accent5"/>
          </a:solidFill>
        </p:grpSpPr>
        <p:sp>
          <p:nvSpPr>
            <p:cNvPr id="62" name="圆角矩形 61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grpFill/>
            <a:ln>
              <a:solidFill>
                <a:schemeClr val="accent5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文本框 62"/>
            <p:cNvSpPr txBox="1"/>
            <p:nvPr/>
          </p:nvSpPr>
          <p:spPr>
            <a:xfrm>
              <a:off x="2106" y="3587"/>
              <a:ext cx="7429" cy="4603"/>
            </a:xfrm>
            <a:prstGeom prst="rect">
              <a:avLst/>
            </a:prstGeom>
            <a:grpFill/>
            <a:ln>
              <a:solidFill>
                <a:schemeClr val="accent5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sz="6000">
                  <a:sym typeface="+mn-ea"/>
                </a:rPr>
                <a:t>cāi</a:t>
              </a:r>
              <a:r>
                <a:rPr 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猜</a:t>
              </a:r>
            </a:p>
            <a:p>
              <a:pPr lvl="0" algn="ctr">
                <a:defRPr sz="1800"/>
              </a:pPr>
              <a:r>
                <a:rPr sz="2400">
                  <a:sym typeface="+mn-ea"/>
                </a:rPr>
                <a:t>v. to guess</a:t>
              </a:r>
            </a:p>
          </p:txBody>
        </p:sp>
      </p:grpSp>
      <p:grpSp>
        <p:nvGrpSpPr>
          <p:cNvPr id="67" name="面包" hidden="1"/>
          <p:cNvGrpSpPr/>
          <p:nvPr/>
        </p:nvGrpSpPr>
        <p:grpSpPr>
          <a:xfrm>
            <a:off x="1337628" y="728206"/>
            <a:ext cx="4717415" cy="5817235"/>
            <a:chOff x="2106" y="1159"/>
            <a:chExt cx="7429" cy="9161"/>
          </a:xfrm>
          <a:solidFill>
            <a:srgbClr val="C00000"/>
          </a:solidFill>
        </p:grpSpPr>
        <p:sp>
          <p:nvSpPr>
            <p:cNvPr id="68" name="圆角矩形 67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grpFill/>
            <a:ln>
              <a:solidFill>
                <a:srgbClr val="C0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文本框 68"/>
            <p:cNvSpPr txBox="1"/>
            <p:nvPr/>
          </p:nvSpPr>
          <p:spPr>
            <a:xfrm>
              <a:off x="2106" y="3587"/>
              <a:ext cx="7429" cy="4603"/>
            </a:xfrm>
            <a:prstGeom prst="rect">
              <a:avLst/>
            </a:prstGeom>
            <a:grpFill/>
            <a:ln>
              <a:solidFill>
                <a:srgbClr val="C0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sz="6600">
                  <a:sym typeface="+mn-ea"/>
                </a:rPr>
                <a:t>zhǐhǎo</a:t>
              </a:r>
              <a:r>
                <a:rPr 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</a:p>
            <a:p>
              <a:pPr algn="ctr"/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只好</a:t>
              </a:r>
            </a:p>
            <a:p>
              <a:pPr algn="ctr"/>
              <a:r>
                <a:rPr sz="2400">
                  <a:sym typeface="+mn-ea"/>
                </a:rPr>
                <a:t>adv. cannot but, to be forced to</a:t>
              </a:r>
            </a:p>
          </p:txBody>
        </p:sp>
      </p:grpSp>
      <p:grpSp>
        <p:nvGrpSpPr>
          <p:cNvPr id="27" name="北方" hidden="1"/>
          <p:cNvGrpSpPr/>
          <p:nvPr/>
        </p:nvGrpSpPr>
        <p:grpSpPr>
          <a:xfrm>
            <a:off x="1337628" y="711061"/>
            <a:ext cx="4717415" cy="5817235"/>
            <a:chOff x="2106" y="1159"/>
            <a:chExt cx="7429" cy="9161"/>
          </a:xfrm>
          <a:solidFill>
            <a:srgbClr val="C00000"/>
          </a:solidFill>
        </p:grpSpPr>
        <p:sp>
          <p:nvSpPr>
            <p:cNvPr id="28" name="圆角矩形 27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grpFill/>
            <a:ln>
              <a:solidFill>
                <a:srgbClr val="C0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文本框 39"/>
            <p:cNvSpPr txBox="1"/>
            <p:nvPr/>
          </p:nvSpPr>
          <p:spPr>
            <a:xfrm>
              <a:off x="2106" y="3587"/>
              <a:ext cx="7429" cy="4603"/>
            </a:xfrm>
            <a:prstGeom prst="rect">
              <a:avLst/>
            </a:prstGeom>
            <a:grpFill/>
            <a:ln>
              <a:solidFill>
                <a:srgbClr val="C0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sz="6600" dirty="0" err="1">
                  <a:latin typeface="GB Pinyinok-D" panose="02010601030101010101" pitchFamily="2" charset="-122"/>
                  <a:ea typeface="GB Pinyinok-D" panose="02010601030101010101" pitchFamily="2" charset="-122"/>
                  <a:sym typeface="+mn-ea"/>
                </a:rPr>
                <a:t>láidejí</a:t>
              </a:r>
              <a:r>
                <a:rPr 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</a:p>
            <a:p>
              <a:pPr algn="ctr"/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来得及</a:t>
              </a:r>
            </a:p>
            <a:p>
              <a:pPr lvl="0" algn="ctr">
                <a:defRPr sz="1800"/>
              </a:pPr>
              <a:r>
                <a:rPr sz="2400">
                  <a:sym typeface="+mn-ea"/>
                </a:rPr>
                <a:t>v. there’s still time (to do sth.)</a:t>
              </a:r>
            </a:p>
          </p:txBody>
        </p:sp>
      </p:grpSp>
      <p:pic>
        <p:nvPicPr>
          <p:cNvPr id="8" name="图片 7"/>
          <p:cNvPicPr/>
          <p:nvPr/>
        </p:nvPicPr>
        <p:blipFill>
          <a:blip r:embed="rId3"/>
          <a:stretch>
            <a:fillRect/>
          </a:stretch>
        </p:blipFill>
        <p:spPr>
          <a:xfrm>
            <a:off x="3450590" y="347345"/>
            <a:ext cx="3442335" cy="3531870"/>
          </a:xfrm>
          <a:prstGeom prst="rect">
            <a:avLst/>
          </a:prstGeom>
        </p:spPr>
      </p:pic>
      <p:sp>
        <p:nvSpPr>
          <p:cNvPr id="41" name="文本框 40"/>
          <p:cNvSpPr txBox="1"/>
          <p:nvPr/>
        </p:nvSpPr>
        <p:spPr>
          <a:xfrm>
            <a:off x="3678555" y="3879215"/>
            <a:ext cx="267271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zh-CN" altLang="en-US" sz="320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系绳子</a:t>
            </a:r>
          </a:p>
        </p:txBody>
      </p:sp>
      <p:pic>
        <p:nvPicPr>
          <p:cNvPr id="42" name="图片 41"/>
          <p:cNvPicPr/>
          <p:nvPr/>
        </p:nvPicPr>
        <p:blipFill>
          <a:blip r:embed="rId4"/>
          <a:stretch>
            <a:fillRect/>
          </a:stretch>
        </p:blipFill>
        <p:spPr>
          <a:xfrm>
            <a:off x="7275195" y="0"/>
            <a:ext cx="3442335" cy="3879215"/>
          </a:xfrm>
          <a:prstGeom prst="rect">
            <a:avLst/>
          </a:prstGeom>
        </p:spPr>
      </p:pic>
      <p:sp>
        <p:nvSpPr>
          <p:cNvPr id="43" name="文本框 42"/>
          <p:cNvSpPr txBox="1"/>
          <p:nvPr/>
        </p:nvSpPr>
        <p:spPr>
          <a:xfrm>
            <a:off x="7964805" y="3879215"/>
            <a:ext cx="2062480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zh-CN" altLang="en-US" sz="320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系鞋带</a:t>
            </a:r>
          </a:p>
        </p:txBody>
      </p:sp>
      <p:pic>
        <p:nvPicPr>
          <p:cNvPr id="44" name="图片 43"/>
          <p:cNvPicPr/>
          <p:nvPr/>
        </p:nvPicPr>
        <p:blipFill>
          <a:blip r:embed="rId5"/>
          <a:stretch>
            <a:fillRect/>
          </a:stretch>
        </p:blipFill>
        <p:spPr>
          <a:xfrm>
            <a:off x="3343275" y="4335780"/>
            <a:ext cx="3343910" cy="2522220"/>
          </a:xfrm>
          <a:prstGeom prst="rect">
            <a:avLst/>
          </a:prstGeom>
        </p:spPr>
      </p:pic>
      <p:sp>
        <p:nvSpPr>
          <p:cNvPr id="45" name="文本框 44"/>
          <p:cNvSpPr txBox="1"/>
          <p:nvPr/>
        </p:nvSpPr>
        <p:spPr>
          <a:xfrm>
            <a:off x="7718425" y="5532120"/>
            <a:ext cx="2556510" cy="64516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zh-CN" altLang="en-US" sz="360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一根棍子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xit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2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4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1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5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南方" hidden="1"/>
          <p:cNvGrpSpPr/>
          <p:nvPr/>
        </p:nvGrpSpPr>
        <p:grpSpPr>
          <a:xfrm>
            <a:off x="6114733" y="735965"/>
            <a:ext cx="4739005" cy="5817235"/>
            <a:chOff x="9628" y="1159"/>
            <a:chExt cx="7463" cy="9161"/>
          </a:xfrm>
          <a:solidFill>
            <a:srgbClr val="E2AEAB"/>
          </a:solidFill>
        </p:grpSpPr>
        <p:sp>
          <p:nvSpPr>
            <p:cNvPr id="71" name="圆角矩形 70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rgbClr val="E2AEA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2" name="文本框 71"/>
            <p:cNvSpPr txBox="1"/>
            <p:nvPr/>
          </p:nvSpPr>
          <p:spPr>
            <a:xfrm>
              <a:off x="9628" y="3387"/>
              <a:ext cx="7429" cy="4603"/>
            </a:xfrm>
            <a:prstGeom prst="rect">
              <a:avLst/>
            </a:prstGeom>
            <a:grpFill/>
            <a:ln>
              <a:solidFill>
                <a:srgbClr val="E2AEAB"/>
              </a:solidFill>
            </a:ln>
          </p:spPr>
          <p:txBody>
            <a:bodyPr wrap="square" rtlCol="0">
              <a:spAutoFit/>
            </a:bodyPr>
            <a:lstStyle/>
            <a:p>
              <a:pPr algn="ctr">
                <a:buClrTx/>
                <a:buSzTx/>
                <a:buFontTx/>
              </a:pPr>
              <a:r>
                <a:rPr lang="en-US" altLang="zh-CN" sz="66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nán fānɡ</a:t>
              </a:r>
              <a:r>
                <a:rPr lang="en-US" alt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南</a:t>
              </a:r>
              <a:r>
                <a:rPr lang="en-US" alt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方</a:t>
              </a:r>
              <a:endParaRPr lang="en-US" altLang="zh-CN" sz="24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en-US" altLang="zh-CN" sz="24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n. south, southern part</a:t>
              </a:r>
            </a:p>
          </p:txBody>
        </p:sp>
      </p:grpSp>
      <p:grpSp>
        <p:nvGrpSpPr>
          <p:cNvPr id="64" name="复习" hidden="1"/>
          <p:cNvGrpSpPr/>
          <p:nvPr/>
        </p:nvGrpSpPr>
        <p:grpSpPr>
          <a:xfrm>
            <a:off x="6114733" y="735965"/>
            <a:ext cx="4739005" cy="5817235"/>
            <a:chOff x="9628" y="1159"/>
            <a:chExt cx="7463" cy="9161"/>
          </a:xfrm>
          <a:solidFill>
            <a:schemeClr val="accent1"/>
          </a:solidFill>
        </p:grpSpPr>
        <p:sp>
          <p:nvSpPr>
            <p:cNvPr id="65" name="圆角矩形 64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" name="文本框 65"/>
            <p:cNvSpPr txBox="1"/>
            <p:nvPr/>
          </p:nvSpPr>
          <p:spPr>
            <a:xfrm>
              <a:off x="9628" y="3587"/>
              <a:ext cx="7429" cy="4118"/>
            </a:xfrm>
            <a:prstGeom prst="rect">
              <a:avLst/>
            </a:prstGeom>
            <a:grp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fù xí</a:t>
              </a:r>
              <a:r>
                <a:rPr lang="en-US" sz="6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Arial" panose="020B0704020202020204"/>
                </a:rPr>
                <a:t> </a:t>
              </a:r>
              <a:endParaRPr lang="en-US" sz="6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复</a:t>
              </a:r>
              <a:r>
                <a:rPr lang="en-US" alt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习</a:t>
              </a:r>
            </a:p>
            <a:p>
              <a:pPr algn="ctr"/>
              <a:r>
                <a:rPr lang="en-US" altLang="zh-CN" sz="2400" b="1" kern="100" dirty="0">
                  <a:solidFill>
                    <a:schemeClr val="bg1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  <a:cs typeface="华文细黑" panose="02010600040101010101" pitchFamily="2" charset="-122"/>
                  <a:sym typeface="+mn-ea"/>
                </a:rPr>
                <a:t>v.  to review</a:t>
              </a:r>
            </a:p>
          </p:txBody>
        </p:sp>
      </p:grpSp>
      <p:grpSp>
        <p:nvGrpSpPr>
          <p:cNvPr id="58" name="否则" hidden="1"/>
          <p:cNvGrpSpPr/>
          <p:nvPr/>
        </p:nvGrpSpPr>
        <p:grpSpPr>
          <a:xfrm>
            <a:off x="6114733" y="735965"/>
            <a:ext cx="4739005" cy="5817235"/>
            <a:chOff x="9628" y="1159"/>
            <a:chExt cx="7463" cy="9161"/>
          </a:xfrm>
          <a:solidFill>
            <a:schemeClr val="accent3"/>
          </a:solidFill>
        </p:grpSpPr>
        <p:sp>
          <p:nvSpPr>
            <p:cNvPr id="59" name="圆角矩形 58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文本框 59"/>
            <p:cNvSpPr txBox="1"/>
            <p:nvPr/>
          </p:nvSpPr>
          <p:spPr>
            <a:xfrm>
              <a:off x="9628" y="3587"/>
              <a:ext cx="7429" cy="4118"/>
            </a:xfrm>
            <a:prstGeom prst="rect">
              <a:avLst/>
            </a:prstGeom>
            <a:grpFill/>
            <a:ln>
              <a:solidFill>
                <a:schemeClr val="accent3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fǒuzé </a:t>
              </a:r>
              <a:r>
                <a:rPr sz="6000" dirty="0">
                  <a:latin typeface="Arial" panose="020B0704020202020204"/>
                  <a:ea typeface="Arial" panose="020B0704020202020204"/>
                  <a:cs typeface="Arial" panose="020B0704020202020204"/>
                  <a:sym typeface="Arial" panose="020B0704020202020204"/>
                </a:rPr>
                <a:t> </a:t>
              </a:r>
            </a:p>
            <a:p>
              <a:pPr algn="ctr"/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否则</a:t>
              </a:r>
            </a:p>
            <a:p>
              <a:pPr algn="ctr"/>
              <a:r>
                <a:rPr lang="en-US" sz="2400" b="1" kern="100" dirty="0">
                  <a:solidFill>
                    <a:schemeClr val="bg1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  <a:cs typeface="华文细黑" panose="02010600040101010101" pitchFamily="2" charset="-122"/>
                  <a:sym typeface="+mn-ea"/>
                </a:rPr>
                <a:t>conj. or, otherwise</a:t>
              </a:r>
            </a:p>
          </p:txBody>
        </p:sp>
      </p:grpSp>
      <p:grpSp>
        <p:nvGrpSpPr>
          <p:cNvPr id="16" name="匹"/>
          <p:cNvGrpSpPr/>
          <p:nvPr/>
        </p:nvGrpSpPr>
        <p:grpSpPr>
          <a:xfrm>
            <a:off x="34925" y="3322320"/>
            <a:ext cx="2804795" cy="3535680"/>
            <a:chOff x="9628" y="441"/>
            <a:chExt cx="7463" cy="9161"/>
          </a:xfrm>
          <a:solidFill>
            <a:srgbClr val="E2AEAB"/>
          </a:solidFill>
        </p:grpSpPr>
        <p:sp>
          <p:nvSpPr>
            <p:cNvPr id="18" name="圆角矩形 17"/>
            <p:cNvSpPr/>
            <p:nvPr/>
          </p:nvSpPr>
          <p:spPr>
            <a:xfrm>
              <a:off x="9663" y="441"/>
              <a:ext cx="7428" cy="9161"/>
            </a:xfrm>
            <a:prstGeom prst="roundRect">
              <a:avLst/>
            </a:prstGeom>
            <a:ln>
              <a:solidFill>
                <a:schemeClr val="accent3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9628" y="1950"/>
              <a:ext cx="7429" cy="6537"/>
            </a:xfrm>
            <a:prstGeom prst="rect">
              <a:avLst/>
            </a:prstGeom>
            <a:ln>
              <a:solidFill>
                <a:schemeClr val="accent3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CN" sz="5400" dirty="0" err="1"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pǐ</a:t>
              </a:r>
              <a:endParaRPr lang="en-US" altLang="zh-CN" sz="8000" dirty="0"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匹</a:t>
              </a:r>
              <a:endParaRPr lang="zh-CN" sz="8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en-US" sz="2400" b="1" kern="100" dirty="0" err="1">
                  <a:solidFill>
                    <a:schemeClr val="bg1"/>
                  </a:solidFill>
                  <a:ea typeface="思源黑体 CN Regular" panose="020B0500000000000000"/>
                  <a:sym typeface="Times New Roman" panose="02020603050405020304" pitchFamily="18" charset="0"/>
                </a:rPr>
                <a:t>m.used</a:t>
              </a:r>
              <a:r>
                <a:rPr lang="en-US" sz="2400" b="1" kern="100" dirty="0">
                  <a:solidFill>
                    <a:schemeClr val="bg1"/>
                  </a:solidFill>
                  <a:ea typeface="思源黑体 CN Regular" panose="020B0500000000000000"/>
                  <a:sym typeface="Times New Roman" panose="02020603050405020304" pitchFamily="18" charset="0"/>
                </a:rPr>
                <a:t> for horses</a:t>
              </a:r>
              <a:r>
                <a:rPr sz="2400" b="1" kern="100" dirty="0">
                  <a:solidFill>
                    <a:schemeClr val="bg1"/>
                  </a:solidFill>
                  <a:ea typeface="思源黑体 CN Regular" panose="020B0500000000000000"/>
                  <a:sym typeface="Times New Roman" panose="02020603050405020304" pitchFamily="18" charset="0"/>
                </a:rPr>
                <a:t> </a:t>
              </a:r>
              <a:endParaRPr sz="2400" b="1" kern="100" dirty="0">
                <a:solidFill>
                  <a:schemeClr val="bg1"/>
                </a:solidFill>
                <a:ea typeface="思源黑体 CN Regular" panose="020B0500000000000000"/>
                <a:sym typeface="+mn-ea"/>
              </a:endParaRPr>
            </a:p>
          </p:txBody>
        </p:sp>
      </p:grpSp>
      <p:sp>
        <p:nvSpPr>
          <p:cNvPr id="24" name="文本框 7" hidden="1"/>
          <p:cNvSpPr txBox="1"/>
          <p:nvPr/>
        </p:nvSpPr>
        <p:spPr>
          <a:xfrm>
            <a:off x="166805" y="214290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生词</a:t>
            </a:r>
          </a:p>
        </p:txBody>
      </p:sp>
      <p:sp>
        <p:nvSpPr>
          <p:cNvPr id="7" name="文本框 7" hidden="1"/>
          <p:cNvSpPr txBox="1"/>
          <p:nvPr/>
        </p:nvSpPr>
        <p:spPr>
          <a:xfrm>
            <a:off x="238243" y="702214"/>
            <a:ext cx="12820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New Word</a:t>
            </a:r>
          </a:p>
        </p:txBody>
      </p:sp>
      <p:grpSp>
        <p:nvGrpSpPr>
          <p:cNvPr id="6" name="拦"/>
          <p:cNvGrpSpPr/>
          <p:nvPr/>
        </p:nvGrpSpPr>
        <p:grpSpPr>
          <a:xfrm>
            <a:off x="34925" y="52"/>
            <a:ext cx="2791460" cy="3536315"/>
            <a:chOff x="2106" y="891"/>
            <a:chExt cx="7429" cy="9161"/>
          </a:xfrm>
          <a:solidFill>
            <a:srgbClr val="558ED5"/>
          </a:solidFill>
        </p:grpSpPr>
        <p:sp>
          <p:nvSpPr>
            <p:cNvPr id="9" name="圆角矩形 8"/>
            <p:cNvSpPr/>
            <p:nvPr/>
          </p:nvSpPr>
          <p:spPr>
            <a:xfrm>
              <a:off x="2106" y="891"/>
              <a:ext cx="7428" cy="9161"/>
            </a:xfrm>
            <a:prstGeom prst="roundRect">
              <a:avLst/>
            </a:prstGeom>
            <a:grpFill/>
            <a:ln>
              <a:solidFill>
                <a:srgbClr val="558ED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2106" y="2406"/>
              <a:ext cx="7429" cy="6536"/>
            </a:xfrm>
            <a:prstGeom prst="rect">
              <a:avLst/>
            </a:prstGeom>
            <a:grpFill/>
            <a:ln>
              <a:solidFill>
                <a:srgbClr val="558ED5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5400" kern="100" dirty="0" err="1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l</a:t>
              </a:r>
              <a:r>
                <a:rPr lang="en-US" altLang="zh-CN" sz="5400" kern="100" dirty="0" err="1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á</a:t>
              </a:r>
              <a:r>
                <a:rPr lang="en-US" sz="5400" kern="100" dirty="0" err="1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n</a:t>
              </a:r>
              <a:endParaRPr lang="en-US" sz="5400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拦</a:t>
              </a:r>
              <a:endParaRPr lang="zh-CN" sz="8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en-US" altLang="zh-CN" sz="2400" b="1" kern="100" dirty="0">
                  <a:solidFill>
                    <a:schemeClr val="bg1"/>
                  </a:solidFill>
                  <a:ea typeface="思源黑体 CN Regular" panose="020B0500000000000000" pitchFamily="34" charset="-122"/>
                  <a:sym typeface="Times New Roman" panose="02020603050405020304" pitchFamily="18" charset="0"/>
                </a:rPr>
                <a:t>v. to block</a:t>
              </a:r>
              <a:endParaRPr lang="en-US" altLang="zh-CN" sz="2400" b="1" kern="100" dirty="0">
                <a:solidFill>
                  <a:schemeClr val="bg1"/>
                </a:solidFill>
                <a:ea typeface="思源黑体 CN Regular" panose="020B0500000000000000" pitchFamily="34" charset="-122"/>
                <a:sym typeface="+mn-ea"/>
              </a:endParaRPr>
            </a:p>
          </p:txBody>
        </p:sp>
      </p:grpSp>
      <p:grpSp>
        <p:nvGrpSpPr>
          <p:cNvPr id="61" name="带" hidden="1"/>
          <p:cNvGrpSpPr/>
          <p:nvPr/>
        </p:nvGrpSpPr>
        <p:grpSpPr>
          <a:xfrm>
            <a:off x="1337628" y="728206"/>
            <a:ext cx="4717415" cy="5817235"/>
            <a:chOff x="2106" y="1159"/>
            <a:chExt cx="7429" cy="9161"/>
          </a:xfrm>
          <a:solidFill>
            <a:schemeClr val="accent5"/>
          </a:solidFill>
        </p:grpSpPr>
        <p:sp>
          <p:nvSpPr>
            <p:cNvPr id="62" name="圆角矩形 61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grpFill/>
            <a:ln>
              <a:solidFill>
                <a:schemeClr val="accent5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文本框 62"/>
            <p:cNvSpPr txBox="1"/>
            <p:nvPr/>
          </p:nvSpPr>
          <p:spPr>
            <a:xfrm>
              <a:off x="2106" y="3587"/>
              <a:ext cx="7429" cy="4603"/>
            </a:xfrm>
            <a:prstGeom prst="rect">
              <a:avLst/>
            </a:prstGeom>
            <a:grpFill/>
            <a:ln>
              <a:solidFill>
                <a:schemeClr val="accent5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sz="6000">
                  <a:sym typeface="+mn-ea"/>
                </a:rPr>
                <a:t>cāi</a:t>
              </a:r>
              <a:r>
                <a:rPr 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猜</a:t>
              </a:r>
            </a:p>
            <a:p>
              <a:pPr lvl="0" algn="ctr">
                <a:defRPr sz="1800"/>
              </a:pPr>
              <a:r>
                <a:rPr sz="2400">
                  <a:sym typeface="+mn-ea"/>
                </a:rPr>
                <a:t>v. to guess</a:t>
              </a:r>
            </a:p>
          </p:txBody>
        </p:sp>
      </p:grpSp>
      <p:grpSp>
        <p:nvGrpSpPr>
          <p:cNvPr id="67" name="面包" hidden="1"/>
          <p:cNvGrpSpPr/>
          <p:nvPr/>
        </p:nvGrpSpPr>
        <p:grpSpPr>
          <a:xfrm>
            <a:off x="1337628" y="728206"/>
            <a:ext cx="4717415" cy="5817235"/>
            <a:chOff x="2106" y="1159"/>
            <a:chExt cx="7429" cy="9161"/>
          </a:xfrm>
          <a:solidFill>
            <a:srgbClr val="C00000"/>
          </a:solidFill>
        </p:grpSpPr>
        <p:sp>
          <p:nvSpPr>
            <p:cNvPr id="68" name="圆角矩形 67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grpFill/>
            <a:ln>
              <a:solidFill>
                <a:srgbClr val="C0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文本框 68"/>
            <p:cNvSpPr txBox="1"/>
            <p:nvPr/>
          </p:nvSpPr>
          <p:spPr>
            <a:xfrm>
              <a:off x="2106" y="3587"/>
              <a:ext cx="7429" cy="4603"/>
            </a:xfrm>
            <a:prstGeom prst="rect">
              <a:avLst/>
            </a:prstGeom>
            <a:grpFill/>
            <a:ln>
              <a:solidFill>
                <a:srgbClr val="C0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sz="6600">
                  <a:sym typeface="+mn-ea"/>
                </a:rPr>
                <a:t>zhǐhǎo</a:t>
              </a:r>
              <a:r>
                <a:rPr 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</a:p>
            <a:p>
              <a:pPr algn="ctr"/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只好</a:t>
              </a:r>
            </a:p>
            <a:p>
              <a:pPr algn="ctr"/>
              <a:r>
                <a:rPr sz="2400">
                  <a:sym typeface="+mn-ea"/>
                </a:rPr>
                <a:t>adv. cannot but, to be forced to</a:t>
              </a:r>
            </a:p>
          </p:txBody>
        </p:sp>
      </p:grpSp>
      <p:grpSp>
        <p:nvGrpSpPr>
          <p:cNvPr id="27" name="北方" hidden="1"/>
          <p:cNvGrpSpPr/>
          <p:nvPr/>
        </p:nvGrpSpPr>
        <p:grpSpPr>
          <a:xfrm>
            <a:off x="1337628" y="711061"/>
            <a:ext cx="4717415" cy="5817235"/>
            <a:chOff x="2106" y="1159"/>
            <a:chExt cx="7429" cy="9161"/>
          </a:xfrm>
          <a:solidFill>
            <a:srgbClr val="C00000"/>
          </a:solidFill>
        </p:grpSpPr>
        <p:sp>
          <p:nvSpPr>
            <p:cNvPr id="28" name="圆角矩形 27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grpFill/>
            <a:ln>
              <a:solidFill>
                <a:srgbClr val="C0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文本框 39"/>
            <p:cNvSpPr txBox="1"/>
            <p:nvPr/>
          </p:nvSpPr>
          <p:spPr>
            <a:xfrm>
              <a:off x="2106" y="3587"/>
              <a:ext cx="7429" cy="4603"/>
            </a:xfrm>
            <a:prstGeom prst="rect">
              <a:avLst/>
            </a:prstGeom>
            <a:grpFill/>
            <a:ln>
              <a:solidFill>
                <a:srgbClr val="C0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sz="6600" dirty="0" err="1">
                  <a:latin typeface="GB Pinyinok-D" panose="02010601030101010101" pitchFamily="2" charset="-122"/>
                  <a:ea typeface="GB Pinyinok-D" panose="02010601030101010101" pitchFamily="2" charset="-122"/>
                  <a:sym typeface="+mn-ea"/>
                </a:rPr>
                <a:t>láidejí</a:t>
              </a:r>
              <a:r>
                <a:rPr 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</a:p>
            <a:p>
              <a:pPr algn="ctr"/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来得及</a:t>
              </a:r>
            </a:p>
            <a:p>
              <a:pPr lvl="0" algn="ctr">
                <a:defRPr sz="1800"/>
              </a:pPr>
              <a:r>
                <a:rPr sz="2400">
                  <a:sym typeface="+mn-ea"/>
                </a:rPr>
                <a:t>v. there’s still time (to do sth.)</a:t>
              </a:r>
            </a:p>
          </p:txBody>
        </p:sp>
      </p:grpSp>
      <p:pic>
        <p:nvPicPr>
          <p:cNvPr id="8" name="图片 7"/>
          <p:cNvPicPr/>
          <p:nvPr/>
        </p:nvPicPr>
        <p:blipFill>
          <a:blip r:embed="rId3"/>
          <a:stretch>
            <a:fillRect/>
          </a:stretch>
        </p:blipFill>
        <p:spPr>
          <a:xfrm>
            <a:off x="3028315" y="24130"/>
            <a:ext cx="3462020" cy="3083560"/>
          </a:xfrm>
          <a:prstGeom prst="rect">
            <a:avLst/>
          </a:prstGeom>
        </p:spPr>
      </p:pic>
      <p:sp>
        <p:nvSpPr>
          <p:cNvPr id="41" name="文本框 40"/>
          <p:cNvSpPr txBox="1"/>
          <p:nvPr/>
        </p:nvSpPr>
        <p:spPr>
          <a:xfrm>
            <a:off x="6592570" y="24130"/>
            <a:ext cx="3893820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/>
              <a:t>足球运动员</a:t>
            </a:r>
            <a:r>
              <a:rPr lang="zh-CN" altLang="en-US" sz="2800">
                <a:solidFill>
                  <a:srgbClr val="FF0000"/>
                </a:solidFill>
              </a:rPr>
              <a:t>拦</a:t>
            </a:r>
            <a:r>
              <a:rPr lang="zh-CN" altLang="en-US" sz="2800"/>
              <a:t>住了对手</a:t>
            </a:r>
            <a:r>
              <a:rPr lang="en-US" altLang="zh-CN" sz="2800"/>
              <a:t>，</a:t>
            </a:r>
            <a:r>
              <a:rPr lang="zh-CN" altLang="en-US" sz="2800"/>
              <a:t>不让他进球</a:t>
            </a:r>
            <a:r>
              <a:rPr lang="en-US" altLang="zh-CN" sz="2800"/>
              <a:t>。</a:t>
            </a:r>
          </a:p>
        </p:txBody>
      </p:sp>
      <p:pic>
        <p:nvPicPr>
          <p:cNvPr id="42" name="图片 41"/>
          <p:cNvPicPr/>
          <p:nvPr/>
        </p:nvPicPr>
        <p:blipFill>
          <a:blip r:embed="rId4"/>
          <a:stretch>
            <a:fillRect/>
          </a:stretch>
        </p:blipFill>
        <p:spPr>
          <a:xfrm>
            <a:off x="6592570" y="977265"/>
            <a:ext cx="2962910" cy="2999105"/>
          </a:xfrm>
          <a:prstGeom prst="rect">
            <a:avLst/>
          </a:prstGeom>
        </p:spPr>
      </p:pic>
      <p:sp>
        <p:nvSpPr>
          <p:cNvPr id="43" name="文本框 42"/>
          <p:cNvSpPr txBox="1"/>
          <p:nvPr/>
        </p:nvSpPr>
        <p:spPr>
          <a:xfrm>
            <a:off x="9657715" y="1715770"/>
            <a:ext cx="2408555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/>
              <a:t>警察</a:t>
            </a:r>
            <a:r>
              <a:rPr lang="zh-CN" altLang="en-US" sz="2800">
                <a:solidFill>
                  <a:srgbClr val="FF0000"/>
                </a:solidFill>
              </a:rPr>
              <a:t>拦</a:t>
            </a:r>
            <a:r>
              <a:rPr lang="zh-CN" altLang="en-US" sz="2800"/>
              <a:t>住违规行驶的电瓶车</a:t>
            </a:r>
            <a:r>
              <a:rPr lang="en-US" altLang="zh-CN" sz="2800"/>
              <a:t>。</a:t>
            </a:r>
          </a:p>
        </p:txBody>
      </p:sp>
      <p:pic>
        <p:nvPicPr>
          <p:cNvPr id="44" name="图片 43"/>
          <p:cNvPicPr/>
          <p:nvPr/>
        </p:nvPicPr>
        <p:blipFill>
          <a:blip r:embed="rId5"/>
          <a:stretch>
            <a:fillRect/>
          </a:stretch>
        </p:blipFill>
        <p:spPr>
          <a:xfrm>
            <a:off x="3028315" y="2668270"/>
            <a:ext cx="2870835" cy="3999230"/>
          </a:xfrm>
          <a:prstGeom prst="rect">
            <a:avLst/>
          </a:prstGeom>
        </p:spPr>
      </p:pic>
      <p:sp>
        <p:nvSpPr>
          <p:cNvPr id="45" name="文本框 44"/>
          <p:cNvSpPr txBox="1"/>
          <p:nvPr/>
        </p:nvSpPr>
        <p:spPr>
          <a:xfrm>
            <a:off x="6216650" y="4223385"/>
            <a:ext cx="178816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/>
              <a:t>一</a:t>
            </a:r>
            <a:r>
              <a:rPr lang="zh-CN" altLang="en-US" sz="3200">
                <a:solidFill>
                  <a:srgbClr val="FF0000"/>
                </a:solidFill>
              </a:rPr>
              <a:t>匹</a:t>
            </a:r>
            <a:r>
              <a:rPr lang="zh-CN" altLang="en-US" sz="3200"/>
              <a:t>马</a:t>
            </a:r>
          </a:p>
        </p:txBody>
      </p:sp>
      <p:pic>
        <p:nvPicPr>
          <p:cNvPr id="46" name="图片 45"/>
          <p:cNvPicPr/>
          <p:nvPr/>
        </p:nvPicPr>
        <p:blipFill>
          <a:blip r:embed="rId6"/>
          <a:stretch>
            <a:fillRect/>
          </a:stretch>
        </p:blipFill>
        <p:spPr>
          <a:xfrm>
            <a:off x="7872730" y="3904615"/>
            <a:ext cx="3277235" cy="1889760"/>
          </a:xfrm>
          <a:prstGeom prst="rect">
            <a:avLst/>
          </a:prstGeom>
        </p:spPr>
      </p:pic>
      <p:sp>
        <p:nvSpPr>
          <p:cNvPr id="47" name="文本框 46"/>
          <p:cNvSpPr txBox="1"/>
          <p:nvPr/>
        </p:nvSpPr>
        <p:spPr>
          <a:xfrm>
            <a:off x="8318500" y="5905500"/>
            <a:ext cx="26555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/>
              <a:t>一</a:t>
            </a:r>
            <a:r>
              <a:rPr lang="zh-CN" altLang="en-US" sz="2800">
                <a:solidFill>
                  <a:srgbClr val="FF0000"/>
                </a:solidFill>
              </a:rPr>
              <a:t>匹</a:t>
            </a:r>
            <a:r>
              <a:rPr lang="zh-CN" altLang="en-US" sz="2800"/>
              <a:t>布</a:t>
            </a:r>
          </a:p>
        </p:txBody>
      </p:sp>
      <p:sp>
        <p:nvSpPr>
          <p:cNvPr id="48" name="矩形 47"/>
          <p:cNvSpPr/>
          <p:nvPr/>
        </p:nvSpPr>
        <p:spPr>
          <a:xfrm>
            <a:off x="6490335" y="5494020"/>
            <a:ext cx="1200150" cy="706755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lstStyle/>
          <a:p>
            <a:pPr algn="ctr"/>
            <a:r>
              <a:rPr lang="zh-CN" altLang="en-US" sz="4000" b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量词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2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4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2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5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/>
      <p:bldP spid="48" grpId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南方" hidden="1"/>
          <p:cNvGrpSpPr/>
          <p:nvPr/>
        </p:nvGrpSpPr>
        <p:grpSpPr>
          <a:xfrm>
            <a:off x="6114733" y="735965"/>
            <a:ext cx="4739005" cy="5817235"/>
            <a:chOff x="9628" y="1159"/>
            <a:chExt cx="7463" cy="9161"/>
          </a:xfrm>
          <a:solidFill>
            <a:srgbClr val="E2AEAB"/>
          </a:solidFill>
        </p:grpSpPr>
        <p:sp>
          <p:nvSpPr>
            <p:cNvPr id="71" name="圆角矩形 70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rgbClr val="E2AEA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2" name="文本框 71"/>
            <p:cNvSpPr txBox="1"/>
            <p:nvPr/>
          </p:nvSpPr>
          <p:spPr>
            <a:xfrm>
              <a:off x="9628" y="3387"/>
              <a:ext cx="7429" cy="4603"/>
            </a:xfrm>
            <a:prstGeom prst="rect">
              <a:avLst/>
            </a:prstGeom>
            <a:grpFill/>
            <a:ln>
              <a:solidFill>
                <a:srgbClr val="E2AEAB"/>
              </a:solidFill>
            </a:ln>
          </p:spPr>
          <p:txBody>
            <a:bodyPr wrap="square" rtlCol="0">
              <a:spAutoFit/>
            </a:bodyPr>
            <a:lstStyle/>
            <a:p>
              <a:pPr algn="ctr">
                <a:buClrTx/>
                <a:buSzTx/>
                <a:buFontTx/>
              </a:pPr>
              <a:r>
                <a:rPr lang="en-US" altLang="zh-CN" sz="66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nán fānɡ</a:t>
              </a:r>
              <a:r>
                <a:rPr lang="en-US" alt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南</a:t>
              </a:r>
              <a:r>
                <a:rPr lang="en-US" alt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方</a:t>
              </a:r>
              <a:endParaRPr lang="en-US" altLang="zh-CN" sz="24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en-US" altLang="zh-CN" sz="24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n. south, southern part</a:t>
              </a:r>
            </a:p>
          </p:txBody>
        </p:sp>
      </p:grpSp>
      <p:grpSp>
        <p:nvGrpSpPr>
          <p:cNvPr id="64" name="复习" hidden="1"/>
          <p:cNvGrpSpPr/>
          <p:nvPr/>
        </p:nvGrpSpPr>
        <p:grpSpPr>
          <a:xfrm>
            <a:off x="6114733" y="735965"/>
            <a:ext cx="4739005" cy="5817235"/>
            <a:chOff x="9628" y="1159"/>
            <a:chExt cx="7463" cy="9161"/>
          </a:xfrm>
          <a:solidFill>
            <a:schemeClr val="accent1"/>
          </a:solidFill>
        </p:grpSpPr>
        <p:sp>
          <p:nvSpPr>
            <p:cNvPr id="65" name="圆角矩形 64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" name="文本框 65"/>
            <p:cNvSpPr txBox="1"/>
            <p:nvPr/>
          </p:nvSpPr>
          <p:spPr>
            <a:xfrm>
              <a:off x="9628" y="3587"/>
              <a:ext cx="7429" cy="4118"/>
            </a:xfrm>
            <a:prstGeom prst="rect">
              <a:avLst/>
            </a:prstGeom>
            <a:grp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fù xí</a:t>
              </a:r>
              <a:r>
                <a:rPr lang="en-US" sz="6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Arial" panose="020B0704020202020204"/>
                </a:rPr>
                <a:t> </a:t>
              </a:r>
              <a:endParaRPr lang="en-US" sz="6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复</a:t>
              </a:r>
              <a:r>
                <a:rPr lang="en-US" alt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习</a:t>
              </a:r>
            </a:p>
            <a:p>
              <a:pPr algn="ctr"/>
              <a:r>
                <a:rPr lang="en-US" altLang="zh-CN" sz="2400" b="1" kern="100" dirty="0">
                  <a:solidFill>
                    <a:schemeClr val="bg1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  <a:cs typeface="华文细黑" panose="02010600040101010101" pitchFamily="2" charset="-122"/>
                  <a:sym typeface="+mn-ea"/>
                </a:rPr>
                <a:t>v.  to review</a:t>
              </a:r>
            </a:p>
          </p:txBody>
        </p:sp>
      </p:grpSp>
      <p:grpSp>
        <p:nvGrpSpPr>
          <p:cNvPr id="58" name="否则" hidden="1"/>
          <p:cNvGrpSpPr/>
          <p:nvPr/>
        </p:nvGrpSpPr>
        <p:grpSpPr>
          <a:xfrm>
            <a:off x="6114733" y="735965"/>
            <a:ext cx="4739005" cy="5817235"/>
            <a:chOff x="9628" y="1159"/>
            <a:chExt cx="7463" cy="9161"/>
          </a:xfrm>
          <a:solidFill>
            <a:schemeClr val="accent3"/>
          </a:solidFill>
        </p:grpSpPr>
        <p:sp>
          <p:nvSpPr>
            <p:cNvPr id="59" name="圆角矩形 58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文本框 59"/>
            <p:cNvSpPr txBox="1"/>
            <p:nvPr/>
          </p:nvSpPr>
          <p:spPr>
            <a:xfrm>
              <a:off x="9628" y="3587"/>
              <a:ext cx="7429" cy="4118"/>
            </a:xfrm>
            <a:prstGeom prst="rect">
              <a:avLst/>
            </a:prstGeom>
            <a:grpFill/>
            <a:ln>
              <a:solidFill>
                <a:schemeClr val="accent3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fǒuzé </a:t>
              </a:r>
              <a:r>
                <a:rPr sz="6000" dirty="0">
                  <a:latin typeface="Arial" panose="020B0704020202020204"/>
                  <a:ea typeface="Arial" panose="020B0704020202020204"/>
                  <a:cs typeface="Arial" panose="020B0704020202020204"/>
                  <a:sym typeface="Arial" panose="020B0704020202020204"/>
                </a:rPr>
                <a:t> </a:t>
              </a:r>
            </a:p>
            <a:p>
              <a:pPr algn="ctr"/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否则</a:t>
              </a:r>
            </a:p>
            <a:p>
              <a:pPr algn="ctr"/>
              <a:r>
                <a:rPr lang="en-US" sz="2400" b="1" kern="100" dirty="0">
                  <a:solidFill>
                    <a:schemeClr val="bg1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  <a:cs typeface="华文细黑" panose="02010600040101010101" pitchFamily="2" charset="-122"/>
                  <a:sym typeface="+mn-ea"/>
                </a:rPr>
                <a:t>conj. or, otherwise</a:t>
              </a:r>
            </a:p>
          </p:txBody>
        </p:sp>
      </p:grpSp>
      <p:grpSp>
        <p:nvGrpSpPr>
          <p:cNvPr id="34" name="拍"/>
          <p:cNvGrpSpPr/>
          <p:nvPr/>
        </p:nvGrpSpPr>
        <p:grpSpPr>
          <a:xfrm>
            <a:off x="165100" y="933450"/>
            <a:ext cx="3402965" cy="4084955"/>
            <a:chOff x="9628" y="1159"/>
            <a:chExt cx="7463" cy="9161"/>
          </a:xfrm>
          <a:solidFill>
            <a:schemeClr val="accent5"/>
          </a:solidFill>
        </p:grpSpPr>
        <p:sp>
          <p:nvSpPr>
            <p:cNvPr id="35" name="圆角矩形 34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文本框 35"/>
            <p:cNvSpPr txBox="1"/>
            <p:nvPr/>
          </p:nvSpPr>
          <p:spPr>
            <a:xfrm>
              <a:off x="9628" y="2910"/>
              <a:ext cx="7429" cy="5658"/>
            </a:xfrm>
            <a:prstGeom prst="rect">
              <a:avLst/>
            </a:prstGeom>
            <a:grpFill/>
            <a:ln>
              <a:solidFill>
                <a:schemeClr val="accent5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5400" kern="100" dirty="0" err="1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p</a:t>
              </a:r>
              <a:r>
                <a:rPr lang="en-US" altLang="zh-CN" sz="5400" kern="100" dirty="0" err="1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ā</a:t>
              </a:r>
              <a:r>
                <a:rPr lang="en-US" sz="5400" kern="100" dirty="0" err="1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i</a:t>
              </a:r>
              <a:r>
                <a:rPr sz="5400" dirty="0">
                  <a:latin typeface="Arial" panose="020B0704020202020204"/>
                  <a:ea typeface="Arial" panose="020B0704020202020204"/>
                  <a:cs typeface="Arial" panose="020B0704020202020204"/>
                  <a:sym typeface="Arial" panose="020B0704020202020204"/>
                </a:rPr>
                <a:t> </a:t>
              </a:r>
              <a:endParaRPr lang="en-US" sz="54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sym typeface="+mn-ea"/>
                </a:rPr>
                <a:t>拍</a:t>
              </a:r>
            </a:p>
            <a:p>
              <a:pPr algn="ctr"/>
              <a:r>
                <a:rPr lang="en-US" altLang="zh-CN" sz="2400" b="1" kern="100" dirty="0">
                  <a:solidFill>
                    <a:schemeClr val="bg1"/>
                  </a:solidFill>
                  <a:ea typeface="思源黑体 CN Regular" panose="020B0500000000000000"/>
                  <a:sym typeface="Times New Roman" panose="02020603050405020304" pitchFamily="18" charset="0"/>
                </a:rPr>
                <a:t>v. to take (a photo)</a:t>
              </a:r>
              <a:endParaRPr lang="en-US" altLang="zh-CN" sz="2400" b="1" kern="100" dirty="0">
                <a:solidFill>
                  <a:schemeClr val="bg1"/>
                </a:solidFill>
                <a:ea typeface="思源黑体 CN Regular" panose="020B0500000000000000"/>
                <a:sym typeface="+mn-ea"/>
              </a:endParaRPr>
            </a:p>
          </p:txBody>
        </p:sp>
      </p:grpSp>
      <p:sp>
        <p:nvSpPr>
          <p:cNvPr id="24" name="文本框 7" hidden="1"/>
          <p:cNvSpPr txBox="1"/>
          <p:nvPr/>
        </p:nvSpPr>
        <p:spPr>
          <a:xfrm>
            <a:off x="166805" y="214290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生词</a:t>
            </a:r>
          </a:p>
        </p:txBody>
      </p:sp>
      <p:sp>
        <p:nvSpPr>
          <p:cNvPr id="7" name="文本框 7" hidden="1"/>
          <p:cNvSpPr txBox="1"/>
          <p:nvPr/>
        </p:nvSpPr>
        <p:spPr>
          <a:xfrm>
            <a:off x="238243" y="702214"/>
            <a:ext cx="12820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New Word</a:t>
            </a:r>
          </a:p>
        </p:txBody>
      </p:sp>
      <p:grpSp>
        <p:nvGrpSpPr>
          <p:cNvPr id="61" name="带" hidden="1"/>
          <p:cNvGrpSpPr/>
          <p:nvPr/>
        </p:nvGrpSpPr>
        <p:grpSpPr>
          <a:xfrm>
            <a:off x="1337628" y="728206"/>
            <a:ext cx="4717415" cy="5817235"/>
            <a:chOff x="2106" y="1159"/>
            <a:chExt cx="7429" cy="9161"/>
          </a:xfrm>
          <a:solidFill>
            <a:schemeClr val="accent5"/>
          </a:solidFill>
        </p:grpSpPr>
        <p:sp>
          <p:nvSpPr>
            <p:cNvPr id="62" name="圆角矩形 61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grpFill/>
            <a:ln>
              <a:solidFill>
                <a:schemeClr val="accent5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文本框 62"/>
            <p:cNvSpPr txBox="1"/>
            <p:nvPr/>
          </p:nvSpPr>
          <p:spPr>
            <a:xfrm>
              <a:off x="2106" y="3587"/>
              <a:ext cx="7429" cy="4603"/>
            </a:xfrm>
            <a:prstGeom prst="rect">
              <a:avLst/>
            </a:prstGeom>
            <a:grpFill/>
            <a:ln>
              <a:solidFill>
                <a:schemeClr val="accent5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sz="6000">
                  <a:sym typeface="+mn-ea"/>
                </a:rPr>
                <a:t>cāi</a:t>
              </a:r>
              <a:r>
                <a:rPr 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猜</a:t>
              </a:r>
            </a:p>
            <a:p>
              <a:pPr lvl="0" algn="ctr">
                <a:defRPr sz="1800"/>
              </a:pPr>
              <a:r>
                <a:rPr sz="2400">
                  <a:sym typeface="+mn-ea"/>
                </a:rPr>
                <a:t>v. to guess</a:t>
              </a:r>
            </a:p>
          </p:txBody>
        </p:sp>
      </p:grpSp>
      <p:grpSp>
        <p:nvGrpSpPr>
          <p:cNvPr id="67" name="面包" hidden="1"/>
          <p:cNvGrpSpPr/>
          <p:nvPr/>
        </p:nvGrpSpPr>
        <p:grpSpPr>
          <a:xfrm>
            <a:off x="1337628" y="728206"/>
            <a:ext cx="4717415" cy="5817235"/>
            <a:chOff x="2106" y="1159"/>
            <a:chExt cx="7429" cy="9161"/>
          </a:xfrm>
          <a:solidFill>
            <a:srgbClr val="C00000"/>
          </a:solidFill>
        </p:grpSpPr>
        <p:sp>
          <p:nvSpPr>
            <p:cNvPr id="68" name="圆角矩形 67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grpFill/>
            <a:ln>
              <a:solidFill>
                <a:srgbClr val="C0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文本框 68"/>
            <p:cNvSpPr txBox="1"/>
            <p:nvPr/>
          </p:nvSpPr>
          <p:spPr>
            <a:xfrm>
              <a:off x="2106" y="3587"/>
              <a:ext cx="7429" cy="4603"/>
            </a:xfrm>
            <a:prstGeom prst="rect">
              <a:avLst/>
            </a:prstGeom>
            <a:grpFill/>
            <a:ln>
              <a:solidFill>
                <a:srgbClr val="C0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sz="6600">
                  <a:sym typeface="+mn-ea"/>
                </a:rPr>
                <a:t>zhǐhǎo</a:t>
              </a:r>
              <a:r>
                <a:rPr 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</a:p>
            <a:p>
              <a:pPr algn="ctr"/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只好</a:t>
              </a:r>
            </a:p>
            <a:p>
              <a:pPr algn="ctr"/>
              <a:r>
                <a:rPr sz="2400">
                  <a:sym typeface="+mn-ea"/>
                </a:rPr>
                <a:t>adv. cannot but, to be forced to</a:t>
              </a:r>
            </a:p>
          </p:txBody>
        </p:sp>
      </p:grpSp>
      <p:grpSp>
        <p:nvGrpSpPr>
          <p:cNvPr id="27" name="北方" hidden="1"/>
          <p:cNvGrpSpPr/>
          <p:nvPr/>
        </p:nvGrpSpPr>
        <p:grpSpPr>
          <a:xfrm>
            <a:off x="1337628" y="711061"/>
            <a:ext cx="4717415" cy="5817235"/>
            <a:chOff x="2106" y="1159"/>
            <a:chExt cx="7429" cy="9161"/>
          </a:xfrm>
          <a:solidFill>
            <a:srgbClr val="C00000"/>
          </a:solidFill>
        </p:grpSpPr>
        <p:sp>
          <p:nvSpPr>
            <p:cNvPr id="28" name="圆角矩形 27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grpFill/>
            <a:ln>
              <a:solidFill>
                <a:srgbClr val="C0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文本框 39"/>
            <p:cNvSpPr txBox="1"/>
            <p:nvPr/>
          </p:nvSpPr>
          <p:spPr>
            <a:xfrm>
              <a:off x="2106" y="3587"/>
              <a:ext cx="7429" cy="4603"/>
            </a:xfrm>
            <a:prstGeom prst="rect">
              <a:avLst/>
            </a:prstGeom>
            <a:grpFill/>
            <a:ln>
              <a:solidFill>
                <a:srgbClr val="C0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sz="6600" dirty="0" err="1">
                  <a:latin typeface="GB Pinyinok-D" panose="02010601030101010101" pitchFamily="2" charset="-122"/>
                  <a:ea typeface="GB Pinyinok-D" panose="02010601030101010101" pitchFamily="2" charset="-122"/>
                  <a:sym typeface="+mn-ea"/>
                </a:rPr>
                <a:t>láidejí</a:t>
              </a:r>
              <a:r>
                <a:rPr 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</a:p>
            <a:p>
              <a:pPr algn="ctr"/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来得及</a:t>
              </a:r>
            </a:p>
            <a:p>
              <a:pPr lvl="0" algn="ctr">
                <a:defRPr sz="1800"/>
              </a:pPr>
              <a:r>
                <a:rPr sz="2400">
                  <a:sym typeface="+mn-ea"/>
                </a:rPr>
                <a:t>v. there’s still time (to do sth.)</a:t>
              </a:r>
            </a:p>
          </p:txBody>
        </p:sp>
      </p:grpSp>
      <p:pic>
        <p:nvPicPr>
          <p:cNvPr id="8" name="图片 7"/>
          <p:cNvPicPr/>
          <p:nvPr/>
        </p:nvPicPr>
        <p:blipFill>
          <a:blip r:embed="rId3"/>
          <a:stretch>
            <a:fillRect/>
          </a:stretch>
        </p:blipFill>
        <p:spPr>
          <a:xfrm>
            <a:off x="4288790" y="0"/>
            <a:ext cx="2992755" cy="3524250"/>
          </a:xfrm>
          <a:prstGeom prst="rect">
            <a:avLst/>
          </a:prstGeom>
        </p:spPr>
      </p:pic>
      <p:sp>
        <p:nvSpPr>
          <p:cNvPr id="41" name="文本框 40"/>
          <p:cNvSpPr txBox="1"/>
          <p:nvPr/>
        </p:nvSpPr>
        <p:spPr>
          <a:xfrm>
            <a:off x="8002270" y="1440180"/>
            <a:ext cx="168275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/>
              <a:t>拍手</a:t>
            </a:r>
          </a:p>
        </p:txBody>
      </p:sp>
      <p:pic>
        <p:nvPicPr>
          <p:cNvPr id="42" name="图片 41"/>
          <p:cNvPicPr/>
          <p:nvPr/>
        </p:nvPicPr>
        <p:blipFill>
          <a:blip r:embed="rId4"/>
          <a:stretch>
            <a:fillRect/>
          </a:stretch>
        </p:blipFill>
        <p:spPr>
          <a:xfrm>
            <a:off x="3568065" y="3524250"/>
            <a:ext cx="5149850" cy="2947670"/>
          </a:xfrm>
          <a:prstGeom prst="rect">
            <a:avLst/>
          </a:prstGeom>
        </p:spPr>
      </p:pic>
      <p:sp>
        <p:nvSpPr>
          <p:cNvPr id="43" name="文本框 42"/>
          <p:cNvSpPr txBox="1"/>
          <p:nvPr/>
        </p:nvSpPr>
        <p:spPr>
          <a:xfrm>
            <a:off x="8914765" y="4373245"/>
            <a:ext cx="168275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/>
              <a:t>拍照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2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3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5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  <p:bldP spid="41" grpId="1"/>
      <p:bldP spid="43" grpId="0"/>
      <p:bldP spid="43" grpId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: 圆角 14"/>
          <p:cNvSpPr/>
          <p:nvPr/>
        </p:nvSpPr>
        <p:spPr>
          <a:xfrm>
            <a:off x="1707515" y="227965"/>
            <a:ext cx="1765300" cy="1513205"/>
          </a:xfrm>
          <a:prstGeom prst="roundRect">
            <a:avLst/>
          </a:prstGeom>
          <a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ffectLst>
                <a:glow rad="63500">
                  <a:schemeClr val="accent4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18" name="矩形: 圆角 17"/>
          <p:cNvSpPr/>
          <p:nvPr/>
        </p:nvSpPr>
        <p:spPr>
          <a:xfrm>
            <a:off x="1704340" y="1974215"/>
            <a:ext cx="1782445" cy="1524000"/>
          </a:xfrm>
          <a:prstGeom prst="roundRect">
            <a:avLst/>
          </a:prstGeom>
          <a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ffectLst>
                <a:glow rad="63500">
                  <a:schemeClr val="accent4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19" name="矩形: 圆角 18"/>
          <p:cNvSpPr/>
          <p:nvPr/>
        </p:nvSpPr>
        <p:spPr>
          <a:xfrm>
            <a:off x="1706245" y="3743325"/>
            <a:ext cx="1766570" cy="1464310"/>
          </a:xfrm>
          <a:prstGeom prst="roundRect">
            <a:avLst/>
          </a:prstGeom>
          <a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ffectLst>
                <a:glow rad="63500">
                  <a:schemeClr val="accent4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20" name="矩形: 圆角 19"/>
          <p:cNvSpPr/>
          <p:nvPr/>
        </p:nvSpPr>
        <p:spPr>
          <a:xfrm>
            <a:off x="1710055" y="5452745"/>
            <a:ext cx="1776730" cy="1372235"/>
          </a:xfrm>
          <a:prstGeom prst="roundRect">
            <a:avLst/>
          </a:prstGeom>
          <a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ffectLst>
                <a:glow rad="63500">
                  <a:schemeClr val="accent4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54" name="矩形: 圆角 53"/>
          <p:cNvSpPr/>
          <p:nvPr/>
        </p:nvSpPr>
        <p:spPr>
          <a:xfrm>
            <a:off x="8589327" y="482316"/>
            <a:ext cx="1936750" cy="976914"/>
          </a:xfrm>
          <a:prstGeom prst="roundRect">
            <a:avLst/>
          </a:prstGeom>
          <a:solidFill>
            <a:srgbClr val="FF4910"/>
          </a:solidFill>
          <a:ln w="19050">
            <a:solidFill>
              <a:srgbClr val="FF491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ffectLst>
                <a:glow rad="63500">
                  <a:schemeClr val="accent4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57" name="矩形: 圆角 56"/>
          <p:cNvSpPr/>
          <p:nvPr/>
        </p:nvSpPr>
        <p:spPr>
          <a:xfrm>
            <a:off x="8548370" y="2139315"/>
            <a:ext cx="2018665" cy="958215"/>
          </a:xfrm>
          <a:prstGeom prst="roundRect">
            <a:avLst/>
          </a:prstGeom>
          <a:solidFill>
            <a:srgbClr val="FF4910"/>
          </a:solidFill>
          <a:ln w="19050">
            <a:solidFill>
              <a:srgbClr val="FF491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ffectLst>
                <a:glow rad="63500">
                  <a:schemeClr val="accent4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58" name="矩形: 圆角 57"/>
          <p:cNvSpPr/>
          <p:nvPr/>
        </p:nvSpPr>
        <p:spPr>
          <a:xfrm>
            <a:off x="8547735" y="3867785"/>
            <a:ext cx="2085975" cy="989965"/>
          </a:xfrm>
          <a:prstGeom prst="roundRect">
            <a:avLst/>
          </a:prstGeom>
          <a:solidFill>
            <a:srgbClr val="FF4910"/>
          </a:solidFill>
          <a:ln w="19050">
            <a:solidFill>
              <a:srgbClr val="FF491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ffectLst>
                <a:glow rad="63500">
                  <a:schemeClr val="accent4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60" name="矩形: 圆角 59"/>
          <p:cNvSpPr/>
          <p:nvPr/>
        </p:nvSpPr>
        <p:spPr>
          <a:xfrm>
            <a:off x="8523605" y="5549265"/>
            <a:ext cx="2131060" cy="999490"/>
          </a:xfrm>
          <a:prstGeom prst="roundRect">
            <a:avLst/>
          </a:prstGeom>
          <a:solidFill>
            <a:srgbClr val="FF4910"/>
          </a:solidFill>
          <a:ln w="19050">
            <a:solidFill>
              <a:srgbClr val="FF491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ffectLst>
                <a:glow rad="63500">
                  <a:schemeClr val="accent4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61" name="文本框 60"/>
          <p:cNvSpPr txBox="1"/>
          <p:nvPr/>
        </p:nvSpPr>
        <p:spPr>
          <a:xfrm>
            <a:off x="8506032" y="4007947"/>
            <a:ext cx="21247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系</a:t>
            </a:r>
            <a:endParaRPr lang="en-US" altLang="zh-CN" sz="3200" b="0" i="0" dirty="0">
              <a:solidFill>
                <a:schemeClr val="bg1"/>
              </a:solidFill>
              <a:effectLst/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8580492" y="1899411"/>
            <a:ext cx="199537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rPr>
              <a:t> </a:t>
            </a:r>
          </a:p>
          <a:p>
            <a:pPr algn="ctr"/>
            <a:r>
              <a:rPr lang="zh-CN" altLang="en-US" sz="32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拍</a:t>
            </a:r>
          </a:p>
        </p:txBody>
      </p:sp>
      <p:sp>
        <p:nvSpPr>
          <p:cNvPr id="63" name="文本框 62"/>
          <p:cNvSpPr txBox="1"/>
          <p:nvPr/>
        </p:nvSpPr>
        <p:spPr>
          <a:xfrm>
            <a:off x="8462645" y="650480"/>
            <a:ext cx="20634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0" i="0" dirty="0">
                <a:solidFill>
                  <a:srgbClr val="000000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 </a:t>
            </a:r>
            <a:r>
              <a:rPr lang="zh-CN" altLang="en-US" sz="32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插</a:t>
            </a:r>
            <a:endParaRPr lang="en-US" altLang="zh-CN" sz="3200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65" name="文本框 64"/>
          <p:cNvSpPr txBox="1"/>
          <p:nvPr/>
        </p:nvSpPr>
        <p:spPr>
          <a:xfrm>
            <a:off x="8482489" y="5724076"/>
            <a:ext cx="21913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</a:rPr>
              <a:t>拦</a:t>
            </a:r>
          </a:p>
        </p:txBody>
      </p:sp>
      <p:cxnSp>
        <p:nvCxnSpPr>
          <p:cNvPr id="67" name="直接连接符 66"/>
          <p:cNvCxnSpPr/>
          <p:nvPr/>
        </p:nvCxnSpPr>
        <p:spPr>
          <a:xfrm>
            <a:off x="3478511" y="1000897"/>
            <a:ext cx="5045710" cy="3333750"/>
          </a:xfrm>
          <a:prstGeom prst="line">
            <a:avLst/>
          </a:prstGeom>
          <a:ln w="38100">
            <a:solidFill>
              <a:srgbClr val="FF491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69" name="直接连接符 68"/>
          <p:cNvCxnSpPr>
            <a:stCxn id="18" idx="3"/>
            <a:endCxn id="60" idx="1"/>
          </p:cNvCxnSpPr>
          <p:nvPr/>
        </p:nvCxnSpPr>
        <p:spPr>
          <a:xfrm>
            <a:off x="3487006" y="2735982"/>
            <a:ext cx="5036820" cy="3312795"/>
          </a:xfrm>
          <a:prstGeom prst="line">
            <a:avLst/>
          </a:prstGeom>
          <a:ln w="38100">
            <a:solidFill>
              <a:srgbClr val="FF491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71" name="直接连接符 70"/>
          <p:cNvCxnSpPr>
            <a:stCxn id="19" idx="3"/>
            <a:endCxn id="57" idx="1"/>
          </p:cNvCxnSpPr>
          <p:nvPr/>
        </p:nvCxnSpPr>
        <p:spPr>
          <a:xfrm flipV="1">
            <a:off x="3472997" y="2618518"/>
            <a:ext cx="5075555" cy="1856740"/>
          </a:xfrm>
          <a:prstGeom prst="line">
            <a:avLst/>
          </a:prstGeom>
          <a:ln w="38100">
            <a:solidFill>
              <a:srgbClr val="FF491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73" name="直接连接符 72"/>
          <p:cNvCxnSpPr>
            <a:stCxn id="20" idx="3"/>
            <a:endCxn id="54" idx="1"/>
          </p:cNvCxnSpPr>
          <p:nvPr/>
        </p:nvCxnSpPr>
        <p:spPr>
          <a:xfrm flipV="1">
            <a:off x="3486785" y="970773"/>
            <a:ext cx="5102542" cy="5168090"/>
          </a:xfrm>
          <a:prstGeom prst="line">
            <a:avLst/>
          </a:prstGeom>
          <a:ln w="38100">
            <a:solidFill>
              <a:srgbClr val="FF491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2" name="图片 1" descr="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19753" y="0"/>
            <a:ext cx="1459230" cy="1459230"/>
          </a:xfrm>
          <a:prstGeom prst="rect">
            <a:avLst/>
          </a:prstGeom>
        </p:spPr>
      </p:pic>
      <p:sp>
        <p:nvSpPr>
          <p:cNvPr id="3" name="文本框 7"/>
          <p:cNvSpPr txBox="1"/>
          <p:nvPr/>
        </p:nvSpPr>
        <p:spPr>
          <a:xfrm>
            <a:off x="165735" y="213995"/>
            <a:ext cx="1261884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练一练</a:t>
            </a:r>
          </a:p>
        </p:txBody>
      </p:sp>
      <p:sp>
        <p:nvSpPr>
          <p:cNvPr id="14" name="文本框 7"/>
          <p:cNvSpPr txBox="1"/>
          <p:nvPr/>
        </p:nvSpPr>
        <p:spPr>
          <a:xfrm>
            <a:off x="237490" y="702310"/>
            <a:ext cx="109998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zh-CN" b="1" dirty="0" err="1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Practise</a:t>
            </a:r>
            <a:endParaRPr kumimoji="0" lang="en-US" altLang="zh-CN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doors dir="ver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100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1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10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1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2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8" dur="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9" dur="100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0" dur="1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1" dur="10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2" dur="1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2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30" dur="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1" dur="100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2" dur="1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3" dur="10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4" dur="1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2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42" dur="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3" dur="100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44" dur="1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5" dur="10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46" dur="1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ldLvl="0" animBg="1"/>
      <p:bldP spid="18" grpId="0" bldLvl="0" animBg="1"/>
      <p:bldP spid="19" grpId="0" bldLvl="0" animBg="1"/>
      <p:bldP spid="20" grpId="0" bldLvl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END"/>
          <p:cNvGrpSpPr/>
          <p:nvPr/>
        </p:nvGrpSpPr>
        <p:grpSpPr>
          <a:xfrm>
            <a:off x="6093143" y="770255"/>
            <a:ext cx="4739005" cy="5817235"/>
            <a:chOff x="9628" y="1159"/>
            <a:chExt cx="7463" cy="9161"/>
          </a:xfrm>
          <a:solidFill>
            <a:srgbClr val="E2AEAB"/>
          </a:solidFill>
        </p:grpSpPr>
        <p:sp>
          <p:nvSpPr>
            <p:cNvPr id="25" name="圆角矩形 24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rgbClr val="E2AEA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9628" y="4441"/>
              <a:ext cx="7429" cy="2470"/>
            </a:xfrm>
            <a:prstGeom prst="rect">
              <a:avLst/>
            </a:prstGeom>
            <a:grpFill/>
            <a:ln>
              <a:solidFill>
                <a:srgbClr val="E2AEAB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6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END</a:t>
              </a:r>
              <a:endParaRPr lang="en-US" sz="9600" b="1" kern="1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华文细黑" panose="02010600040101010101" pitchFamily="2" charset="-122"/>
                <a:sym typeface="+mn-ea"/>
              </a:endParaRPr>
            </a:p>
          </p:txBody>
        </p:sp>
      </p:grpSp>
      <p:grpSp>
        <p:nvGrpSpPr>
          <p:cNvPr id="70" name="南方" hidden="1"/>
          <p:cNvGrpSpPr/>
          <p:nvPr/>
        </p:nvGrpSpPr>
        <p:grpSpPr>
          <a:xfrm>
            <a:off x="6114733" y="735965"/>
            <a:ext cx="4739005" cy="5817235"/>
            <a:chOff x="9628" y="1159"/>
            <a:chExt cx="7463" cy="9161"/>
          </a:xfrm>
          <a:solidFill>
            <a:srgbClr val="E2AEAB"/>
          </a:solidFill>
        </p:grpSpPr>
        <p:sp>
          <p:nvSpPr>
            <p:cNvPr id="71" name="圆角矩形 70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rgbClr val="E2AEA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2" name="文本框 71"/>
            <p:cNvSpPr txBox="1"/>
            <p:nvPr/>
          </p:nvSpPr>
          <p:spPr>
            <a:xfrm>
              <a:off x="9628" y="3387"/>
              <a:ext cx="7429" cy="4603"/>
            </a:xfrm>
            <a:prstGeom prst="rect">
              <a:avLst/>
            </a:prstGeom>
            <a:grpFill/>
            <a:ln>
              <a:solidFill>
                <a:srgbClr val="E2AEAB"/>
              </a:solidFill>
            </a:ln>
          </p:spPr>
          <p:txBody>
            <a:bodyPr wrap="square" rtlCol="0">
              <a:spAutoFit/>
            </a:bodyPr>
            <a:lstStyle/>
            <a:p>
              <a:pPr algn="ctr">
                <a:buClrTx/>
                <a:buSzTx/>
                <a:buFontTx/>
              </a:pPr>
              <a:r>
                <a:rPr lang="en-US" altLang="zh-CN" sz="66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nán fānɡ</a:t>
              </a:r>
              <a:r>
                <a:rPr lang="en-US" alt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南</a:t>
              </a:r>
              <a:r>
                <a:rPr lang="en-US" alt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方</a:t>
              </a:r>
              <a:endParaRPr lang="en-US" altLang="zh-CN" sz="24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en-US" altLang="zh-CN" sz="24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n. south, southern part</a:t>
              </a:r>
            </a:p>
          </p:txBody>
        </p:sp>
      </p:grpSp>
      <p:grpSp>
        <p:nvGrpSpPr>
          <p:cNvPr id="64" name="复习" hidden="1"/>
          <p:cNvGrpSpPr/>
          <p:nvPr/>
        </p:nvGrpSpPr>
        <p:grpSpPr>
          <a:xfrm>
            <a:off x="6114733" y="735965"/>
            <a:ext cx="4739005" cy="5817235"/>
            <a:chOff x="9628" y="1159"/>
            <a:chExt cx="7463" cy="9161"/>
          </a:xfrm>
          <a:solidFill>
            <a:schemeClr val="accent1"/>
          </a:solidFill>
        </p:grpSpPr>
        <p:sp>
          <p:nvSpPr>
            <p:cNvPr id="65" name="圆角矩形 64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" name="文本框 65"/>
            <p:cNvSpPr txBox="1"/>
            <p:nvPr/>
          </p:nvSpPr>
          <p:spPr>
            <a:xfrm>
              <a:off x="9628" y="3587"/>
              <a:ext cx="7429" cy="4118"/>
            </a:xfrm>
            <a:prstGeom prst="rect">
              <a:avLst/>
            </a:prstGeom>
            <a:grp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fù xí</a:t>
              </a:r>
              <a:r>
                <a:rPr lang="en-US" sz="6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Arial" panose="020B0704020202020204"/>
                </a:rPr>
                <a:t> </a:t>
              </a:r>
              <a:endParaRPr lang="en-US" sz="6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复</a:t>
              </a:r>
              <a:r>
                <a:rPr lang="en-US" alt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习</a:t>
              </a:r>
            </a:p>
            <a:p>
              <a:pPr algn="ctr"/>
              <a:r>
                <a:rPr lang="en-US" altLang="zh-CN" sz="2400" b="1" kern="100" dirty="0">
                  <a:solidFill>
                    <a:schemeClr val="bg1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  <a:cs typeface="华文细黑" panose="02010600040101010101" pitchFamily="2" charset="-122"/>
                  <a:sym typeface="+mn-ea"/>
                </a:rPr>
                <a:t>v.  to review</a:t>
              </a:r>
            </a:p>
          </p:txBody>
        </p:sp>
      </p:grpSp>
      <p:grpSp>
        <p:nvGrpSpPr>
          <p:cNvPr id="58" name="否则" hidden="1"/>
          <p:cNvGrpSpPr/>
          <p:nvPr/>
        </p:nvGrpSpPr>
        <p:grpSpPr>
          <a:xfrm>
            <a:off x="6114733" y="735965"/>
            <a:ext cx="4739005" cy="5817235"/>
            <a:chOff x="9628" y="1159"/>
            <a:chExt cx="7463" cy="9161"/>
          </a:xfrm>
          <a:solidFill>
            <a:schemeClr val="accent3"/>
          </a:solidFill>
        </p:grpSpPr>
        <p:sp>
          <p:nvSpPr>
            <p:cNvPr id="59" name="圆角矩形 58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文本框 59"/>
            <p:cNvSpPr txBox="1"/>
            <p:nvPr/>
          </p:nvSpPr>
          <p:spPr>
            <a:xfrm>
              <a:off x="9628" y="3587"/>
              <a:ext cx="7429" cy="4118"/>
            </a:xfrm>
            <a:prstGeom prst="rect">
              <a:avLst/>
            </a:prstGeom>
            <a:grpFill/>
            <a:ln>
              <a:solidFill>
                <a:schemeClr val="accent3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fǒuzé </a:t>
              </a:r>
              <a:r>
                <a:rPr sz="6000" dirty="0">
                  <a:latin typeface="Arial" panose="020B0704020202020204"/>
                  <a:ea typeface="Arial" panose="020B0704020202020204"/>
                  <a:cs typeface="Arial" panose="020B0704020202020204"/>
                  <a:sym typeface="Arial" panose="020B0704020202020204"/>
                </a:rPr>
                <a:t> </a:t>
              </a:r>
            </a:p>
            <a:p>
              <a:pPr algn="ctr"/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否则</a:t>
              </a:r>
            </a:p>
            <a:p>
              <a:pPr algn="ctr"/>
              <a:r>
                <a:rPr lang="en-US" sz="2400" b="1" kern="100" dirty="0">
                  <a:solidFill>
                    <a:schemeClr val="bg1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  <a:cs typeface="华文细黑" panose="02010600040101010101" pitchFamily="2" charset="-122"/>
                  <a:sym typeface="+mn-ea"/>
                </a:rPr>
                <a:t>conj. or, otherwise</a:t>
              </a:r>
            </a:p>
          </p:txBody>
        </p:sp>
      </p:grpSp>
      <p:grpSp>
        <p:nvGrpSpPr>
          <p:cNvPr id="34" name="改进"/>
          <p:cNvGrpSpPr/>
          <p:nvPr/>
        </p:nvGrpSpPr>
        <p:grpSpPr>
          <a:xfrm>
            <a:off x="6136731" y="735965"/>
            <a:ext cx="4725035" cy="5817235"/>
            <a:chOff x="9650" y="1159"/>
            <a:chExt cx="7441" cy="9161"/>
          </a:xfrm>
          <a:solidFill>
            <a:schemeClr val="accent5"/>
          </a:solidFill>
        </p:grpSpPr>
        <p:sp>
          <p:nvSpPr>
            <p:cNvPr id="35" name="圆角矩形 34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文本框 35"/>
            <p:cNvSpPr txBox="1"/>
            <p:nvPr/>
          </p:nvSpPr>
          <p:spPr>
            <a:xfrm>
              <a:off x="9650" y="3856"/>
              <a:ext cx="7429" cy="3973"/>
            </a:xfrm>
            <a:prstGeom prst="rect">
              <a:avLst/>
            </a:prstGeom>
            <a:grpFill/>
            <a:ln>
              <a:solidFill>
                <a:schemeClr val="accent5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5400" kern="100" dirty="0" err="1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gǎ</a:t>
              </a:r>
              <a:r>
                <a:rPr lang="en-US" sz="5400" kern="100" dirty="0" err="1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i</a:t>
              </a:r>
              <a:r>
                <a:rPr lang="en-US" sz="5400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  </a:t>
              </a:r>
              <a:r>
                <a:rPr lang="en-US" sz="5400" kern="100" dirty="0" err="1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j</a:t>
              </a:r>
              <a:r>
                <a:rPr lang="en-US" altLang="zh-CN" sz="5400" kern="100" dirty="0" err="1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ìn</a:t>
              </a:r>
              <a:r>
                <a:rPr sz="5400" dirty="0">
                  <a:latin typeface="Arial" panose="020B0704020202020204"/>
                  <a:ea typeface="Arial" panose="020B0704020202020204"/>
                  <a:cs typeface="Arial" panose="020B0704020202020204"/>
                  <a:sym typeface="Arial" panose="020B0704020202020204"/>
                </a:rPr>
                <a:t> </a:t>
              </a:r>
              <a:endParaRPr lang="en-US" sz="54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改 进</a:t>
              </a:r>
              <a:endParaRPr lang="zh-CN" sz="8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en-US" altLang="zh-CN" sz="2400" b="1" kern="100" dirty="0">
                  <a:solidFill>
                    <a:schemeClr val="bg1"/>
                  </a:solidFill>
                  <a:ea typeface="思源黑体 CN Regular" panose="020B0500000000000000" pitchFamily="34" charset="-122"/>
                  <a:sym typeface="Times New Roman" panose="02020603050405020304" pitchFamily="18" charset="0"/>
                </a:rPr>
                <a:t>v. to improve</a:t>
              </a:r>
              <a:endParaRPr lang="en-US" altLang="zh-CN" sz="2400" b="1" kern="100" dirty="0">
                <a:solidFill>
                  <a:schemeClr val="bg1"/>
                </a:solidFill>
                <a:ea typeface="思源黑体 CN Regular" panose="020B0500000000000000" pitchFamily="34" charset="-122"/>
                <a:sym typeface="+mn-ea"/>
              </a:endParaRPr>
            </a:p>
          </p:txBody>
        </p:sp>
      </p:grpSp>
      <p:grpSp>
        <p:nvGrpSpPr>
          <p:cNvPr id="16" name="试验"/>
          <p:cNvGrpSpPr/>
          <p:nvPr/>
        </p:nvGrpSpPr>
        <p:grpSpPr>
          <a:xfrm>
            <a:off x="6124893" y="735965"/>
            <a:ext cx="4728845" cy="5817235"/>
            <a:chOff x="9644" y="1159"/>
            <a:chExt cx="7447" cy="9161"/>
          </a:xfrm>
          <a:solidFill>
            <a:srgbClr val="E2AEAB"/>
          </a:solidFill>
        </p:grpSpPr>
        <p:sp>
          <p:nvSpPr>
            <p:cNvPr id="18" name="圆角矩形 17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ln>
              <a:solidFill>
                <a:schemeClr val="accent3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9644" y="3748"/>
              <a:ext cx="7429" cy="3974"/>
            </a:xfrm>
            <a:prstGeom prst="rect">
              <a:avLst/>
            </a:prstGeom>
            <a:ln>
              <a:solidFill>
                <a:schemeClr val="accent3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CN" sz="5400" dirty="0" err="1"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shì</a:t>
              </a:r>
              <a:r>
                <a:rPr lang="en-US" altLang="zh-CN" sz="5400" dirty="0"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 </a:t>
              </a:r>
              <a:r>
                <a:rPr lang="en-US" altLang="zh-CN" sz="5400" dirty="0" err="1"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yàn</a:t>
              </a:r>
              <a:endParaRPr lang="en-US" altLang="zh-CN" sz="8000" dirty="0"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试 验</a:t>
              </a:r>
              <a:endParaRPr lang="zh-CN" sz="8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en-US" sz="2400" b="1" kern="100" dirty="0">
                  <a:solidFill>
                    <a:schemeClr val="bg1"/>
                  </a:solidFill>
                  <a:ea typeface="思源黑体 CN Regular" panose="020B0500000000000000" pitchFamily="34" charset="-122"/>
                  <a:sym typeface="Times New Roman" panose="02020603050405020304" pitchFamily="18" charset="0"/>
                </a:rPr>
                <a:t>n./</a:t>
              </a:r>
              <a:r>
                <a:rPr lang="en-US" sz="2400" b="1" kern="100" dirty="0" err="1">
                  <a:solidFill>
                    <a:schemeClr val="bg1"/>
                  </a:solidFill>
                  <a:ea typeface="思源黑体 CN Regular" panose="020B0500000000000000" pitchFamily="34" charset="-122"/>
                  <a:sym typeface="Times New Roman" panose="02020603050405020304" pitchFamily="18" charset="0"/>
                </a:rPr>
                <a:t>v.trial,test</a:t>
              </a:r>
              <a:r>
                <a:rPr sz="2400" b="1" kern="100" dirty="0">
                  <a:solidFill>
                    <a:schemeClr val="bg1"/>
                  </a:solidFill>
                  <a:ea typeface="思源黑体 CN Regular" panose="020B0500000000000000" pitchFamily="34" charset="-122"/>
                  <a:sym typeface="Times New Roman" panose="02020603050405020304" pitchFamily="18" charset="0"/>
                </a:rPr>
                <a:t> </a:t>
              </a:r>
              <a:endParaRPr sz="2400" b="1" kern="100" dirty="0">
                <a:solidFill>
                  <a:schemeClr val="bg1"/>
                </a:solidFill>
                <a:ea typeface="思源黑体 CN Regular" panose="020B0500000000000000" pitchFamily="34" charset="-122"/>
                <a:sym typeface="+mn-ea"/>
              </a:endParaRPr>
            </a:p>
          </p:txBody>
        </p:sp>
      </p:grpSp>
      <p:grpSp>
        <p:nvGrpSpPr>
          <p:cNvPr id="29" name="意识-有问题不显示" hidden="1"/>
          <p:cNvGrpSpPr/>
          <p:nvPr/>
        </p:nvGrpSpPr>
        <p:grpSpPr>
          <a:xfrm>
            <a:off x="6125528" y="735965"/>
            <a:ext cx="4728210" cy="5817235"/>
            <a:chOff x="9645" y="1159"/>
            <a:chExt cx="7446" cy="9161"/>
          </a:xfrm>
          <a:solidFill>
            <a:srgbClr val="E2AEAB"/>
          </a:solidFill>
        </p:grpSpPr>
        <p:sp>
          <p:nvSpPr>
            <p:cNvPr id="30" name="圆角矩形 29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rgbClr val="E2AEA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9645" y="3333"/>
              <a:ext cx="7429" cy="4603"/>
            </a:xfrm>
            <a:prstGeom prst="rect">
              <a:avLst/>
            </a:prstGeom>
            <a:grpFill/>
            <a:ln>
              <a:solidFill>
                <a:srgbClr val="E2AEAB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8000" b="1" kern="100" dirty="0" err="1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yóu</a:t>
              </a:r>
              <a:r>
                <a:rPr lang="en-US" alt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 </a:t>
              </a:r>
              <a:r>
                <a:rPr lang="en-US" altLang="zh-CN" sz="8000" b="1" kern="100" dirty="0" err="1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xì</a:t>
              </a:r>
              <a:r>
                <a:rPr lang="en-US" alt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Arial" panose="020B0704020202020204"/>
                </a:rPr>
                <a:t> </a:t>
              </a:r>
              <a:endParaRPr lang="en-US" altLang="zh-CN" sz="8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意识</a:t>
              </a:r>
            </a:p>
            <a:p>
              <a:pPr algn="ctr"/>
              <a:r>
                <a:rPr lang="en-US" altLang="zh-CN" sz="24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n. game</a:t>
              </a:r>
            </a:p>
          </p:txBody>
        </p:sp>
      </p:grpSp>
      <p:grpSp>
        <p:nvGrpSpPr>
          <p:cNvPr id="2" name="差距"/>
          <p:cNvGrpSpPr/>
          <p:nvPr/>
        </p:nvGrpSpPr>
        <p:grpSpPr>
          <a:xfrm>
            <a:off x="6114733" y="735965"/>
            <a:ext cx="4739005" cy="5817235"/>
            <a:chOff x="9628" y="1159"/>
            <a:chExt cx="7463" cy="9161"/>
          </a:xfrm>
          <a:solidFill>
            <a:srgbClr val="E2AEAB"/>
          </a:solidFill>
        </p:grpSpPr>
        <p:sp>
          <p:nvSpPr>
            <p:cNvPr id="3" name="圆角矩形 2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rgbClr val="E2AEA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9628" y="3685"/>
              <a:ext cx="7429" cy="3973"/>
            </a:xfrm>
            <a:prstGeom prst="rect">
              <a:avLst/>
            </a:prstGeom>
            <a:grpFill/>
            <a:ln>
              <a:solidFill>
                <a:srgbClr val="E2AEAB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5400" kern="100" dirty="0" err="1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ch</a:t>
              </a:r>
              <a:r>
                <a:rPr lang="en-US" altLang="zh-CN" sz="5400" kern="100" dirty="0" err="1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ā</a:t>
              </a:r>
              <a:r>
                <a:rPr lang="en-US" sz="5400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  <a:r>
                <a:rPr lang="en-US" sz="5400" kern="100" dirty="0" err="1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j</a:t>
              </a:r>
              <a:r>
                <a:rPr lang="en-US" altLang="zh-CN" sz="5400" kern="100" dirty="0" err="1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ù</a:t>
              </a:r>
              <a:endParaRPr lang="en-US" sz="5400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差距</a:t>
              </a:r>
            </a:p>
            <a:p>
              <a:pPr algn="ctr"/>
              <a:r>
                <a:rPr lang="en-US" altLang="zh-CN" sz="2400" b="1" kern="100" dirty="0" err="1">
                  <a:solidFill>
                    <a:schemeClr val="bg1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  <a:cs typeface="华文细黑" panose="02010600040101010101" pitchFamily="2" charset="-122"/>
                  <a:sym typeface="Times New Roman" panose="02020603050405020304" pitchFamily="18" charset="0"/>
                </a:rPr>
                <a:t>n.gap,difference</a:t>
              </a:r>
              <a:endParaRPr lang="en-US" altLang="zh-CN" sz="2400" b="1" kern="1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华文细黑" panose="02010600040101010101" pitchFamily="2" charset="-122"/>
                <a:sym typeface="+mn-ea"/>
              </a:endParaRPr>
            </a:p>
          </p:txBody>
        </p:sp>
      </p:grpSp>
      <p:sp>
        <p:nvSpPr>
          <p:cNvPr id="24" name="文本框 7"/>
          <p:cNvSpPr txBox="1"/>
          <p:nvPr/>
        </p:nvSpPr>
        <p:spPr>
          <a:xfrm>
            <a:off x="166805" y="214290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生词</a:t>
            </a:r>
          </a:p>
        </p:txBody>
      </p:sp>
      <p:sp>
        <p:nvSpPr>
          <p:cNvPr id="7" name="文本框 7"/>
          <p:cNvSpPr txBox="1"/>
          <p:nvPr/>
        </p:nvSpPr>
        <p:spPr>
          <a:xfrm>
            <a:off x="238243" y="702214"/>
            <a:ext cx="12820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New Word</a:t>
            </a:r>
          </a:p>
        </p:txBody>
      </p:sp>
      <p:grpSp>
        <p:nvGrpSpPr>
          <p:cNvPr id="23" name="意识"/>
          <p:cNvGrpSpPr/>
          <p:nvPr/>
        </p:nvGrpSpPr>
        <p:grpSpPr>
          <a:xfrm>
            <a:off x="1338263" y="735965"/>
            <a:ext cx="4717415" cy="5817235"/>
            <a:chOff x="2106" y="1159"/>
            <a:chExt cx="7429" cy="9161"/>
          </a:xfrm>
        </p:grpSpPr>
        <p:sp>
          <p:nvSpPr>
            <p:cNvPr id="5" name="圆角矩形 4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solidFill>
              <a:srgbClr val="558ED5"/>
            </a:solidFill>
            <a:ln>
              <a:solidFill>
                <a:srgbClr val="558ED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2106" y="3587"/>
              <a:ext cx="7429" cy="42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5400" b="1" kern="100" dirty="0" err="1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yì</a:t>
              </a:r>
              <a:r>
                <a:rPr lang="en-US" altLang="zh-CN" sz="54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  </a:t>
              </a:r>
              <a:r>
                <a:rPr lang="en-US" altLang="zh-CN" sz="5400" b="1" kern="100" dirty="0" err="1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shi</a:t>
              </a:r>
              <a:r>
                <a:rPr lang="en-US" altLang="zh-CN" sz="66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意 识</a:t>
              </a:r>
              <a:endParaRPr lang="zh-CN" sz="8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华文细黑" panose="02010600040101010101" pitchFamily="2" charset="-122"/>
              </a:endParaRPr>
            </a:p>
            <a:p>
              <a:pPr algn="ctr"/>
              <a:r>
                <a:rPr lang="en-US" altLang="zh-CN" sz="2400" b="1" kern="100" dirty="0">
                  <a:solidFill>
                    <a:schemeClr val="bg1"/>
                  </a:solidFill>
                  <a:ea typeface="思源黑体 CN Regular" panose="020B0500000000000000" pitchFamily="34" charset="-122"/>
                  <a:sym typeface="Times New Roman" panose="02020603050405020304" pitchFamily="18" charset="0"/>
                </a:rPr>
                <a:t>n./</a:t>
              </a:r>
              <a:r>
                <a:rPr lang="en-US" altLang="zh-CN" sz="2400" b="1" kern="100" dirty="0" err="1">
                  <a:solidFill>
                    <a:schemeClr val="bg1"/>
                  </a:solidFill>
                  <a:ea typeface="思源黑体 CN Regular" panose="020B0500000000000000" pitchFamily="34" charset="-122"/>
                  <a:sym typeface="Times New Roman" panose="02020603050405020304" pitchFamily="18" charset="0"/>
                </a:rPr>
                <a:t>v.consciousness</a:t>
              </a:r>
              <a:endParaRPr lang="en-US" altLang="zh-CN" sz="2400" b="1" kern="100" dirty="0">
                <a:solidFill>
                  <a:schemeClr val="bg1"/>
                </a:solidFill>
                <a:ea typeface="思源黑体 CN Regular" panose="020B0500000000000000" pitchFamily="34" charset="-122"/>
                <a:sym typeface="+mn-ea"/>
              </a:endParaRPr>
            </a:p>
          </p:txBody>
        </p:sp>
      </p:grpSp>
      <p:grpSp>
        <p:nvGrpSpPr>
          <p:cNvPr id="6" name="逐渐"/>
          <p:cNvGrpSpPr/>
          <p:nvPr/>
        </p:nvGrpSpPr>
        <p:grpSpPr>
          <a:xfrm>
            <a:off x="1330008" y="735965"/>
            <a:ext cx="4725035" cy="5817235"/>
            <a:chOff x="2093" y="1159"/>
            <a:chExt cx="7441" cy="9161"/>
          </a:xfrm>
          <a:solidFill>
            <a:srgbClr val="558ED5"/>
          </a:solidFill>
        </p:grpSpPr>
        <p:sp>
          <p:nvSpPr>
            <p:cNvPr id="9" name="圆角矩形 8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grpFill/>
            <a:ln>
              <a:solidFill>
                <a:srgbClr val="558ED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2093" y="3924"/>
              <a:ext cx="7429" cy="3974"/>
            </a:xfrm>
            <a:prstGeom prst="rect">
              <a:avLst/>
            </a:prstGeom>
            <a:grpFill/>
            <a:ln>
              <a:solidFill>
                <a:srgbClr val="558ED5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5400" kern="100" dirty="0" err="1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zh</a:t>
              </a:r>
              <a:r>
                <a:rPr lang="en-US" altLang="zh-CN" sz="5400" kern="100" dirty="0" err="1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ú</a:t>
              </a:r>
              <a:r>
                <a:rPr lang="en-US" altLang="zh-CN" sz="5400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 </a:t>
              </a:r>
              <a:r>
                <a:rPr lang="en-US" altLang="zh-CN" sz="5400" kern="100" dirty="0" err="1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jiàn</a:t>
              </a:r>
              <a:endParaRPr lang="en-US" sz="5400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逐 渐</a:t>
              </a:r>
              <a:endParaRPr lang="zh-CN" sz="8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en-US" altLang="zh-CN" sz="2400" b="1" kern="100" dirty="0">
                  <a:solidFill>
                    <a:schemeClr val="bg1"/>
                  </a:solidFill>
                  <a:ea typeface="思源黑体 CN Regular" panose="020B0500000000000000" pitchFamily="34" charset="-122"/>
                  <a:sym typeface="Times New Roman" panose="02020603050405020304" pitchFamily="18" charset="0"/>
                </a:rPr>
                <a:t>adv. gradually</a:t>
              </a:r>
              <a:endParaRPr lang="en-US" altLang="zh-CN" sz="2400" b="1" kern="100" dirty="0">
                <a:solidFill>
                  <a:schemeClr val="bg1"/>
                </a:solidFill>
                <a:ea typeface="思源黑体 CN Regular" panose="020B0500000000000000" pitchFamily="34" charset="-122"/>
                <a:sym typeface="+mn-ea"/>
              </a:endParaRPr>
            </a:p>
          </p:txBody>
        </p:sp>
      </p:grpSp>
      <p:grpSp>
        <p:nvGrpSpPr>
          <p:cNvPr id="21" name="艰苦"/>
          <p:cNvGrpSpPr/>
          <p:nvPr/>
        </p:nvGrpSpPr>
        <p:grpSpPr>
          <a:xfrm>
            <a:off x="1338263" y="735965"/>
            <a:ext cx="4717415" cy="5817235"/>
            <a:chOff x="2106" y="1159"/>
            <a:chExt cx="7429" cy="9161"/>
          </a:xfrm>
          <a:solidFill>
            <a:srgbClr val="558ED5"/>
          </a:solidFill>
        </p:grpSpPr>
        <p:sp>
          <p:nvSpPr>
            <p:cNvPr id="32" name="圆角矩形 31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ln>
              <a:solidFill>
                <a:srgbClr val="58B6E5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文本框 32"/>
            <p:cNvSpPr txBox="1"/>
            <p:nvPr/>
          </p:nvSpPr>
          <p:spPr>
            <a:xfrm>
              <a:off x="2106" y="3587"/>
              <a:ext cx="7429" cy="4118"/>
            </a:xfrm>
            <a:prstGeom prst="rect">
              <a:avLst/>
            </a:prstGeom>
            <a:ln>
              <a:solidFill>
                <a:srgbClr val="58B6E5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5400" dirty="0" err="1"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ji</a:t>
              </a:r>
              <a:r>
                <a:rPr lang="en-US" altLang="zh-CN" sz="5400" dirty="0" err="1"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ān</a:t>
              </a:r>
              <a:r>
                <a:rPr lang="en-US" altLang="zh-CN" sz="5400" dirty="0"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  <a:r>
                <a:rPr lang="en-US" altLang="zh-CN" sz="5400" dirty="0" err="1"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kǔ</a:t>
              </a:r>
              <a:endParaRPr sz="5400" dirty="0"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艰 苦</a:t>
              </a:r>
            </a:p>
            <a:p>
              <a:pPr algn="ctr"/>
              <a:r>
                <a:rPr lang="en-US" sz="2400" b="1" kern="100" dirty="0" err="1">
                  <a:solidFill>
                    <a:schemeClr val="bg1"/>
                  </a:solidFill>
                  <a:ea typeface="思源黑体 CN Regular" panose="020B0500000000000000" pitchFamily="34" charset="-122"/>
                  <a:sym typeface="Times New Roman" panose="02020603050405020304" pitchFamily="18" charset="0"/>
                </a:rPr>
                <a:t>adj.arduous,tough</a:t>
              </a:r>
              <a:endParaRPr sz="2400" b="1" kern="100" dirty="0">
                <a:solidFill>
                  <a:schemeClr val="bg1"/>
                </a:solidFill>
                <a:ea typeface="思源黑体 CN Regular" panose="020B0500000000000000" pitchFamily="34" charset="-122"/>
                <a:sym typeface="+mn-ea"/>
              </a:endParaRPr>
            </a:p>
          </p:txBody>
        </p:sp>
      </p:grpSp>
      <p:grpSp>
        <p:nvGrpSpPr>
          <p:cNvPr id="37" name="显示"/>
          <p:cNvGrpSpPr/>
          <p:nvPr/>
        </p:nvGrpSpPr>
        <p:grpSpPr>
          <a:xfrm>
            <a:off x="1334453" y="728206"/>
            <a:ext cx="4719955" cy="5817235"/>
            <a:chOff x="2101" y="1159"/>
            <a:chExt cx="7433" cy="9161"/>
          </a:xfrm>
          <a:solidFill>
            <a:schemeClr val="tx2">
              <a:lumMod val="60000"/>
              <a:lumOff val="40000"/>
            </a:schemeClr>
          </a:solidFill>
        </p:grpSpPr>
        <p:sp>
          <p:nvSpPr>
            <p:cNvPr id="38" name="圆角矩形 37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grpFill/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文本框 38"/>
            <p:cNvSpPr txBox="1"/>
            <p:nvPr/>
          </p:nvSpPr>
          <p:spPr>
            <a:xfrm>
              <a:off x="2101" y="3268"/>
              <a:ext cx="7429" cy="4603"/>
            </a:xfrm>
            <a:prstGeom prst="rect">
              <a:avLst/>
            </a:prstGeom>
            <a:grpFill/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5400" kern="100" dirty="0" err="1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xi</a:t>
              </a:r>
              <a:r>
                <a:rPr lang="en-US" altLang="zh-CN" sz="5400" kern="100" dirty="0" err="1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ǎn</a:t>
              </a:r>
              <a:r>
                <a:rPr lang="en-US" altLang="zh-CN" sz="5400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 </a:t>
              </a:r>
              <a:r>
                <a:rPr lang="en-US" altLang="zh-CN" sz="5400" kern="100" dirty="0" err="1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shì</a:t>
              </a:r>
              <a:r>
                <a:rPr lang="en-US" sz="8000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显 示</a:t>
              </a:r>
            </a:p>
            <a:p>
              <a:pPr algn="ctr"/>
              <a:r>
                <a:rPr sz="2400" b="1" kern="100" dirty="0">
                  <a:solidFill>
                    <a:schemeClr val="bg1"/>
                  </a:solidFill>
                  <a:ea typeface="思源黑体 CN Regular" panose="020B0500000000000000" pitchFamily="34" charset="-122"/>
                  <a:sym typeface="Times New Roman" panose="02020603050405020304" pitchFamily="18" charset="0"/>
                </a:rPr>
                <a:t>v. </a:t>
              </a:r>
              <a:r>
                <a:rPr lang="en-US" sz="2400" b="1" kern="100" dirty="0">
                  <a:solidFill>
                    <a:schemeClr val="bg1"/>
                  </a:solidFill>
                  <a:ea typeface="思源黑体 CN Regular" panose="020B0500000000000000" pitchFamily="34" charset="-122"/>
                  <a:sym typeface="Times New Roman" panose="02020603050405020304" pitchFamily="18" charset="0"/>
                </a:rPr>
                <a:t>to </a:t>
              </a:r>
              <a:r>
                <a:rPr lang="en-US" sz="2400" b="1" kern="100" dirty="0" err="1">
                  <a:solidFill>
                    <a:schemeClr val="bg1"/>
                  </a:solidFill>
                  <a:ea typeface="思源黑体 CN Regular" panose="020B0500000000000000" pitchFamily="34" charset="-122"/>
                  <a:sym typeface="Times New Roman" panose="02020603050405020304" pitchFamily="18" charset="0"/>
                </a:rPr>
                <a:t>show,to</a:t>
              </a:r>
              <a:r>
                <a:rPr lang="en-US" sz="2400" b="1" kern="100" dirty="0">
                  <a:solidFill>
                    <a:schemeClr val="bg1"/>
                  </a:solidFill>
                  <a:ea typeface="思源黑体 CN Regular" panose="020B0500000000000000" pitchFamily="34" charset="-122"/>
                  <a:sym typeface="Times New Roman" panose="02020603050405020304" pitchFamily="18" charset="0"/>
                </a:rPr>
                <a:t> display</a:t>
              </a:r>
              <a:endParaRPr sz="2400" b="1" kern="100" dirty="0">
                <a:solidFill>
                  <a:schemeClr val="bg1"/>
                </a:solidFill>
                <a:ea typeface="思源黑体 CN Regular" panose="020B0500000000000000" pitchFamily="34" charset="-122"/>
                <a:sym typeface="+mn-ea"/>
              </a:endParaRPr>
            </a:p>
          </p:txBody>
        </p:sp>
      </p:grpSp>
      <p:grpSp>
        <p:nvGrpSpPr>
          <p:cNvPr id="61" name="带" hidden="1"/>
          <p:cNvGrpSpPr/>
          <p:nvPr/>
        </p:nvGrpSpPr>
        <p:grpSpPr>
          <a:xfrm>
            <a:off x="1337628" y="728206"/>
            <a:ext cx="4717415" cy="5817235"/>
            <a:chOff x="2106" y="1159"/>
            <a:chExt cx="7429" cy="9161"/>
          </a:xfrm>
          <a:solidFill>
            <a:schemeClr val="accent5"/>
          </a:solidFill>
        </p:grpSpPr>
        <p:sp>
          <p:nvSpPr>
            <p:cNvPr id="62" name="圆角矩形 61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grpFill/>
            <a:ln>
              <a:solidFill>
                <a:schemeClr val="accent5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文本框 62"/>
            <p:cNvSpPr txBox="1"/>
            <p:nvPr/>
          </p:nvSpPr>
          <p:spPr>
            <a:xfrm>
              <a:off x="2106" y="3587"/>
              <a:ext cx="7429" cy="4603"/>
            </a:xfrm>
            <a:prstGeom prst="rect">
              <a:avLst/>
            </a:prstGeom>
            <a:grpFill/>
            <a:ln>
              <a:solidFill>
                <a:schemeClr val="accent5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sz="6000">
                  <a:sym typeface="+mn-ea"/>
                </a:rPr>
                <a:t>cāi</a:t>
              </a:r>
              <a:r>
                <a:rPr 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猜</a:t>
              </a:r>
            </a:p>
            <a:p>
              <a:pPr lvl="0" algn="ctr">
                <a:defRPr sz="1800"/>
              </a:pPr>
              <a:r>
                <a:rPr sz="2400">
                  <a:sym typeface="+mn-ea"/>
                </a:rPr>
                <a:t>v. to guess</a:t>
              </a:r>
            </a:p>
          </p:txBody>
        </p:sp>
      </p:grpSp>
      <p:grpSp>
        <p:nvGrpSpPr>
          <p:cNvPr id="67" name="面包" hidden="1"/>
          <p:cNvGrpSpPr/>
          <p:nvPr/>
        </p:nvGrpSpPr>
        <p:grpSpPr>
          <a:xfrm>
            <a:off x="1337628" y="728206"/>
            <a:ext cx="4717415" cy="5817235"/>
            <a:chOff x="2106" y="1159"/>
            <a:chExt cx="7429" cy="9161"/>
          </a:xfrm>
          <a:solidFill>
            <a:srgbClr val="C00000"/>
          </a:solidFill>
        </p:grpSpPr>
        <p:sp>
          <p:nvSpPr>
            <p:cNvPr id="68" name="圆角矩形 67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grpFill/>
            <a:ln>
              <a:solidFill>
                <a:srgbClr val="C0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文本框 68"/>
            <p:cNvSpPr txBox="1"/>
            <p:nvPr/>
          </p:nvSpPr>
          <p:spPr>
            <a:xfrm>
              <a:off x="2106" y="3587"/>
              <a:ext cx="7429" cy="4603"/>
            </a:xfrm>
            <a:prstGeom prst="rect">
              <a:avLst/>
            </a:prstGeom>
            <a:grpFill/>
            <a:ln>
              <a:solidFill>
                <a:srgbClr val="C0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sz="6600">
                  <a:sym typeface="+mn-ea"/>
                </a:rPr>
                <a:t>zhǐhǎo</a:t>
              </a:r>
              <a:r>
                <a:rPr 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</a:p>
            <a:p>
              <a:pPr algn="ctr"/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只好</a:t>
              </a:r>
            </a:p>
            <a:p>
              <a:pPr algn="ctr"/>
              <a:r>
                <a:rPr sz="2400">
                  <a:sym typeface="+mn-ea"/>
                </a:rPr>
                <a:t>adv. cannot but, to be forced to</a:t>
              </a:r>
            </a:p>
          </p:txBody>
        </p:sp>
      </p:grpSp>
      <p:grpSp>
        <p:nvGrpSpPr>
          <p:cNvPr id="27" name="北方" hidden="1"/>
          <p:cNvGrpSpPr/>
          <p:nvPr/>
        </p:nvGrpSpPr>
        <p:grpSpPr>
          <a:xfrm>
            <a:off x="1337628" y="711061"/>
            <a:ext cx="4717415" cy="5817235"/>
            <a:chOff x="2106" y="1159"/>
            <a:chExt cx="7429" cy="9161"/>
          </a:xfrm>
          <a:solidFill>
            <a:srgbClr val="C00000"/>
          </a:solidFill>
        </p:grpSpPr>
        <p:sp>
          <p:nvSpPr>
            <p:cNvPr id="28" name="圆角矩形 27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grpFill/>
            <a:ln>
              <a:solidFill>
                <a:srgbClr val="C0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文本框 39"/>
            <p:cNvSpPr txBox="1"/>
            <p:nvPr/>
          </p:nvSpPr>
          <p:spPr>
            <a:xfrm>
              <a:off x="2106" y="3587"/>
              <a:ext cx="7429" cy="4603"/>
            </a:xfrm>
            <a:prstGeom prst="rect">
              <a:avLst/>
            </a:prstGeom>
            <a:grpFill/>
            <a:ln>
              <a:solidFill>
                <a:srgbClr val="C0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sz="6600" dirty="0" err="1">
                  <a:latin typeface="GB Pinyinok-D" panose="02010601030101010101" pitchFamily="2" charset="-122"/>
                  <a:ea typeface="GB Pinyinok-D" panose="02010601030101010101" pitchFamily="2" charset="-122"/>
                  <a:sym typeface="+mn-ea"/>
                </a:rPr>
                <a:t>láidejí</a:t>
              </a:r>
              <a:r>
                <a:rPr 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</a:p>
            <a:p>
              <a:pPr algn="ctr"/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来得及</a:t>
              </a:r>
            </a:p>
            <a:p>
              <a:pPr lvl="0" algn="ctr">
                <a:defRPr sz="1800"/>
              </a:pPr>
              <a:r>
                <a:rPr sz="2400">
                  <a:sym typeface="+mn-ea"/>
                </a:rPr>
                <a:t>v. there’s still time (to do sth.)</a:t>
              </a:r>
            </a:p>
          </p:txBody>
        </p:sp>
      </p:grpSp>
      <p:grpSp>
        <p:nvGrpSpPr>
          <p:cNvPr id="76" name="组合 75"/>
          <p:cNvGrpSpPr/>
          <p:nvPr/>
        </p:nvGrpSpPr>
        <p:grpSpPr>
          <a:xfrm>
            <a:off x="1337945" y="702310"/>
            <a:ext cx="4716780" cy="5816600"/>
            <a:chOff x="2107" y="1159"/>
            <a:chExt cx="7428" cy="9160"/>
          </a:xfrm>
        </p:grpSpPr>
        <p:sp>
          <p:nvSpPr>
            <p:cNvPr id="74" name="圆角矩形 73"/>
            <p:cNvSpPr/>
            <p:nvPr/>
          </p:nvSpPr>
          <p:spPr>
            <a:xfrm>
              <a:off x="2107" y="1159"/>
              <a:ext cx="7428" cy="9161"/>
            </a:xfrm>
            <a:prstGeom prst="round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9" name="图片 18" descr="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372" y="3070"/>
              <a:ext cx="4898" cy="4898"/>
            </a:xfrm>
            <a:prstGeom prst="rect">
              <a:avLst/>
            </a:prstGeom>
          </p:spPr>
        </p:pic>
      </p:grpSp>
      <p:grpSp>
        <p:nvGrpSpPr>
          <p:cNvPr id="15" name="组合 14"/>
          <p:cNvGrpSpPr/>
          <p:nvPr/>
        </p:nvGrpSpPr>
        <p:grpSpPr>
          <a:xfrm>
            <a:off x="5628323" y="1699260"/>
            <a:ext cx="935990" cy="4041140"/>
            <a:chOff x="8862" y="2676"/>
            <a:chExt cx="1474" cy="6364"/>
          </a:xfrm>
        </p:grpSpPr>
        <p:sp>
          <p:nvSpPr>
            <p:cNvPr id="10" name="空心弧 9"/>
            <p:cNvSpPr/>
            <p:nvPr/>
          </p:nvSpPr>
          <p:spPr>
            <a:xfrm>
              <a:off x="8862" y="2676"/>
              <a:ext cx="1474" cy="793"/>
            </a:xfrm>
            <a:prstGeom prst="blockArc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2" name="空心弧 11"/>
            <p:cNvSpPr/>
            <p:nvPr/>
          </p:nvSpPr>
          <p:spPr>
            <a:xfrm>
              <a:off x="8862" y="4571"/>
              <a:ext cx="1474" cy="793"/>
            </a:xfrm>
            <a:prstGeom prst="blockArc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3" name="空心弧 12"/>
            <p:cNvSpPr/>
            <p:nvPr/>
          </p:nvSpPr>
          <p:spPr>
            <a:xfrm>
              <a:off x="8862" y="6466"/>
              <a:ext cx="1474" cy="793"/>
            </a:xfrm>
            <a:prstGeom prst="blockArc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4" name="空心弧 13"/>
            <p:cNvSpPr/>
            <p:nvPr/>
          </p:nvSpPr>
          <p:spPr>
            <a:xfrm>
              <a:off x="8862" y="8248"/>
              <a:ext cx="1474" cy="793"/>
            </a:xfrm>
            <a:prstGeom prst="blockArc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xit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17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3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4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7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6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2" dur="5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500"/>
                            </p:stCondLst>
                            <p:childTnLst>
                              <p:par>
                                <p:cTn id="78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7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7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500"/>
                            </p:stCondLst>
                            <p:childTnLst>
                              <p:par>
                                <p:cTn id="93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9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2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1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500"/>
                            </p:stCondLst>
                            <p:childTnLst>
                              <p:par>
                                <p:cTn id="108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0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7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1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500"/>
                            </p:stCondLst>
                            <p:childTnLst>
                              <p:par>
                                <p:cTn id="123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2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1000"/>
                            </p:stCondLst>
                            <p:childTnLst>
                              <p:par>
                                <p:cTn id="130" presetID="17" presetClass="exit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31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1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南方" hidden="1"/>
          <p:cNvGrpSpPr/>
          <p:nvPr/>
        </p:nvGrpSpPr>
        <p:grpSpPr>
          <a:xfrm>
            <a:off x="6114733" y="735965"/>
            <a:ext cx="4739005" cy="5817235"/>
            <a:chOff x="9628" y="1159"/>
            <a:chExt cx="7463" cy="9161"/>
          </a:xfrm>
          <a:solidFill>
            <a:srgbClr val="E2AEAB"/>
          </a:solidFill>
        </p:grpSpPr>
        <p:sp>
          <p:nvSpPr>
            <p:cNvPr id="71" name="圆角矩形 70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rgbClr val="E2AEA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2" name="文本框 71"/>
            <p:cNvSpPr txBox="1"/>
            <p:nvPr/>
          </p:nvSpPr>
          <p:spPr>
            <a:xfrm>
              <a:off x="9628" y="3387"/>
              <a:ext cx="7429" cy="4603"/>
            </a:xfrm>
            <a:prstGeom prst="rect">
              <a:avLst/>
            </a:prstGeom>
            <a:grpFill/>
            <a:ln>
              <a:solidFill>
                <a:srgbClr val="E2AEAB"/>
              </a:solidFill>
            </a:ln>
          </p:spPr>
          <p:txBody>
            <a:bodyPr wrap="square" rtlCol="0">
              <a:spAutoFit/>
            </a:bodyPr>
            <a:lstStyle/>
            <a:p>
              <a:pPr algn="ctr">
                <a:buClrTx/>
                <a:buSzTx/>
                <a:buFontTx/>
              </a:pPr>
              <a:r>
                <a:rPr lang="en-US" altLang="zh-CN" sz="66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nán fānɡ</a:t>
              </a:r>
              <a:r>
                <a:rPr lang="en-US" alt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南</a:t>
              </a:r>
              <a:r>
                <a:rPr lang="en-US" alt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方</a:t>
              </a:r>
              <a:endParaRPr lang="en-US" altLang="zh-CN" sz="24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en-US" altLang="zh-CN" sz="24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n. south, southern part</a:t>
              </a:r>
            </a:p>
          </p:txBody>
        </p:sp>
      </p:grpSp>
      <p:grpSp>
        <p:nvGrpSpPr>
          <p:cNvPr id="64" name="复习" hidden="1"/>
          <p:cNvGrpSpPr/>
          <p:nvPr/>
        </p:nvGrpSpPr>
        <p:grpSpPr>
          <a:xfrm>
            <a:off x="6114733" y="735965"/>
            <a:ext cx="4739005" cy="5817235"/>
            <a:chOff x="9628" y="1159"/>
            <a:chExt cx="7463" cy="9161"/>
          </a:xfrm>
          <a:solidFill>
            <a:schemeClr val="accent1"/>
          </a:solidFill>
        </p:grpSpPr>
        <p:sp>
          <p:nvSpPr>
            <p:cNvPr id="65" name="圆角矩形 64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" name="文本框 65"/>
            <p:cNvSpPr txBox="1"/>
            <p:nvPr/>
          </p:nvSpPr>
          <p:spPr>
            <a:xfrm>
              <a:off x="9628" y="3587"/>
              <a:ext cx="7429" cy="4118"/>
            </a:xfrm>
            <a:prstGeom prst="rect">
              <a:avLst/>
            </a:prstGeom>
            <a:grp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fù xí</a:t>
              </a:r>
              <a:r>
                <a:rPr lang="en-US" sz="6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Arial" panose="020B0704020202020204"/>
                </a:rPr>
                <a:t> </a:t>
              </a:r>
              <a:endParaRPr lang="en-US" sz="6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复</a:t>
              </a:r>
              <a:r>
                <a:rPr lang="en-US" alt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习</a:t>
              </a:r>
            </a:p>
            <a:p>
              <a:pPr algn="ctr"/>
              <a:r>
                <a:rPr lang="en-US" altLang="zh-CN" sz="2400" b="1" kern="100" dirty="0">
                  <a:solidFill>
                    <a:schemeClr val="bg1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  <a:cs typeface="华文细黑" panose="02010600040101010101" pitchFamily="2" charset="-122"/>
                  <a:sym typeface="+mn-ea"/>
                </a:rPr>
                <a:t>v.  to review</a:t>
              </a:r>
            </a:p>
          </p:txBody>
        </p:sp>
      </p:grpSp>
      <p:grpSp>
        <p:nvGrpSpPr>
          <p:cNvPr id="58" name="否则" hidden="1"/>
          <p:cNvGrpSpPr/>
          <p:nvPr/>
        </p:nvGrpSpPr>
        <p:grpSpPr>
          <a:xfrm>
            <a:off x="6114733" y="735965"/>
            <a:ext cx="4739005" cy="5817235"/>
            <a:chOff x="9628" y="1159"/>
            <a:chExt cx="7463" cy="9161"/>
          </a:xfrm>
          <a:solidFill>
            <a:schemeClr val="accent3"/>
          </a:solidFill>
        </p:grpSpPr>
        <p:sp>
          <p:nvSpPr>
            <p:cNvPr id="59" name="圆角矩形 58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文本框 59"/>
            <p:cNvSpPr txBox="1"/>
            <p:nvPr/>
          </p:nvSpPr>
          <p:spPr>
            <a:xfrm>
              <a:off x="9628" y="3587"/>
              <a:ext cx="7429" cy="4118"/>
            </a:xfrm>
            <a:prstGeom prst="rect">
              <a:avLst/>
            </a:prstGeom>
            <a:grpFill/>
            <a:ln>
              <a:solidFill>
                <a:schemeClr val="accent3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fǒuzé </a:t>
              </a:r>
              <a:r>
                <a:rPr sz="6000" dirty="0">
                  <a:latin typeface="Arial" panose="020B0704020202020204"/>
                  <a:ea typeface="Arial" panose="020B0704020202020204"/>
                  <a:cs typeface="Arial" panose="020B0704020202020204"/>
                  <a:sym typeface="Arial" panose="020B0704020202020204"/>
                </a:rPr>
                <a:t> </a:t>
              </a:r>
            </a:p>
            <a:p>
              <a:pPr algn="ctr"/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否则</a:t>
              </a:r>
            </a:p>
            <a:p>
              <a:pPr algn="ctr"/>
              <a:r>
                <a:rPr lang="en-US" sz="2400" b="1" kern="100" dirty="0">
                  <a:solidFill>
                    <a:schemeClr val="bg1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  <a:cs typeface="华文细黑" panose="02010600040101010101" pitchFamily="2" charset="-122"/>
                  <a:sym typeface="+mn-ea"/>
                </a:rPr>
                <a:t>conj. or, otherwise</a:t>
              </a:r>
            </a:p>
          </p:txBody>
        </p:sp>
      </p:grpSp>
      <p:grpSp>
        <p:nvGrpSpPr>
          <p:cNvPr id="29" name="意识-有问题不显示" hidden="1"/>
          <p:cNvGrpSpPr/>
          <p:nvPr/>
        </p:nvGrpSpPr>
        <p:grpSpPr>
          <a:xfrm>
            <a:off x="6125528" y="735965"/>
            <a:ext cx="4728210" cy="5817235"/>
            <a:chOff x="9645" y="1159"/>
            <a:chExt cx="7446" cy="9161"/>
          </a:xfrm>
          <a:solidFill>
            <a:srgbClr val="E2AEAB"/>
          </a:solidFill>
        </p:grpSpPr>
        <p:sp>
          <p:nvSpPr>
            <p:cNvPr id="30" name="圆角矩形 29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rgbClr val="E2AEA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9645" y="3333"/>
              <a:ext cx="7429" cy="4603"/>
            </a:xfrm>
            <a:prstGeom prst="rect">
              <a:avLst/>
            </a:prstGeom>
            <a:grpFill/>
            <a:ln>
              <a:solidFill>
                <a:srgbClr val="E2AEAB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8000" b="1" kern="100" dirty="0" err="1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yóu</a:t>
              </a:r>
              <a:r>
                <a:rPr lang="en-US" alt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 </a:t>
              </a:r>
              <a:r>
                <a:rPr lang="en-US" altLang="zh-CN" sz="8000" b="1" kern="100" dirty="0" err="1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xì</a:t>
              </a:r>
              <a:r>
                <a:rPr lang="en-US" alt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Arial" panose="020B0704020202020204"/>
                </a:rPr>
                <a:t> </a:t>
              </a:r>
              <a:endParaRPr lang="en-US" altLang="zh-CN" sz="8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意识</a:t>
              </a:r>
            </a:p>
            <a:p>
              <a:pPr algn="ctr"/>
              <a:r>
                <a:rPr lang="en-US" altLang="zh-CN" sz="24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n. game</a:t>
              </a:r>
            </a:p>
          </p:txBody>
        </p:sp>
      </p:grpSp>
      <p:grpSp>
        <p:nvGrpSpPr>
          <p:cNvPr id="2" name="差距"/>
          <p:cNvGrpSpPr/>
          <p:nvPr/>
        </p:nvGrpSpPr>
        <p:grpSpPr>
          <a:xfrm>
            <a:off x="8255" y="3427095"/>
            <a:ext cx="2738120" cy="3430905"/>
            <a:chOff x="9628" y="1159"/>
            <a:chExt cx="7463" cy="9161"/>
          </a:xfrm>
          <a:solidFill>
            <a:srgbClr val="E2AEAB"/>
          </a:solidFill>
        </p:grpSpPr>
        <p:sp>
          <p:nvSpPr>
            <p:cNvPr id="3" name="圆角矩形 2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rgbClr val="E2AEA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9628" y="2535"/>
              <a:ext cx="7429" cy="6736"/>
            </a:xfrm>
            <a:prstGeom prst="rect">
              <a:avLst/>
            </a:prstGeom>
            <a:grpFill/>
            <a:ln>
              <a:solidFill>
                <a:srgbClr val="E2AEAB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5400" kern="100" dirty="0" err="1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ch</a:t>
              </a:r>
              <a:r>
                <a:rPr lang="en-US" altLang="zh-CN" sz="5400" kern="100" dirty="0" err="1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ā</a:t>
              </a:r>
              <a:r>
                <a:rPr lang="en-US" sz="5400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  <a:r>
                <a:rPr lang="en-US" sz="5400" kern="100" dirty="0" err="1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j</a:t>
              </a:r>
              <a:r>
                <a:rPr lang="en-US" altLang="zh-CN" sz="5400" kern="100" dirty="0" err="1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ù</a:t>
              </a:r>
              <a:endParaRPr lang="en-US" sz="5400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差距</a:t>
              </a:r>
            </a:p>
            <a:p>
              <a:pPr algn="ctr"/>
              <a:r>
                <a:rPr lang="en-US" altLang="zh-CN" sz="2400" b="1" kern="100" dirty="0" err="1">
                  <a:solidFill>
                    <a:schemeClr val="bg1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  <a:cs typeface="华文细黑" panose="02010600040101010101" pitchFamily="2" charset="-122"/>
                  <a:sym typeface="Times New Roman" panose="02020603050405020304" pitchFamily="18" charset="0"/>
                </a:rPr>
                <a:t>n.gap,difference</a:t>
              </a:r>
              <a:endParaRPr lang="en-US" altLang="zh-CN" sz="2400" b="1" kern="1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华文细黑" panose="02010600040101010101" pitchFamily="2" charset="-122"/>
                <a:sym typeface="+mn-ea"/>
              </a:endParaRPr>
            </a:p>
          </p:txBody>
        </p:sp>
      </p:grpSp>
      <p:sp>
        <p:nvSpPr>
          <p:cNvPr id="7" name="文本框 7"/>
          <p:cNvSpPr txBox="1"/>
          <p:nvPr/>
        </p:nvSpPr>
        <p:spPr>
          <a:xfrm>
            <a:off x="238243" y="702214"/>
            <a:ext cx="12820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New Word</a:t>
            </a:r>
          </a:p>
        </p:txBody>
      </p:sp>
      <p:grpSp>
        <p:nvGrpSpPr>
          <p:cNvPr id="37" name="显示"/>
          <p:cNvGrpSpPr/>
          <p:nvPr/>
        </p:nvGrpSpPr>
        <p:grpSpPr>
          <a:xfrm>
            <a:off x="40640" y="88265"/>
            <a:ext cx="2692400" cy="3341370"/>
            <a:chOff x="2568" y="1369"/>
            <a:chExt cx="6763" cy="8559"/>
          </a:xfrm>
          <a:solidFill>
            <a:schemeClr val="tx2">
              <a:lumMod val="60000"/>
              <a:lumOff val="40000"/>
            </a:schemeClr>
          </a:solidFill>
        </p:grpSpPr>
        <p:sp>
          <p:nvSpPr>
            <p:cNvPr id="38" name="圆角矩形 37"/>
            <p:cNvSpPr/>
            <p:nvPr/>
          </p:nvSpPr>
          <p:spPr>
            <a:xfrm>
              <a:off x="2568" y="1369"/>
              <a:ext cx="6763" cy="8559"/>
            </a:xfrm>
            <a:prstGeom prst="roundRect">
              <a:avLst/>
            </a:prstGeom>
            <a:grpFill/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文本框 38"/>
            <p:cNvSpPr txBox="1"/>
            <p:nvPr/>
          </p:nvSpPr>
          <p:spPr>
            <a:xfrm>
              <a:off x="2568" y="2550"/>
              <a:ext cx="6472" cy="6147"/>
            </a:xfrm>
            <a:prstGeom prst="rect">
              <a:avLst/>
            </a:prstGeom>
            <a:grpFill/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4400" kern="100" dirty="0" err="1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xi</a:t>
              </a:r>
              <a:r>
                <a:rPr lang="en-US" altLang="zh-CN" sz="4400" kern="100" dirty="0" err="1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ǎn</a:t>
              </a:r>
              <a:r>
                <a:rPr lang="en-US" altLang="zh-CN" sz="4400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 </a:t>
              </a:r>
              <a:r>
                <a:rPr lang="en-US" altLang="zh-CN" sz="4400" kern="100" dirty="0" err="1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shì</a:t>
              </a:r>
              <a:r>
                <a:rPr lang="en-US" sz="6600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</a:p>
            <a:p>
              <a:pPr algn="ctr"/>
              <a:r>
                <a:rPr lang="zh-CN" altLang="en-US" sz="66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显 示</a:t>
              </a:r>
            </a:p>
            <a:p>
              <a:pPr algn="ctr"/>
              <a:r>
                <a:rPr b="1" kern="100" dirty="0">
                  <a:solidFill>
                    <a:schemeClr val="bg1"/>
                  </a:solidFill>
                  <a:ea typeface="思源黑体 CN Regular" panose="020B0500000000000000" pitchFamily="34" charset="-122"/>
                  <a:sym typeface="Times New Roman" panose="02020603050405020304" pitchFamily="18" charset="0"/>
                </a:rPr>
                <a:t>v. </a:t>
              </a:r>
              <a:r>
                <a:rPr lang="en-US" b="1" kern="100" dirty="0">
                  <a:solidFill>
                    <a:schemeClr val="bg1"/>
                  </a:solidFill>
                  <a:ea typeface="思源黑体 CN Regular" panose="020B0500000000000000" pitchFamily="34" charset="-122"/>
                  <a:sym typeface="Times New Roman" panose="02020603050405020304" pitchFamily="18" charset="0"/>
                </a:rPr>
                <a:t>to </a:t>
              </a:r>
              <a:r>
                <a:rPr lang="en-US" b="1" kern="100" dirty="0" err="1">
                  <a:solidFill>
                    <a:schemeClr val="bg1"/>
                  </a:solidFill>
                  <a:ea typeface="思源黑体 CN Regular" panose="020B0500000000000000" pitchFamily="34" charset="-122"/>
                  <a:sym typeface="Times New Roman" panose="02020603050405020304" pitchFamily="18" charset="0"/>
                </a:rPr>
                <a:t>show,to</a:t>
              </a:r>
              <a:r>
                <a:rPr lang="en-US" b="1" kern="100" dirty="0">
                  <a:solidFill>
                    <a:schemeClr val="bg1"/>
                  </a:solidFill>
                  <a:ea typeface="思源黑体 CN Regular" panose="020B0500000000000000" pitchFamily="34" charset="-122"/>
                  <a:sym typeface="Times New Roman" panose="02020603050405020304" pitchFamily="18" charset="0"/>
                </a:rPr>
                <a:t> display</a:t>
              </a:r>
            </a:p>
          </p:txBody>
        </p:sp>
      </p:grpSp>
      <p:grpSp>
        <p:nvGrpSpPr>
          <p:cNvPr id="61" name="带" hidden="1"/>
          <p:cNvGrpSpPr/>
          <p:nvPr/>
        </p:nvGrpSpPr>
        <p:grpSpPr>
          <a:xfrm>
            <a:off x="1337628" y="728206"/>
            <a:ext cx="4717415" cy="5817235"/>
            <a:chOff x="2106" y="1159"/>
            <a:chExt cx="7429" cy="9161"/>
          </a:xfrm>
          <a:solidFill>
            <a:schemeClr val="accent5"/>
          </a:solidFill>
        </p:grpSpPr>
        <p:sp>
          <p:nvSpPr>
            <p:cNvPr id="62" name="圆角矩形 61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grpFill/>
            <a:ln>
              <a:solidFill>
                <a:schemeClr val="accent5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文本框 62"/>
            <p:cNvSpPr txBox="1"/>
            <p:nvPr/>
          </p:nvSpPr>
          <p:spPr>
            <a:xfrm>
              <a:off x="2106" y="3587"/>
              <a:ext cx="7429" cy="4603"/>
            </a:xfrm>
            <a:prstGeom prst="rect">
              <a:avLst/>
            </a:prstGeom>
            <a:grpFill/>
            <a:ln>
              <a:solidFill>
                <a:schemeClr val="accent5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sz="6000">
                  <a:sym typeface="+mn-ea"/>
                </a:rPr>
                <a:t>cāi</a:t>
              </a:r>
              <a:r>
                <a:rPr 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猜</a:t>
              </a:r>
            </a:p>
            <a:p>
              <a:pPr lvl="0" algn="ctr">
                <a:defRPr sz="1800"/>
              </a:pPr>
              <a:r>
                <a:rPr sz="2400">
                  <a:sym typeface="+mn-ea"/>
                </a:rPr>
                <a:t>v. to guess</a:t>
              </a:r>
            </a:p>
          </p:txBody>
        </p:sp>
      </p:grpSp>
      <p:grpSp>
        <p:nvGrpSpPr>
          <p:cNvPr id="67" name="面包" hidden="1"/>
          <p:cNvGrpSpPr/>
          <p:nvPr/>
        </p:nvGrpSpPr>
        <p:grpSpPr>
          <a:xfrm>
            <a:off x="1337628" y="728206"/>
            <a:ext cx="4717415" cy="5817235"/>
            <a:chOff x="2106" y="1159"/>
            <a:chExt cx="7429" cy="9161"/>
          </a:xfrm>
          <a:solidFill>
            <a:srgbClr val="C00000"/>
          </a:solidFill>
        </p:grpSpPr>
        <p:sp>
          <p:nvSpPr>
            <p:cNvPr id="68" name="圆角矩形 67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grpFill/>
            <a:ln>
              <a:solidFill>
                <a:srgbClr val="C0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文本框 68"/>
            <p:cNvSpPr txBox="1"/>
            <p:nvPr/>
          </p:nvSpPr>
          <p:spPr>
            <a:xfrm>
              <a:off x="2106" y="3587"/>
              <a:ext cx="7429" cy="4603"/>
            </a:xfrm>
            <a:prstGeom prst="rect">
              <a:avLst/>
            </a:prstGeom>
            <a:grpFill/>
            <a:ln>
              <a:solidFill>
                <a:srgbClr val="C0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sz="6600">
                  <a:sym typeface="+mn-ea"/>
                </a:rPr>
                <a:t>zhǐhǎo</a:t>
              </a:r>
              <a:r>
                <a:rPr 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</a:p>
            <a:p>
              <a:pPr algn="ctr"/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只好</a:t>
              </a:r>
            </a:p>
            <a:p>
              <a:pPr algn="ctr"/>
              <a:r>
                <a:rPr sz="2400">
                  <a:sym typeface="+mn-ea"/>
                </a:rPr>
                <a:t>adv. cannot but, to be forced to</a:t>
              </a:r>
            </a:p>
          </p:txBody>
        </p:sp>
      </p:grpSp>
      <p:grpSp>
        <p:nvGrpSpPr>
          <p:cNvPr id="27" name="北方" hidden="1"/>
          <p:cNvGrpSpPr/>
          <p:nvPr/>
        </p:nvGrpSpPr>
        <p:grpSpPr>
          <a:xfrm>
            <a:off x="1337628" y="711061"/>
            <a:ext cx="4717415" cy="5817235"/>
            <a:chOff x="2106" y="1159"/>
            <a:chExt cx="7429" cy="9161"/>
          </a:xfrm>
          <a:solidFill>
            <a:srgbClr val="C00000"/>
          </a:solidFill>
        </p:grpSpPr>
        <p:sp>
          <p:nvSpPr>
            <p:cNvPr id="28" name="圆角矩形 27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grpFill/>
            <a:ln>
              <a:solidFill>
                <a:srgbClr val="C0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文本框 39"/>
            <p:cNvSpPr txBox="1"/>
            <p:nvPr/>
          </p:nvSpPr>
          <p:spPr>
            <a:xfrm>
              <a:off x="2106" y="3587"/>
              <a:ext cx="7429" cy="4603"/>
            </a:xfrm>
            <a:prstGeom prst="rect">
              <a:avLst/>
            </a:prstGeom>
            <a:grpFill/>
            <a:ln>
              <a:solidFill>
                <a:srgbClr val="C0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sz="6600" dirty="0" err="1">
                  <a:latin typeface="GB Pinyinok-D" panose="02010601030101010101" pitchFamily="2" charset="-122"/>
                  <a:ea typeface="GB Pinyinok-D" panose="02010601030101010101" pitchFamily="2" charset="-122"/>
                  <a:sym typeface="+mn-ea"/>
                </a:rPr>
                <a:t>láidejí</a:t>
              </a:r>
              <a:r>
                <a:rPr 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</a:p>
            <a:p>
              <a:pPr algn="ctr"/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来得及</a:t>
              </a:r>
            </a:p>
            <a:p>
              <a:pPr lvl="0" algn="ctr">
                <a:defRPr sz="1800"/>
              </a:pPr>
              <a:r>
                <a:rPr sz="2400">
                  <a:sym typeface="+mn-ea"/>
                </a:rPr>
                <a:t>v. there’s still time (to do sth.)</a:t>
              </a:r>
            </a:p>
          </p:txBody>
        </p:sp>
      </p:grpSp>
      <p:pic>
        <p:nvPicPr>
          <p:cNvPr id="41" name="图片 40"/>
          <p:cNvPicPr/>
          <p:nvPr/>
        </p:nvPicPr>
        <p:blipFill>
          <a:blip r:embed="rId3"/>
          <a:srcRect t="31037" b="36787"/>
          <a:stretch>
            <a:fillRect/>
          </a:stretch>
        </p:blipFill>
        <p:spPr>
          <a:xfrm>
            <a:off x="3102610" y="252095"/>
            <a:ext cx="3856990" cy="2206625"/>
          </a:xfrm>
          <a:prstGeom prst="rect">
            <a:avLst/>
          </a:prstGeom>
        </p:spPr>
      </p:pic>
      <p:sp>
        <p:nvSpPr>
          <p:cNvPr id="42" name="文本框 41"/>
          <p:cNvSpPr txBox="1"/>
          <p:nvPr/>
        </p:nvSpPr>
        <p:spPr>
          <a:xfrm>
            <a:off x="7329170" y="334010"/>
            <a:ext cx="451167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/>
              <a:t>手机屏幕</a:t>
            </a:r>
            <a:r>
              <a:rPr lang="zh-CN" altLang="en-US" sz="2400">
                <a:solidFill>
                  <a:srgbClr val="FF0000"/>
                </a:solidFill>
              </a:rPr>
              <a:t>显示</a:t>
            </a:r>
            <a:r>
              <a:rPr lang="en-US" altLang="zh-CN" sz="2400"/>
              <a:t>，</a:t>
            </a:r>
            <a:r>
              <a:rPr lang="zh-CN" altLang="en-US" sz="2400"/>
              <a:t>现在是早上</a:t>
            </a:r>
            <a:r>
              <a:rPr lang="en-US" altLang="zh-CN" sz="2400"/>
              <a:t>9:41。</a:t>
            </a:r>
          </a:p>
        </p:txBody>
      </p:sp>
      <p:pic>
        <p:nvPicPr>
          <p:cNvPr id="43" name="图片 42"/>
          <p:cNvPicPr/>
          <p:nvPr/>
        </p:nvPicPr>
        <p:blipFill>
          <a:blip r:embed="rId4"/>
          <a:srcRect l="7159" t="15860" r="9340" b="26550"/>
          <a:stretch>
            <a:fillRect/>
          </a:stretch>
        </p:blipFill>
        <p:spPr>
          <a:xfrm>
            <a:off x="7181850" y="1070610"/>
            <a:ext cx="3550285" cy="2345690"/>
          </a:xfrm>
          <a:prstGeom prst="rect">
            <a:avLst/>
          </a:prstGeom>
        </p:spPr>
      </p:pic>
      <p:sp>
        <p:nvSpPr>
          <p:cNvPr id="44" name="文本框 43"/>
          <p:cNvSpPr txBox="1"/>
          <p:nvPr/>
        </p:nvSpPr>
        <p:spPr>
          <a:xfrm>
            <a:off x="2887345" y="3561080"/>
            <a:ext cx="332041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/>
              <a:t>分数</a:t>
            </a:r>
            <a:r>
              <a:rPr lang="zh-CN" altLang="en-US" sz="2000">
                <a:solidFill>
                  <a:srgbClr val="FF0000"/>
                </a:solidFill>
              </a:rPr>
              <a:t>显示</a:t>
            </a:r>
            <a:r>
              <a:rPr lang="en-US" altLang="zh-CN" sz="2000"/>
              <a:t>，</a:t>
            </a:r>
            <a:r>
              <a:rPr lang="zh-CN" altLang="en-US" sz="2000"/>
              <a:t>两队的</a:t>
            </a:r>
            <a:r>
              <a:rPr lang="zh-CN" altLang="en-US" sz="2000">
                <a:solidFill>
                  <a:srgbClr val="FF0000"/>
                </a:solidFill>
              </a:rPr>
              <a:t>差距</a:t>
            </a:r>
            <a:r>
              <a:rPr lang="zh-CN" altLang="en-US" sz="2000"/>
              <a:t>明显</a:t>
            </a:r>
            <a:r>
              <a:rPr lang="en-US" altLang="zh-CN" sz="2000"/>
              <a:t>，</a:t>
            </a:r>
            <a:r>
              <a:rPr lang="zh-CN" altLang="en-US" sz="2000"/>
              <a:t>最终黄队获得胜利</a:t>
            </a:r>
            <a:r>
              <a:rPr lang="en-US" altLang="zh-CN" sz="2000"/>
              <a:t>。</a:t>
            </a:r>
          </a:p>
        </p:txBody>
      </p:sp>
      <p:pic>
        <p:nvPicPr>
          <p:cNvPr id="45" name="图片 44"/>
          <p:cNvPicPr/>
          <p:nvPr/>
        </p:nvPicPr>
        <p:blipFill>
          <a:blip r:embed="rId5"/>
          <a:stretch>
            <a:fillRect/>
          </a:stretch>
        </p:blipFill>
        <p:spPr>
          <a:xfrm>
            <a:off x="6207760" y="4030980"/>
            <a:ext cx="5731510" cy="2345690"/>
          </a:xfrm>
          <a:prstGeom prst="rect">
            <a:avLst/>
          </a:prstGeom>
        </p:spPr>
      </p:pic>
      <p:sp>
        <p:nvSpPr>
          <p:cNvPr id="46" name="文本框 45"/>
          <p:cNvSpPr txBox="1"/>
          <p:nvPr/>
        </p:nvSpPr>
        <p:spPr>
          <a:xfrm>
            <a:off x="2887980" y="5424805"/>
            <a:ext cx="32080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这个地方的贫富</a:t>
            </a:r>
            <a:r>
              <a:rPr lang="zh-CN" altLang="en-US">
                <a:solidFill>
                  <a:srgbClr val="FF0000"/>
                </a:solidFill>
              </a:rPr>
              <a:t>差距</a:t>
            </a:r>
            <a:r>
              <a:rPr lang="zh-CN" altLang="en-US"/>
              <a:t>很明显</a:t>
            </a:r>
            <a:r>
              <a:rPr lang="en-US" altLang="zh-CN"/>
              <a:t>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xit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2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3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5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9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6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南方" hidden="1"/>
          <p:cNvGrpSpPr/>
          <p:nvPr/>
        </p:nvGrpSpPr>
        <p:grpSpPr>
          <a:xfrm>
            <a:off x="6114733" y="735965"/>
            <a:ext cx="4739005" cy="5817235"/>
            <a:chOff x="9628" y="1159"/>
            <a:chExt cx="7463" cy="9161"/>
          </a:xfrm>
          <a:solidFill>
            <a:srgbClr val="E2AEAB"/>
          </a:solidFill>
        </p:grpSpPr>
        <p:sp>
          <p:nvSpPr>
            <p:cNvPr id="71" name="圆角矩形 70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rgbClr val="E2AEA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2" name="文本框 71"/>
            <p:cNvSpPr txBox="1"/>
            <p:nvPr/>
          </p:nvSpPr>
          <p:spPr>
            <a:xfrm>
              <a:off x="9628" y="3387"/>
              <a:ext cx="7429" cy="4603"/>
            </a:xfrm>
            <a:prstGeom prst="rect">
              <a:avLst/>
            </a:prstGeom>
            <a:grpFill/>
            <a:ln>
              <a:solidFill>
                <a:srgbClr val="E2AEAB"/>
              </a:solidFill>
            </a:ln>
          </p:spPr>
          <p:txBody>
            <a:bodyPr wrap="square" rtlCol="0">
              <a:spAutoFit/>
            </a:bodyPr>
            <a:lstStyle/>
            <a:p>
              <a:pPr algn="ctr">
                <a:buClrTx/>
                <a:buSzTx/>
                <a:buFontTx/>
              </a:pPr>
              <a:r>
                <a:rPr lang="en-US" altLang="zh-CN" sz="66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nán fānɡ</a:t>
              </a:r>
              <a:r>
                <a:rPr lang="en-US" alt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南</a:t>
              </a:r>
              <a:r>
                <a:rPr lang="en-US" alt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方</a:t>
              </a:r>
              <a:endParaRPr lang="en-US" altLang="zh-CN" sz="24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en-US" altLang="zh-CN" sz="24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n. south, southern part</a:t>
              </a:r>
            </a:p>
          </p:txBody>
        </p:sp>
      </p:grpSp>
      <p:grpSp>
        <p:nvGrpSpPr>
          <p:cNvPr id="64" name="复习" hidden="1"/>
          <p:cNvGrpSpPr/>
          <p:nvPr/>
        </p:nvGrpSpPr>
        <p:grpSpPr>
          <a:xfrm>
            <a:off x="6114733" y="735965"/>
            <a:ext cx="4739005" cy="5817235"/>
            <a:chOff x="9628" y="1159"/>
            <a:chExt cx="7463" cy="9161"/>
          </a:xfrm>
          <a:solidFill>
            <a:schemeClr val="accent1"/>
          </a:solidFill>
        </p:grpSpPr>
        <p:sp>
          <p:nvSpPr>
            <p:cNvPr id="65" name="圆角矩形 64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" name="文本框 65"/>
            <p:cNvSpPr txBox="1"/>
            <p:nvPr/>
          </p:nvSpPr>
          <p:spPr>
            <a:xfrm>
              <a:off x="9628" y="3587"/>
              <a:ext cx="7429" cy="4118"/>
            </a:xfrm>
            <a:prstGeom prst="rect">
              <a:avLst/>
            </a:prstGeom>
            <a:grp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fù xí</a:t>
              </a:r>
              <a:r>
                <a:rPr lang="en-US" sz="6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Arial" panose="020B0704020202020204"/>
                </a:rPr>
                <a:t> </a:t>
              </a:r>
              <a:endParaRPr lang="en-US" sz="6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复</a:t>
              </a:r>
              <a:r>
                <a:rPr lang="en-US" alt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习</a:t>
              </a:r>
            </a:p>
            <a:p>
              <a:pPr algn="ctr"/>
              <a:r>
                <a:rPr lang="en-US" altLang="zh-CN" sz="2400" b="1" kern="100" dirty="0">
                  <a:solidFill>
                    <a:schemeClr val="bg1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  <a:cs typeface="华文细黑" panose="02010600040101010101" pitchFamily="2" charset="-122"/>
                  <a:sym typeface="+mn-ea"/>
                </a:rPr>
                <a:t>v.  to review</a:t>
              </a:r>
            </a:p>
          </p:txBody>
        </p:sp>
      </p:grpSp>
      <p:grpSp>
        <p:nvGrpSpPr>
          <p:cNvPr id="58" name="否则" hidden="1"/>
          <p:cNvGrpSpPr/>
          <p:nvPr/>
        </p:nvGrpSpPr>
        <p:grpSpPr>
          <a:xfrm>
            <a:off x="6114733" y="735965"/>
            <a:ext cx="4739005" cy="5817235"/>
            <a:chOff x="9628" y="1159"/>
            <a:chExt cx="7463" cy="9161"/>
          </a:xfrm>
          <a:solidFill>
            <a:schemeClr val="accent3"/>
          </a:solidFill>
        </p:grpSpPr>
        <p:sp>
          <p:nvSpPr>
            <p:cNvPr id="59" name="圆角矩形 58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文本框 59"/>
            <p:cNvSpPr txBox="1"/>
            <p:nvPr/>
          </p:nvSpPr>
          <p:spPr>
            <a:xfrm>
              <a:off x="9628" y="3587"/>
              <a:ext cx="7429" cy="4118"/>
            </a:xfrm>
            <a:prstGeom prst="rect">
              <a:avLst/>
            </a:prstGeom>
            <a:grpFill/>
            <a:ln>
              <a:solidFill>
                <a:schemeClr val="accent3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fǒuzé </a:t>
              </a:r>
              <a:r>
                <a:rPr sz="6000" dirty="0">
                  <a:latin typeface="Arial" panose="020B0704020202020204"/>
                  <a:ea typeface="Arial" panose="020B0704020202020204"/>
                  <a:cs typeface="Arial" panose="020B0704020202020204"/>
                  <a:sym typeface="Arial" panose="020B0704020202020204"/>
                </a:rPr>
                <a:t> </a:t>
              </a:r>
            </a:p>
            <a:p>
              <a:pPr algn="ctr"/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否则</a:t>
              </a:r>
            </a:p>
            <a:p>
              <a:pPr algn="ctr"/>
              <a:r>
                <a:rPr lang="en-US" sz="2400" b="1" kern="100" dirty="0">
                  <a:solidFill>
                    <a:schemeClr val="bg1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  <a:cs typeface="华文细黑" panose="02010600040101010101" pitchFamily="2" charset="-122"/>
                  <a:sym typeface="+mn-ea"/>
                </a:rPr>
                <a:t>conj. or, otherwise</a:t>
              </a:r>
            </a:p>
          </p:txBody>
        </p:sp>
      </p:grpSp>
      <p:grpSp>
        <p:nvGrpSpPr>
          <p:cNvPr id="16" name="试验"/>
          <p:cNvGrpSpPr/>
          <p:nvPr/>
        </p:nvGrpSpPr>
        <p:grpSpPr>
          <a:xfrm>
            <a:off x="167005" y="3277235"/>
            <a:ext cx="3259455" cy="3637915"/>
            <a:chOff x="9663" y="3555"/>
            <a:chExt cx="5133" cy="6765"/>
          </a:xfrm>
          <a:solidFill>
            <a:srgbClr val="E2AEAB"/>
          </a:solidFill>
        </p:grpSpPr>
        <p:sp>
          <p:nvSpPr>
            <p:cNvPr id="18" name="圆角矩形 17"/>
            <p:cNvSpPr/>
            <p:nvPr/>
          </p:nvSpPr>
          <p:spPr>
            <a:xfrm>
              <a:off x="9663" y="3555"/>
              <a:ext cx="5133" cy="6765"/>
            </a:xfrm>
            <a:prstGeom prst="roundRect">
              <a:avLst/>
            </a:prstGeom>
            <a:ln>
              <a:solidFill>
                <a:schemeClr val="accent3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10023" y="5240"/>
              <a:ext cx="4414" cy="1859"/>
            </a:xfrm>
            <a:prstGeom prst="rect">
              <a:avLst/>
            </a:prstGeom>
            <a:ln>
              <a:solidFill>
                <a:schemeClr val="accent3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wrap="square" rtlCol="0">
              <a:noAutofit/>
            </a:bodyPr>
            <a:lstStyle/>
            <a:p>
              <a:pPr algn="ctr"/>
              <a:r>
                <a:rPr lang="en-US" altLang="zh-CN" sz="5400" dirty="0" err="1"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shì</a:t>
              </a:r>
              <a:r>
                <a:rPr lang="en-US" altLang="zh-CN" sz="5400" dirty="0"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 </a:t>
              </a:r>
              <a:r>
                <a:rPr lang="en-US" altLang="zh-CN" sz="5400" dirty="0" err="1"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yàn</a:t>
              </a:r>
              <a:endParaRPr lang="en-US" altLang="zh-CN" sz="8000" dirty="0"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试 验</a:t>
              </a:r>
              <a:endParaRPr lang="zh-CN" sz="8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en-US" sz="2400" b="1" kern="100" dirty="0">
                  <a:solidFill>
                    <a:schemeClr val="bg1"/>
                  </a:solidFill>
                  <a:ea typeface="思源黑体 CN Regular" panose="020B0500000000000000" pitchFamily="34" charset="-122"/>
                  <a:sym typeface="Times New Roman" panose="02020603050405020304" pitchFamily="18" charset="0"/>
                </a:rPr>
                <a:t>n./</a:t>
              </a:r>
              <a:r>
                <a:rPr lang="en-US" sz="2400" b="1" kern="100" dirty="0" err="1">
                  <a:solidFill>
                    <a:schemeClr val="bg1"/>
                  </a:solidFill>
                  <a:ea typeface="思源黑体 CN Regular" panose="020B0500000000000000" pitchFamily="34" charset="-122"/>
                  <a:sym typeface="Times New Roman" panose="02020603050405020304" pitchFamily="18" charset="0"/>
                </a:rPr>
                <a:t>v.trial,test</a:t>
              </a:r>
              <a:r>
                <a:rPr sz="2400" b="1" kern="100" dirty="0">
                  <a:solidFill>
                    <a:schemeClr val="bg1"/>
                  </a:solidFill>
                  <a:ea typeface="思源黑体 CN Regular" panose="020B0500000000000000" pitchFamily="34" charset="-122"/>
                  <a:sym typeface="Times New Roman" panose="02020603050405020304" pitchFamily="18" charset="0"/>
                </a:rPr>
                <a:t> </a:t>
              </a:r>
              <a:endParaRPr sz="2400" b="1" kern="100" dirty="0">
                <a:solidFill>
                  <a:schemeClr val="bg1"/>
                </a:solidFill>
                <a:ea typeface="思源黑体 CN Regular" panose="020B0500000000000000" pitchFamily="34" charset="-122"/>
                <a:sym typeface="+mn-ea"/>
              </a:endParaRPr>
            </a:p>
          </p:txBody>
        </p:sp>
      </p:grpSp>
      <p:grpSp>
        <p:nvGrpSpPr>
          <p:cNvPr id="29" name="意识-有问题不显示" hidden="1"/>
          <p:cNvGrpSpPr/>
          <p:nvPr/>
        </p:nvGrpSpPr>
        <p:grpSpPr>
          <a:xfrm>
            <a:off x="6125528" y="735965"/>
            <a:ext cx="4728210" cy="5817235"/>
            <a:chOff x="9645" y="1159"/>
            <a:chExt cx="7446" cy="9161"/>
          </a:xfrm>
          <a:solidFill>
            <a:srgbClr val="E2AEAB"/>
          </a:solidFill>
        </p:grpSpPr>
        <p:sp>
          <p:nvSpPr>
            <p:cNvPr id="30" name="圆角矩形 29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rgbClr val="E2AEA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9645" y="3333"/>
              <a:ext cx="7429" cy="4603"/>
            </a:xfrm>
            <a:prstGeom prst="rect">
              <a:avLst/>
            </a:prstGeom>
            <a:grpFill/>
            <a:ln>
              <a:solidFill>
                <a:srgbClr val="E2AEAB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8000" b="1" kern="100" dirty="0" err="1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yóu</a:t>
              </a:r>
              <a:r>
                <a:rPr lang="en-US" alt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 </a:t>
              </a:r>
              <a:r>
                <a:rPr lang="en-US" altLang="zh-CN" sz="8000" b="1" kern="100" dirty="0" err="1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xì</a:t>
              </a:r>
              <a:r>
                <a:rPr lang="en-US" alt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Arial" panose="020B0704020202020204"/>
                </a:rPr>
                <a:t> </a:t>
              </a:r>
              <a:endParaRPr lang="en-US" altLang="zh-CN" sz="8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意识</a:t>
              </a:r>
            </a:p>
            <a:p>
              <a:pPr algn="ctr"/>
              <a:r>
                <a:rPr lang="en-US" altLang="zh-CN" sz="24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n. game</a:t>
              </a:r>
            </a:p>
          </p:txBody>
        </p:sp>
      </p:grpSp>
      <p:sp>
        <p:nvSpPr>
          <p:cNvPr id="24" name="文本框 7"/>
          <p:cNvSpPr txBox="1"/>
          <p:nvPr/>
        </p:nvSpPr>
        <p:spPr>
          <a:xfrm>
            <a:off x="166805" y="214290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生词</a:t>
            </a:r>
          </a:p>
        </p:txBody>
      </p:sp>
      <p:sp>
        <p:nvSpPr>
          <p:cNvPr id="7" name="文本框 7"/>
          <p:cNvSpPr txBox="1"/>
          <p:nvPr/>
        </p:nvSpPr>
        <p:spPr>
          <a:xfrm>
            <a:off x="238243" y="702214"/>
            <a:ext cx="12820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New Word</a:t>
            </a:r>
          </a:p>
        </p:txBody>
      </p:sp>
      <p:grpSp>
        <p:nvGrpSpPr>
          <p:cNvPr id="21" name="艰苦"/>
          <p:cNvGrpSpPr/>
          <p:nvPr/>
        </p:nvGrpSpPr>
        <p:grpSpPr>
          <a:xfrm>
            <a:off x="0" y="0"/>
            <a:ext cx="3449955" cy="3637280"/>
            <a:chOff x="2106" y="1159"/>
            <a:chExt cx="7429" cy="9161"/>
          </a:xfrm>
          <a:solidFill>
            <a:srgbClr val="558ED5"/>
          </a:solidFill>
        </p:grpSpPr>
        <p:sp>
          <p:nvSpPr>
            <p:cNvPr id="32" name="圆角矩形 31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ln>
              <a:solidFill>
                <a:srgbClr val="58B6E5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文本框 32"/>
            <p:cNvSpPr txBox="1"/>
            <p:nvPr/>
          </p:nvSpPr>
          <p:spPr>
            <a:xfrm>
              <a:off x="2106" y="2873"/>
              <a:ext cx="7429" cy="6354"/>
            </a:xfrm>
            <a:prstGeom prst="rect">
              <a:avLst/>
            </a:prstGeom>
            <a:ln>
              <a:solidFill>
                <a:srgbClr val="58B6E5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5400" dirty="0" err="1"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ji</a:t>
              </a:r>
              <a:r>
                <a:rPr lang="en-US" altLang="zh-CN" sz="5400" dirty="0" err="1"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ān</a:t>
              </a:r>
              <a:r>
                <a:rPr lang="en-US" altLang="zh-CN" sz="5400" dirty="0"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  <a:r>
                <a:rPr lang="en-US" altLang="zh-CN" sz="5400" dirty="0" err="1"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kǔ</a:t>
              </a:r>
              <a:endParaRPr sz="5400" dirty="0"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艰 苦</a:t>
              </a:r>
            </a:p>
            <a:p>
              <a:pPr algn="ctr"/>
              <a:r>
                <a:rPr lang="en-US" sz="2400" b="1" kern="100" dirty="0" err="1">
                  <a:solidFill>
                    <a:schemeClr val="bg1"/>
                  </a:solidFill>
                  <a:ea typeface="思源黑体 CN Regular" panose="020B0500000000000000" pitchFamily="34" charset="-122"/>
                  <a:sym typeface="Times New Roman" panose="02020603050405020304" pitchFamily="18" charset="0"/>
                </a:rPr>
                <a:t>adj.arduous,tough</a:t>
              </a:r>
              <a:endParaRPr sz="2400" b="1" kern="100" dirty="0">
                <a:solidFill>
                  <a:schemeClr val="bg1"/>
                </a:solidFill>
                <a:ea typeface="思源黑体 CN Regular" panose="020B0500000000000000" pitchFamily="34" charset="-122"/>
                <a:sym typeface="+mn-ea"/>
              </a:endParaRPr>
            </a:p>
          </p:txBody>
        </p:sp>
      </p:grpSp>
      <p:grpSp>
        <p:nvGrpSpPr>
          <p:cNvPr id="61" name="带" hidden="1"/>
          <p:cNvGrpSpPr/>
          <p:nvPr/>
        </p:nvGrpSpPr>
        <p:grpSpPr>
          <a:xfrm>
            <a:off x="1337628" y="728206"/>
            <a:ext cx="4717415" cy="5817235"/>
            <a:chOff x="2106" y="1159"/>
            <a:chExt cx="7429" cy="9161"/>
          </a:xfrm>
          <a:solidFill>
            <a:schemeClr val="accent5"/>
          </a:solidFill>
        </p:grpSpPr>
        <p:sp>
          <p:nvSpPr>
            <p:cNvPr id="62" name="圆角矩形 61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grpFill/>
            <a:ln>
              <a:solidFill>
                <a:schemeClr val="accent5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文本框 62"/>
            <p:cNvSpPr txBox="1"/>
            <p:nvPr/>
          </p:nvSpPr>
          <p:spPr>
            <a:xfrm>
              <a:off x="2106" y="3587"/>
              <a:ext cx="7429" cy="4603"/>
            </a:xfrm>
            <a:prstGeom prst="rect">
              <a:avLst/>
            </a:prstGeom>
            <a:grpFill/>
            <a:ln>
              <a:solidFill>
                <a:schemeClr val="accent5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sz="6000">
                  <a:sym typeface="+mn-ea"/>
                </a:rPr>
                <a:t>cāi</a:t>
              </a:r>
              <a:r>
                <a:rPr 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猜</a:t>
              </a:r>
            </a:p>
            <a:p>
              <a:pPr lvl="0" algn="ctr">
                <a:defRPr sz="1800"/>
              </a:pPr>
              <a:r>
                <a:rPr sz="2400">
                  <a:sym typeface="+mn-ea"/>
                </a:rPr>
                <a:t>v. to guess</a:t>
              </a:r>
            </a:p>
          </p:txBody>
        </p:sp>
      </p:grpSp>
      <p:grpSp>
        <p:nvGrpSpPr>
          <p:cNvPr id="67" name="面包" hidden="1"/>
          <p:cNvGrpSpPr/>
          <p:nvPr/>
        </p:nvGrpSpPr>
        <p:grpSpPr>
          <a:xfrm>
            <a:off x="1337628" y="728206"/>
            <a:ext cx="4717415" cy="5817235"/>
            <a:chOff x="2106" y="1159"/>
            <a:chExt cx="7429" cy="9161"/>
          </a:xfrm>
          <a:solidFill>
            <a:srgbClr val="C00000"/>
          </a:solidFill>
        </p:grpSpPr>
        <p:sp>
          <p:nvSpPr>
            <p:cNvPr id="68" name="圆角矩形 67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grpFill/>
            <a:ln>
              <a:solidFill>
                <a:srgbClr val="C0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文本框 68"/>
            <p:cNvSpPr txBox="1"/>
            <p:nvPr/>
          </p:nvSpPr>
          <p:spPr>
            <a:xfrm>
              <a:off x="2106" y="3587"/>
              <a:ext cx="7429" cy="4603"/>
            </a:xfrm>
            <a:prstGeom prst="rect">
              <a:avLst/>
            </a:prstGeom>
            <a:grpFill/>
            <a:ln>
              <a:solidFill>
                <a:srgbClr val="C0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sz="6600">
                  <a:sym typeface="+mn-ea"/>
                </a:rPr>
                <a:t>zhǐhǎo</a:t>
              </a:r>
              <a:r>
                <a:rPr 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</a:p>
            <a:p>
              <a:pPr algn="ctr"/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只好</a:t>
              </a:r>
            </a:p>
            <a:p>
              <a:pPr algn="ctr"/>
              <a:r>
                <a:rPr sz="2400">
                  <a:sym typeface="+mn-ea"/>
                </a:rPr>
                <a:t>adv. cannot but, to be forced to</a:t>
              </a:r>
            </a:p>
          </p:txBody>
        </p:sp>
      </p:grpSp>
      <p:grpSp>
        <p:nvGrpSpPr>
          <p:cNvPr id="27" name="北方" hidden="1"/>
          <p:cNvGrpSpPr/>
          <p:nvPr/>
        </p:nvGrpSpPr>
        <p:grpSpPr>
          <a:xfrm>
            <a:off x="1337628" y="711061"/>
            <a:ext cx="4717415" cy="5817235"/>
            <a:chOff x="2106" y="1159"/>
            <a:chExt cx="7429" cy="9161"/>
          </a:xfrm>
          <a:solidFill>
            <a:srgbClr val="C00000"/>
          </a:solidFill>
        </p:grpSpPr>
        <p:sp>
          <p:nvSpPr>
            <p:cNvPr id="28" name="圆角矩形 27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grpFill/>
            <a:ln>
              <a:solidFill>
                <a:srgbClr val="C0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文本框 39"/>
            <p:cNvSpPr txBox="1"/>
            <p:nvPr/>
          </p:nvSpPr>
          <p:spPr>
            <a:xfrm>
              <a:off x="2106" y="3587"/>
              <a:ext cx="7429" cy="4603"/>
            </a:xfrm>
            <a:prstGeom prst="rect">
              <a:avLst/>
            </a:prstGeom>
            <a:grpFill/>
            <a:ln>
              <a:solidFill>
                <a:srgbClr val="C0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sz="6600" dirty="0" err="1">
                  <a:latin typeface="GB Pinyinok-D" panose="02010601030101010101" pitchFamily="2" charset="-122"/>
                  <a:ea typeface="GB Pinyinok-D" panose="02010601030101010101" pitchFamily="2" charset="-122"/>
                  <a:sym typeface="+mn-ea"/>
                </a:rPr>
                <a:t>láidejí</a:t>
              </a:r>
              <a:r>
                <a:rPr 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</a:p>
            <a:p>
              <a:pPr algn="ctr"/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来得及</a:t>
              </a:r>
            </a:p>
            <a:p>
              <a:pPr lvl="0" algn="ctr">
                <a:defRPr sz="1800"/>
              </a:pPr>
              <a:r>
                <a:rPr sz="2400">
                  <a:sym typeface="+mn-ea"/>
                </a:rPr>
                <a:t>v. there’s still time (to do sth.)</a:t>
              </a:r>
            </a:p>
          </p:txBody>
        </p:sp>
      </p:grpSp>
      <p:pic>
        <p:nvPicPr>
          <p:cNvPr id="8" name="图片 7"/>
          <p:cNvPicPr/>
          <p:nvPr/>
        </p:nvPicPr>
        <p:blipFill>
          <a:blip r:embed="rId3"/>
          <a:stretch>
            <a:fillRect/>
          </a:stretch>
        </p:blipFill>
        <p:spPr>
          <a:xfrm>
            <a:off x="3658235" y="0"/>
            <a:ext cx="3118485" cy="2776220"/>
          </a:xfrm>
          <a:prstGeom prst="rect">
            <a:avLst/>
          </a:prstGeom>
        </p:spPr>
      </p:pic>
      <p:sp>
        <p:nvSpPr>
          <p:cNvPr id="41" name="文本框 40"/>
          <p:cNvSpPr txBox="1"/>
          <p:nvPr/>
        </p:nvSpPr>
        <p:spPr>
          <a:xfrm>
            <a:off x="6776720" y="240665"/>
            <a:ext cx="214185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/>
              <a:t>曾经的人民生活条件</a:t>
            </a:r>
            <a:r>
              <a:rPr lang="zh-CN" altLang="en-US" sz="2400">
                <a:solidFill>
                  <a:srgbClr val="FF0000"/>
                </a:solidFill>
              </a:rPr>
              <a:t>艰苦</a:t>
            </a:r>
            <a:r>
              <a:rPr lang="en-US" altLang="zh-CN" sz="2400"/>
              <a:t>。</a:t>
            </a:r>
          </a:p>
        </p:txBody>
      </p:sp>
      <p:pic>
        <p:nvPicPr>
          <p:cNvPr id="42" name="图片 41"/>
          <p:cNvPicPr/>
          <p:nvPr/>
        </p:nvPicPr>
        <p:blipFill>
          <a:blip r:embed="rId4"/>
          <a:stretch>
            <a:fillRect/>
          </a:stretch>
        </p:blipFill>
        <p:spPr>
          <a:xfrm>
            <a:off x="8914765" y="126365"/>
            <a:ext cx="2996565" cy="2522855"/>
          </a:xfrm>
          <a:prstGeom prst="rect">
            <a:avLst/>
          </a:prstGeom>
        </p:spPr>
      </p:pic>
      <p:sp>
        <p:nvSpPr>
          <p:cNvPr id="43" name="文本框 42"/>
          <p:cNvSpPr txBox="1"/>
          <p:nvPr/>
        </p:nvSpPr>
        <p:spPr>
          <a:xfrm>
            <a:off x="6854825" y="1640840"/>
            <a:ext cx="194754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/>
              <a:t>沙漠的环境非常</a:t>
            </a:r>
            <a:r>
              <a:rPr lang="zh-CN" altLang="en-US" sz="2400">
                <a:solidFill>
                  <a:srgbClr val="FF0000"/>
                </a:solidFill>
              </a:rPr>
              <a:t>艰苦</a:t>
            </a:r>
            <a:r>
              <a:rPr lang="en-US" altLang="zh-CN" sz="2400"/>
              <a:t>。</a:t>
            </a:r>
          </a:p>
        </p:txBody>
      </p:sp>
      <p:pic>
        <p:nvPicPr>
          <p:cNvPr id="44" name="图片 43"/>
          <p:cNvPicPr/>
          <p:nvPr/>
        </p:nvPicPr>
        <p:blipFill>
          <a:blip r:embed="rId5"/>
          <a:stretch>
            <a:fillRect/>
          </a:stretch>
        </p:blipFill>
        <p:spPr>
          <a:xfrm>
            <a:off x="3792220" y="3076575"/>
            <a:ext cx="3796665" cy="3108960"/>
          </a:xfrm>
          <a:prstGeom prst="rect">
            <a:avLst/>
          </a:prstGeom>
        </p:spPr>
      </p:pic>
      <p:sp>
        <p:nvSpPr>
          <p:cNvPr id="45" name="文本框 44"/>
          <p:cNvSpPr txBox="1"/>
          <p:nvPr/>
        </p:nvSpPr>
        <p:spPr>
          <a:xfrm>
            <a:off x="7780020" y="3853180"/>
            <a:ext cx="36893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/>
              <a:t>科学家正在进行化学</a:t>
            </a:r>
            <a:r>
              <a:rPr lang="zh-CN" altLang="en-US" sz="2400">
                <a:solidFill>
                  <a:srgbClr val="FF0000"/>
                </a:solidFill>
              </a:rPr>
              <a:t>试验</a:t>
            </a:r>
            <a:r>
              <a:rPr lang="en-US" altLang="zh-CN" sz="2400"/>
              <a:t>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xit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2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3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5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9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6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南方" hidden="1"/>
          <p:cNvGrpSpPr/>
          <p:nvPr/>
        </p:nvGrpSpPr>
        <p:grpSpPr>
          <a:xfrm>
            <a:off x="6114733" y="735965"/>
            <a:ext cx="4739005" cy="5817235"/>
            <a:chOff x="9628" y="1159"/>
            <a:chExt cx="7463" cy="9161"/>
          </a:xfrm>
          <a:solidFill>
            <a:srgbClr val="E2AEAB"/>
          </a:solidFill>
        </p:grpSpPr>
        <p:sp>
          <p:nvSpPr>
            <p:cNvPr id="71" name="圆角矩形 70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rgbClr val="E2AEA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2" name="文本框 71"/>
            <p:cNvSpPr txBox="1"/>
            <p:nvPr/>
          </p:nvSpPr>
          <p:spPr>
            <a:xfrm>
              <a:off x="9628" y="3387"/>
              <a:ext cx="7429" cy="4603"/>
            </a:xfrm>
            <a:prstGeom prst="rect">
              <a:avLst/>
            </a:prstGeom>
            <a:grpFill/>
            <a:ln>
              <a:solidFill>
                <a:srgbClr val="E2AEAB"/>
              </a:solidFill>
            </a:ln>
          </p:spPr>
          <p:txBody>
            <a:bodyPr wrap="square" rtlCol="0">
              <a:spAutoFit/>
            </a:bodyPr>
            <a:lstStyle/>
            <a:p>
              <a:pPr algn="ctr">
                <a:buClrTx/>
                <a:buSzTx/>
                <a:buFontTx/>
              </a:pPr>
              <a:r>
                <a:rPr lang="en-US" altLang="zh-CN" sz="66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nán fānɡ</a:t>
              </a:r>
              <a:r>
                <a:rPr lang="en-US" alt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南</a:t>
              </a:r>
              <a:r>
                <a:rPr lang="en-US" alt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方</a:t>
              </a:r>
              <a:endParaRPr lang="en-US" altLang="zh-CN" sz="24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en-US" altLang="zh-CN" sz="24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n. south, southern part</a:t>
              </a:r>
            </a:p>
          </p:txBody>
        </p:sp>
      </p:grpSp>
      <p:grpSp>
        <p:nvGrpSpPr>
          <p:cNvPr id="64" name="复习" hidden="1"/>
          <p:cNvGrpSpPr/>
          <p:nvPr/>
        </p:nvGrpSpPr>
        <p:grpSpPr>
          <a:xfrm>
            <a:off x="6114733" y="735965"/>
            <a:ext cx="4739005" cy="5817235"/>
            <a:chOff x="9628" y="1159"/>
            <a:chExt cx="7463" cy="9161"/>
          </a:xfrm>
          <a:solidFill>
            <a:schemeClr val="accent1"/>
          </a:solidFill>
        </p:grpSpPr>
        <p:sp>
          <p:nvSpPr>
            <p:cNvPr id="65" name="圆角矩形 64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" name="文本框 65"/>
            <p:cNvSpPr txBox="1"/>
            <p:nvPr/>
          </p:nvSpPr>
          <p:spPr>
            <a:xfrm>
              <a:off x="9628" y="3587"/>
              <a:ext cx="7429" cy="4118"/>
            </a:xfrm>
            <a:prstGeom prst="rect">
              <a:avLst/>
            </a:prstGeom>
            <a:grp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fù xí</a:t>
              </a:r>
              <a:r>
                <a:rPr lang="en-US" sz="6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Arial" panose="020B0704020202020204"/>
                </a:rPr>
                <a:t> </a:t>
              </a:r>
              <a:endParaRPr lang="en-US" sz="6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复</a:t>
              </a:r>
              <a:r>
                <a:rPr lang="en-US" alt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习</a:t>
              </a:r>
            </a:p>
            <a:p>
              <a:pPr algn="ctr"/>
              <a:r>
                <a:rPr lang="en-US" altLang="zh-CN" sz="2400" b="1" kern="100" dirty="0">
                  <a:solidFill>
                    <a:schemeClr val="bg1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  <a:cs typeface="华文细黑" panose="02010600040101010101" pitchFamily="2" charset="-122"/>
                  <a:sym typeface="+mn-ea"/>
                </a:rPr>
                <a:t>v.  to review</a:t>
              </a:r>
            </a:p>
          </p:txBody>
        </p:sp>
      </p:grpSp>
      <p:grpSp>
        <p:nvGrpSpPr>
          <p:cNvPr id="58" name="否则" hidden="1"/>
          <p:cNvGrpSpPr/>
          <p:nvPr/>
        </p:nvGrpSpPr>
        <p:grpSpPr>
          <a:xfrm>
            <a:off x="6114733" y="735965"/>
            <a:ext cx="4739005" cy="5817235"/>
            <a:chOff x="9628" y="1159"/>
            <a:chExt cx="7463" cy="9161"/>
          </a:xfrm>
          <a:solidFill>
            <a:schemeClr val="accent3"/>
          </a:solidFill>
        </p:grpSpPr>
        <p:sp>
          <p:nvSpPr>
            <p:cNvPr id="59" name="圆角矩形 58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文本框 59"/>
            <p:cNvSpPr txBox="1"/>
            <p:nvPr/>
          </p:nvSpPr>
          <p:spPr>
            <a:xfrm>
              <a:off x="9628" y="3587"/>
              <a:ext cx="7429" cy="4118"/>
            </a:xfrm>
            <a:prstGeom prst="rect">
              <a:avLst/>
            </a:prstGeom>
            <a:grpFill/>
            <a:ln>
              <a:solidFill>
                <a:schemeClr val="accent3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fǒuzé </a:t>
              </a:r>
              <a:r>
                <a:rPr sz="6000" dirty="0">
                  <a:latin typeface="Arial" panose="020B0704020202020204"/>
                  <a:ea typeface="Arial" panose="020B0704020202020204"/>
                  <a:cs typeface="Arial" panose="020B0704020202020204"/>
                  <a:sym typeface="Arial" panose="020B0704020202020204"/>
                </a:rPr>
                <a:t> </a:t>
              </a:r>
            </a:p>
            <a:p>
              <a:pPr algn="ctr"/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否则</a:t>
              </a:r>
            </a:p>
            <a:p>
              <a:pPr algn="ctr"/>
              <a:r>
                <a:rPr lang="en-US" sz="2400" b="1" kern="100" dirty="0">
                  <a:solidFill>
                    <a:schemeClr val="bg1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  <a:cs typeface="华文细黑" panose="02010600040101010101" pitchFamily="2" charset="-122"/>
                  <a:sym typeface="+mn-ea"/>
                </a:rPr>
                <a:t>conj. or, otherwise</a:t>
              </a:r>
            </a:p>
          </p:txBody>
        </p:sp>
      </p:grpSp>
      <p:grpSp>
        <p:nvGrpSpPr>
          <p:cNvPr id="34" name="改进"/>
          <p:cNvGrpSpPr/>
          <p:nvPr/>
        </p:nvGrpSpPr>
        <p:grpSpPr>
          <a:xfrm>
            <a:off x="66625" y="3397811"/>
            <a:ext cx="3237081" cy="3460261"/>
            <a:chOff x="9663" y="2214"/>
            <a:chExt cx="7429" cy="7400"/>
          </a:xfrm>
          <a:solidFill>
            <a:schemeClr val="accent5"/>
          </a:solidFill>
        </p:grpSpPr>
        <p:sp>
          <p:nvSpPr>
            <p:cNvPr id="35" name="圆角矩形 34"/>
            <p:cNvSpPr/>
            <p:nvPr/>
          </p:nvSpPr>
          <p:spPr>
            <a:xfrm>
              <a:off x="9663" y="2214"/>
              <a:ext cx="7428" cy="7400"/>
            </a:xfrm>
            <a:prstGeom prst="roundRect">
              <a:avLst/>
            </a:prstGeom>
            <a:grpFill/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文本框 35"/>
            <p:cNvSpPr txBox="1"/>
            <p:nvPr/>
          </p:nvSpPr>
          <p:spPr>
            <a:xfrm>
              <a:off x="9663" y="3233"/>
              <a:ext cx="7429" cy="4802"/>
            </a:xfrm>
            <a:prstGeom prst="rect">
              <a:avLst/>
            </a:prstGeom>
            <a:grpFill/>
            <a:ln>
              <a:solidFill>
                <a:schemeClr val="accent5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4800" kern="100" dirty="0" err="1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gǎ</a:t>
              </a:r>
              <a:r>
                <a:rPr lang="en-US" sz="4800" kern="100" dirty="0" err="1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i</a:t>
              </a:r>
              <a:r>
                <a:rPr lang="en-US" sz="4800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  </a:t>
              </a:r>
              <a:r>
                <a:rPr lang="en-US" sz="4800" kern="100" dirty="0" err="1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j</a:t>
              </a:r>
              <a:r>
                <a:rPr lang="en-US" altLang="zh-CN" sz="4800" kern="100" dirty="0" err="1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ìn</a:t>
              </a:r>
              <a:r>
                <a:rPr sz="4800" dirty="0">
                  <a:latin typeface="Arial" panose="020B0704020202020204"/>
                  <a:ea typeface="Arial" panose="020B0704020202020204"/>
                  <a:cs typeface="Arial" panose="020B0704020202020204"/>
                  <a:sym typeface="Arial" panose="020B0704020202020204"/>
                </a:rPr>
                <a:t> </a:t>
              </a:r>
              <a:endParaRPr lang="en-US" sz="48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zh-CN" altLang="en-US" sz="72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改 进</a:t>
              </a:r>
              <a:endParaRPr lang="zh-CN" sz="72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en-US" altLang="zh-CN" sz="2000" b="1" kern="100" dirty="0">
                  <a:solidFill>
                    <a:schemeClr val="bg1"/>
                  </a:solidFill>
                  <a:ea typeface="思源黑体 CN Regular" panose="020B0500000000000000" pitchFamily="34" charset="-122"/>
                  <a:sym typeface="Times New Roman" panose="02020603050405020304" pitchFamily="18" charset="0"/>
                </a:rPr>
                <a:t>v. to improve</a:t>
              </a:r>
            </a:p>
          </p:txBody>
        </p:sp>
      </p:grpSp>
      <p:grpSp>
        <p:nvGrpSpPr>
          <p:cNvPr id="29" name="意识-有问题不显示" hidden="1"/>
          <p:cNvGrpSpPr/>
          <p:nvPr/>
        </p:nvGrpSpPr>
        <p:grpSpPr>
          <a:xfrm>
            <a:off x="6125528" y="735965"/>
            <a:ext cx="4728210" cy="5817235"/>
            <a:chOff x="9645" y="1159"/>
            <a:chExt cx="7446" cy="9161"/>
          </a:xfrm>
          <a:solidFill>
            <a:srgbClr val="E2AEAB"/>
          </a:solidFill>
        </p:grpSpPr>
        <p:sp>
          <p:nvSpPr>
            <p:cNvPr id="30" name="圆角矩形 29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rgbClr val="E2AEA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9645" y="3333"/>
              <a:ext cx="7429" cy="4603"/>
            </a:xfrm>
            <a:prstGeom prst="rect">
              <a:avLst/>
            </a:prstGeom>
            <a:grpFill/>
            <a:ln>
              <a:solidFill>
                <a:srgbClr val="E2AEAB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8000" b="1" kern="100" dirty="0" err="1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yóu</a:t>
              </a:r>
              <a:r>
                <a:rPr lang="en-US" alt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 </a:t>
              </a:r>
              <a:r>
                <a:rPr lang="en-US" altLang="zh-CN" sz="8000" b="1" kern="100" dirty="0" err="1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xì</a:t>
              </a:r>
              <a:r>
                <a:rPr lang="en-US" alt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Arial" panose="020B0704020202020204"/>
                </a:rPr>
                <a:t> </a:t>
              </a:r>
              <a:endParaRPr lang="en-US" altLang="zh-CN" sz="8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意识</a:t>
              </a:r>
            </a:p>
            <a:p>
              <a:pPr algn="ctr"/>
              <a:r>
                <a:rPr lang="en-US" altLang="zh-CN" sz="24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n. game</a:t>
              </a:r>
            </a:p>
          </p:txBody>
        </p:sp>
      </p:grpSp>
      <p:sp>
        <p:nvSpPr>
          <p:cNvPr id="24" name="文本框 7"/>
          <p:cNvSpPr txBox="1"/>
          <p:nvPr/>
        </p:nvSpPr>
        <p:spPr>
          <a:xfrm>
            <a:off x="166805" y="214290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生词</a:t>
            </a:r>
          </a:p>
        </p:txBody>
      </p:sp>
      <p:sp>
        <p:nvSpPr>
          <p:cNvPr id="7" name="文本框 7"/>
          <p:cNvSpPr txBox="1"/>
          <p:nvPr/>
        </p:nvSpPr>
        <p:spPr>
          <a:xfrm>
            <a:off x="238243" y="702214"/>
            <a:ext cx="12820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New Word</a:t>
            </a:r>
          </a:p>
        </p:txBody>
      </p:sp>
      <p:grpSp>
        <p:nvGrpSpPr>
          <p:cNvPr id="6" name="逐渐"/>
          <p:cNvGrpSpPr/>
          <p:nvPr/>
        </p:nvGrpSpPr>
        <p:grpSpPr>
          <a:xfrm>
            <a:off x="167005" y="136525"/>
            <a:ext cx="3035300" cy="3460115"/>
            <a:chOff x="3322" y="2520"/>
            <a:chExt cx="5983" cy="7404"/>
          </a:xfrm>
          <a:solidFill>
            <a:srgbClr val="558ED5"/>
          </a:solidFill>
        </p:grpSpPr>
        <p:sp>
          <p:nvSpPr>
            <p:cNvPr id="9" name="圆角矩形 8"/>
            <p:cNvSpPr/>
            <p:nvPr/>
          </p:nvSpPr>
          <p:spPr>
            <a:xfrm>
              <a:off x="3322" y="2520"/>
              <a:ext cx="5983" cy="7404"/>
            </a:xfrm>
            <a:prstGeom prst="roundRect">
              <a:avLst/>
            </a:prstGeom>
            <a:grpFill/>
            <a:ln>
              <a:solidFill>
                <a:srgbClr val="558ED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3636" y="4162"/>
              <a:ext cx="5353" cy="4064"/>
            </a:xfrm>
            <a:prstGeom prst="rect">
              <a:avLst/>
            </a:prstGeom>
            <a:grpFill/>
            <a:ln>
              <a:solidFill>
                <a:srgbClr val="558ED5"/>
              </a:solidFill>
            </a:ln>
          </p:spPr>
          <p:txBody>
            <a:bodyPr wrap="square" rtlCol="0">
              <a:noAutofit/>
            </a:bodyPr>
            <a:lstStyle/>
            <a:p>
              <a:pPr algn="ctr"/>
              <a:r>
                <a:rPr lang="en-US" sz="4400" kern="100" dirty="0" err="1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zh</a:t>
              </a:r>
              <a:r>
                <a:rPr lang="en-US" altLang="zh-CN" sz="4400" kern="100" dirty="0" err="1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ú</a:t>
              </a:r>
              <a:r>
                <a:rPr lang="en-US" altLang="zh-CN" sz="4400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 </a:t>
              </a:r>
              <a:r>
                <a:rPr lang="en-US" altLang="zh-CN" sz="4400" kern="100" dirty="0" err="1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jiàn</a:t>
              </a:r>
              <a:endParaRPr lang="en-US" sz="4400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zh-CN" altLang="en-US" sz="66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逐 渐</a:t>
              </a:r>
              <a:endParaRPr lang="zh-CN" sz="66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en-US" altLang="zh-CN" b="1" kern="100" dirty="0">
                  <a:solidFill>
                    <a:schemeClr val="bg1"/>
                  </a:solidFill>
                  <a:ea typeface="思源黑体 CN Regular" panose="020B0500000000000000" pitchFamily="34" charset="-122"/>
                  <a:sym typeface="Times New Roman" panose="02020603050405020304" pitchFamily="18" charset="0"/>
                </a:rPr>
                <a:t>adv. gradually</a:t>
              </a:r>
            </a:p>
          </p:txBody>
        </p:sp>
      </p:grpSp>
      <p:grpSp>
        <p:nvGrpSpPr>
          <p:cNvPr id="61" name="带" hidden="1"/>
          <p:cNvGrpSpPr/>
          <p:nvPr/>
        </p:nvGrpSpPr>
        <p:grpSpPr>
          <a:xfrm>
            <a:off x="1337628" y="728206"/>
            <a:ext cx="4717415" cy="5817235"/>
            <a:chOff x="2106" y="1159"/>
            <a:chExt cx="7429" cy="9161"/>
          </a:xfrm>
          <a:solidFill>
            <a:schemeClr val="accent5"/>
          </a:solidFill>
        </p:grpSpPr>
        <p:sp>
          <p:nvSpPr>
            <p:cNvPr id="62" name="圆角矩形 61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grpFill/>
            <a:ln>
              <a:solidFill>
                <a:schemeClr val="accent5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文本框 62"/>
            <p:cNvSpPr txBox="1"/>
            <p:nvPr/>
          </p:nvSpPr>
          <p:spPr>
            <a:xfrm>
              <a:off x="2106" y="3587"/>
              <a:ext cx="7429" cy="4603"/>
            </a:xfrm>
            <a:prstGeom prst="rect">
              <a:avLst/>
            </a:prstGeom>
            <a:grpFill/>
            <a:ln>
              <a:solidFill>
                <a:schemeClr val="accent5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sz="6000">
                  <a:sym typeface="+mn-ea"/>
                </a:rPr>
                <a:t>cāi</a:t>
              </a:r>
              <a:r>
                <a:rPr 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猜</a:t>
              </a:r>
            </a:p>
            <a:p>
              <a:pPr lvl="0" algn="ctr">
                <a:defRPr sz="1800"/>
              </a:pPr>
              <a:r>
                <a:rPr sz="2400">
                  <a:sym typeface="+mn-ea"/>
                </a:rPr>
                <a:t>v. to guess</a:t>
              </a:r>
            </a:p>
          </p:txBody>
        </p:sp>
      </p:grpSp>
      <p:grpSp>
        <p:nvGrpSpPr>
          <p:cNvPr id="67" name="面包" hidden="1"/>
          <p:cNvGrpSpPr/>
          <p:nvPr/>
        </p:nvGrpSpPr>
        <p:grpSpPr>
          <a:xfrm>
            <a:off x="1337628" y="728206"/>
            <a:ext cx="4717415" cy="5817235"/>
            <a:chOff x="2106" y="1159"/>
            <a:chExt cx="7429" cy="9161"/>
          </a:xfrm>
          <a:solidFill>
            <a:srgbClr val="C00000"/>
          </a:solidFill>
        </p:grpSpPr>
        <p:sp>
          <p:nvSpPr>
            <p:cNvPr id="68" name="圆角矩形 67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grpFill/>
            <a:ln>
              <a:solidFill>
                <a:srgbClr val="C0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文本框 68"/>
            <p:cNvSpPr txBox="1"/>
            <p:nvPr/>
          </p:nvSpPr>
          <p:spPr>
            <a:xfrm>
              <a:off x="2106" y="3587"/>
              <a:ext cx="7429" cy="4603"/>
            </a:xfrm>
            <a:prstGeom prst="rect">
              <a:avLst/>
            </a:prstGeom>
            <a:grpFill/>
            <a:ln>
              <a:solidFill>
                <a:srgbClr val="C0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sz="6600">
                  <a:sym typeface="+mn-ea"/>
                </a:rPr>
                <a:t>zhǐhǎo</a:t>
              </a:r>
              <a:r>
                <a:rPr 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</a:p>
            <a:p>
              <a:pPr algn="ctr"/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只好</a:t>
              </a:r>
            </a:p>
            <a:p>
              <a:pPr algn="ctr"/>
              <a:r>
                <a:rPr sz="2400">
                  <a:sym typeface="+mn-ea"/>
                </a:rPr>
                <a:t>adv. cannot but, to be forced to</a:t>
              </a:r>
            </a:p>
          </p:txBody>
        </p:sp>
      </p:grpSp>
      <p:grpSp>
        <p:nvGrpSpPr>
          <p:cNvPr id="27" name="北方" hidden="1"/>
          <p:cNvGrpSpPr/>
          <p:nvPr/>
        </p:nvGrpSpPr>
        <p:grpSpPr>
          <a:xfrm>
            <a:off x="1337628" y="711061"/>
            <a:ext cx="4717415" cy="5817235"/>
            <a:chOff x="2106" y="1159"/>
            <a:chExt cx="7429" cy="9161"/>
          </a:xfrm>
          <a:solidFill>
            <a:srgbClr val="C00000"/>
          </a:solidFill>
        </p:grpSpPr>
        <p:sp>
          <p:nvSpPr>
            <p:cNvPr id="28" name="圆角矩形 27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grpFill/>
            <a:ln>
              <a:solidFill>
                <a:srgbClr val="C0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文本框 39"/>
            <p:cNvSpPr txBox="1"/>
            <p:nvPr/>
          </p:nvSpPr>
          <p:spPr>
            <a:xfrm>
              <a:off x="2106" y="3587"/>
              <a:ext cx="7429" cy="4603"/>
            </a:xfrm>
            <a:prstGeom prst="rect">
              <a:avLst/>
            </a:prstGeom>
            <a:grpFill/>
            <a:ln>
              <a:solidFill>
                <a:srgbClr val="C0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sz="6600" dirty="0" err="1">
                  <a:latin typeface="GB Pinyinok-D" panose="02010601030101010101" pitchFamily="2" charset="-122"/>
                  <a:ea typeface="GB Pinyinok-D" panose="02010601030101010101" pitchFamily="2" charset="-122"/>
                  <a:sym typeface="+mn-ea"/>
                </a:rPr>
                <a:t>láidejí</a:t>
              </a:r>
              <a:r>
                <a:rPr 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</a:p>
            <a:p>
              <a:pPr algn="ctr"/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来得及</a:t>
              </a:r>
            </a:p>
            <a:p>
              <a:pPr lvl="0" algn="ctr">
                <a:defRPr sz="1800"/>
              </a:pPr>
              <a:r>
                <a:rPr sz="2400">
                  <a:sym typeface="+mn-ea"/>
                </a:rPr>
                <a:t>v. there’s still time (to do sth.)</a:t>
              </a:r>
            </a:p>
          </p:txBody>
        </p:sp>
      </p:grpSp>
      <p:sp>
        <p:nvSpPr>
          <p:cNvPr id="8" name="文本框 7"/>
          <p:cNvSpPr txBox="1"/>
          <p:nvPr/>
        </p:nvSpPr>
        <p:spPr>
          <a:xfrm>
            <a:off x="3528695" y="417195"/>
            <a:ext cx="406908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/>
              <a:t>随着国家的发展</a:t>
            </a:r>
            <a:r>
              <a:rPr lang="en-US" altLang="zh-CN" sz="2400"/>
              <a:t>，</a:t>
            </a:r>
            <a:r>
              <a:rPr lang="zh-CN" altLang="en-US" sz="2400"/>
              <a:t>人民的生活水平</a:t>
            </a:r>
            <a:r>
              <a:rPr lang="zh-CN" altLang="en-US" sz="2400">
                <a:solidFill>
                  <a:srgbClr val="FF0000"/>
                </a:solidFill>
              </a:rPr>
              <a:t>逐渐</a:t>
            </a:r>
            <a:r>
              <a:rPr lang="zh-CN" altLang="en-US" sz="2400"/>
              <a:t>提高</a:t>
            </a:r>
            <a:r>
              <a:rPr lang="en-US" altLang="zh-CN" sz="2400"/>
              <a:t>。</a:t>
            </a:r>
          </a:p>
        </p:txBody>
      </p:sp>
      <p:sp>
        <p:nvSpPr>
          <p:cNvPr id="41" name="文本框 40"/>
          <p:cNvSpPr txBox="1"/>
          <p:nvPr/>
        </p:nvSpPr>
        <p:spPr>
          <a:xfrm>
            <a:off x="3616960" y="1685290"/>
            <a:ext cx="332168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/>
              <a:t>他长大后</a:t>
            </a:r>
            <a:r>
              <a:rPr lang="en-US" altLang="zh-CN" sz="2400"/>
              <a:t>，</a:t>
            </a:r>
            <a:r>
              <a:rPr lang="zh-CN" altLang="en-US" sz="2400">
                <a:solidFill>
                  <a:srgbClr val="FF0000"/>
                </a:solidFill>
              </a:rPr>
              <a:t>逐渐</a:t>
            </a:r>
            <a:r>
              <a:rPr lang="zh-CN" altLang="en-US" sz="2400"/>
              <a:t>明白了学习的重要性</a:t>
            </a:r>
            <a:r>
              <a:rPr lang="en-US" altLang="zh-CN" sz="2400"/>
              <a:t>。</a:t>
            </a:r>
          </a:p>
        </p:txBody>
      </p:sp>
      <p:sp>
        <p:nvSpPr>
          <p:cNvPr id="42" name="文本框 41"/>
          <p:cNvSpPr txBox="1"/>
          <p:nvPr/>
        </p:nvSpPr>
        <p:spPr>
          <a:xfrm>
            <a:off x="3884295" y="4581525"/>
            <a:ext cx="361251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/>
              <a:t>他对这篇论文不是很满意</a:t>
            </a:r>
            <a:r>
              <a:rPr lang="en-US" altLang="zh-CN" sz="2400"/>
              <a:t>，</a:t>
            </a:r>
            <a:r>
              <a:rPr lang="zh-CN" altLang="en-US" sz="2400"/>
              <a:t>提出许多</a:t>
            </a:r>
            <a:r>
              <a:rPr lang="zh-CN" altLang="en-US" sz="2400">
                <a:solidFill>
                  <a:srgbClr val="FF0000"/>
                </a:solidFill>
              </a:rPr>
              <a:t>改进</a:t>
            </a:r>
            <a:r>
              <a:rPr lang="zh-CN" altLang="en-US" sz="2400"/>
              <a:t>意见</a:t>
            </a:r>
            <a:r>
              <a:rPr lang="en-US" altLang="zh-CN" sz="2400"/>
              <a:t>。</a:t>
            </a:r>
          </a:p>
        </p:txBody>
      </p:sp>
      <p:pic>
        <p:nvPicPr>
          <p:cNvPr id="43" name="图片 42"/>
          <p:cNvPicPr/>
          <p:nvPr/>
        </p:nvPicPr>
        <p:blipFill>
          <a:blip r:embed="rId3"/>
          <a:stretch>
            <a:fillRect/>
          </a:stretch>
        </p:blipFill>
        <p:spPr>
          <a:xfrm>
            <a:off x="7455535" y="213995"/>
            <a:ext cx="3835400" cy="2994025"/>
          </a:xfrm>
          <a:prstGeom prst="rect">
            <a:avLst/>
          </a:prstGeom>
        </p:spPr>
      </p:pic>
      <p:pic>
        <p:nvPicPr>
          <p:cNvPr id="45" name="图片 44"/>
          <p:cNvPicPr/>
          <p:nvPr/>
        </p:nvPicPr>
        <p:blipFill>
          <a:blip r:embed="rId4"/>
          <a:stretch>
            <a:fillRect/>
          </a:stretch>
        </p:blipFill>
        <p:spPr>
          <a:xfrm>
            <a:off x="7694295" y="3397885"/>
            <a:ext cx="3951605" cy="34601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xit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3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5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9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6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南方" hidden="1"/>
          <p:cNvGrpSpPr/>
          <p:nvPr/>
        </p:nvGrpSpPr>
        <p:grpSpPr>
          <a:xfrm>
            <a:off x="6114733" y="735965"/>
            <a:ext cx="4739005" cy="5817235"/>
            <a:chOff x="9628" y="1159"/>
            <a:chExt cx="7463" cy="9161"/>
          </a:xfrm>
          <a:solidFill>
            <a:srgbClr val="E2AEAB"/>
          </a:solidFill>
        </p:grpSpPr>
        <p:sp>
          <p:nvSpPr>
            <p:cNvPr id="71" name="圆角矩形 70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rgbClr val="E2AEA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2" name="文本框 71"/>
            <p:cNvSpPr txBox="1"/>
            <p:nvPr/>
          </p:nvSpPr>
          <p:spPr>
            <a:xfrm>
              <a:off x="9628" y="3387"/>
              <a:ext cx="7429" cy="4603"/>
            </a:xfrm>
            <a:prstGeom prst="rect">
              <a:avLst/>
            </a:prstGeom>
            <a:grpFill/>
            <a:ln>
              <a:solidFill>
                <a:srgbClr val="E2AEAB"/>
              </a:solidFill>
            </a:ln>
          </p:spPr>
          <p:txBody>
            <a:bodyPr wrap="square" rtlCol="0">
              <a:spAutoFit/>
            </a:bodyPr>
            <a:lstStyle/>
            <a:p>
              <a:pPr algn="ctr">
                <a:buClrTx/>
                <a:buSzTx/>
                <a:buFontTx/>
              </a:pPr>
              <a:r>
                <a:rPr lang="en-US" altLang="zh-CN" sz="66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nán fānɡ</a:t>
              </a:r>
              <a:r>
                <a:rPr lang="en-US" alt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南</a:t>
              </a:r>
              <a:r>
                <a:rPr lang="en-US" alt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方</a:t>
              </a:r>
              <a:endParaRPr lang="en-US" altLang="zh-CN" sz="24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en-US" altLang="zh-CN" sz="24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n. south, southern part</a:t>
              </a:r>
            </a:p>
          </p:txBody>
        </p:sp>
      </p:grpSp>
      <p:grpSp>
        <p:nvGrpSpPr>
          <p:cNvPr id="64" name="复习" hidden="1"/>
          <p:cNvGrpSpPr/>
          <p:nvPr/>
        </p:nvGrpSpPr>
        <p:grpSpPr>
          <a:xfrm>
            <a:off x="6114733" y="735965"/>
            <a:ext cx="4739005" cy="5817235"/>
            <a:chOff x="9628" y="1159"/>
            <a:chExt cx="7463" cy="9161"/>
          </a:xfrm>
          <a:solidFill>
            <a:schemeClr val="accent1"/>
          </a:solidFill>
        </p:grpSpPr>
        <p:sp>
          <p:nvSpPr>
            <p:cNvPr id="65" name="圆角矩形 64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" name="文本框 65"/>
            <p:cNvSpPr txBox="1"/>
            <p:nvPr/>
          </p:nvSpPr>
          <p:spPr>
            <a:xfrm>
              <a:off x="9628" y="3587"/>
              <a:ext cx="7429" cy="4118"/>
            </a:xfrm>
            <a:prstGeom prst="rect">
              <a:avLst/>
            </a:prstGeom>
            <a:grp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fù xí</a:t>
              </a:r>
              <a:r>
                <a:rPr lang="en-US" sz="6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Arial" panose="020B0704020202020204"/>
                </a:rPr>
                <a:t> </a:t>
              </a:r>
              <a:endParaRPr lang="en-US" sz="6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复</a:t>
              </a:r>
              <a:r>
                <a:rPr lang="en-US" alt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习</a:t>
              </a:r>
            </a:p>
            <a:p>
              <a:pPr algn="ctr"/>
              <a:r>
                <a:rPr lang="en-US" altLang="zh-CN" sz="2400" b="1" kern="100" dirty="0">
                  <a:solidFill>
                    <a:schemeClr val="bg1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  <a:cs typeface="华文细黑" panose="02010600040101010101" pitchFamily="2" charset="-122"/>
                  <a:sym typeface="+mn-ea"/>
                </a:rPr>
                <a:t>v.  to review</a:t>
              </a:r>
            </a:p>
          </p:txBody>
        </p:sp>
      </p:grpSp>
      <p:grpSp>
        <p:nvGrpSpPr>
          <p:cNvPr id="58" name="否则" hidden="1"/>
          <p:cNvGrpSpPr/>
          <p:nvPr/>
        </p:nvGrpSpPr>
        <p:grpSpPr>
          <a:xfrm>
            <a:off x="6114733" y="735965"/>
            <a:ext cx="4739005" cy="5817235"/>
            <a:chOff x="9628" y="1159"/>
            <a:chExt cx="7463" cy="9161"/>
          </a:xfrm>
          <a:solidFill>
            <a:schemeClr val="accent3"/>
          </a:solidFill>
        </p:grpSpPr>
        <p:sp>
          <p:nvSpPr>
            <p:cNvPr id="59" name="圆角矩形 58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文本框 59"/>
            <p:cNvSpPr txBox="1"/>
            <p:nvPr/>
          </p:nvSpPr>
          <p:spPr>
            <a:xfrm>
              <a:off x="9628" y="3587"/>
              <a:ext cx="7429" cy="4118"/>
            </a:xfrm>
            <a:prstGeom prst="rect">
              <a:avLst/>
            </a:prstGeom>
            <a:grpFill/>
            <a:ln>
              <a:solidFill>
                <a:schemeClr val="accent3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fǒuzé </a:t>
              </a:r>
              <a:r>
                <a:rPr sz="6000" dirty="0">
                  <a:latin typeface="Arial" panose="020B0704020202020204"/>
                  <a:ea typeface="Arial" panose="020B0704020202020204"/>
                  <a:cs typeface="Arial" panose="020B0704020202020204"/>
                  <a:sym typeface="Arial" panose="020B0704020202020204"/>
                </a:rPr>
                <a:t> </a:t>
              </a:r>
            </a:p>
            <a:p>
              <a:pPr algn="ctr"/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否则</a:t>
              </a:r>
            </a:p>
            <a:p>
              <a:pPr algn="ctr"/>
              <a:r>
                <a:rPr lang="en-US" sz="2400" b="1" kern="100" dirty="0">
                  <a:solidFill>
                    <a:schemeClr val="bg1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  <a:cs typeface="华文细黑" panose="02010600040101010101" pitchFamily="2" charset="-122"/>
                  <a:sym typeface="+mn-ea"/>
                </a:rPr>
                <a:t>conj. or, otherwise</a:t>
              </a:r>
            </a:p>
          </p:txBody>
        </p:sp>
      </p:grpSp>
      <p:grpSp>
        <p:nvGrpSpPr>
          <p:cNvPr id="29" name="意识-有问题不显示" hidden="1"/>
          <p:cNvGrpSpPr/>
          <p:nvPr/>
        </p:nvGrpSpPr>
        <p:grpSpPr>
          <a:xfrm>
            <a:off x="6125528" y="735965"/>
            <a:ext cx="4728210" cy="5817235"/>
            <a:chOff x="9645" y="1159"/>
            <a:chExt cx="7446" cy="9161"/>
          </a:xfrm>
          <a:solidFill>
            <a:srgbClr val="E2AEAB"/>
          </a:solidFill>
        </p:grpSpPr>
        <p:sp>
          <p:nvSpPr>
            <p:cNvPr id="30" name="圆角矩形 29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rgbClr val="E2AEA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9645" y="3333"/>
              <a:ext cx="7429" cy="4603"/>
            </a:xfrm>
            <a:prstGeom prst="rect">
              <a:avLst/>
            </a:prstGeom>
            <a:grpFill/>
            <a:ln>
              <a:solidFill>
                <a:srgbClr val="E2AEAB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8000" b="1" kern="100" dirty="0" err="1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yóu</a:t>
              </a:r>
              <a:r>
                <a:rPr lang="en-US" alt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 </a:t>
              </a:r>
              <a:r>
                <a:rPr lang="en-US" altLang="zh-CN" sz="8000" b="1" kern="100" dirty="0" err="1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xì</a:t>
              </a:r>
              <a:r>
                <a:rPr lang="en-US" alt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Arial" panose="020B0704020202020204"/>
                </a:rPr>
                <a:t> </a:t>
              </a:r>
              <a:endParaRPr lang="en-US" altLang="zh-CN" sz="8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意识</a:t>
              </a:r>
            </a:p>
            <a:p>
              <a:pPr algn="ctr"/>
              <a:r>
                <a:rPr lang="en-US" altLang="zh-CN" sz="24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n. game</a:t>
              </a:r>
            </a:p>
          </p:txBody>
        </p:sp>
      </p:grpSp>
      <p:sp>
        <p:nvSpPr>
          <p:cNvPr id="24" name="文本框 7"/>
          <p:cNvSpPr txBox="1"/>
          <p:nvPr/>
        </p:nvSpPr>
        <p:spPr>
          <a:xfrm>
            <a:off x="166805" y="214290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生词</a:t>
            </a:r>
          </a:p>
        </p:txBody>
      </p:sp>
      <p:sp>
        <p:nvSpPr>
          <p:cNvPr id="7" name="文本框 7"/>
          <p:cNvSpPr txBox="1"/>
          <p:nvPr/>
        </p:nvSpPr>
        <p:spPr>
          <a:xfrm>
            <a:off x="238243" y="702214"/>
            <a:ext cx="12820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New Word</a:t>
            </a:r>
          </a:p>
        </p:txBody>
      </p:sp>
      <p:grpSp>
        <p:nvGrpSpPr>
          <p:cNvPr id="23" name="意识"/>
          <p:cNvGrpSpPr/>
          <p:nvPr/>
        </p:nvGrpSpPr>
        <p:grpSpPr>
          <a:xfrm>
            <a:off x="167005" y="130810"/>
            <a:ext cx="3449955" cy="4461510"/>
            <a:chOff x="2106" y="1159"/>
            <a:chExt cx="7429" cy="9161"/>
          </a:xfrm>
        </p:grpSpPr>
        <p:sp>
          <p:nvSpPr>
            <p:cNvPr id="5" name="圆角矩形 4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solidFill>
              <a:srgbClr val="558ED5"/>
            </a:solidFill>
            <a:ln>
              <a:solidFill>
                <a:srgbClr val="558ED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2106" y="2914"/>
              <a:ext cx="7429" cy="55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5400" b="1" kern="100" dirty="0" err="1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yì</a:t>
              </a:r>
              <a:r>
                <a:rPr lang="en-US" altLang="zh-CN" sz="54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  </a:t>
              </a:r>
              <a:r>
                <a:rPr lang="en-US" altLang="zh-CN" sz="5400" b="1" kern="100" dirty="0" err="1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shi</a:t>
              </a:r>
              <a:r>
                <a:rPr lang="en-US" altLang="zh-CN" sz="66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意 识</a:t>
              </a:r>
              <a:endParaRPr lang="zh-CN" sz="8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华文细黑" panose="02010600040101010101" pitchFamily="2" charset="-122"/>
              </a:endParaRPr>
            </a:p>
            <a:p>
              <a:pPr algn="ctr"/>
              <a:r>
                <a:rPr lang="en-US" altLang="zh-CN" sz="2400" b="1" kern="100" dirty="0">
                  <a:solidFill>
                    <a:schemeClr val="bg1"/>
                  </a:solidFill>
                  <a:ea typeface="思源黑体 CN Regular" panose="020B0500000000000000" pitchFamily="34" charset="-122"/>
                  <a:sym typeface="Times New Roman" panose="02020603050405020304" pitchFamily="18" charset="0"/>
                </a:rPr>
                <a:t>n./</a:t>
              </a:r>
              <a:r>
                <a:rPr lang="en-US" altLang="zh-CN" sz="2400" b="1" kern="100" dirty="0" err="1">
                  <a:solidFill>
                    <a:schemeClr val="bg1"/>
                  </a:solidFill>
                  <a:ea typeface="思源黑体 CN Regular" panose="020B0500000000000000" pitchFamily="34" charset="-122"/>
                  <a:sym typeface="Times New Roman" panose="02020603050405020304" pitchFamily="18" charset="0"/>
                </a:rPr>
                <a:t>v.consciousness</a:t>
              </a:r>
              <a:endParaRPr lang="en-US" altLang="zh-CN" sz="2400" b="1" kern="100" dirty="0">
                <a:solidFill>
                  <a:schemeClr val="bg1"/>
                </a:solidFill>
                <a:ea typeface="思源黑体 CN Regular" panose="020B0500000000000000" pitchFamily="34" charset="-122"/>
                <a:sym typeface="+mn-ea"/>
              </a:endParaRPr>
            </a:p>
          </p:txBody>
        </p:sp>
      </p:grpSp>
      <p:grpSp>
        <p:nvGrpSpPr>
          <p:cNvPr id="61" name="带" hidden="1"/>
          <p:cNvGrpSpPr/>
          <p:nvPr/>
        </p:nvGrpSpPr>
        <p:grpSpPr>
          <a:xfrm>
            <a:off x="1337628" y="728206"/>
            <a:ext cx="4717415" cy="5817235"/>
            <a:chOff x="2106" y="1159"/>
            <a:chExt cx="7429" cy="9161"/>
          </a:xfrm>
          <a:solidFill>
            <a:schemeClr val="accent5"/>
          </a:solidFill>
        </p:grpSpPr>
        <p:sp>
          <p:nvSpPr>
            <p:cNvPr id="62" name="圆角矩形 61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grpFill/>
            <a:ln>
              <a:solidFill>
                <a:schemeClr val="accent5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文本框 62"/>
            <p:cNvSpPr txBox="1"/>
            <p:nvPr/>
          </p:nvSpPr>
          <p:spPr>
            <a:xfrm>
              <a:off x="2106" y="3587"/>
              <a:ext cx="7429" cy="4603"/>
            </a:xfrm>
            <a:prstGeom prst="rect">
              <a:avLst/>
            </a:prstGeom>
            <a:grpFill/>
            <a:ln>
              <a:solidFill>
                <a:schemeClr val="accent5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sz="6000">
                  <a:sym typeface="+mn-ea"/>
                </a:rPr>
                <a:t>cāi</a:t>
              </a:r>
              <a:r>
                <a:rPr 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猜</a:t>
              </a:r>
            </a:p>
            <a:p>
              <a:pPr lvl="0" algn="ctr">
                <a:defRPr sz="1800"/>
              </a:pPr>
              <a:r>
                <a:rPr sz="2400">
                  <a:sym typeface="+mn-ea"/>
                </a:rPr>
                <a:t>v. to guess</a:t>
              </a:r>
            </a:p>
          </p:txBody>
        </p:sp>
      </p:grpSp>
      <p:grpSp>
        <p:nvGrpSpPr>
          <p:cNvPr id="67" name="面包" hidden="1"/>
          <p:cNvGrpSpPr/>
          <p:nvPr/>
        </p:nvGrpSpPr>
        <p:grpSpPr>
          <a:xfrm>
            <a:off x="1337628" y="728206"/>
            <a:ext cx="4717415" cy="5817235"/>
            <a:chOff x="2106" y="1159"/>
            <a:chExt cx="7429" cy="9161"/>
          </a:xfrm>
          <a:solidFill>
            <a:srgbClr val="C00000"/>
          </a:solidFill>
        </p:grpSpPr>
        <p:sp>
          <p:nvSpPr>
            <p:cNvPr id="68" name="圆角矩形 67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grpFill/>
            <a:ln>
              <a:solidFill>
                <a:srgbClr val="C0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文本框 68"/>
            <p:cNvSpPr txBox="1"/>
            <p:nvPr/>
          </p:nvSpPr>
          <p:spPr>
            <a:xfrm>
              <a:off x="2106" y="3587"/>
              <a:ext cx="7429" cy="4603"/>
            </a:xfrm>
            <a:prstGeom prst="rect">
              <a:avLst/>
            </a:prstGeom>
            <a:grpFill/>
            <a:ln>
              <a:solidFill>
                <a:srgbClr val="C0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sz="6600">
                  <a:sym typeface="+mn-ea"/>
                </a:rPr>
                <a:t>zhǐhǎo</a:t>
              </a:r>
              <a:r>
                <a:rPr 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</a:p>
            <a:p>
              <a:pPr algn="ctr"/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只好</a:t>
              </a:r>
            </a:p>
            <a:p>
              <a:pPr algn="ctr"/>
              <a:r>
                <a:rPr sz="2400">
                  <a:sym typeface="+mn-ea"/>
                </a:rPr>
                <a:t>adv. cannot but, to be forced to</a:t>
              </a:r>
            </a:p>
          </p:txBody>
        </p:sp>
      </p:grpSp>
      <p:grpSp>
        <p:nvGrpSpPr>
          <p:cNvPr id="27" name="北方" hidden="1"/>
          <p:cNvGrpSpPr/>
          <p:nvPr/>
        </p:nvGrpSpPr>
        <p:grpSpPr>
          <a:xfrm>
            <a:off x="1337628" y="711061"/>
            <a:ext cx="4717415" cy="5817235"/>
            <a:chOff x="2106" y="1159"/>
            <a:chExt cx="7429" cy="9161"/>
          </a:xfrm>
          <a:solidFill>
            <a:srgbClr val="C00000"/>
          </a:solidFill>
        </p:grpSpPr>
        <p:sp>
          <p:nvSpPr>
            <p:cNvPr id="28" name="圆角矩形 27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grpFill/>
            <a:ln>
              <a:solidFill>
                <a:srgbClr val="C0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文本框 39"/>
            <p:cNvSpPr txBox="1"/>
            <p:nvPr/>
          </p:nvSpPr>
          <p:spPr>
            <a:xfrm>
              <a:off x="2106" y="3587"/>
              <a:ext cx="7429" cy="4603"/>
            </a:xfrm>
            <a:prstGeom prst="rect">
              <a:avLst/>
            </a:prstGeom>
            <a:grpFill/>
            <a:ln>
              <a:solidFill>
                <a:srgbClr val="C0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sz="6600" dirty="0" err="1">
                  <a:latin typeface="GB Pinyinok-D" panose="02010601030101010101" pitchFamily="2" charset="-122"/>
                  <a:ea typeface="GB Pinyinok-D" panose="02010601030101010101" pitchFamily="2" charset="-122"/>
                  <a:sym typeface="+mn-ea"/>
                </a:rPr>
                <a:t>láidejí</a:t>
              </a:r>
              <a:r>
                <a:rPr 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</a:p>
            <a:p>
              <a:pPr algn="ctr"/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来得及</a:t>
              </a:r>
            </a:p>
            <a:p>
              <a:pPr lvl="0" algn="ctr">
                <a:defRPr sz="1800"/>
              </a:pPr>
              <a:r>
                <a:rPr sz="2400">
                  <a:sym typeface="+mn-ea"/>
                </a:rPr>
                <a:t>v. there’s still time (to do sth.)</a:t>
              </a:r>
            </a:p>
          </p:txBody>
        </p:sp>
      </p:grpSp>
      <p:pic>
        <p:nvPicPr>
          <p:cNvPr id="8" name="图片 7"/>
          <p:cNvPicPr/>
          <p:nvPr/>
        </p:nvPicPr>
        <p:blipFill>
          <a:blip r:embed="rId3"/>
          <a:stretch>
            <a:fillRect/>
          </a:stretch>
        </p:blipFill>
        <p:spPr>
          <a:xfrm>
            <a:off x="7353935" y="0"/>
            <a:ext cx="4086860" cy="3474085"/>
          </a:xfrm>
          <a:prstGeom prst="rect">
            <a:avLst/>
          </a:prstGeom>
        </p:spPr>
      </p:pic>
      <p:sp>
        <p:nvSpPr>
          <p:cNvPr id="41" name="文本框 40"/>
          <p:cNvSpPr txBox="1"/>
          <p:nvPr/>
        </p:nvSpPr>
        <p:spPr>
          <a:xfrm>
            <a:off x="3895725" y="1383665"/>
            <a:ext cx="305498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/>
              <a:t>孩子长大后，自我</a:t>
            </a:r>
            <a:r>
              <a:rPr lang="zh-CN" altLang="en-US" sz="2000">
                <a:solidFill>
                  <a:srgbClr val="FF0000"/>
                </a:solidFill>
              </a:rPr>
              <a:t>意识</a:t>
            </a:r>
            <a:r>
              <a:rPr lang="zh-CN" altLang="en-US" sz="2000"/>
              <a:t>越来越多</a:t>
            </a:r>
            <a:r>
              <a:rPr lang="en-US" altLang="zh-CN" sz="2000"/>
              <a:t>。</a:t>
            </a:r>
          </a:p>
        </p:txBody>
      </p:sp>
      <p:sp>
        <p:nvSpPr>
          <p:cNvPr id="42" name="文本框 41"/>
          <p:cNvSpPr txBox="1"/>
          <p:nvPr/>
        </p:nvSpPr>
        <p:spPr>
          <a:xfrm>
            <a:off x="3895725" y="3564255"/>
            <a:ext cx="30549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/>
              <a:t>他</a:t>
            </a:r>
            <a:r>
              <a:rPr lang="zh-CN" altLang="en-US" sz="2000">
                <a:solidFill>
                  <a:srgbClr val="FF0000"/>
                </a:solidFill>
              </a:rPr>
              <a:t>意识</a:t>
            </a:r>
            <a:r>
              <a:rPr lang="zh-CN" altLang="en-US" sz="2000"/>
              <a:t>到了自己的错误</a:t>
            </a:r>
            <a:r>
              <a:rPr lang="en-US" altLang="zh-CN" sz="2000"/>
              <a:t>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xit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2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4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1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5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7"/>
          <p:cNvSpPr txBox="1"/>
          <p:nvPr/>
        </p:nvSpPr>
        <p:spPr>
          <a:xfrm>
            <a:off x="165735" y="173355"/>
            <a:ext cx="633222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语言点</a:t>
            </a:r>
            <a:endParaRPr lang="en-US" altLang="zh-CN" sz="2800" b="1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sym typeface="+mn-ea"/>
            </a:endParaRPr>
          </a:p>
        </p:txBody>
      </p:sp>
      <p:sp>
        <p:nvSpPr>
          <p:cNvPr id="9" name="文本框 7"/>
          <p:cNvSpPr txBox="1"/>
          <p:nvPr/>
        </p:nvSpPr>
        <p:spPr>
          <a:xfrm>
            <a:off x="237490" y="695325"/>
            <a:ext cx="180086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algn="l" defTabSz="914400">
              <a:buClrTx/>
              <a:buSzTx/>
              <a:buFontTx/>
              <a:buNone/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Language Point</a:t>
            </a:r>
            <a:endParaRPr kumimoji="0" lang="en-US" b="1" i="0" u="none" strike="noStrike" kern="1200" cap="none" spc="0" normalizeH="0" baseline="0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23" name="梯形 22"/>
          <p:cNvSpPr/>
          <p:nvPr/>
        </p:nvSpPr>
        <p:spPr>
          <a:xfrm>
            <a:off x="9399905" y="1446219"/>
            <a:ext cx="2792095" cy="5854700"/>
          </a:xfrm>
          <a:prstGeom prst="trapezoid">
            <a:avLst>
              <a:gd name="adj" fmla="val 30365"/>
            </a:avLst>
          </a:prstGeom>
          <a:solidFill>
            <a:schemeClr val="accent4">
              <a:alpha val="67000"/>
            </a:schemeClr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pic>
        <p:nvPicPr>
          <p:cNvPr id="30" name="图片 29" descr="C:\Users\Administrator\Desktop\4a7e7ce1.png4a7e7ce1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9776248" y="-717762"/>
            <a:ext cx="1801707" cy="2511213"/>
          </a:xfrm>
          <a:prstGeom prst="rect">
            <a:avLst/>
          </a:prstGeom>
        </p:spPr>
      </p:pic>
      <p:grpSp>
        <p:nvGrpSpPr>
          <p:cNvPr id="31" name="组合 30"/>
          <p:cNvGrpSpPr/>
          <p:nvPr/>
        </p:nvGrpSpPr>
        <p:grpSpPr>
          <a:xfrm>
            <a:off x="9776248" y="2084844"/>
            <a:ext cx="2086822" cy="4773009"/>
            <a:chOff x="8640" y="3021"/>
            <a:chExt cx="3878" cy="3684"/>
          </a:xfrm>
        </p:grpSpPr>
        <p:sp>
          <p:nvSpPr>
            <p:cNvPr id="33" name="圆角矩形 32"/>
            <p:cNvSpPr/>
            <p:nvPr/>
          </p:nvSpPr>
          <p:spPr>
            <a:xfrm>
              <a:off x="8760" y="3144"/>
              <a:ext cx="3577" cy="3003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8640" y="3021"/>
              <a:ext cx="3878" cy="368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 fontAlgn="ctr"/>
              <a:r>
                <a:rPr lang="zh-CN" altLang="en-US" sz="4400" b="1" kern="100" dirty="0">
                  <a:solidFill>
                    <a:srgbClr val="FF0000"/>
                  </a:solidFill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显示</a:t>
              </a:r>
            </a:p>
            <a:p>
              <a:pPr marL="457200" indent="-457200" fontAlgn="ctr">
                <a:buAutoNum type="arabicPeriod"/>
              </a:pPr>
              <a:r>
                <a:rPr lang="zh-CN" altLang="en-US" sz="2000" b="1" kern="100" dirty="0">
                  <a:solidFill>
                    <a:schemeClr val="bg1">
                      <a:lumMod val="65000"/>
                    </a:schemeClr>
                  </a:solidFill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指</a:t>
              </a:r>
              <a:r>
                <a:rPr lang="zh-CN" altLang="en-US" sz="2000" b="1" kern="100" dirty="0">
                  <a:solidFill>
                    <a:srgbClr val="FF0000"/>
                  </a:solidFill>
                  <a:highlight>
                    <a:srgbClr val="FFFF00"/>
                  </a:highlight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表示出某种态度、能力或情况</a:t>
              </a:r>
              <a:endParaRPr lang="vi-VN" altLang="zh-CN" sz="2000" b="1" kern="100" dirty="0">
                <a:solidFill>
                  <a:srgbClr val="FF0000"/>
                </a:solidFill>
                <a:highlight>
                  <a:srgbClr val="FFFF00"/>
                </a:highlight>
                <a:latin typeface="华文楷体" panose="02010600040101010101" charset="-122"/>
                <a:ea typeface="华文楷体" panose="02010600040101010101" charset="-122"/>
                <a:cs typeface="华文细黑" panose="02010600040101010101" pitchFamily="2" charset="-122"/>
                <a:sym typeface="华文细黑" panose="02010600040101010101" pitchFamily="2" charset="-122"/>
              </a:endParaRPr>
            </a:p>
            <a:p>
              <a:pPr fontAlgn="ctr"/>
              <a:r>
                <a:rPr lang="vi-VN" altLang="zh-CN" sz="2000" b="1" kern="100" dirty="0">
                  <a:solidFill>
                    <a:srgbClr val="FF0000"/>
                  </a:solidFill>
                  <a:highlight>
                    <a:srgbClr val="FFFF00"/>
                  </a:highlight>
                  <a:latin typeface="Times New Roman" panose="02020603050405020304" pitchFamily="18" charset="0"/>
                  <a:ea typeface="华文楷体" panose="02010600040101010101" charset="-122"/>
                  <a:cs typeface="Times New Roman" panose="02020603050405020304" pitchFamily="18" charset="0"/>
                  <a:sym typeface="华文细黑" panose="02010600040101010101" pitchFamily="2" charset="-122"/>
                </a:rPr>
                <a:t>Biểu thị một thái độ, năng lực tình huống nào đó: hiển thị</a:t>
              </a:r>
              <a:endParaRPr lang="zh-CN" altLang="zh-CN" sz="2000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华文细黑" panose="02010600040101010101" pitchFamily="2" charset="-122"/>
                <a:cs typeface="Times New Roman" panose="02020603050405020304" pitchFamily="18" charset="0"/>
                <a:sym typeface="华文细黑" panose="02010600040101010101" pitchFamily="2" charset="-122"/>
              </a:endParaRPr>
            </a:p>
            <a:p>
              <a:pPr fontAlgn="ctr"/>
              <a:r>
                <a:rPr lang="en-US" altLang="zh-CN" sz="2000" b="1" kern="100" dirty="0">
                  <a:solidFill>
                    <a:schemeClr val="bg1">
                      <a:lumMod val="65000"/>
                    </a:schemeClr>
                  </a:solidFill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2. </a:t>
              </a:r>
              <a:r>
                <a:rPr lang="zh-CN" altLang="en-US" sz="2000" b="1" kern="100" dirty="0">
                  <a:solidFill>
                    <a:schemeClr val="bg1">
                      <a:lumMod val="65000"/>
                    </a:schemeClr>
                  </a:solidFill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一般与</a:t>
              </a:r>
              <a:r>
                <a:rPr lang="zh-CN" altLang="en-US" sz="2000" b="1" kern="100" dirty="0">
                  <a:solidFill>
                    <a:srgbClr val="FF0000"/>
                  </a:solidFill>
                  <a:highlight>
                    <a:srgbClr val="FFFF00"/>
                  </a:highlight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名词或小句</a:t>
              </a:r>
              <a:r>
                <a:rPr lang="zh-CN" altLang="en-US" sz="2000" b="1" kern="100" dirty="0">
                  <a:solidFill>
                    <a:schemeClr val="bg1">
                      <a:lumMod val="65000"/>
                    </a:schemeClr>
                  </a:solidFill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搭配</a:t>
              </a:r>
              <a:endParaRPr lang="vi-VN" altLang="zh-CN" sz="2000" b="1" kern="100" dirty="0">
                <a:solidFill>
                  <a:schemeClr val="bg1">
                    <a:lumMod val="6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sym typeface="华文细黑" panose="02010600040101010101" pitchFamily="2" charset="-122"/>
              </a:endParaRPr>
            </a:p>
            <a:p>
              <a:pPr fontAlgn="ctr"/>
              <a:r>
                <a:rPr lang="vi-VN" altLang="zh-CN" sz="2000" b="1" kern="100" dirty="0">
                  <a:solidFill>
                    <a:schemeClr val="bg1">
                      <a:lumMod val="65000"/>
                    </a:schemeClr>
                  </a:solidFill>
                  <a:highlight>
                    <a:srgbClr val="FFFF00"/>
                  </a:highlight>
                  <a:latin typeface="Times New Roman" panose="02020603050405020304" pitchFamily="18" charset="0"/>
                  <a:ea typeface="华文楷体" panose="02010600040101010101" charset="-122"/>
                  <a:cs typeface="Times New Roman" panose="02020603050405020304" pitchFamily="18" charset="0"/>
                  <a:sym typeface="华文细黑" panose="02010600040101010101" pitchFamily="2" charset="-122"/>
                </a:rPr>
                <a:t>Kết hợp với danh từ, cụm từ</a:t>
              </a:r>
            </a:p>
            <a:p>
              <a:pPr fontAlgn="ctr"/>
              <a:endParaRPr lang="vi-VN" altLang="zh-CN" sz="2000" b="1" kern="1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ea typeface="华文楷体" panose="02010600040101010101" charset="-122"/>
                <a:cs typeface="Times New Roman" panose="02020603050405020304" pitchFamily="18" charset="0"/>
                <a:sym typeface="华文细黑" panose="02010600040101010101" pitchFamily="2" charset="-122"/>
              </a:endParaRPr>
            </a:p>
            <a:p>
              <a:pPr fontAlgn="ctr"/>
              <a:endParaRPr lang="zh-CN" altLang="zh-CN" sz="2000" b="1" kern="100" dirty="0">
                <a:solidFill>
                  <a:schemeClr val="bg1">
                    <a:lumMod val="6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sym typeface="华文细黑" panose="02010600040101010101" pitchFamily="2" charset="-122"/>
              </a:endParaRPr>
            </a:p>
          </p:txBody>
        </p:sp>
      </p:grpSp>
      <p:grpSp>
        <p:nvGrpSpPr>
          <p:cNvPr id="68" name="组合 67"/>
          <p:cNvGrpSpPr/>
          <p:nvPr/>
        </p:nvGrpSpPr>
        <p:grpSpPr>
          <a:xfrm>
            <a:off x="328930" y="2253615"/>
            <a:ext cx="8538845" cy="828675"/>
            <a:chOff x="518" y="3426"/>
            <a:chExt cx="13447" cy="1305"/>
          </a:xfrm>
        </p:grpSpPr>
        <p:sp>
          <p:nvSpPr>
            <p:cNvPr id="62" name="圆角矩形 61"/>
            <p:cNvSpPr/>
            <p:nvPr/>
          </p:nvSpPr>
          <p:spPr>
            <a:xfrm>
              <a:off x="518" y="3426"/>
              <a:ext cx="13447" cy="1305"/>
            </a:xfrm>
            <a:prstGeom prst="roundRect">
              <a:avLst/>
            </a:prstGeom>
            <a:noFill/>
            <a:ln w="19050">
              <a:solidFill>
                <a:srgbClr val="C0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E2AEAB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文本框 7"/>
            <p:cNvSpPr txBox="1"/>
            <p:nvPr/>
          </p:nvSpPr>
          <p:spPr>
            <a:xfrm>
              <a:off x="518" y="3640"/>
              <a:ext cx="13446" cy="91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eaLnBrk="1" fontAlgn="base">
                <a:buClrTx/>
                <a:buSzTx/>
                <a:buFontTx/>
              </a:pPr>
              <a:r>
                <a:rPr lang="zh-CN" altLang="en-US" sz="32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相片</a:t>
              </a:r>
              <a:r>
                <a:rPr lang="zh-CN" altLang="en-US" sz="3200" b="1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显示</a:t>
              </a:r>
              <a:r>
                <a:rPr lang="zh-CN" altLang="en-US" sz="32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：马奔跑时始终有一蹄着地。</a:t>
              </a:r>
              <a:endParaRPr lang="zh-CN" altLang="en-US" sz="3200" b="1" noProof="0" dirty="0">
                <a:ln>
                  <a:noFill/>
                </a:ln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sym typeface="+mn-ea"/>
              </a:endParaRPr>
            </a:p>
          </p:txBody>
        </p:sp>
      </p:grpSp>
      <p:grpSp>
        <p:nvGrpSpPr>
          <p:cNvPr id="80" name="组合 79"/>
          <p:cNvGrpSpPr/>
          <p:nvPr/>
        </p:nvGrpSpPr>
        <p:grpSpPr>
          <a:xfrm>
            <a:off x="328930" y="4256405"/>
            <a:ext cx="8538845" cy="828675"/>
            <a:chOff x="518" y="3426"/>
            <a:chExt cx="13447" cy="1305"/>
          </a:xfrm>
        </p:grpSpPr>
        <p:sp>
          <p:nvSpPr>
            <p:cNvPr id="81" name="圆角矩形 80"/>
            <p:cNvSpPr/>
            <p:nvPr/>
          </p:nvSpPr>
          <p:spPr>
            <a:xfrm>
              <a:off x="518" y="3426"/>
              <a:ext cx="13447" cy="1305"/>
            </a:xfrm>
            <a:prstGeom prst="roundRect">
              <a:avLst/>
            </a:prstGeom>
            <a:noFill/>
            <a:ln w="19050">
              <a:solidFill>
                <a:srgbClr val="C0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E2AEAB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2" name="文本框 7"/>
            <p:cNvSpPr txBox="1"/>
            <p:nvPr/>
          </p:nvSpPr>
          <p:spPr>
            <a:xfrm>
              <a:off x="518" y="3640"/>
              <a:ext cx="13446" cy="91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eaLnBrk="1" fontAlgn="base">
                <a:buClrTx/>
                <a:buSzTx/>
                <a:buFontTx/>
              </a:pPr>
              <a:r>
                <a:rPr lang="zh-CN" altLang="en-US" sz="3200" b="1" dirty="0"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这次活动的组织</a:t>
              </a:r>
              <a:r>
                <a:rPr lang="zh-CN" altLang="en-US" sz="3200" b="1" dirty="0">
                  <a:solidFill>
                    <a:srgbClr val="FF0000"/>
                  </a:solidFill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显示</a:t>
              </a:r>
              <a:r>
                <a:rPr lang="zh-CN" altLang="en-US" sz="3200" b="1" dirty="0"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出了他的才能。</a:t>
              </a:r>
              <a:endParaRPr lang="zh-CN" altLang="en-US" sz="3200" b="1" noProof="0" dirty="0">
                <a:ln>
                  <a:noFill/>
                </a:ln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sym typeface="+mn-ea"/>
              </a:endParaRPr>
            </a:p>
          </p:txBody>
        </p:sp>
      </p:grpSp>
      <p:pic>
        <p:nvPicPr>
          <p:cNvPr id="3" name="图片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21276" y="652159"/>
            <a:ext cx="1807492" cy="1588121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9480" y="5111750"/>
            <a:ext cx="2153827" cy="1514206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bldLvl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7"/>
          <p:cNvSpPr txBox="1"/>
          <p:nvPr/>
        </p:nvSpPr>
        <p:spPr>
          <a:xfrm>
            <a:off x="165735" y="173355"/>
            <a:ext cx="633222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语言点</a:t>
            </a:r>
            <a:endParaRPr lang="en-US" altLang="zh-CN" sz="2800" b="1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sym typeface="+mn-ea"/>
            </a:endParaRPr>
          </a:p>
        </p:txBody>
      </p:sp>
      <p:sp>
        <p:nvSpPr>
          <p:cNvPr id="9" name="文本框 7"/>
          <p:cNvSpPr txBox="1"/>
          <p:nvPr/>
        </p:nvSpPr>
        <p:spPr>
          <a:xfrm>
            <a:off x="237490" y="695325"/>
            <a:ext cx="180086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algn="l" defTabSz="914400">
              <a:buClrTx/>
              <a:buSzTx/>
              <a:buFontTx/>
              <a:buNone/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Language Point</a:t>
            </a:r>
            <a:endParaRPr kumimoji="0" lang="en-US" b="1" i="0" u="none" strike="noStrike" kern="1200" cap="none" spc="0" normalizeH="0" baseline="0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23" name="梯形 22"/>
          <p:cNvSpPr/>
          <p:nvPr/>
        </p:nvSpPr>
        <p:spPr>
          <a:xfrm>
            <a:off x="9288780" y="1243965"/>
            <a:ext cx="2792095" cy="5854700"/>
          </a:xfrm>
          <a:prstGeom prst="trapezoid">
            <a:avLst>
              <a:gd name="adj" fmla="val 30365"/>
            </a:avLst>
          </a:prstGeom>
          <a:solidFill>
            <a:schemeClr val="accent4">
              <a:alpha val="67000"/>
            </a:schemeClr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pic>
        <p:nvPicPr>
          <p:cNvPr id="30" name="图片 29" descr="C:\Users\Administrator\Desktop\4a7e7ce1.png4a7e7ce1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9776248" y="-717762"/>
            <a:ext cx="1801707" cy="2511213"/>
          </a:xfrm>
          <a:prstGeom prst="rect">
            <a:avLst/>
          </a:prstGeom>
        </p:spPr>
      </p:pic>
      <p:grpSp>
        <p:nvGrpSpPr>
          <p:cNvPr id="31" name="组合 30"/>
          <p:cNvGrpSpPr/>
          <p:nvPr/>
        </p:nvGrpSpPr>
        <p:grpSpPr>
          <a:xfrm>
            <a:off x="9776460" y="2841624"/>
            <a:ext cx="1861820" cy="3847548"/>
            <a:chOff x="8639" y="3144"/>
            <a:chExt cx="3714" cy="3499"/>
          </a:xfrm>
        </p:grpSpPr>
        <p:sp>
          <p:nvSpPr>
            <p:cNvPr id="33" name="圆角矩形 32"/>
            <p:cNvSpPr/>
            <p:nvPr/>
          </p:nvSpPr>
          <p:spPr>
            <a:xfrm>
              <a:off x="8776" y="3144"/>
              <a:ext cx="3577" cy="174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8639" y="3144"/>
              <a:ext cx="3714" cy="34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fontAlgn="ctr"/>
              <a:r>
                <a:rPr lang="zh-CN" altLang="en-US" sz="4400" b="1" kern="100" dirty="0">
                  <a:solidFill>
                    <a:srgbClr val="FF0000"/>
                  </a:solidFill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显得</a:t>
              </a:r>
            </a:p>
            <a:p>
              <a:pPr marL="457200" indent="-457200" fontAlgn="ctr">
                <a:buAutoNum type="arabicPeriod"/>
              </a:pPr>
              <a:r>
                <a:rPr lang="zh-CN" altLang="en-US" sz="2000" b="1" kern="100" dirty="0">
                  <a:solidFill>
                    <a:schemeClr val="bg1">
                      <a:lumMod val="65000"/>
                    </a:schemeClr>
                  </a:solidFill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指</a:t>
              </a:r>
              <a:r>
                <a:rPr lang="zh-CN" altLang="en-US" sz="2000" b="1" kern="100" dirty="0">
                  <a:solidFill>
                    <a:srgbClr val="FF0000"/>
                  </a:solidFill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表现出某种特性</a:t>
              </a:r>
              <a:endParaRPr lang="vi-VN" altLang="zh-CN" sz="2000" b="1" kern="100" dirty="0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  <a:cs typeface="华文细黑" panose="02010600040101010101" pitchFamily="2" charset="-122"/>
                <a:sym typeface="华文细黑" panose="02010600040101010101" pitchFamily="2" charset="-122"/>
              </a:endParaRPr>
            </a:p>
            <a:p>
              <a:pPr fontAlgn="ctr"/>
              <a:r>
                <a:rPr lang="vi-VN" altLang="zh-CN" sz="2000" b="1" kern="100" dirty="0">
                  <a:solidFill>
                    <a:srgbClr val="FF0000"/>
                  </a:solidFill>
                  <a:latin typeface="Times New Roman" panose="02020603050405020304" pitchFamily="18" charset="0"/>
                  <a:ea typeface="华文楷体" panose="02010600040101010101" charset="-122"/>
                  <a:cs typeface="Times New Roman" panose="02020603050405020304" pitchFamily="18" charset="0"/>
                  <a:sym typeface="华文细黑" panose="02010600040101010101" pitchFamily="2" charset="-122"/>
                </a:rPr>
                <a:t>Biểu thị 1 loại đặc tính</a:t>
              </a:r>
            </a:p>
            <a:p>
              <a:pPr fontAlgn="ctr"/>
              <a:r>
                <a:rPr lang="vi-VN" altLang="zh-CN" sz="2000" b="1" kern="100" dirty="0">
                  <a:solidFill>
                    <a:srgbClr val="FF0000"/>
                  </a:solidFill>
                  <a:latin typeface="Times New Roman" panose="02020603050405020304" pitchFamily="18" charset="0"/>
                  <a:ea typeface="华文楷体" panose="02010600040101010101" charset="-122"/>
                  <a:cs typeface="Times New Roman" panose="02020603050405020304" pitchFamily="18" charset="0"/>
                  <a:sym typeface="华文细黑" panose="02010600040101010101" pitchFamily="2" charset="-122"/>
                </a:rPr>
                <a:t>( lộ ra, trông kiểu...)</a:t>
              </a:r>
              <a:endParaRPr lang="en-US" altLang="zh-CN" sz="2000" b="1" kern="1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ea typeface="华文楷体" panose="02010600040101010101" charset="-122"/>
                <a:cs typeface="Times New Roman" panose="02020603050405020304" pitchFamily="18" charset="0"/>
                <a:sym typeface="华文细黑" panose="02010600040101010101" pitchFamily="2" charset="-122"/>
              </a:endParaRPr>
            </a:p>
            <a:p>
              <a:pPr fontAlgn="ctr"/>
              <a:r>
                <a:rPr lang="en-US" altLang="zh-CN" sz="2000" b="1" kern="100" dirty="0">
                  <a:solidFill>
                    <a:schemeClr val="bg1">
                      <a:lumMod val="65000"/>
                    </a:schemeClr>
                  </a:solidFill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2. </a:t>
              </a:r>
              <a:r>
                <a:rPr lang="zh-CN" altLang="en-US" sz="2000" b="1" kern="100" dirty="0">
                  <a:solidFill>
                    <a:schemeClr val="bg1">
                      <a:lumMod val="65000"/>
                    </a:schemeClr>
                  </a:solidFill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一般与</a:t>
              </a:r>
              <a:r>
                <a:rPr lang="zh-CN" altLang="en-US" sz="2000" b="1" kern="100" dirty="0">
                  <a:solidFill>
                    <a:srgbClr val="FF0000"/>
                  </a:solidFill>
                  <a:highlight>
                    <a:srgbClr val="FFFF00"/>
                  </a:highlight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形容词</a:t>
              </a:r>
              <a:r>
                <a:rPr lang="zh-CN" altLang="en-US" sz="2000" b="1" kern="100" dirty="0">
                  <a:solidFill>
                    <a:schemeClr val="bg1">
                      <a:lumMod val="65000"/>
                    </a:schemeClr>
                  </a:solidFill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搭配。</a:t>
              </a:r>
              <a:endParaRPr lang="vi-VN" altLang="zh-CN" sz="2000" b="1" kern="100" dirty="0">
                <a:solidFill>
                  <a:schemeClr val="bg1">
                    <a:lumMod val="6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sym typeface="华文细黑" panose="02010600040101010101" pitchFamily="2" charset="-122"/>
              </a:endParaRPr>
            </a:p>
            <a:p>
              <a:pPr fontAlgn="ctr"/>
              <a:r>
                <a:rPr lang="vi-VN" altLang="zh-CN" sz="2000" b="1" kern="100" dirty="0">
                  <a:solidFill>
                    <a:schemeClr val="bg1">
                      <a:lumMod val="65000"/>
                    </a:schemeClr>
                  </a:solidFill>
                  <a:latin typeface="Times New Roman" panose="02020603050405020304" pitchFamily="18" charset="0"/>
                  <a:ea typeface="华文楷体" panose="02010600040101010101" charset="-122"/>
                  <a:cs typeface="Times New Roman" panose="02020603050405020304" pitchFamily="18" charset="0"/>
                  <a:sym typeface="华文细黑" panose="02010600040101010101" pitchFamily="2" charset="-122"/>
                </a:rPr>
                <a:t>Thường đi với tính từ</a:t>
              </a:r>
              <a:endParaRPr lang="zh-CN" altLang="zh-CN" sz="2000" b="1" kern="1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ea typeface="华文楷体" panose="02010600040101010101" charset="-122"/>
                <a:cs typeface="Times New Roman" panose="02020603050405020304" pitchFamily="18" charset="0"/>
                <a:sym typeface="华文细黑" panose="02010600040101010101" pitchFamily="2" charset="-122"/>
              </a:endParaRPr>
            </a:p>
          </p:txBody>
        </p:sp>
      </p:grpSp>
      <p:grpSp>
        <p:nvGrpSpPr>
          <p:cNvPr id="68" name="组合 67"/>
          <p:cNvGrpSpPr/>
          <p:nvPr/>
        </p:nvGrpSpPr>
        <p:grpSpPr>
          <a:xfrm>
            <a:off x="328930" y="2253615"/>
            <a:ext cx="8538845" cy="828675"/>
            <a:chOff x="518" y="3426"/>
            <a:chExt cx="13447" cy="1305"/>
          </a:xfrm>
        </p:grpSpPr>
        <p:sp>
          <p:nvSpPr>
            <p:cNvPr id="62" name="圆角矩形 61"/>
            <p:cNvSpPr/>
            <p:nvPr/>
          </p:nvSpPr>
          <p:spPr>
            <a:xfrm>
              <a:off x="518" y="3426"/>
              <a:ext cx="13447" cy="1305"/>
            </a:xfrm>
            <a:prstGeom prst="roundRect">
              <a:avLst/>
            </a:prstGeom>
            <a:noFill/>
            <a:ln w="19050">
              <a:solidFill>
                <a:srgbClr val="C0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E2AEAB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文本框 7"/>
            <p:cNvSpPr txBox="1"/>
            <p:nvPr/>
          </p:nvSpPr>
          <p:spPr>
            <a:xfrm>
              <a:off x="518" y="3640"/>
              <a:ext cx="13446" cy="91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eaLnBrk="1" fontAlgn="base">
                <a:buClrTx/>
                <a:buSzTx/>
                <a:buFontTx/>
              </a:pPr>
              <a:r>
                <a:rPr lang="zh-CN" altLang="en-US" sz="32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几年不见，他</a:t>
              </a:r>
              <a:r>
                <a:rPr lang="zh-CN" altLang="en-US" sz="3200" b="1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显得</a:t>
              </a:r>
              <a:r>
                <a:rPr lang="zh-CN" altLang="en-US" sz="3200" b="1" noProof="0" dirty="0">
                  <a:ln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  <a:alpha val="43000"/>
                      </a:srgbClr>
                    </a:outerShdw>
                  </a:effectLst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成熟</a:t>
              </a:r>
              <a:r>
                <a:rPr lang="zh-CN" altLang="en-US" sz="32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多了。</a:t>
              </a:r>
              <a:endParaRPr lang="zh-CN" altLang="en-US" sz="3200" b="1" noProof="0" dirty="0">
                <a:ln>
                  <a:noFill/>
                </a:ln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sym typeface="+mn-ea"/>
              </a:endParaRPr>
            </a:p>
          </p:txBody>
        </p:sp>
      </p:grpSp>
      <p:grpSp>
        <p:nvGrpSpPr>
          <p:cNvPr id="80" name="组合 79"/>
          <p:cNvGrpSpPr/>
          <p:nvPr/>
        </p:nvGrpSpPr>
        <p:grpSpPr>
          <a:xfrm>
            <a:off x="328930" y="4256405"/>
            <a:ext cx="8538845" cy="828675"/>
            <a:chOff x="518" y="3426"/>
            <a:chExt cx="13447" cy="1305"/>
          </a:xfrm>
        </p:grpSpPr>
        <p:sp>
          <p:nvSpPr>
            <p:cNvPr id="81" name="圆角矩形 80"/>
            <p:cNvSpPr/>
            <p:nvPr/>
          </p:nvSpPr>
          <p:spPr>
            <a:xfrm>
              <a:off x="518" y="3426"/>
              <a:ext cx="13447" cy="1305"/>
            </a:xfrm>
            <a:prstGeom prst="roundRect">
              <a:avLst/>
            </a:prstGeom>
            <a:noFill/>
            <a:ln w="19050">
              <a:solidFill>
                <a:srgbClr val="C0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E2AEAB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2" name="文本框 7"/>
            <p:cNvSpPr txBox="1"/>
            <p:nvPr/>
          </p:nvSpPr>
          <p:spPr>
            <a:xfrm>
              <a:off x="518" y="3640"/>
              <a:ext cx="13446" cy="91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eaLnBrk="1" fontAlgn="base">
                <a:buClrTx/>
                <a:buSzTx/>
                <a:buFontTx/>
              </a:pPr>
              <a:r>
                <a:rPr lang="zh-CN" altLang="en-US" sz="3200" b="1" dirty="0"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中秋节那天，月亮</a:t>
              </a:r>
              <a:r>
                <a:rPr lang="zh-CN" altLang="en-US" sz="3200" b="1" dirty="0">
                  <a:solidFill>
                    <a:srgbClr val="FF0000"/>
                  </a:solidFill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显得</a:t>
              </a:r>
              <a:r>
                <a:rPr lang="zh-CN" altLang="en-US" sz="3200" b="1" dirty="0"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格外</a:t>
              </a:r>
              <a:r>
                <a:rPr lang="zh-CN" altLang="en-US" sz="3200" b="1" dirty="0">
                  <a:ln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  <a:alpha val="43000"/>
                      </a:srgbClr>
                    </a:outerShdw>
                  </a:effectLst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明亮</a:t>
              </a:r>
              <a:r>
                <a:rPr lang="zh-CN" altLang="en-US" sz="3200" b="1" dirty="0"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。</a:t>
              </a:r>
              <a:endParaRPr lang="zh-CN" altLang="en-US" sz="3200" b="1" noProof="0" dirty="0">
                <a:ln>
                  <a:noFill/>
                </a:ln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sym typeface="+mn-ea"/>
              </a:endParaRPr>
            </a:p>
          </p:txBody>
        </p:sp>
      </p:grpSp>
      <p:pic>
        <p:nvPicPr>
          <p:cNvPr id="3" name="图片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7467" y="1161661"/>
            <a:ext cx="1438393" cy="1920629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43714" y="5325745"/>
            <a:ext cx="2162175" cy="13716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bldLvl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7"/>
          <p:cNvSpPr txBox="1"/>
          <p:nvPr/>
        </p:nvSpPr>
        <p:spPr>
          <a:xfrm>
            <a:off x="166805" y="214290"/>
            <a:ext cx="1251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练一练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5" name="文本框 7"/>
          <p:cNvSpPr txBox="1"/>
          <p:nvPr/>
        </p:nvSpPr>
        <p:spPr>
          <a:xfrm>
            <a:off x="238243" y="702214"/>
            <a:ext cx="104013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Practise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4171950" y="455295"/>
            <a:ext cx="1402371" cy="706755"/>
            <a:chOff x="4428" y="448"/>
            <a:chExt cx="3124" cy="1113"/>
          </a:xfrm>
        </p:grpSpPr>
        <p:sp>
          <p:nvSpPr>
            <p:cNvPr id="43" name="圆角矩形 42"/>
            <p:cNvSpPr/>
            <p:nvPr/>
          </p:nvSpPr>
          <p:spPr>
            <a:xfrm>
              <a:off x="4428" y="462"/>
              <a:ext cx="3117" cy="1067"/>
            </a:xfrm>
            <a:prstGeom prst="roundRect">
              <a:avLst/>
            </a:prstGeom>
            <a:solidFill>
              <a:srgbClr val="9F313C"/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文本框 43"/>
            <p:cNvSpPr txBox="1"/>
            <p:nvPr/>
          </p:nvSpPr>
          <p:spPr>
            <a:xfrm>
              <a:off x="4429" y="448"/>
              <a:ext cx="3123" cy="1113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/>
              <a:r>
                <a:rPr lang="zh-CN" altLang="en-US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anose="02010600030101010101" pitchFamily="2" charset="-122"/>
                </a:rPr>
                <a:t>显示</a:t>
              </a: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6776720" y="455295"/>
            <a:ext cx="1472565" cy="706755"/>
            <a:chOff x="4428" y="448"/>
            <a:chExt cx="2319" cy="1113"/>
          </a:xfrm>
        </p:grpSpPr>
        <p:sp>
          <p:nvSpPr>
            <p:cNvPr id="11" name="圆角矩形 10"/>
            <p:cNvSpPr/>
            <p:nvPr/>
          </p:nvSpPr>
          <p:spPr>
            <a:xfrm>
              <a:off x="4428" y="462"/>
              <a:ext cx="2319" cy="1067"/>
            </a:xfrm>
            <a:prstGeom prst="roundRect">
              <a:avLst/>
            </a:prstGeom>
            <a:solidFill>
              <a:srgbClr val="9F313C"/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4591" y="448"/>
              <a:ext cx="2155" cy="1113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/>
              <a:r>
                <a:rPr lang="zh-CN" altLang="en-US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anose="02010600030101010101" pitchFamily="2" charset="-122"/>
                </a:rPr>
                <a:t>显得</a:t>
              </a: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-265063" y="1199626"/>
            <a:ext cx="11936507" cy="1508395"/>
            <a:chOff x="-503" y="1502"/>
            <a:chExt cx="19636" cy="3264"/>
          </a:xfrm>
        </p:grpSpPr>
        <p:sp>
          <p:nvSpPr>
            <p:cNvPr id="2" name="矩形 1"/>
            <p:cNvSpPr/>
            <p:nvPr/>
          </p:nvSpPr>
          <p:spPr>
            <a:xfrm>
              <a:off x="1460" y="2610"/>
              <a:ext cx="17673" cy="1608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rgbClr val="9F313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/>
            <a:p>
              <a:r>
                <a:rPr lang="en-US" altLang="zh-CN" sz="3600" b="1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+mn-ea"/>
                </a:rPr>
                <a:t> </a:t>
              </a:r>
              <a:r>
                <a:rPr lang="zh-CN" altLang="en-US" sz="3600" b="1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他最近怎么了？总是 </a:t>
              </a:r>
              <a:r>
                <a:rPr lang="en-US" altLang="zh-CN" sz="3600" b="1" dirty="0">
                  <a:solidFill>
                    <a:srgbClr val="C00000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+mn-ea"/>
                </a:rPr>
                <a:t>______</a:t>
              </a:r>
              <a:r>
                <a:rPr lang="zh-CN" altLang="en-US" sz="3600" b="1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+mn-ea"/>
                </a:rPr>
                <a:t>不太高兴</a:t>
              </a:r>
              <a:r>
                <a:rPr lang="zh-CN" altLang="en-US" sz="3600" b="1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。</a:t>
              </a:r>
              <a:endParaRPr lang="zh-CN" altLang="en-US" sz="3600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endParaRPr>
            </a:p>
          </p:txBody>
        </p:sp>
        <p:pic>
          <p:nvPicPr>
            <p:cNvPr id="6" name="图片 5" descr="C:\Users\Administrator\Desktop\小红书\对外汉语战略搞钱计划\教学素材\图片素材\我压缩.png我压缩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-503" y="1502"/>
              <a:ext cx="2769" cy="3264"/>
            </a:xfrm>
            <a:prstGeom prst="rect">
              <a:avLst/>
            </a:prstGeom>
          </p:spPr>
        </p:pic>
      </p:grpSp>
      <p:sp>
        <p:nvSpPr>
          <p:cNvPr id="36" name="文本框 35"/>
          <p:cNvSpPr txBox="1"/>
          <p:nvPr/>
        </p:nvSpPr>
        <p:spPr>
          <a:xfrm>
            <a:off x="4171950" y="1686699"/>
            <a:ext cx="3591560" cy="7683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4400" b="1" dirty="0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  <a:cs typeface="思源黑体 CN Regular" panose="020B0500000000000000" pitchFamily="34" charset="-122"/>
                <a:sym typeface="宋体" panose="02010600030101010101" pitchFamily="2" charset="-122"/>
              </a:rPr>
              <a:t>显得</a:t>
            </a:r>
            <a:endParaRPr lang="zh-CN" altLang="en-US" sz="44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华文楷体" panose="02010600040101010101" charset="-122"/>
              <a:ea typeface="华文楷体" panose="02010600040101010101" charset="-122"/>
              <a:cs typeface="思源黑体 CN Regular" panose="020B0500000000000000" pitchFamily="34" charset="-122"/>
              <a:sym typeface="宋体" panose="02010600030101010101" pitchFamily="2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-240014" y="2548673"/>
            <a:ext cx="11911458" cy="1628140"/>
            <a:chOff x="-164" y="2201"/>
            <a:chExt cx="18920" cy="2564"/>
          </a:xfrm>
        </p:grpSpPr>
        <p:sp>
          <p:nvSpPr>
            <p:cNvPr id="8" name="矩形 7"/>
            <p:cNvSpPr/>
            <p:nvPr/>
          </p:nvSpPr>
          <p:spPr>
            <a:xfrm>
              <a:off x="1639" y="2540"/>
              <a:ext cx="17117" cy="2202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rgbClr val="9F313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/>
            <a:p>
              <a:r>
                <a:rPr lang="zh-CN" altLang="en-US" sz="3600" b="1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+mn-ea"/>
                </a:rPr>
                <a:t>调查 </a:t>
              </a:r>
              <a:r>
                <a:rPr lang="en-US" altLang="zh-CN" sz="3600" b="1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+mn-ea"/>
                </a:rPr>
                <a:t> </a:t>
              </a:r>
              <a:r>
                <a:rPr lang="en-US" altLang="zh-CN" sz="3600" b="1" dirty="0">
                  <a:solidFill>
                    <a:srgbClr val="C00000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+mn-ea"/>
                </a:rPr>
                <a:t>_____ </a:t>
              </a:r>
              <a:r>
                <a:rPr lang="en-US" altLang="zh-CN" sz="3600" b="1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+mn-ea"/>
                </a:rPr>
                <a:t>,</a:t>
              </a:r>
              <a:r>
                <a:rPr lang="zh-CN" altLang="en-US" sz="3600" b="1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+mn-ea"/>
                </a:rPr>
                <a:t>只有</a:t>
              </a:r>
              <a:r>
                <a:rPr lang="en-US" altLang="zh-CN" sz="3600" b="1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+mn-ea"/>
                </a:rPr>
                <a:t>37%</a:t>
              </a:r>
              <a:r>
                <a:rPr lang="zh-CN" altLang="en-US" sz="3600" b="1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+mn-ea"/>
                </a:rPr>
                <a:t>的人愿意回到没有</a:t>
              </a:r>
              <a:r>
                <a:rPr lang="zh-CN" altLang="en-US" sz="3600" b="1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手机的时代。</a:t>
              </a:r>
              <a:endParaRPr lang="zh-CN" altLang="en-US" sz="3600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endParaRPr>
            </a:p>
          </p:txBody>
        </p:sp>
        <p:pic>
          <p:nvPicPr>
            <p:cNvPr id="16" name="图片 15" descr="C:\Users\Administrator\Desktop\小红书\对外汉语战略搞钱计划\教学素材\图片素材\我压缩.png我压缩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-164" y="2201"/>
              <a:ext cx="2564" cy="2564"/>
            </a:xfrm>
            <a:prstGeom prst="rect">
              <a:avLst/>
            </a:prstGeom>
          </p:spPr>
        </p:pic>
      </p:grpSp>
      <p:grpSp>
        <p:nvGrpSpPr>
          <p:cNvPr id="17" name="组合 16"/>
          <p:cNvGrpSpPr/>
          <p:nvPr/>
        </p:nvGrpSpPr>
        <p:grpSpPr>
          <a:xfrm>
            <a:off x="-253633" y="4013924"/>
            <a:ext cx="11925077" cy="1628140"/>
            <a:chOff x="-425" y="825"/>
            <a:chExt cx="19489" cy="2564"/>
          </a:xfrm>
        </p:grpSpPr>
        <p:sp>
          <p:nvSpPr>
            <p:cNvPr id="18" name="矩形 17"/>
            <p:cNvSpPr/>
            <p:nvPr/>
          </p:nvSpPr>
          <p:spPr>
            <a:xfrm>
              <a:off x="1391" y="1508"/>
              <a:ext cx="17673" cy="1170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rgbClr val="9F313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/>
            <a:p>
              <a:r>
                <a:rPr lang="zh-CN" altLang="en-US" sz="3600" b="1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节日的北京</a:t>
              </a:r>
              <a:r>
                <a:rPr lang="en-US" altLang="zh-CN" sz="3600" b="1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+mn-ea"/>
                </a:rPr>
                <a:t> </a:t>
              </a:r>
              <a:r>
                <a:rPr lang="en-US" altLang="zh-CN" sz="3600" b="1" dirty="0">
                  <a:solidFill>
                    <a:srgbClr val="C00000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+mn-ea"/>
                </a:rPr>
                <a:t>_____</a:t>
              </a:r>
              <a:r>
                <a:rPr lang="zh-CN" altLang="en-US" sz="3600" b="1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+mn-ea"/>
                </a:rPr>
                <a:t>更加美丽。</a:t>
              </a:r>
            </a:p>
          </p:txBody>
        </p:sp>
        <p:pic>
          <p:nvPicPr>
            <p:cNvPr id="23" name="图片 22" descr="C:\Users\Administrator\Desktop\小红书\对外汉语战略搞钱计划\教学素材\图片素材\我压缩.png我压缩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-425" y="825"/>
              <a:ext cx="2564" cy="2564"/>
            </a:xfrm>
            <a:prstGeom prst="rect">
              <a:avLst/>
            </a:prstGeom>
          </p:spPr>
        </p:pic>
      </p:grpSp>
      <p:sp>
        <p:nvSpPr>
          <p:cNvPr id="24" name="文本框 23"/>
          <p:cNvSpPr txBox="1"/>
          <p:nvPr/>
        </p:nvSpPr>
        <p:spPr>
          <a:xfrm>
            <a:off x="1989478" y="2764018"/>
            <a:ext cx="1995170" cy="7683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4400" b="1" dirty="0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  <a:cs typeface="思源黑体 CN Regular" panose="020B0500000000000000" pitchFamily="34" charset="-122"/>
                <a:sym typeface="宋体" panose="02010600030101010101" pitchFamily="2" charset="-122"/>
              </a:rPr>
              <a:t>显示</a:t>
            </a:r>
            <a:endParaRPr lang="zh-CN" altLang="en-US" sz="44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华文楷体" panose="02010600040101010101" charset="-122"/>
              <a:ea typeface="华文楷体" panose="02010600040101010101" charset="-122"/>
              <a:cs typeface="思源黑体 CN Regular" panose="020B0500000000000000" pitchFamily="34" charset="-122"/>
              <a:sym typeface="宋体" panose="02010600030101010101" pitchFamily="2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2979156" y="4390179"/>
            <a:ext cx="1995170" cy="7683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4400" b="1" dirty="0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  <a:cs typeface="思源黑体 CN Regular" panose="020B0500000000000000" pitchFamily="34" charset="-122"/>
                <a:sym typeface="宋体" panose="02010600030101010101" pitchFamily="2" charset="-122"/>
              </a:rPr>
              <a:t>显得</a:t>
            </a:r>
            <a:endParaRPr lang="zh-CN" altLang="en-US" sz="44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华文楷体" panose="02010600040101010101" charset="-122"/>
              <a:ea typeface="华文楷体" panose="02010600040101010101" charset="-122"/>
              <a:cs typeface="思源黑体 CN Regular" panose="020B0500000000000000" pitchFamily="34" charset="-122"/>
              <a:sym typeface="宋体" panose="02010600030101010101" pitchFamily="2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857555" y="5823039"/>
            <a:ext cx="10813890" cy="742950"/>
          </a:xfrm>
          <a:prstGeom prst="rect">
            <a:avLst/>
          </a:prstGeom>
          <a:solidFill>
            <a:schemeClr val="bg1"/>
          </a:solidFill>
          <a:ln w="57150">
            <a:solidFill>
              <a:srgbClr val="9F313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r>
              <a:rPr lang="zh-CN" altLang="en-US" sz="3600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rPr>
              <a:t>你得</a:t>
            </a:r>
            <a:r>
              <a:rPr lang="en-US" altLang="zh-CN" sz="3600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 </a:t>
            </a:r>
            <a:r>
              <a:rPr lang="en-US" altLang="zh-CN" sz="3600" b="1" dirty="0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_____</a:t>
            </a:r>
            <a:r>
              <a:rPr lang="zh-CN" altLang="en-US" sz="3600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出自己的本领，公司才会愿意用你。</a:t>
            </a:r>
          </a:p>
        </p:txBody>
      </p:sp>
      <p:pic>
        <p:nvPicPr>
          <p:cNvPr id="14" name="图片 13" descr="C:\Users\Administrator\Desktop\小红书\对外汉语战略搞钱计划\教学素材\图片素材\我压缩.png我压缩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-315235" y="5265934"/>
            <a:ext cx="1628140" cy="1628140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1672613" y="5747684"/>
            <a:ext cx="1725385" cy="76944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4400" b="1" dirty="0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  <a:cs typeface="思源黑体 CN Regular" panose="020B0500000000000000" pitchFamily="34" charset="-122"/>
                <a:sym typeface="宋体" panose="02010600030101010101" pitchFamily="2" charset="-122"/>
              </a:rPr>
              <a:t>显示</a:t>
            </a:r>
            <a:endParaRPr lang="zh-CN" altLang="en-US" sz="44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华文楷体" panose="02010600040101010101" charset="-122"/>
              <a:ea typeface="华文楷体" panose="02010600040101010101" charset="-122"/>
              <a:cs typeface="思源黑体 CN Regular" panose="020B0500000000000000" pitchFamily="34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24" grpId="0"/>
      <p:bldP spid="25" grpId="0"/>
      <p:bldP spid="15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7"/>
          <p:cNvSpPr txBox="1"/>
          <p:nvPr/>
        </p:nvSpPr>
        <p:spPr>
          <a:xfrm>
            <a:off x="165735" y="173355"/>
            <a:ext cx="633222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语言点</a:t>
            </a:r>
            <a:endParaRPr lang="en-US" altLang="zh-CN" sz="2800" b="1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sym typeface="+mn-ea"/>
            </a:endParaRPr>
          </a:p>
        </p:txBody>
      </p:sp>
      <p:sp>
        <p:nvSpPr>
          <p:cNvPr id="9" name="文本框 7"/>
          <p:cNvSpPr txBox="1"/>
          <p:nvPr/>
        </p:nvSpPr>
        <p:spPr>
          <a:xfrm>
            <a:off x="237490" y="695325"/>
            <a:ext cx="180086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algn="l" defTabSz="914400">
              <a:buClrTx/>
              <a:buSzTx/>
              <a:buFontTx/>
              <a:buNone/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Language Point</a:t>
            </a:r>
            <a:endParaRPr kumimoji="0" lang="en-US" b="1" i="0" u="none" strike="noStrike" kern="1200" cap="none" spc="0" normalizeH="0" baseline="0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23" name="梯形 22"/>
          <p:cNvSpPr/>
          <p:nvPr/>
        </p:nvSpPr>
        <p:spPr>
          <a:xfrm>
            <a:off x="9288780" y="1243965"/>
            <a:ext cx="2792095" cy="5854700"/>
          </a:xfrm>
          <a:prstGeom prst="trapezoid">
            <a:avLst>
              <a:gd name="adj" fmla="val 30365"/>
            </a:avLst>
          </a:prstGeom>
          <a:solidFill>
            <a:schemeClr val="accent4">
              <a:alpha val="67000"/>
            </a:schemeClr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pic>
        <p:nvPicPr>
          <p:cNvPr id="30" name="图片 29" descr="C:\Users\Administrator\Desktop\4a7e7ce1.png4a7e7ce1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9776248" y="-717762"/>
            <a:ext cx="1801707" cy="2511213"/>
          </a:xfrm>
          <a:prstGeom prst="rect">
            <a:avLst/>
          </a:prstGeom>
        </p:spPr>
      </p:pic>
      <p:grpSp>
        <p:nvGrpSpPr>
          <p:cNvPr id="31" name="组合 30"/>
          <p:cNvGrpSpPr/>
          <p:nvPr/>
        </p:nvGrpSpPr>
        <p:grpSpPr>
          <a:xfrm>
            <a:off x="9243666" y="3193414"/>
            <a:ext cx="2837180" cy="2000160"/>
            <a:chOff x="7697" y="3144"/>
            <a:chExt cx="5660" cy="2225"/>
          </a:xfrm>
        </p:grpSpPr>
        <p:sp>
          <p:nvSpPr>
            <p:cNvPr id="33" name="圆角矩形 32"/>
            <p:cNvSpPr/>
            <p:nvPr/>
          </p:nvSpPr>
          <p:spPr>
            <a:xfrm>
              <a:off x="8776" y="3144"/>
              <a:ext cx="3577" cy="1882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7697" y="3144"/>
              <a:ext cx="5660" cy="22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fontAlgn="ctr"/>
              <a:r>
                <a:rPr lang="zh-CN" altLang="en-US" sz="4400" b="1" kern="100" dirty="0">
                  <a:solidFill>
                    <a:srgbClr val="FF0000"/>
                  </a:solidFill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逐渐</a:t>
              </a:r>
            </a:p>
            <a:p>
              <a:pPr algn="ctr" fontAlgn="ctr"/>
              <a:endParaRPr lang="zh-CN" altLang="zh-CN" sz="2000" dirty="0">
                <a:solidFill>
                  <a:schemeClr val="bg1">
                    <a:lumMod val="6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endParaRPr>
            </a:p>
            <a:p>
              <a:pPr algn="ctr" fontAlgn="ctr"/>
              <a:r>
                <a:rPr lang="zh-CN" altLang="en-US" sz="2000" b="1" dirty="0">
                  <a:solidFill>
                    <a:schemeClr val="bg1">
                      <a:lumMod val="65000"/>
                    </a:schemeClr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副</a:t>
              </a:r>
              <a:r>
                <a:rPr lang="zh-CN" altLang="zh-CN" sz="2000" b="1" dirty="0">
                  <a:solidFill>
                    <a:schemeClr val="bg1">
                      <a:lumMod val="65000"/>
                    </a:schemeClr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词</a:t>
              </a:r>
              <a:r>
                <a:rPr lang="en-US" altLang="zh-CN" sz="2000" b="1" dirty="0">
                  <a:solidFill>
                    <a:schemeClr val="bg1">
                      <a:lumMod val="65000"/>
                    </a:schemeClr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-</a:t>
              </a:r>
              <a:r>
                <a:rPr lang="zh-CN" altLang="en-US" sz="2000" b="1" dirty="0">
                  <a:solidFill>
                    <a:schemeClr val="bg1">
                      <a:lumMod val="65000"/>
                    </a:schemeClr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程度或数量</a:t>
              </a:r>
              <a:endParaRPr lang="en-US" altLang="zh-CN" sz="2000" b="1" dirty="0">
                <a:solidFill>
                  <a:schemeClr val="bg1">
                    <a:lumMod val="6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endParaRPr>
            </a:p>
            <a:p>
              <a:pPr algn="ctr" fontAlgn="ctr"/>
              <a:r>
                <a:rPr lang="zh-CN" altLang="en-US" sz="2000" b="1" kern="100" dirty="0">
                  <a:solidFill>
                    <a:srgbClr val="FF0000"/>
                  </a:solidFill>
                  <a:highlight>
                    <a:srgbClr val="FFFF00"/>
                  </a:highlight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一点点增加或减少</a:t>
              </a:r>
              <a:endParaRPr lang="vi-VN" altLang="zh-CN" sz="2000" b="1" kern="100" dirty="0">
                <a:solidFill>
                  <a:srgbClr val="FF0000"/>
                </a:solidFill>
                <a:highlight>
                  <a:srgbClr val="FFFF00"/>
                </a:highligh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endParaRPr>
            </a:p>
            <a:p>
              <a:pPr algn="ctr" fontAlgn="ctr"/>
              <a:r>
                <a:rPr lang="vi-VN" altLang="zh-CN" sz="2000" b="1" kern="100" dirty="0">
                  <a:solidFill>
                    <a:srgbClr val="FF0000"/>
                  </a:solidFill>
                  <a:highlight>
                    <a:srgbClr val="FFFF00"/>
                  </a:highlight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Dần dần, từ từ</a:t>
              </a:r>
              <a:endParaRPr lang="zh-CN" altLang="en-US" sz="2000" b="1" kern="100" dirty="0">
                <a:solidFill>
                  <a:srgbClr val="FF0000"/>
                </a:solidFill>
                <a:highlight>
                  <a:srgbClr val="FFFF00"/>
                </a:highligh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endParaRPr>
            </a:p>
          </p:txBody>
        </p:sp>
      </p:grpSp>
      <p:grpSp>
        <p:nvGrpSpPr>
          <p:cNvPr id="68" name="组合 67"/>
          <p:cNvGrpSpPr/>
          <p:nvPr/>
        </p:nvGrpSpPr>
        <p:grpSpPr>
          <a:xfrm>
            <a:off x="361991" y="1525680"/>
            <a:ext cx="9422543" cy="837565"/>
            <a:chOff x="518" y="3412"/>
            <a:chExt cx="13846" cy="1319"/>
          </a:xfrm>
        </p:grpSpPr>
        <p:sp>
          <p:nvSpPr>
            <p:cNvPr id="62" name="圆角矩形 61"/>
            <p:cNvSpPr/>
            <p:nvPr/>
          </p:nvSpPr>
          <p:spPr>
            <a:xfrm>
              <a:off x="518" y="3426"/>
              <a:ext cx="13447" cy="1305"/>
            </a:xfrm>
            <a:prstGeom prst="roundRect">
              <a:avLst/>
            </a:prstGeom>
            <a:noFill/>
            <a:ln w="19050">
              <a:solidFill>
                <a:srgbClr val="C0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E2AEAB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文本框 7"/>
            <p:cNvSpPr txBox="1"/>
            <p:nvPr/>
          </p:nvSpPr>
          <p:spPr>
            <a:xfrm>
              <a:off x="518" y="3412"/>
              <a:ext cx="13846" cy="11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algn="ctr" defTabSz="914400" rtl="0" eaLnBrk="1" fontAlgn="base" latinLnBrk="0" hangingPunct="0">
                <a:lnSpc>
                  <a:spcPct val="150000"/>
                </a:lnSpc>
                <a:buClrTx/>
                <a:buSzTx/>
                <a:buFontTx/>
                <a:buNone/>
              </a:pPr>
              <a:r>
                <a:rPr lang="zh-CN" altLang="en-US" sz="3200" b="1" dirty="0"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食物越来越少，老人不得不</a:t>
              </a:r>
              <a:r>
                <a:rPr lang="zh-CN" altLang="en-US" sz="3200" b="1" dirty="0">
                  <a:solidFill>
                    <a:srgbClr val="FF0000"/>
                  </a:solidFill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逐渐</a:t>
              </a:r>
              <a:r>
                <a:rPr lang="zh-CN" altLang="en-US" sz="3200" b="1" dirty="0"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限制猴子的食量</a:t>
              </a:r>
              <a:r>
                <a:rPr lang="zh-CN" altLang="en-US" sz="32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。</a:t>
              </a:r>
            </a:p>
          </p:txBody>
        </p:sp>
      </p:grpSp>
      <p:grpSp>
        <p:nvGrpSpPr>
          <p:cNvPr id="80" name="组合 79"/>
          <p:cNvGrpSpPr/>
          <p:nvPr/>
        </p:nvGrpSpPr>
        <p:grpSpPr>
          <a:xfrm>
            <a:off x="361992" y="3257901"/>
            <a:ext cx="9174666" cy="1095232"/>
            <a:chOff x="518" y="3425"/>
            <a:chExt cx="13447" cy="1306"/>
          </a:xfrm>
        </p:grpSpPr>
        <p:sp>
          <p:nvSpPr>
            <p:cNvPr id="81" name="圆角矩形 80"/>
            <p:cNvSpPr/>
            <p:nvPr/>
          </p:nvSpPr>
          <p:spPr>
            <a:xfrm>
              <a:off x="518" y="3426"/>
              <a:ext cx="13447" cy="1305"/>
            </a:xfrm>
            <a:prstGeom prst="roundRect">
              <a:avLst/>
            </a:prstGeom>
            <a:noFill/>
            <a:ln w="19050">
              <a:solidFill>
                <a:srgbClr val="C0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E2AEAB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2" name="文本框 7"/>
            <p:cNvSpPr txBox="1"/>
            <p:nvPr/>
          </p:nvSpPr>
          <p:spPr>
            <a:xfrm>
              <a:off x="519" y="3425"/>
              <a:ext cx="13446" cy="98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eaLnBrk="1" fontAlgn="base" hangingPunct="0">
                <a:buClrTx/>
                <a:buSzTx/>
                <a:buFontTx/>
              </a:pPr>
              <a:r>
                <a:rPr lang="zh-CN" altLang="en-US" sz="3200" b="1" dirty="0"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这项运动首先在亚太地区流行，并</a:t>
              </a:r>
              <a:r>
                <a:rPr lang="zh-CN" altLang="en-US" sz="3200" b="1" dirty="0">
                  <a:solidFill>
                    <a:srgbClr val="FF0000"/>
                  </a:solidFill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逐渐</a:t>
              </a:r>
              <a:r>
                <a:rPr lang="zh-CN" altLang="en-US" sz="3200" b="1" dirty="0"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受到世界各地人们的欢迎。</a:t>
              </a:r>
              <a:endParaRPr lang="zh-CN" altLang="en-US" sz="3200" b="1" noProof="0" dirty="0">
                <a:ln>
                  <a:noFill/>
                </a:ln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sym typeface="华文细黑" panose="02010600040101010101" pitchFamily="2" charset="-122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328930" y="5194052"/>
            <a:ext cx="9173984" cy="823734"/>
            <a:chOff x="518" y="3425"/>
            <a:chExt cx="13447" cy="1306"/>
          </a:xfrm>
        </p:grpSpPr>
        <p:sp>
          <p:nvSpPr>
            <p:cNvPr id="3" name="圆角矩形 80"/>
            <p:cNvSpPr/>
            <p:nvPr/>
          </p:nvSpPr>
          <p:spPr>
            <a:xfrm>
              <a:off x="518" y="3426"/>
              <a:ext cx="13447" cy="1305"/>
            </a:xfrm>
            <a:prstGeom prst="roundRect">
              <a:avLst/>
            </a:prstGeom>
            <a:noFill/>
            <a:ln w="19050">
              <a:solidFill>
                <a:srgbClr val="C0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E2AEAB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文本框 7"/>
            <p:cNvSpPr txBox="1"/>
            <p:nvPr/>
          </p:nvSpPr>
          <p:spPr>
            <a:xfrm>
              <a:off x="519" y="3425"/>
              <a:ext cx="13446" cy="69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eaLnBrk="1" fontAlgn="base" hangingPunct="0">
                <a:lnSpc>
                  <a:spcPct val="150000"/>
                </a:lnSpc>
                <a:buClrTx/>
                <a:buSzTx/>
                <a:buFontTx/>
              </a:pPr>
              <a:r>
                <a:rPr lang="zh-CN" altLang="en-US" sz="3200" b="1" dirty="0"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经过艰苦的试验，电影拍摄技术</a:t>
              </a:r>
              <a:r>
                <a:rPr lang="zh-CN" altLang="en-US" sz="3200" b="1" dirty="0">
                  <a:solidFill>
                    <a:srgbClr val="FF0000"/>
                  </a:solidFill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逐渐</a:t>
              </a:r>
              <a:r>
                <a:rPr lang="zh-CN" altLang="en-US" sz="3200" b="1" dirty="0"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改进、成熟。</a:t>
              </a:r>
              <a:endParaRPr lang="zh-CN" altLang="en-US" sz="3200" b="1" noProof="0" dirty="0">
                <a:ln>
                  <a:noFill/>
                </a:ln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sym typeface="华文细黑" panose="02010600040101010101" pitchFamily="2" charset="-122"/>
              </a:endParaRPr>
            </a:p>
          </p:txBody>
        </p:sp>
      </p:grpSp>
      <p:pic>
        <p:nvPicPr>
          <p:cNvPr id="10" name="图片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45891" y="567948"/>
            <a:ext cx="1499155" cy="119013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46526" y="3790875"/>
            <a:ext cx="1628992" cy="1184364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2074" y="5890773"/>
            <a:ext cx="1346787" cy="945617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bldLvl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7"/>
          <p:cNvSpPr txBox="1"/>
          <p:nvPr/>
        </p:nvSpPr>
        <p:spPr>
          <a:xfrm>
            <a:off x="166805" y="214290"/>
            <a:ext cx="1251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练一练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5" name="文本框 7"/>
          <p:cNvSpPr txBox="1"/>
          <p:nvPr/>
        </p:nvSpPr>
        <p:spPr>
          <a:xfrm>
            <a:off x="238243" y="702214"/>
            <a:ext cx="104013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Practise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2882265" y="372745"/>
            <a:ext cx="6427470" cy="706755"/>
            <a:chOff x="4428" y="448"/>
            <a:chExt cx="3124" cy="1113"/>
          </a:xfrm>
        </p:grpSpPr>
        <p:sp>
          <p:nvSpPr>
            <p:cNvPr id="43" name="圆角矩形 42"/>
            <p:cNvSpPr/>
            <p:nvPr/>
          </p:nvSpPr>
          <p:spPr>
            <a:xfrm>
              <a:off x="4428" y="462"/>
              <a:ext cx="3117" cy="1067"/>
            </a:xfrm>
            <a:prstGeom prst="roundRect">
              <a:avLst/>
            </a:prstGeom>
            <a:solidFill>
              <a:srgbClr val="9F313C"/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文本框 43"/>
            <p:cNvSpPr txBox="1"/>
            <p:nvPr/>
          </p:nvSpPr>
          <p:spPr>
            <a:xfrm>
              <a:off x="4429" y="448"/>
              <a:ext cx="3123" cy="1113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/>
              <a:r>
                <a:rPr lang="zh-CN" altLang="en-US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anose="02010600030101010101" pitchFamily="2" charset="-122"/>
                </a:rPr>
                <a:t>插</a:t>
              </a:r>
              <a:r>
                <a:rPr lang="en-US" altLang="zh-CN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anose="02010600030101010101" pitchFamily="2" charset="-122"/>
                </a:rPr>
                <a:t>  </a:t>
              </a:r>
              <a:r>
                <a:rPr lang="zh-CN" altLang="en-US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anose="02010600030101010101" pitchFamily="2" charset="-122"/>
                </a:rPr>
                <a:t>系</a:t>
              </a:r>
              <a:r>
                <a:rPr lang="en-US" altLang="zh-CN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anose="02010600030101010101" pitchFamily="2" charset="-122"/>
                </a:rPr>
                <a:t>  </a:t>
              </a:r>
              <a:r>
                <a:rPr lang="zh-CN" altLang="en-US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anose="02010600030101010101" pitchFamily="2" charset="-122"/>
                </a:rPr>
                <a:t>拦</a:t>
              </a:r>
              <a:r>
                <a:rPr lang="en-US" altLang="zh-CN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anose="02010600030101010101" pitchFamily="2" charset="-122"/>
                </a:rPr>
                <a:t>  </a:t>
              </a:r>
              <a:r>
                <a:rPr lang="zh-CN" altLang="en-US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anose="02010600030101010101" pitchFamily="2" charset="-122"/>
                </a:rPr>
                <a:t>拍</a:t>
              </a:r>
              <a:r>
                <a:rPr lang="en-US" altLang="zh-CN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anose="02010600030101010101" pitchFamily="2" charset="-122"/>
                </a:rPr>
                <a:t>  </a:t>
              </a:r>
              <a:r>
                <a:rPr lang="zh-CN" altLang="en-US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anose="02010600030101010101" pitchFamily="2" charset="-122"/>
                </a:rPr>
                <a:t>说服</a:t>
              </a:r>
              <a:r>
                <a:rPr lang="en-US" altLang="zh-CN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anose="02010600030101010101" pitchFamily="2" charset="-122"/>
                </a:rPr>
                <a:t>  </a:t>
              </a:r>
              <a:r>
                <a:rPr lang="zh-CN" altLang="en-US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anose="02010600030101010101" pitchFamily="2" charset="-122"/>
                </a:rPr>
                <a:t>围绕</a:t>
              </a:r>
              <a:r>
                <a:rPr lang="en-US" altLang="zh-CN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anose="02010600030101010101" pitchFamily="2" charset="-122"/>
                </a:rPr>
                <a:t>  </a:t>
              </a:r>
              <a:endParaRPr lang="zh-CN" altLang="en-US" sz="4000" b="1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sym typeface="宋体" panose="02010600030101010101" pitchFamily="2" charset="-122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-250190" y="1259732"/>
            <a:ext cx="12331065" cy="1762862"/>
            <a:chOff x="-286" y="1619"/>
            <a:chExt cx="19419" cy="3331"/>
          </a:xfrm>
        </p:grpSpPr>
        <p:sp>
          <p:nvSpPr>
            <p:cNvPr id="2" name="矩形 1"/>
            <p:cNvSpPr/>
            <p:nvPr/>
          </p:nvSpPr>
          <p:spPr>
            <a:xfrm>
              <a:off x="1460" y="2610"/>
              <a:ext cx="17673" cy="1608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rgbClr val="9F313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/>
            <a:p>
              <a:r>
                <a:rPr lang="zh-CN" altLang="en-US" sz="3600" b="1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你今天</a:t>
              </a:r>
              <a:r>
                <a:rPr lang="en-US" altLang="zh-CN" sz="3600" b="1" dirty="0">
                  <a:solidFill>
                    <a:srgbClr val="C00000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+mn-ea"/>
                </a:rPr>
                <a:t>______</a:t>
              </a:r>
              <a:r>
                <a:rPr lang="zh-CN" altLang="en-US" sz="3600" b="1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这条领带吧，比较正式。</a:t>
              </a:r>
              <a:endParaRPr lang="zh-CN" altLang="en-US" sz="3600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endParaRPr>
            </a:p>
          </p:txBody>
        </p:sp>
        <p:pic>
          <p:nvPicPr>
            <p:cNvPr id="6" name="图片 5" descr="C:\Users\Administrator\Desktop\小红书\对外汉语战略搞钱计划\教学素材\图片素材\我压缩.png我压缩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-286" y="1619"/>
              <a:ext cx="2564" cy="3331"/>
            </a:xfrm>
            <a:prstGeom prst="rect">
              <a:avLst/>
            </a:prstGeom>
          </p:spPr>
        </p:pic>
      </p:grpSp>
      <p:grpSp>
        <p:nvGrpSpPr>
          <p:cNvPr id="7" name="组合 6"/>
          <p:cNvGrpSpPr/>
          <p:nvPr/>
        </p:nvGrpSpPr>
        <p:grpSpPr>
          <a:xfrm>
            <a:off x="-289560" y="2974972"/>
            <a:ext cx="12370435" cy="1964306"/>
            <a:chOff x="-348" y="1970"/>
            <a:chExt cx="19481" cy="2564"/>
          </a:xfrm>
        </p:grpSpPr>
        <p:sp>
          <p:nvSpPr>
            <p:cNvPr id="8" name="矩形 7"/>
            <p:cNvSpPr/>
            <p:nvPr/>
          </p:nvSpPr>
          <p:spPr>
            <a:xfrm>
              <a:off x="1460" y="2448"/>
              <a:ext cx="17673" cy="1608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rgbClr val="9F313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/>
            <a:p>
              <a:r>
                <a:rPr lang="zh-CN" altLang="en-US" sz="3600" b="1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地球为什么会</a:t>
              </a:r>
              <a:r>
                <a:rPr lang="zh-CN" altLang="en-US" sz="3600" b="1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+mn-ea"/>
                </a:rPr>
                <a:t> </a:t>
              </a:r>
              <a:r>
                <a:rPr lang="en-US" altLang="zh-CN" sz="3600" b="1" dirty="0">
                  <a:solidFill>
                    <a:srgbClr val="C00000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+mn-ea"/>
                </a:rPr>
                <a:t>______</a:t>
              </a:r>
              <a:r>
                <a:rPr lang="zh-CN" altLang="en-US" sz="3600" b="1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太阳转，一直是科学家们很感兴趣的问题。</a:t>
              </a:r>
              <a:endParaRPr lang="zh-CN" altLang="en-US" sz="3600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endParaRPr>
            </a:p>
          </p:txBody>
        </p:sp>
        <p:pic>
          <p:nvPicPr>
            <p:cNvPr id="16" name="图片 15" descr="C:\Users\Administrator\Desktop\小红书\对外汉语战略搞钱计划\教学素材\图片素材\我压缩.png我压缩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-348" y="1970"/>
              <a:ext cx="2564" cy="2564"/>
            </a:xfrm>
            <a:prstGeom prst="rect">
              <a:avLst/>
            </a:prstGeom>
          </p:spPr>
        </p:pic>
      </p:grpSp>
      <p:grpSp>
        <p:nvGrpSpPr>
          <p:cNvPr id="17" name="组合 16"/>
          <p:cNvGrpSpPr/>
          <p:nvPr/>
        </p:nvGrpSpPr>
        <p:grpSpPr>
          <a:xfrm>
            <a:off x="-349885" y="4926330"/>
            <a:ext cx="12430760" cy="1628140"/>
            <a:chOff x="-354" y="2111"/>
            <a:chExt cx="19576" cy="2564"/>
          </a:xfrm>
        </p:grpSpPr>
        <p:sp>
          <p:nvSpPr>
            <p:cNvPr id="18" name="矩形 17"/>
            <p:cNvSpPr/>
            <p:nvPr/>
          </p:nvSpPr>
          <p:spPr>
            <a:xfrm>
              <a:off x="1233" y="2815"/>
              <a:ext cx="17989" cy="1371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rgbClr val="9F313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/>
            <a:p>
              <a:r>
                <a:rPr lang="zh-CN" altLang="en-US" sz="3600" b="1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如果不是他在中间</a:t>
              </a:r>
              <a:r>
                <a:rPr lang="en-US" altLang="zh-CN" sz="3600" b="1" dirty="0">
                  <a:solidFill>
                    <a:srgbClr val="C00000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+mn-ea"/>
                </a:rPr>
                <a:t>____</a:t>
              </a:r>
              <a:r>
                <a:rPr lang="zh-CN" altLang="en-US" sz="3600" b="1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+mn-ea"/>
                </a:rPr>
                <a:t>了一手，事情不会变成现在这样</a:t>
              </a:r>
              <a:r>
                <a:rPr lang="zh-CN" altLang="en-US" sz="3600" b="1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。</a:t>
              </a:r>
              <a:endParaRPr lang="zh-CN" altLang="en-US" sz="3600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endParaRPr>
            </a:p>
          </p:txBody>
        </p:sp>
        <p:pic>
          <p:nvPicPr>
            <p:cNvPr id="23" name="图片 22" descr="C:\Users\Administrator\Desktop\小红书\对外汉语战略搞钱计划\教学素材\图片素材\我压缩.png我压缩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-354" y="2111"/>
              <a:ext cx="2564" cy="2564"/>
            </a:xfrm>
            <a:prstGeom prst="rect">
              <a:avLst/>
            </a:prstGeom>
          </p:spPr>
        </p:pic>
      </p:grpSp>
      <p:sp>
        <p:nvSpPr>
          <p:cNvPr id="24" name="文本框 23"/>
          <p:cNvSpPr txBox="1"/>
          <p:nvPr/>
        </p:nvSpPr>
        <p:spPr>
          <a:xfrm>
            <a:off x="3460778" y="3261834"/>
            <a:ext cx="1995170" cy="7683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4400" b="1" dirty="0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  <a:cs typeface="思源黑体 CN Regular" panose="020B0500000000000000" pitchFamily="34" charset="-122"/>
                <a:sym typeface="宋体" panose="02010600030101010101" pitchFamily="2" charset="-122"/>
              </a:rPr>
              <a:t>围绕</a:t>
            </a:r>
            <a:endParaRPr lang="zh-CN" altLang="en-US" sz="44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华文楷体" panose="02010600040101010101" charset="-122"/>
              <a:ea typeface="华文楷体" panose="02010600040101010101" charset="-122"/>
              <a:cs typeface="思源黑体 CN Regular" panose="020B0500000000000000" pitchFamily="34" charset="-122"/>
              <a:sym typeface="宋体" panose="02010600030101010101" pitchFamily="2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3835429" y="5450205"/>
            <a:ext cx="1995170" cy="7683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4400" b="1" dirty="0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  <a:cs typeface="思源黑体 CN Regular" panose="020B0500000000000000" pitchFamily="34" charset="-122"/>
                <a:sym typeface="宋体" panose="02010600030101010101" pitchFamily="2" charset="-122"/>
              </a:rPr>
              <a:t>插</a:t>
            </a:r>
            <a:endParaRPr lang="zh-CN" altLang="en-US" sz="44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华文楷体" panose="02010600040101010101" charset="-122"/>
              <a:ea typeface="华文楷体" panose="02010600040101010101" charset="-122"/>
              <a:cs typeface="思源黑体 CN Regular" panose="020B0500000000000000" pitchFamily="34" charset="-122"/>
              <a:sym typeface="宋体" panose="02010600030101010101" pitchFamily="2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2042538" y="1825523"/>
            <a:ext cx="1995170" cy="7683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4400" b="1" dirty="0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  <a:cs typeface="思源黑体 CN Regular" panose="020B0500000000000000" pitchFamily="34" charset="-122"/>
                <a:sym typeface="宋体" panose="02010600030101010101" pitchFamily="2" charset="-122"/>
              </a:rPr>
              <a:t>系</a:t>
            </a:r>
            <a:endParaRPr lang="zh-CN" altLang="en-US" sz="44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华文楷体" panose="02010600040101010101" charset="-122"/>
              <a:ea typeface="华文楷体" panose="02010600040101010101" charset="-122"/>
              <a:cs typeface="思源黑体 CN Regular" panose="020B0500000000000000" pitchFamily="34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/>
      <p:bldP spid="34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7"/>
          <p:cNvSpPr txBox="1"/>
          <p:nvPr/>
        </p:nvSpPr>
        <p:spPr>
          <a:xfrm>
            <a:off x="166805" y="214290"/>
            <a:ext cx="1251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练一练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5" name="文本框 7"/>
          <p:cNvSpPr txBox="1"/>
          <p:nvPr/>
        </p:nvSpPr>
        <p:spPr>
          <a:xfrm>
            <a:off x="238243" y="702214"/>
            <a:ext cx="104013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Practise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2882265" y="372745"/>
            <a:ext cx="6427470" cy="706755"/>
            <a:chOff x="4428" y="448"/>
            <a:chExt cx="3124" cy="1113"/>
          </a:xfrm>
        </p:grpSpPr>
        <p:sp>
          <p:nvSpPr>
            <p:cNvPr id="43" name="圆角矩形 42"/>
            <p:cNvSpPr/>
            <p:nvPr/>
          </p:nvSpPr>
          <p:spPr>
            <a:xfrm>
              <a:off x="4428" y="462"/>
              <a:ext cx="3117" cy="1067"/>
            </a:xfrm>
            <a:prstGeom prst="roundRect">
              <a:avLst/>
            </a:prstGeom>
            <a:solidFill>
              <a:srgbClr val="9F313C"/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文本框 43"/>
            <p:cNvSpPr txBox="1"/>
            <p:nvPr/>
          </p:nvSpPr>
          <p:spPr>
            <a:xfrm>
              <a:off x="4429" y="448"/>
              <a:ext cx="3123" cy="1113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/>
              <a:r>
                <a:rPr lang="zh-CN" altLang="en-US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anose="02010600030101010101" pitchFamily="2" charset="-122"/>
                </a:rPr>
                <a:t>插</a:t>
              </a:r>
              <a:r>
                <a:rPr lang="en-US" altLang="zh-CN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anose="02010600030101010101" pitchFamily="2" charset="-122"/>
                </a:rPr>
                <a:t>  </a:t>
              </a:r>
              <a:r>
                <a:rPr lang="zh-CN" altLang="en-US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anose="02010600030101010101" pitchFamily="2" charset="-122"/>
                </a:rPr>
                <a:t>系</a:t>
              </a:r>
              <a:r>
                <a:rPr lang="en-US" altLang="zh-CN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anose="02010600030101010101" pitchFamily="2" charset="-122"/>
                </a:rPr>
                <a:t>  </a:t>
              </a:r>
              <a:r>
                <a:rPr lang="zh-CN" altLang="en-US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anose="02010600030101010101" pitchFamily="2" charset="-122"/>
                </a:rPr>
                <a:t>拦</a:t>
              </a:r>
              <a:r>
                <a:rPr lang="en-US" altLang="zh-CN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anose="02010600030101010101" pitchFamily="2" charset="-122"/>
                </a:rPr>
                <a:t>  </a:t>
              </a:r>
              <a:r>
                <a:rPr lang="zh-CN" altLang="en-US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anose="02010600030101010101" pitchFamily="2" charset="-122"/>
                </a:rPr>
                <a:t>拍</a:t>
              </a:r>
              <a:r>
                <a:rPr lang="en-US" altLang="zh-CN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anose="02010600030101010101" pitchFamily="2" charset="-122"/>
                </a:rPr>
                <a:t>  </a:t>
              </a:r>
              <a:r>
                <a:rPr lang="zh-CN" altLang="en-US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anose="02010600030101010101" pitchFamily="2" charset="-122"/>
                </a:rPr>
                <a:t>说服</a:t>
              </a:r>
              <a:r>
                <a:rPr lang="en-US" altLang="zh-CN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anose="02010600030101010101" pitchFamily="2" charset="-122"/>
                </a:rPr>
                <a:t>  </a:t>
              </a:r>
              <a:r>
                <a:rPr lang="zh-CN" altLang="en-US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anose="02010600030101010101" pitchFamily="2" charset="-122"/>
                </a:rPr>
                <a:t>围绕</a:t>
              </a:r>
              <a:r>
                <a:rPr lang="en-US" altLang="zh-CN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anose="02010600030101010101" pitchFamily="2" charset="-122"/>
                </a:rPr>
                <a:t>  </a:t>
              </a:r>
              <a:endParaRPr lang="zh-CN" altLang="en-US" sz="4000" b="1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sym typeface="宋体" panose="02010600030101010101" pitchFamily="2" charset="-122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-349885" y="1278255"/>
            <a:ext cx="12430760" cy="1628140"/>
            <a:chOff x="-443" y="1654"/>
            <a:chExt cx="19576" cy="2564"/>
          </a:xfrm>
        </p:grpSpPr>
        <p:sp>
          <p:nvSpPr>
            <p:cNvPr id="2" name="矩形 1"/>
            <p:cNvSpPr/>
            <p:nvPr/>
          </p:nvSpPr>
          <p:spPr>
            <a:xfrm>
              <a:off x="1460" y="2610"/>
              <a:ext cx="17673" cy="1608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rgbClr val="9F313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/>
            <a:p>
              <a:pPr algn="ctr"/>
              <a:r>
                <a:rPr lang="zh-CN" altLang="en-US" sz="3600" b="1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这位导演</a:t>
              </a:r>
              <a:r>
                <a:rPr lang="en-US" altLang="zh-CN" sz="3600" b="1" dirty="0">
                  <a:solidFill>
                    <a:srgbClr val="C00000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+mn-ea"/>
                </a:rPr>
                <a:t>_____</a:t>
              </a:r>
              <a:r>
                <a:rPr lang="zh-CN" altLang="en-US" sz="3600" b="1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+mn-ea"/>
                </a:rPr>
                <a:t>过二十几部电影，得过好几项国际大奖。</a:t>
              </a:r>
            </a:p>
          </p:txBody>
        </p:sp>
        <p:pic>
          <p:nvPicPr>
            <p:cNvPr id="6" name="图片 5" descr="C:\Users\Administrator\Desktop\小红书\对外汉语战略搞钱计划\教学素材\图片素材\我压缩.png我压缩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-443" y="1654"/>
              <a:ext cx="2564" cy="2564"/>
            </a:xfrm>
            <a:prstGeom prst="rect">
              <a:avLst/>
            </a:prstGeom>
          </p:spPr>
        </p:pic>
      </p:grpSp>
      <p:grpSp>
        <p:nvGrpSpPr>
          <p:cNvPr id="7" name="组合 6"/>
          <p:cNvGrpSpPr/>
          <p:nvPr/>
        </p:nvGrpSpPr>
        <p:grpSpPr>
          <a:xfrm>
            <a:off x="-349885" y="2957195"/>
            <a:ext cx="12430760" cy="1628140"/>
            <a:chOff x="-443" y="1654"/>
            <a:chExt cx="19576" cy="2564"/>
          </a:xfrm>
        </p:grpSpPr>
        <p:sp>
          <p:nvSpPr>
            <p:cNvPr id="8" name="矩形 7"/>
            <p:cNvSpPr/>
            <p:nvPr/>
          </p:nvSpPr>
          <p:spPr>
            <a:xfrm>
              <a:off x="1460" y="2610"/>
              <a:ext cx="17673" cy="1608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rgbClr val="9F313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/>
            <a:p>
              <a:r>
                <a:rPr lang="zh-CN" altLang="en-US" sz="3600" b="1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我始终没有办法</a:t>
              </a:r>
              <a:r>
                <a:rPr lang="zh-CN" altLang="en-US" sz="3600" b="1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+mn-ea"/>
                </a:rPr>
                <a:t> </a:t>
              </a:r>
              <a:r>
                <a:rPr lang="en-US" altLang="zh-CN" sz="3600" b="1" dirty="0">
                  <a:solidFill>
                    <a:srgbClr val="C00000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+mn-ea"/>
                </a:rPr>
                <a:t>______</a:t>
              </a:r>
              <a:r>
                <a:rPr lang="zh-CN" altLang="en-US" sz="3600" b="1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他接受这个结论。</a:t>
              </a:r>
              <a:endParaRPr lang="zh-CN" altLang="en-US" sz="3600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endParaRPr>
            </a:p>
          </p:txBody>
        </p:sp>
        <p:pic>
          <p:nvPicPr>
            <p:cNvPr id="16" name="图片 15" descr="C:\Users\Administrator\Desktop\小红书\对外汉语战略搞钱计划\教学素材\图片素材\我压缩.png我压缩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-443" y="1654"/>
              <a:ext cx="2564" cy="2564"/>
            </a:xfrm>
            <a:prstGeom prst="rect">
              <a:avLst/>
            </a:prstGeom>
          </p:spPr>
        </p:pic>
      </p:grpSp>
      <p:grpSp>
        <p:nvGrpSpPr>
          <p:cNvPr id="17" name="组合 16"/>
          <p:cNvGrpSpPr/>
          <p:nvPr/>
        </p:nvGrpSpPr>
        <p:grpSpPr>
          <a:xfrm>
            <a:off x="-406400" y="4636135"/>
            <a:ext cx="12430760" cy="1628140"/>
            <a:chOff x="-443" y="1654"/>
            <a:chExt cx="19576" cy="2564"/>
          </a:xfrm>
        </p:grpSpPr>
        <p:sp>
          <p:nvSpPr>
            <p:cNvPr id="18" name="矩形 17"/>
            <p:cNvSpPr/>
            <p:nvPr/>
          </p:nvSpPr>
          <p:spPr>
            <a:xfrm>
              <a:off x="1460" y="2610"/>
              <a:ext cx="17673" cy="1608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rgbClr val="9F313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/>
            <a:p>
              <a:r>
                <a:rPr lang="zh-CN" altLang="en-US" sz="3600" b="1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前面不知道发生了什么事，路被</a:t>
              </a:r>
              <a:r>
                <a:rPr lang="en-US" altLang="zh-CN" sz="3600" b="1" dirty="0">
                  <a:solidFill>
                    <a:srgbClr val="C00000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+mn-ea"/>
                </a:rPr>
                <a:t>______</a:t>
              </a:r>
              <a:r>
                <a:rPr lang="zh-CN" altLang="en-US" sz="3600" b="1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+mn-ea"/>
                </a:rPr>
                <a:t>住了。</a:t>
              </a:r>
            </a:p>
          </p:txBody>
        </p:sp>
        <p:pic>
          <p:nvPicPr>
            <p:cNvPr id="23" name="图片 22" descr="C:\Users\Administrator\Desktop\小红书\对外汉语战略搞钱计划\教学素材\图片素材\我压缩.png我压缩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-443" y="1654"/>
              <a:ext cx="2564" cy="2564"/>
            </a:xfrm>
            <a:prstGeom prst="rect">
              <a:avLst/>
            </a:prstGeom>
          </p:spPr>
        </p:pic>
      </p:grpSp>
      <p:sp>
        <p:nvSpPr>
          <p:cNvPr id="24" name="文本框 23"/>
          <p:cNvSpPr txBox="1"/>
          <p:nvPr/>
        </p:nvSpPr>
        <p:spPr>
          <a:xfrm>
            <a:off x="3920484" y="3761740"/>
            <a:ext cx="1995170" cy="7683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4400" b="1" dirty="0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  <a:cs typeface="思源黑体 CN Regular" panose="020B0500000000000000" pitchFamily="34" charset="-122"/>
                <a:sym typeface="宋体" panose="02010600030101010101" pitchFamily="2" charset="-122"/>
              </a:rPr>
              <a:t>说服</a:t>
            </a:r>
            <a:endParaRPr lang="zh-CN" altLang="en-US" sz="44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华文楷体" panose="02010600040101010101" charset="-122"/>
              <a:ea typeface="华文楷体" panose="02010600040101010101" charset="-122"/>
              <a:cs typeface="思源黑体 CN Regular" panose="020B0500000000000000" pitchFamily="34" charset="-122"/>
              <a:sym typeface="宋体" panose="02010600030101010101" pitchFamily="2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6927949" y="5450205"/>
            <a:ext cx="1995170" cy="7683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4400" b="1" dirty="0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  <a:cs typeface="思源黑体 CN Regular" panose="020B0500000000000000" pitchFamily="34" charset="-122"/>
                <a:sym typeface="宋体" panose="02010600030101010101" pitchFamily="2" charset="-122"/>
              </a:rPr>
              <a:t>拦</a:t>
            </a:r>
            <a:endParaRPr lang="zh-CN" altLang="en-US" sz="44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华文楷体" panose="02010600040101010101" charset="-122"/>
              <a:ea typeface="华文楷体" panose="02010600040101010101" charset="-122"/>
              <a:cs typeface="思源黑体 CN Regular" panose="020B0500000000000000" pitchFamily="34" charset="-122"/>
              <a:sym typeface="宋体" panose="02010600030101010101" pitchFamily="2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2289118" y="2108200"/>
            <a:ext cx="1995170" cy="7683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4400" b="1" dirty="0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  <a:cs typeface="思源黑体 CN Regular" panose="020B0500000000000000" pitchFamily="34" charset="-122"/>
                <a:sym typeface="宋体" panose="02010600030101010101" pitchFamily="2" charset="-122"/>
              </a:rPr>
              <a:t>拍</a:t>
            </a:r>
            <a:endParaRPr lang="zh-CN" altLang="en-US" sz="44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华文楷体" panose="02010600040101010101" charset="-122"/>
              <a:ea typeface="华文楷体" panose="02010600040101010101" charset="-122"/>
              <a:cs typeface="思源黑体 CN Regular" panose="020B0500000000000000" pitchFamily="34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/>
      <p:bldP spid="34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C:\Users\38577\Desktop\黑板.jpg黑板"/>
          <p:cNvPicPr>
            <a:picLocks noChangeAspect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05205" y="1005840"/>
            <a:ext cx="9963150" cy="570484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496060" y="2007235"/>
            <a:ext cx="901763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用“逐渐”完成下列句子或对话。</a:t>
            </a:r>
            <a:endParaRPr lang="en-US" altLang="zh-CN" sz="2400" b="1" dirty="0">
              <a:blipFill dpi="0" rotWithShape="1">
                <a:blip r:embed="rId3"/>
                <a:srcRect/>
                <a:tile tx="0" ty="0" sx="100000" sy="100000" flip="none" algn="br"/>
              </a:blipFill>
              <a:latin typeface="方正喵呜体" panose="02010600010101010101" pitchFamily="2" charset="-122"/>
              <a:ea typeface="方正喵呜体" panose="02010600010101010101" pitchFamily="2" charset="-122"/>
              <a:sym typeface="华文细黑" panose="0201060004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192530" y="1205230"/>
            <a:ext cx="954151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sz="44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作业</a:t>
            </a:r>
            <a:endParaRPr lang="zh-CN" sz="4400" b="1" dirty="0">
              <a:blipFill dpi="0" rotWithShape="1">
                <a:blip r:embed="rId3"/>
                <a:srcRect/>
                <a:tile tx="0" ty="0" sx="100000" sy="100000" flip="none" algn="br"/>
              </a:blipFill>
              <a:latin typeface="方正喵呜体" panose="02010600010101010101" pitchFamily="2" charset="-122"/>
              <a:ea typeface="方正喵呜体" panose="02010600010101010101" pitchFamily="2" charset="-122"/>
            </a:endParaRPr>
          </a:p>
        </p:txBody>
      </p:sp>
      <p:pic>
        <p:nvPicPr>
          <p:cNvPr id="10" name="图片 9" descr="老师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-43180" y="4780915"/>
            <a:ext cx="2011045" cy="207708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745615" y="2619375"/>
            <a:ext cx="7055136" cy="5847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lang="zh-CN" altLang="en-US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1.茶首先在中国出现，</a:t>
            </a:r>
            <a:r>
              <a:rPr lang="zh-CN" altLang="en-US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+mn-ea"/>
              </a:rPr>
              <a:t>_____________</a:t>
            </a:r>
            <a:r>
              <a:rPr lang="zh-CN" altLang="en-US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。</a:t>
            </a:r>
            <a:endParaRPr lang="zh-CN" altLang="en-US" sz="3200" b="1" dirty="0">
              <a:blipFill dpi="0" rotWithShape="1">
                <a:blip r:embed="rId3"/>
                <a:srcRect/>
                <a:tile tx="0" ty="0" sx="100000" sy="100000" flip="none" algn="br"/>
              </a:blipFill>
              <a:latin typeface="方正喵呜体" panose="02010600010101010101" pitchFamily="2" charset="-122"/>
              <a:ea typeface="方正喵呜体" panose="02010600010101010101" pitchFamily="2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745615" y="3295015"/>
            <a:ext cx="7031092" cy="1224118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 eaLnBrk="1">
              <a:lnSpc>
                <a:spcPct val="120000"/>
              </a:lnSpc>
            </a:pPr>
            <a:r>
              <a:rPr lang="en-US" altLang="zh-CN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2</a:t>
            </a:r>
            <a:r>
              <a:rPr lang="zh-CN" altLang="en-US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.A：</a:t>
            </a:r>
            <a:r>
              <a:rPr lang="zh-CN" altLang="en-US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+mn-ea"/>
              </a:rPr>
              <a:t>_____________</a:t>
            </a:r>
            <a:r>
              <a:rPr lang="zh-CN" altLang="en-US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__</a:t>
            </a:r>
            <a:r>
              <a:rPr lang="zh-CN" altLang="en-US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+mn-ea"/>
              </a:rPr>
              <a:t>__</a:t>
            </a:r>
            <a:r>
              <a:rPr lang="zh-CN" altLang="en-US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__</a:t>
            </a:r>
            <a:r>
              <a:rPr lang="zh-CN" altLang="en-US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+mn-ea"/>
              </a:rPr>
              <a:t>__</a:t>
            </a:r>
            <a:r>
              <a:rPr lang="zh-CN" altLang="en-US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__</a:t>
            </a:r>
            <a:r>
              <a:rPr lang="zh-CN" altLang="en-US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+mn-ea"/>
              </a:rPr>
              <a:t>__</a:t>
            </a:r>
            <a:r>
              <a:rPr lang="zh-CN" altLang="en-US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__</a:t>
            </a:r>
            <a:r>
              <a:rPr lang="zh-CN" altLang="en-US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+mn-ea"/>
              </a:rPr>
              <a:t>__</a:t>
            </a:r>
            <a:r>
              <a:rPr lang="zh-CN" altLang="en-US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。</a:t>
            </a:r>
          </a:p>
          <a:p>
            <a:pPr algn="l" eaLnBrk="1">
              <a:lnSpc>
                <a:spcPct val="120000"/>
              </a:lnSpc>
            </a:pPr>
            <a:r>
              <a:rPr lang="zh-CN" altLang="en-US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   B：我觉得你说得对，就这么办吧。</a:t>
            </a:r>
            <a:endParaRPr lang="zh-CN" altLang="en-US" sz="3200" b="1" dirty="0">
              <a:blipFill dpi="0" rotWithShape="1">
                <a:blip r:embed="rId3"/>
                <a:srcRect/>
                <a:tile tx="0" ty="0" sx="100000" sy="100000" flip="none" algn="br"/>
              </a:blipFill>
              <a:latin typeface="方正喵呜体" panose="02010600010101010101" pitchFamily="2" charset="-122"/>
              <a:ea typeface="方正喵呜体" panose="02010600010101010101" pitchFamily="2" charset="-122"/>
              <a:sym typeface="+mn-ea"/>
            </a:endParaRPr>
          </a:p>
        </p:txBody>
      </p:sp>
      <p:pic>
        <p:nvPicPr>
          <p:cNvPr id="2" name="图片 1" descr="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18800" y="0"/>
            <a:ext cx="1459230" cy="1459230"/>
          </a:xfrm>
          <a:prstGeom prst="rect">
            <a:avLst/>
          </a:prstGeom>
        </p:spPr>
      </p:pic>
      <p:sp>
        <p:nvSpPr>
          <p:cNvPr id="11" name="文本框 7"/>
          <p:cNvSpPr txBox="1"/>
          <p:nvPr/>
        </p:nvSpPr>
        <p:spPr>
          <a:xfrm>
            <a:off x="165852" y="214290"/>
            <a:ext cx="89789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sz="2800" b="1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作业</a:t>
            </a:r>
          </a:p>
        </p:txBody>
      </p:sp>
      <p:sp>
        <p:nvSpPr>
          <p:cNvPr id="12" name="文本框 7"/>
          <p:cNvSpPr txBox="1"/>
          <p:nvPr/>
        </p:nvSpPr>
        <p:spPr>
          <a:xfrm>
            <a:off x="237290" y="702214"/>
            <a:ext cx="110744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lvl="0" indent="0" algn="l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Homework</a:t>
            </a:r>
            <a:endParaRPr kumimoji="0" lang="en-US" b="1" i="0" u="none" strike="noStrike" kern="1200" cap="none" spc="0" normalizeH="0" baseline="0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745615" y="4630420"/>
            <a:ext cx="7425431" cy="1224118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 eaLnBrk="1">
              <a:lnSpc>
                <a:spcPct val="120000"/>
              </a:lnSpc>
            </a:pPr>
            <a:r>
              <a:rPr lang="en-US" altLang="zh-CN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3</a:t>
            </a:r>
            <a:r>
              <a:rPr lang="zh-CN" altLang="en-US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.</a:t>
            </a:r>
            <a:r>
              <a:rPr lang="en-US" altLang="zh-CN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A：</a:t>
            </a:r>
            <a:r>
              <a:rPr lang="zh-CN" altLang="en-US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刚来北京的时候，你习惯吗？</a:t>
            </a:r>
            <a:endParaRPr lang="en-US" altLang="zh-CN" sz="3200" b="1" dirty="0">
              <a:blipFill dpi="0" rotWithShape="1">
                <a:blip r:embed="rId3"/>
                <a:srcRect/>
                <a:tile tx="0" ty="0" sx="100000" sy="100000" flip="none" algn="br"/>
              </a:blipFill>
              <a:latin typeface="方正喵呜体" panose="02010600010101010101" pitchFamily="2" charset="-122"/>
              <a:ea typeface="方正喵呜体" panose="02010600010101010101" pitchFamily="2" charset="-122"/>
              <a:sym typeface="华文细黑" panose="02010600040101010101" pitchFamily="2" charset="-122"/>
            </a:endParaRPr>
          </a:p>
          <a:p>
            <a:pPr algn="l" eaLnBrk="1">
              <a:lnSpc>
                <a:spcPct val="120000"/>
              </a:lnSpc>
            </a:pPr>
            <a:r>
              <a:rPr lang="zh-CN" altLang="en-US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   B： </a:t>
            </a:r>
            <a:r>
              <a:rPr lang="zh-CN" altLang="en-US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+mn-ea"/>
              </a:rPr>
              <a:t>__________</a:t>
            </a:r>
            <a:r>
              <a:rPr lang="zh-CN" altLang="en-US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__</a:t>
            </a:r>
            <a:r>
              <a:rPr lang="zh-CN" altLang="en-US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+mn-ea"/>
              </a:rPr>
              <a:t>__</a:t>
            </a:r>
            <a:r>
              <a:rPr lang="zh-CN" altLang="en-US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__</a:t>
            </a:r>
            <a:r>
              <a:rPr lang="zh-CN" altLang="en-US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+mn-ea"/>
              </a:rPr>
              <a:t>__</a:t>
            </a:r>
            <a:r>
              <a:rPr lang="zh-CN" altLang="en-US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__</a:t>
            </a:r>
            <a:r>
              <a:rPr lang="zh-CN" altLang="en-US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+mn-ea"/>
              </a:rPr>
              <a:t>__</a:t>
            </a:r>
            <a:r>
              <a:rPr lang="zh-CN" altLang="en-US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__</a:t>
            </a:r>
            <a:r>
              <a:rPr lang="zh-CN" altLang="en-US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+mn-ea"/>
              </a:rPr>
              <a:t>__</a:t>
            </a:r>
            <a:r>
              <a:rPr lang="zh-CN" altLang="en-US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__</a:t>
            </a:r>
            <a:r>
              <a:rPr lang="zh-CN" altLang="en-US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+mn-ea"/>
              </a:rPr>
              <a:t>__</a:t>
            </a:r>
            <a:r>
              <a:rPr lang="zh-CN" altLang="en-US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。</a:t>
            </a:r>
            <a:endParaRPr lang="zh-CN" altLang="en-US" sz="3200" b="1" dirty="0">
              <a:blipFill dpi="0" rotWithShape="1">
                <a:blip r:embed="rId3"/>
                <a:srcRect/>
                <a:tile tx="0" ty="0" sx="100000" sy="100000" flip="none" algn="br"/>
              </a:blipFill>
              <a:latin typeface="方正喵呜体" panose="02010600010101010101" pitchFamily="2" charset="-122"/>
              <a:ea typeface="方正喵呜体" panose="02010600010101010101" pitchFamily="2" charset="-122"/>
              <a:sym typeface="+mn-ea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2" name="图片 601" descr="C:\Users\38577\Desktop\11.jpg11"/>
          <p:cNvPicPr>
            <a:picLocks noChangeAspect="1"/>
          </p:cNvPicPr>
          <p:nvPr/>
        </p:nvPicPr>
        <p:blipFill rotWithShape="1">
          <a:blip r:embed="rId118"/>
          <a:srcRect/>
          <a:stretch>
            <a:fillRect/>
          </a:stretch>
        </p:blipFill>
        <p:spPr>
          <a:xfrm>
            <a:off x="-190500" y="-578167"/>
            <a:ext cx="12573635" cy="8015605"/>
          </a:xfrm>
          <a:prstGeom prst="rect">
            <a:avLst/>
          </a:prstGeom>
        </p:spPr>
      </p:pic>
      <p:sp>
        <p:nvSpPr>
          <p:cNvPr id="34" name="PA-4-Point Star 33"/>
          <p:cNvSpPr/>
          <p:nvPr>
            <p:custDataLst>
              <p:tags r:id="rId1"/>
            </p:custDataLst>
          </p:nvPr>
        </p:nvSpPr>
        <p:spPr>
          <a:xfrm rot="8294776">
            <a:off x="5002837" y="214623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PA-4-Point Star 34"/>
          <p:cNvSpPr/>
          <p:nvPr>
            <p:custDataLst>
              <p:tags r:id="rId2"/>
            </p:custDataLst>
          </p:nvPr>
        </p:nvSpPr>
        <p:spPr>
          <a:xfrm rot="8294776">
            <a:off x="5483061" y="236990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PA-4-Point Star 35"/>
          <p:cNvSpPr/>
          <p:nvPr>
            <p:custDataLst>
              <p:tags r:id="rId3"/>
            </p:custDataLst>
          </p:nvPr>
        </p:nvSpPr>
        <p:spPr>
          <a:xfrm rot="8294776">
            <a:off x="5344914" y="268566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PA-4-Point Star 36"/>
          <p:cNvSpPr/>
          <p:nvPr>
            <p:custDataLst>
              <p:tags r:id="rId4"/>
            </p:custDataLst>
          </p:nvPr>
        </p:nvSpPr>
        <p:spPr>
          <a:xfrm rot="16200000">
            <a:off x="243104" y="-65512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PA-4-Point Star 77"/>
          <p:cNvSpPr/>
          <p:nvPr>
            <p:custDataLst>
              <p:tags r:id="rId5"/>
            </p:custDataLst>
          </p:nvPr>
        </p:nvSpPr>
        <p:spPr>
          <a:xfrm rot="16200000">
            <a:off x="6457747" y="2296949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7" name="PA-4-Point Star 96"/>
          <p:cNvSpPr/>
          <p:nvPr>
            <p:custDataLst>
              <p:tags r:id="rId6"/>
            </p:custDataLst>
          </p:nvPr>
        </p:nvSpPr>
        <p:spPr>
          <a:xfrm rot="8294776">
            <a:off x="5628180" y="262724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8" name="PA-4-Point Star 97"/>
          <p:cNvSpPr/>
          <p:nvPr>
            <p:custDataLst>
              <p:tags r:id="rId7"/>
            </p:custDataLst>
          </p:nvPr>
        </p:nvSpPr>
        <p:spPr>
          <a:xfrm rot="16200000">
            <a:off x="11913218" y="758020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9" name="PA-4-Point Star 108"/>
          <p:cNvSpPr/>
          <p:nvPr>
            <p:custDataLst>
              <p:tags r:id="rId8"/>
            </p:custDataLst>
          </p:nvPr>
        </p:nvSpPr>
        <p:spPr>
          <a:xfrm rot="16200000">
            <a:off x="6141590" y="247378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4" name="PA-4-Point Star 133"/>
          <p:cNvSpPr/>
          <p:nvPr>
            <p:custDataLst>
              <p:tags r:id="rId9"/>
            </p:custDataLst>
          </p:nvPr>
        </p:nvSpPr>
        <p:spPr>
          <a:xfrm rot="16200000">
            <a:off x="4653787" y="3063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5" name="PA-4-Point Star 134"/>
          <p:cNvSpPr/>
          <p:nvPr>
            <p:custDataLst>
              <p:tags r:id="rId10"/>
            </p:custDataLst>
          </p:nvPr>
        </p:nvSpPr>
        <p:spPr>
          <a:xfrm rot="8294776">
            <a:off x="5693570" y="219228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6" name="PA-4-Point Star 135"/>
          <p:cNvSpPr/>
          <p:nvPr>
            <p:custDataLst>
              <p:tags r:id="rId11"/>
            </p:custDataLst>
          </p:nvPr>
        </p:nvSpPr>
        <p:spPr>
          <a:xfrm rot="8294776">
            <a:off x="5555423" y="2508046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7" name="PA-4-Point Star 136"/>
          <p:cNvSpPr/>
          <p:nvPr>
            <p:custDataLst>
              <p:tags r:id="rId12"/>
            </p:custDataLst>
          </p:nvPr>
        </p:nvSpPr>
        <p:spPr>
          <a:xfrm rot="8294776">
            <a:off x="4594974" y="267250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9" name="PA-4-Point Star 138"/>
          <p:cNvSpPr/>
          <p:nvPr>
            <p:custDataLst>
              <p:tags r:id="rId13"/>
            </p:custDataLst>
          </p:nvPr>
        </p:nvSpPr>
        <p:spPr>
          <a:xfrm rot="16200000">
            <a:off x="6686518" y="43791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0" name="PA-4-Point Star 139"/>
          <p:cNvSpPr/>
          <p:nvPr>
            <p:custDataLst>
              <p:tags r:id="rId14"/>
            </p:custDataLst>
          </p:nvPr>
        </p:nvSpPr>
        <p:spPr>
          <a:xfrm rot="7352446">
            <a:off x="9882647" y="687283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1" name="PA-4-Point Star 140"/>
          <p:cNvSpPr/>
          <p:nvPr>
            <p:custDataLst>
              <p:tags r:id="rId15"/>
            </p:custDataLst>
          </p:nvPr>
        </p:nvSpPr>
        <p:spPr>
          <a:xfrm rot="7352446">
            <a:off x="9744500" y="718859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2" name="PA-4-Point Star 141"/>
          <p:cNvSpPr/>
          <p:nvPr>
            <p:custDataLst>
              <p:tags r:id="rId16"/>
            </p:custDataLst>
          </p:nvPr>
        </p:nvSpPr>
        <p:spPr>
          <a:xfrm rot="8294776">
            <a:off x="7009842" y="177126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4" name="PA-4-Point Star 153"/>
          <p:cNvSpPr/>
          <p:nvPr>
            <p:custDataLst>
              <p:tags r:id="rId17"/>
            </p:custDataLst>
          </p:nvPr>
        </p:nvSpPr>
        <p:spPr>
          <a:xfrm rot="13694776">
            <a:off x="-716950" y="4765621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5" name="PA-4-Point Star 154"/>
          <p:cNvSpPr/>
          <p:nvPr>
            <p:custDataLst>
              <p:tags r:id="rId18"/>
            </p:custDataLst>
          </p:nvPr>
        </p:nvSpPr>
        <p:spPr>
          <a:xfrm rot="13694776">
            <a:off x="275801" y="-113633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6" name="PA-4-Point Star 155"/>
          <p:cNvSpPr/>
          <p:nvPr>
            <p:custDataLst>
              <p:tags r:id="rId19"/>
            </p:custDataLst>
          </p:nvPr>
        </p:nvSpPr>
        <p:spPr>
          <a:xfrm>
            <a:off x="506143" y="-493019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6" name="PA-4-Point Star 225"/>
          <p:cNvSpPr/>
          <p:nvPr>
            <p:custDataLst>
              <p:tags r:id="rId20"/>
            </p:custDataLst>
          </p:nvPr>
        </p:nvSpPr>
        <p:spPr>
          <a:xfrm rot="13694776">
            <a:off x="-209233" y="157813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7" name="PA-4-Point Star 236"/>
          <p:cNvSpPr/>
          <p:nvPr>
            <p:custDataLst>
              <p:tags r:id="rId21"/>
            </p:custDataLst>
          </p:nvPr>
        </p:nvSpPr>
        <p:spPr>
          <a:xfrm rot="13694776">
            <a:off x="5239957" y="265120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8" name="PA-4-Point Star 237"/>
          <p:cNvSpPr/>
          <p:nvPr>
            <p:custDataLst>
              <p:tags r:id="rId22"/>
            </p:custDataLst>
          </p:nvPr>
        </p:nvSpPr>
        <p:spPr>
          <a:xfrm>
            <a:off x="960449" y="-53828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9" name="PA-4-Point Star 238"/>
          <p:cNvSpPr/>
          <p:nvPr>
            <p:custDataLst>
              <p:tags r:id="rId23"/>
            </p:custDataLst>
          </p:nvPr>
        </p:nvSpPr>
        <p:spPr>
          <a:xfrm>
            <a:off x="0" y="-37382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0" name="PA-4-Point Star 239"/>
          <p:cNvSpPr/>
          <p:nvPr>
            <p:custDataLst>
              <p:tags r:id="rId24"/>
            </p:custDataLst>
          </p:nvPr>
        </p:nvSpPr>
        <p:spPr>
          <a:xfrm>
            <a:off x="5390375" y="718363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2" name="PA-4-Point Star 241"/>
          <p:cNvSpPr/>
          <p:nvPr>
            <p:custDataLst>
              <p:tags r:id="rId25"/>
            </p:custDataLst>
          </p:nvPr>
        </p:nvSpPr>
        <p:spPr>
          <a:xfrm rot="13694776">
            <a:off x="-209232" y="143340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3" name="PA-4-Point Star 242"/>
          <p:cNvSpPr/>
          <p:nvPr>
            <p:custDataLst>
              <p:tags r:id="rId26"/>
            </p:custDataLst>
          </p:nvPr>
        </p:nvSpPr>
        <p:spPr>
          <a:xfrm>
            <a:off x="-1098007" y="548865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4" name="PA-4-Point Star 243"/>
          <p:cNvSpPr/>
          <p:nvPr>
            <p:custDataLst>
              <p:tags r:id="rId27"/>
            </p:custDataLst>
          </p:nvPr>
        </p:nvSpPr>
        <p:spPr>
          <a:xfrm>
            <a:off x="3844446" y="7084956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5" name="PA-4-Point Star 244"/>
          <p:cNvSpPr/>
          <p:nvPr>
            <p:custDataLst>
              <p:tags r:id="rId28"/>
            </p:custDataLst>
          </p:nvPr>
        </p:nvSpPr>
        <p:spPr>
          <a:xfrm rot="13694776">
            <a:off x="-696034" y="157813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6" name="PA-4-Point Star 245"/>
          <p:cNvSpPr/>
          <p:nvPr>
            <p:custDataLst>
              <p:tags r:id="rId29"/>
            </p:custDataLst>
          </p:nvPr>
        </p:nvSpPr>
        <p:spPr>
          <a:xfrm>
            <a:off x="-966438" y="5541286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7" name="PA-4-Point Star 246"/>
          <p:cNvSpPr/>
          <p:nvPr>
            <p:custDataLst>
              <p:tags r:id="rId30"/>
            </p:custDataLst>
          </p:nvPr>
        </p:nvSpPr>
        <p:spPr>
          <a:xfrm>
            <a:off x="-1104585" y="585705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8" name="PA-4-Point Star 247"/>
          <p:cNvSpPr/>
          <p:nvPr>
            <p:custDataLst>
              <p:tags r:id="rId31"/>
            </p:custDataLst>
          </p:nvPr>
        </p:nvSpPr>
        <p:spPr>
          <a:xfrm>
            <a:off x="3837868" y="745334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2" name="PA-4-Point Star 251"/>
          <p:cNvSpPr/>
          <p:nvPr>
            <p:custDataLst>
              <p:tags r:id="rId32"/>
            </p:custDataLst>
          </p:nvPr>
        </p:nvSpPr>
        <p:spPr>
          <a:xfrm>
            <a:off x="10170037" y="-7200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7" name="PA-4-Point Star 256"/>
          <p:cNvSpPr/>
          <p:nvPr>
            <p:custDataLst>
              <p:tags r:id="rId33"/>
            </p:custDataLst>
          </p:nvPr>
        </p:nvSpPr>
        <p:spPr>
          <a:xfrm>
            <a:off x="730203" y="-70274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2" name="PA-4-Point Star 261"/>
          <p:cNvSpPr/>
          <p:nvPr>
            <p:custDataLst>
              <p:tags r:id="rId34"/>
            </p:custDataLst>
          </p:nvPr>
        </p:nvSpPr>
        <p:spPr>
          <a:xfrm>
            <a:off x="10321341" y="-28909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5" name="PA-4-Point Star 264"/>
          <p:cNvSpPr/>
          <p:nvPr>
            <p:custDataLst>
              <p:tags r:id="rId35"/>
            </p:custDataLst>
          </p:nvPr>
        </p:nvSpPr>
        <p:spPr>
          <a:xfrm>
            <a:off x="4844366" y="741387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6" name="PA-4-Point Star 265"/>
          <p:cNvSpPr/>
          <p:nvPr>
            <p:custDataLst>
              <p:tags r:id="rId36"/>
            </p:custDataLst>
          </p:nvPr>
        </p:nvSpPr>
        <p:spPr>
          <a:xfrm>
            <a:off x="-913810" y="582415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7" name="PA-4-Point Star 266"/>
          <p:cNvSpPr/>
          <p:nvPr>
            <p:custDataLst>
              <p:tags r:id="rId37"/>
            </p:custDataLst>
          </p:nvPr>
        </p:nvSpPr>
        <p:spPr>
          <a:xfrm>
            <a:off x="9420098" y="-28251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8" name="PA-4-Point Star 267"/>
          <p:cNvSpPr/>
          <p:nvPr>
            <p:custDataLst>
              <p:tags r:id="rId38"/>
            </p:custDataLst>
          </p:nvPr>
        </p:nvSpPr>
        <p:spPr>
          <a:xfrm>
            <a:off x="4423348" y="7032329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9" name="PA-4-Point Star 268"/>
          <p:cNvSpPr/>
          <p:nvPr>
            <p:custDataLst>
              <p:tags r:id="rId39"/>
            </p:custDataLst>
          </p:nvPr>
        </p:nvSpPr>
        <p:spPr>
          <a:xfrm>
            <a:off x="5456160" y="707837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4" name="PA-4-Point Star 383"/>
          <p:cNvSpPr/>
          <p:nvPr>
            <p:custDataLst>
              <p:tags r:id="rId40"/>
            </p:custDataLst>
          </p:nvPr>
        </p:nvSpPr>
        <p:spPr>
          <a:xfrm rot="8294776">
            <a:off x="6733943" y="169968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8" name="PA-4-Point Star 387"/>
          <p:cNvSpPr/>
          <p:nvPr>
            <p:custDataLst>
              <p:tags r:id="rId41"/>
            </p:custDataLst>
          </p:nvPr>
        </p:nvSpPr>
        <p:spPr>
          <a:xfrm rot="8294776">
            <a:off x="4805877" y="2515409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2" name="PA-4-Point Star 391"/>
          <p:cNvSpPr/>
          <p:nvPr>
            <p:custDataLst>
              <p:tags r:id="rId42"/>
            </p:custDataLst>
          </p:nvPr>
        </p:nvSpPr>
        <p:spPr>
          <a:xfrm rot="16200000">
            <a:off x="657938" y="-621446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7" name="PA-4-Point Star 396"/>
          <p:cNvSpPr/>
          <p:nvPr>
            <p:custDataLst>
              <p:tags r:id="rId43"/>
            </p:custDataLst>
          </p:nvPr>
        </p:nvSpPr>
        <p:spPr>
          <a:xfrm rot="15257670">
            <a:off x="12926393" y="535871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2" name="PA-4-Point Star 401"/>
          <p:cNvSpPr/>
          <p:nvPr>
            <p:custDataLst>
              <p:tags r:id="rId44"/>
            </p:custDataLst>
          </p:nvPr>
        </p:nvSpPr>
        <p:spPr>
          <a:xfrm rot="8294776">
            <a:off x="5865005" y="261408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3" name="PA-4-Point Star 402"/>
          <p:cNvSpPr/>
          <p:nvPr>
            <p:custDataLst>
              <p:tags r:id="rId45"/>
            </p:custDataLst>
          </p:nvPr>
        </p:nvSpPr>
        <p:spPr>
          <a:xfrm rot="16200000">
            <a:off x="7095855" y="225090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4" name="PA-4-Point Star 403"/>
          <p:cNvSpPr/>
          <p:nvPr>
            <p:custDataLst>
              <p:tags r:id="rId46"/>
            </p:custDataLst>
          </p:nvPr>
        </p:nvSpPr>
        <p:spPr>
          <a:xfrm rot="16200000">
            <a:off x="6957708" y="256666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5" name="PA-4-Point Star 404"/>
          <p:cNvSpPr/>
          <p:nvPr>
            <p:custDataLst>
              <p:tags r:id="rId47"/>
            </p:custDataLst>
          </p:nvPr>
        </p:nvSpPr>
        <p:spPr>
          <a:xfrm rot="16200000">
            <a:off x="10446429" y="-391986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6" name="PA-4-Point Star 405"/>
          <p:cNvSpPr/>
          <p:nvPr>
            <p:custDataLst>
              <p:tags r:id="rId48"/>
            </p:custDataLst>
          </p:nvPr>
        </p:nvSpPr>
        <p:spPr>
          <a:xfrm rot="16200000">
            <a:off x="6495647" y="737018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8" name="PA-4-Point Star 407"/>
          <p:cNvSpPr/>
          <p:nvPr>
            <p:custDataLst>
              <p:tags r:id="rId49"/>
            </p:custDataLst>
          </p:nvPr>
        </p:nvSpPr>
        <p:spPr>
          <a:xfrm rot="16200000">
            <a:off x="657939" y="-76617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9" name="PA-4-Point Star 408"/>
          <p:cNvSpPr/>
          <p:nvPr>
            <p:custDataLst>
              <p:tags r:id="rId50"/>
            </p:custDataLst>
          </p:nvPr>
        </p:nvSpPr>
        <p:spPr>
          <a:xfrm rot="16200000">
            <a:off x="519792" y="-45040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2" name="PA-4-Point Star 411"/>
          <p:cNvSpPr/>
          <p:nvPr>
            <p:custDataLst>
              <p:tags r:id="rId51"/>
            </p:custDataLst>
          </p:nvPr>
        </p:nvSpPr>
        <p:spPr>
          <a:xfrm rot="16200000">
            <a:off x="651361" y="-39778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3" name="PA-4-Point Star 412"/>
          <p:cNvSpPr/>
          <p:nvPr>
            <p:custDataLst>
              <p:tags r:id="rId52"/>
            </p:custDataLst>
          </p:nvPr>
        </p:nvSpPr>
        <p:spPr>
          <a:xfrm rot="16200000">
            <a:off x="9854371" y="-28673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5" name="PA-4-Point Star 414"/>
          <p:cNvSpPr/>
          <p:nvPr>
            <p:custDataLst>
              <p:tags r:id="rId53"/>
            </p:custDataLst>
          </p:nvPr>
        </p:nvSpPr>
        <p:spPr>
          <a:xfrm rot="16200000">
            <a:off x="12071102" y="731048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6" name="PA-4-Point Star 415"/>
          <p:cNvSpPr/>
          <p:nvPr>
            <p:custDataLst>
              <p:tags r:id="rId54"/>
            </p:custDataLst>
          </p:nvPr>
        </p:nvSpPr>
        <p:spPr>
          <a:xfrm rot="15257670">
            <a:off x="12919816" y="558238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7" name="PA-4-Point Star 416"/>
          <p:cNvSpPr/>
          <p:nvPr>
            <p:custDataLst>
              <p:tags r:id="rId55"/>
            </p:custDataLst>
          </p:nvPr>
        </p:nvSpPr>
        <p:spPr>
          <a:xfrm rot="15257670">
            <a:off x="12781669" y="589814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8" name="PA-4-Point Star 417"/>
          <p:cNvSpPr/>
          <p:nvPr>
            <p:custDataLst>
              <p:tags r:id="rId56"/>
            </p:custDataLst>
          </p:nvPr>
        </p:nvSpPr>
        <p:spPr>
          <a:xfrm rot="16200000">
            <a:off x="6416706" y="711362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3" name="PA-4-Point Star 422"/>
          <p:cNvSpPr/>
          <p:nvPr>
            <p:custDataLst>
              <p:tags r:id="rId57"/>
            </p:custDataLst>
          </p:nvPr>
        </p:nvSpPr>
        <p:spPr>
          <a:xfrm rot="16200000">
            <a:off x="6727462" y="240220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6" name="PA-4-Point Star 425"/>
          <p:cNvSpPr/>
          <p:nvPr>
            <p:custDataLst>
              <p:tags r:id="rId58"/>
            </p:custDataLst>
          </p:nvPr>
        </p:nvSpPr>
        <p:spPr>
          <a:xfrm rot="16200000">
            <a:off x="8113939" y="699521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7" name="PA-4-Point Star 426"/>
          <p:cNvSpPr/>
          <p:nvPr>
            <p:custDataLst>
              <p:tags r:id="rId59"/>
            </p:custDataLst>
          </p:nvPr>
        </p:nvSpPr>
        <p:spPr>
          <a:xfrm rot="16200000">
            <a:off x="2295770" y="708495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8" name="PA-4-Point Star 427"/>
          <p:cNvSpPr/>
          <p:nvPr>
            <p:custDataLst>
              <p:tags r:id="rId60"/>
            </p:custDataLst>
          </p:nvPr>
        </p:nvSpPr>
        <p:spPr>
          <a:xfrm rot="16200000">
            <a:off x="6977443" y="302057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9" name="PA-4-Point Star 428"/>
          <p:cNvSpPr/>
          <p:nvPr>
            <p:custDataLst>
              <p:tags r:id="rId61"/>
            </p:custDataLst>
          </p:nvPr>
        </p:nvSpPr>
        <p:spPr>
          <a:xfrm rot="16200000">
            <a:off x="7048234" y="712020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0" name="PA-4-Point Star 429"/>
          <p:cNvSpPr/>
          <p:nvPr>
            <p:custDataLst>
              <p:tags r:id="rId62"/>
            </p:custDataLst>
          </p:nvPr>
        </p:nvSpPr>
        <p:spPr>
          <a:xfrm rot="16200000">
            <a:off x="6910087" y="743596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1" name="PA-4-Point Star 430"/>
          <p:cNvSpPr/>
          <p:nvPr>
            <p:custDataLst>
              <p:tags r:id="rId63"/>
            </p:custDataLst>
          </p:nvPr>
        </p:nvSpPr>
        <p:spPr>
          <a:xfrm rot="16200000">
            <a:off x="5949638" y="7600429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2" name="PA-4-Point Star 431"/>
          <p:cNvSpPr/>
          <p:nvPr>
            <p:custDataLst>
              <p:tags r:id="rId64"/>
            </p:custDataLst>
          </p:nvPr>
        </p:nvSpPr>
        <p:spPr>
          <a:xfrm rot="16200000">
            <a:off x="10045146" y="-31962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3" name="PA-4-Point Star 432"/>
          <p:cNvSpPr/>
          <p:nvPr>
            <p:custDataLst>
              <p:tags r:id="rId65"/>
            </p:custDataLst>
          </p:nvPr>
        </p:nvSpPr>
        <p:spPr>
          <a:xfrm rot="16200000">
            <a:off x="6076200" y="302715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4" name="PA-4-Point Star 433"/>
          <p:cNvSpPr/>
          <p:nvPr>
            <p:custDataLst>
              <p:tags r:id="rId66"/>
            </p:custDataLst>
          </p:nvPr>
        </p:nvSpPr>
        <p:spPr>
          <a:xfrm rot="16200000">
            <a:off x="5528620" y="7218881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5" name="PA-4-Point Star 434"/>
          <p:cNvSpPr/>
          <p:nvPr>
            <p:custDataLst>
              <p:tags r:id="rId67"/>
            </p:custDataLst>
          </p:nvPr>
        </p:nvSpPr>
        <p:spPr>
          <a:xfrm rot="16200000">
            <a:off x="6561432" y="7264929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6" name="PA-4-Point Star 435"/>
          <p:cNvSpPr/>
          <p:nvPr>
            <p:custDataLst>
              <p:tags r:id="rId68"/>
            </p:custDataLst>
          </p:nvPr>
        </p:nvSpPr>
        <p:spPr>
          <a:xfrm rot="16200000">
            <a:off x="7041656" y="7488596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7" name="PA-4-Point Star 436"/>
          <p:cNvSpPr/>
          <p:nvPr>
            <p:custDataLst>
              <p:tags r:id="rId69"/>
            </p:custDataLst>
          </p:nvPr>
        </p:nvSpPr>
        <p:spPr>
          <a:xfrm rot="16200000">
            <a:off x="1703712" y="7190211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8" name="PA-4-Point Star 437"/>
          <p:cNvSpPr/>
          <p:nvPr>
            <p:custDataLst>
              <p:tags r:id="rId70"/>
            </p:custDataLst>
          </p:nvPr>
        </p:nvSpPr>
        <p:spPr>
          <a:xfrm rot="7352446">
            <a:off x="9751474" y="7281476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9" name="PA-4-Point Star 438"/>
          <p:cNvSpPr/>
          <p:nvPr>
            <p:custDataLst>
              <p:tags r:id="rId71"/>
            </p:custDataLst>
          </p:nvPr>
        </p:nvSpPr>
        <p:spPr>
          <a:xfrm rot="16200000">
            <a:off x="12475404" y="357659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0" name="PA-4-Point Star 439"/>
          <p:cNvSpPr/>
          <p:nvPr>
            <p:custDataLst>
              <p:tags r:id="rId72"/>
            </p:custDataLst>
          </p:nvPr>
        </p:nvSpPr>
        <p:spPr>
          <a:xfrm rot="15257670">
            <a:off x="12722463" y="555606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1" name="PA-4-Point Star 440"/>
          <p:cNvSpPr/>
          <p:nvPr>
            <p:custDataLst>
              <p:tags r:id="rId73"/>
            </p:custDataLst>
          </p:nvPr>
        </p:nvSpPr>
        <p:spPr>
          <a:xfrm rot="16200000">
            <a:off x="8225770" y="737018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7" name="PA-4-Point Star 456"/>
          <p:cNvSpPr/>
          <p:nvPr>
            <p:custDataLst>
              <p:tags r:id="rId74"/>
            </p:custDataLst>
          </p:nvPr>
        </p:nvSpPr>
        <p:spPr>
          <a:xfrm rot="15257670">
            <a:off x="9567374" y="771427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3" name="PA-4-Point Star 462"/>
          <p:cNvSpPr/>
          <p:nvPr>
            <p:custDataLst>
              <p:tags r:id="rId75"/>
            </p:custDataLst>
          </p:nvPr>
        </p:nvSpPr>
        <p:spPr>
          <a:xfrm>
            <a:off x="3837967" y="6117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5" name="PA-4-Point Star 464"/>
          <p:cNvSpPr/>
          <p:nvPr>
            <p:custDataLst>
              <p:tags r:id="rId76"/>
            </p:custDataLst>
          </p:nvPr>
        </p:nvSpPr>
        <p:spPr>
          <a:xfrm rot="13694776">
            <a:off x="4739603" y="253858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6" name="PA-4-Point Star 465"/>
          <p:cNvSpPr/>
          <p:nvPr>
            <p:custDataLst>
              <p:tags r:id="rId77"/>
            </p:custDataLst>
          </p:nvPr>
        </p:nvSpPr>
        <p:spPr>
          <a:xfrm>
            <a:off x="-874734" y="532341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8" name="PA-4-Point Star 467"/>
          <p:cNvSpPr/>
          <p:nvPr>
            <p:custDataLst>
              <p:tags r:id="rId78"/>
            </p:custDataLst>
          </p:nvPr>
        </p:nvSpPr>
        <p:spPr>
          <a:xfrm>
            <a:off x="2292038" y="-3750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9" name="PA-4-Point Star 468"/>
          <p:cNvSpPr/>
          <p:nvPr>
            <p:custDataLst>
              <p:tags r:id="rId79"/>
            </p:custDataLst>
          </p:nvPr>
        </p:nvSpPr>
        <p:spPr>
          <a:xfrm rot="13694776">
            <a:off x="-571439" y="100502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0" name="PA-4-Point Star 469"/>
          <p:cNvSpPr/>
          <p:nvPr>
            <p:custDataLst>
              <p:tags r:id="rId80"/>
            </p:custDataLst>
          </p:nvPr>
        </p:nvSpPr>
        <p:spPr>
          <a:xfrm rot="13694776">
            <a:off x="-709586" y="1320789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2" name="PA-4-Point Star 471"/>
          <p:cNvSpPr/>
          <p:nvPr>
            <p:custDataLst>
              <p:tags r:id="rId81"/>
            </p:custDataLst>
          </p:nvPr>
        </p:nvSpPr>
        <p:spPr>
          <a:xfrm rot="13694776">
            <a:off x="-1058241" y="114975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3" name="PA-4-Point Star 472"/>
          <p:cNvSpPr/>
          <p:nvPr>
            <p:custDataLst>
              <p:tags r:id="rId82"/>
            </p:custDataLst>
          </p:nvPr>
        </p:nvSpPr>
        <p:spPr>
          <a:xfrm rot="13694776">
            <a:off x="-578017" y="137341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4" name="PA-4-Point Star 473"/>
          <p:cNvSpPr/>
          <p:nvPr>
            <p:custDataLst>
              <p:tags r:id="rId83"/>
            </p:custDataLst>
          </p:nvPr>
        </p:nvSpPr>
        <p:spPr>
          <a:xfrm>
            <a:off x="-347675" y="201672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1" name="PA-4-Point Star 480"/>
          <p:cNvSpPr/>
          <p:nvPr>
            <p:custDataLst>
              <p:tags r:id="rId84"/>
            </p:custDataLst>
          </p:nvPr>
        </p:nvSpPr>
        <p:spPr>
          <a:xfrm>
            <a:off x="4002426" y="-491416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2" name="PA-4-Point Star 481"/>
          <p:cNvSpPr/>
          <p:nvPr>
            <p:custDataLst>
              <p:tags r:id="rId85"/>
            </p:custDataLst>
          </p:nvPr>
        </p:nvSpPr>
        <p:spPr>
          <a:xfrm>
            <a:off x="3041977" y="-32695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3" name="PA-4-Point Star 482"/>
          <p:cNvSpPr/>
          <p:nvPr>
            <p:custDataLst>
              <p:tags r:id="rId86"/>
            </p:custDataLst>
          </p:nvPr>
        </p:nvSpPr>
        <p:spPr>
          <a:xfrm rot="13694776">
            <a:off x="4509357" y="237412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2" name="PA-4-Point Star 501"/>
          <p:cNvSpPr/>
          <p:nvPr>
            <p:custDataLst>
              <p:tags r:id="rId87"/>
            </p:custDataLst>
          </p:nvPr>
        </p:nvSpPr>
        <p:spPr>
          <a:xfrm rot="13694776">
            <a:off x="-999821" y="466694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3" name="PA-4-Point Star 502"/>
          <p:cNvSpPr/>
          <p:nvPr>
            <p:custDataLst>
              <p:tags r:id="rId88"/>
            </p:custDataLst>
          </p:nvPr>
        </p:nvSpPr>
        <p:spPr>
          <a:xfrm rot="13694776">
            <a:off x="4502780" y="259778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4" name="PA-4-Point Star 503"/>
          <p:cNvSpPr/>
          <p:nvPr>
            <p:custDataLst>
              <p:tags r:id="rId89"/>
            </p:custDataLst>
          </p:nvPr>
        </p:nvSpPr>
        <p:spPr>
          <a:xfrm>
            <a:off x="223272" y="-59169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5" name="PA-4-Point Star 504"/>
          <p:cNvSpPr/>
          <p:nvPr>
            <p:custDataLst>
              <p:tags r:id="rId90"/>
            </p:custDataLst>
          </p:nvPr>
        </p:nvSpPr>
        <p:spPr>
          <a:xfrm>
            <a:off x="-1249704" y="569838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9" name="PA-4-Point Star 528"/>
          <p:cNvSpPr/>
          <p:nvPr>
            <p:custDataLst>
              <p:tags r:id="rId91"/>
            </p:custDataLst>
          </p:nvPr>
        </p:nvSpPr>
        <p:spPr>
          <a:xfrm rot="13694776">
            <a:off x="4476465" y="243990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1" name="PA-4-Point Star 530"/>
          <p:cNvSpPr/>
          <p:nvPr>
            <p:custDataLst>
              <p:tags r:id="rId92"/>
            </p:custDataLst>
          </p:nvPr>
        </p:nvSpPr>
        <p:spPr>
          <a:xfrm>
            <a:off x="3153811" y="-41905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2" name="PA-4-Point Star 531"/>
          <p:cNvSpPr/>
          <p:nvPr>
            <p:custDataLst>
              <p:tags r:id="rId93"/>
            </p:custDataLst>
          </p:nvPr>
        </p:nvSpPr>
        <p:spPr>
          <a:xfrm>
            <a:off x="3634035" y="-19538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3" name="PA-4-Point Star 532"/>
          <p:cNvSpPr/>
          <p:nvPr>
            <p:custDataLst>
              <p:tags r:id="rId94"/>
            </p:custDataLst>
          </p:nvPr>
        </p:nvSpPr>
        <p:spPr>
          <a:xfrm rot="13694776">
            <a:off x="-966930" y="4351181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4" name="PA-4-Point Star 533"/>
          <p:cNvSpPr/>
          <p:nvPr>
            <p:custDataLst>
              <p:tags r:id="rId95"/>
            </p:custDataLst>
          </p:nvPr>
        </p:nvSpPr>
        <p:spPr>
          <a:xfrm rot="13694776">
            <a:off x="-808262" y="110370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5" name="PA-4-Point Star 534"/>
          <p:cNvSpPr/>
          <p:nvPr>
            <p:custDataLst>
              <p:tags r:id="rId96"/>
            </p:custDataLst>
          </p:nvPr>
        </p:nvSpPr>
        <p:spPr>
          <a:xfrm>
            <a:off x="-651069" y="560628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9" name="PA-4-Point Star 538"/>
          <p:cNvSpPr/>
          <p:nvPr>
            <p:custDataLst>
              <p:tags r:id="rId97"/>
            </p:custDataLst>
          </p:nvPr>
        </p:nvSpPr>
        <p:spPr>
          <a:xfrm>
            <a:off x="328526" y="-69695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2" name="PA-4-Point Star 541"/>
          <p:cNvSpPr/>
          <p:nvPr>
            <p:custDataLst>
              <p:tags r:id="rId98"/>
            </p:custDataLst>
          </p:nvPr>
        </p:nvSpPr>
        <p:spPr>
          <a:xfrm>
            <a:off x="2285459" y="5459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3" name="PA-4-Point Star 542"/>
          <p:cNvSpPr/>
          <p:nvPr>
            <p:custDataLst>
              <p:tags r:id="rId99"/>
            </p:custDataLst>
          </p:nvPr>
        </p:nvSpPr>
        <p:spPr>
          <a:xfrm rot="13694776">
            <a:off x="-1196389" y="1189221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5" name="PA-4-Point Star 544"/>
          <p:cNvSpPr/>
          <p:nvPr>
            <p:custDataLst>
              <p:tags r:id="rId100"/>
            </p:custDataLst>
          </p:nvPr>
        </p:nvSpPr>
        <p:spPr>
          <a:xfrm>
            <a:off x="3120917" y="-28748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0" name="PA-4-Point Star 559"/>
          <p:cNvSpPr/>
          <p:nvPr>
            <p:custDataLst>
              <p:tags r:id="rId101"/>
            </p:custDataLst>
          </p:nvPr>
        </p:nvSpPr>
        <p:spPr>
          <a:xfrm>
            <a:off x="3361858" y="-661423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1" name="PA-4-Point Star 560"/>
          <p:cNvSpPr/>
          <p:nvPr>
            <p:custDataLst>
              <p:tags r:id="rId102"/>
            </p:custDataLst>
          </p:nvPr>
        </p:nvSpPr>
        <p:spPr>
          <a:xfrm>
            <a:off x="2479263" y="-661423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2" name="PA-4-Point Star 561"/>
          <p:cNvSpPr/>
          <p:nvPr>
            <p:custDataLst>
              <p:tags r:id="rId103"/>
            </p:custDataLst>
          </p:nvPr>
        </p:nvSpPr>
        <p:spPr>
          <a:xfrm>
            <a:off x="-694732" y="1852613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8" name="PA-4-Point Star 567"/>
          <p:cNvSpPr/>
          <p:nvPr>
            <p:custDataLst>
              <p:tags r:id="rId104"/>
            </p:custDataLst>
          </p:nvPr>
        </p:nvSpPr>
        <p:spPr>
          <a:xfrm>
            <a:off x="-993911" y="1779033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0" name="PA-4-Point Star 569"/>
          <p:cNvSpPr/>
          <p:nvPr>
            <p:custDataLst>
              <p:tags r:id="rId105"/>
            </p:custDataLst>
          </p:nvPr>
        </p:nvSpPr>
        <p:spPr>
          <a:xfrm>
            <a:off x="-811031" y="2152744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1" name="PA-4-Point Star 570"/>
          <p:cNvSpPr/>
          <p:nvPr>
            <p:custDataLst>
              <p:tags r:id="rId106"/>
            </p:custDataLst>
          </p:nvPr>
        </p:nvSpPr>
        <p:spPr>
          <a:xfrm>
            <a:off x="-842836" y="2780897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2" name="PA-4-Point Star 571"/>
          <p:cNvSpPr/>
          <p:nvPr>
            <p:custDataLst>
              <p:tags r:id="rId107"/>
            </p:custDataLst>
          </p:nvPr>
        </p:nvSpPr>
        <p:spPr>
          <a:xfrm>
            <a:off x="-1411295" y="7320855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3" name="PA-4-Point Star 572"/>
          <p:cNvSpPr/>
          <p:nvPr>
            <p:custDataLst>
              <p:tags r:id="rId108"/>
            </p:custDataLst>
          </p:nvPr>
        </p:nvSpPr>
        <p:spPr>
          <a:xfrm>
            <a:off x="4225824" y="7402266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7" name="PA-4-Point Star 586"/>
          <p:cNvSpPr/>
          <p:nvPr>
            <p:custDataLst>
              <p:tags r:id="rId109"/>
            </p:custDataLst>
          </p:nvPr>
        </p:nvSpPr>
        <p:spPr>
          <a:xfrm rot="8294776">
            <a:off x="-859688" y="4374360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0" name="PA-4-Point Star 589"/>
          <p:cNvSpPr/>
          <p:nvPr>
            <p:custDataLst>
              <p:tags r:id="rId110"/>
            </p:custDataLst>
          </p:nvPr>
        </p:nvSpPr>
        <p:spPr>
          <a:xfrm rot="8294776">
            <a:off x="12236491" y="820126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1" name="PA-4-Point Star 590"/>
          <p:cNvSpPr/>
          <p:nvPr>
            <p:custDataLst>
              <p:tags r:id="rId111"/>
            </p:custDataLst>
          </p:nvPr>
        </p:nvSpPr>
        <p:spPr>
          <a:xfrm rot="16200000">
            <a:off x="12604980" y="1720167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2" name="PA-4-Point Star 591"/>
          <p:cNvSpPr/>
          <p:nvPr>
            <p:custDataLst>
              <p:tags r:id="rId112"/>
            </p:custDataLst>
          </p:nvPr>
        </p:nvSpPr>
        <p:spPr>
          <a:xfrm rot="16200000">
            <a:off x="3004408" y="7044456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6" name="PA-4-Point Star 595"/>
          <p:cNvSpPr/>
          <p:nvPr>
            <p:custDataLst>
              <p:tags r:id="rId113"/>
            </p:custDataLst>
          </p:nvPr>
        </p:nvSpPr>
        <p:spPr>
          <a:xfrm rot="8294776">
            <a:off x="12236490" y="2495122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7" name="PA-4-Point Star 596"/>
          <p:cNvSpPr/>
          <p:nvPr>
            <p:custDataLst>
              <p:tags r:id="rId114"/>
            </p:custDataLst>
          </p:nvPr>
        </p:nvSpPr>
        <p:spPr>
          <a:xfrm rot="16200000">
            <a:off x="7117397" y="-643626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8" name="PA-4-Point Star 597"/>
          <p:cNvSpPr/>
          <p:nvPr>
            <p:custDataLst>
              <p:tags r:id="rId115"/>
            </p:custDataLst>
          </p:nvPr>
        </p:nvSpPr>
        <p:spPr>
          <a:xfrm rot="16200000">
            <a:off x="5058009" y="-715188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9" name="PA-4-Point Star 598"/>
          <p:cNvSpPr/>
          <p:nvPr>
            <p:custDataLst>
              <p:tags r:id="rId116"/>
            </p:custDataLst>
          </p:nvPr>
        </p:nvSpPr>
        <p:spPr>
          <a:xfrm rot="16200000">
            <a:off x="3602920" y="-659529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7"/>
          <p:cNvSpPr txBox="1"/>
          <p:nvPr/>
        </p:nvSpPr>
        <p:spPr>
          <a:xfrm>
            <a:off x="-48577" y="213995"/>
            <a:ext cx="5085715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8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《HSK</a:t>
            </a:r>
            <a:r>
              <a:rPr lang="zh-CN" altLang="en-US" sz="28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标准教程</a:t>
            </a:r>
            <a:r>
              <a:rPr lang="en-US" altLang="zh-CN" sz="28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5--</a:t>
            </a:r>
            <a:r>
              <a:rPr lang="zh-CN" altLang="en-US" sz="28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第十课</a:t>
            </a:r>
            <a:r>
              <a:rPr lang="en-US" altLang="zh-CN" sz="28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》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238243" y="702214"/>
            <a:ext cx="4227632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HSK Standard  Course 5  Lesson 10</a:t>
            </a:r>
          </a:p>
        </p:txBody>
      </p:sp>
      <p:grpSp>
        <p:nvGrpSpPr>
          <p:cNvPr id="11" name="组合 10"/>
          <p:cNvGrpSpPr/>
          <p:nvPr/>
        </p:nvGrpSpPr>
        <p:grpSpPr>
          <a:xfrm>
            <a:off x="1201913" y="2576830"/>
            <a:ext cx="9659087" cy="2916646"/>
            <a:chOff x="1893" y="4058"/>
            <a:chExt cx="15211" cy="4593"/>
          </a:xfrm>
        </p:grpSpPr>
        <p:grpSp>
          <p:nvGrpSpPr>
            <p:cNvPr id="14" name="组合 13"/>
            <p:cNvGrpSpPr/>
            <p:nvPr/>
          </p:nvGrpSpPr>
          <p:grpSpPr>
            <a:xfrm>
              <a:off x="1893" y="4058"/>
              <a:ext cx="15211" cy="4593"/>
              <a:chOff x="-96" y="3669"/>
              <a:chExt cx="18916" cy="5713"/>
            </a:xfrm>
          </p:grpSpPr>
          <p:sp>
            <p:nvSpPr>
              <p:cNvPr id="10" name="圆角矩形 9"/>
              <p:cNvSpPr/>
              <p:nvPr/>
            </p:nvSpPr>
            <p:spPr>
              <a:xfrm>
                <a:off x="-96" y="3669"/>
                <a:ext cx="18744" cy="5713"/>
              </a:xfrm>
              <a:prstGeom prst="roundRect">
                <a:avLst/>
              </a:prstGeom>
              <a:solidFill>
                <a:schemeClr val="bg1">
                  <a:alpha val="6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8" name="组合 7"/>
              <p:cNvGrpSpPr/>
              <p:nvPr/>
            </p:nvGrpSpPr>
            <p:grpSpPr>
              <a:xfrm>
                <a:off x="-96" y="4499"/>
                <a:ext cx="18916" cy="2928"/>
                <a:chOff x="3051" y="4499"/>
                <a:chExt cx="18916" cy="2928"/>
              </a:xfrm>
            </p:grpSpPr>
            <p:grpSp>
              <p:nvGrpSpPr>
                <p:cNvPr id="3" name="组合 2"/>
                <p:cNvGrpSpPr/>
                <p:nvPr/>
              </p:nvGrpSpPr>
              <p:grpSpPr>
                <a:xfrm>
                  <a:off x="6731" y="6509"/>
                  <a:ext cx="13905" cy="918"/>
                  <a:chOff x="8865" y="6509"/>
                  <a:chExt cx="13905" cy="918"/>
                </a:xfrm>
              </p:grpSpPr>
              <p:sp>
                <p:nvSpPr>
                  <p:cNvPr id="15" name="矩形 14"/>
                  <p:cNvSpPr/>
                  <p:nvPr/>
                </p:nvSpPr>
                <p:spPr>
                  <a:xfrm>
                    <a:off x="8865" y="6525"/>
                    <a:ext cx="3417" cy="902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pPr algn="l"/>
                    <a:r>
                      <a:rPr lang="en-US" altLang="zh-CN" sz="2400" dirty="0">
                        <a:solidFill>
                          <a:schemeClr val="bg1">
                            <a:lumMod val="50000"/>
                          </a:schemeClr>
                        </a:solidFill>
                        <a:latin typeface="华文细黑" panose="02010600040101010101" pitchFamily="2" charset="-122"/>
                        <a:ea typeface="华文细黑" panose="02010600040101010101" pitchFamily="2" charset="-122"/>
                      </a:rPr>
                      <a:t>Lesson 10</a:t>
                    </a:r>
                  </a:p>
                </p:txBody>
              </p:sp>
              <p:sp>
                <p:nvSpPr>
                  <p:cNvPr id="18" name="矩形 17"/>
                  <p:cNvSpPr/>
                  <p:nvPr/>
                </p:nvSpPr>
                <p:spPr>
                  <a:xfrm>
                    <a:off x="13974" y="6509"/>
                    <a:ext cx="8796" cy="904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n-US" sz="2400" dirty="0">
                        <a:solidFill>
                          <a:schemeClr val="bg1">
                            <a:lumMod val="50000"/>
                          </a:schemeClr>
                        </a:solidFill>
                        <a:latin typeface="华文细黑" panose="02010600040101010101" pitchFamily="2" charset="-122"/>
                        <a:ea typeface="华文细黑" panose="02010600040101010101" pitchFamily="2" charset="-122"/>
                      </a:rPr>
                      <a:t>Miracle of Debate</a:t>
                    </a:r>
                  </a:p>
                </p:txBody>
              </p:sp>
            </p:grpSp>
            <p:sp>
              <p:nvSpPr>
                <p:cNvPr id="6" name="文本框 7"/>
                <p:cNvSpPr txBox="1"/>
                <p:nvPr/>
              </p:nvSpPr>
              <p:spPr>
                <a:xfrm>
                  <a:off x="3051" y="4499"/>
                  <a:ext cx="18916" cy="233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0" marR="0" lvl="0" indent="0" algn="ctr" defTabSz="914400" rtl="0" fontAlgn="auto">
                    <a:lnSpc>
                      <a:spcPts val="902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66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华文楷体" panose="02010600040101010101" charset="-122"/>
                      <a:ea typeface="华文楷体" panose="02010600040101010101" charset="-122"/>
                      <a:cs typeface="华文楷体" panose="02010600040101010101" charset="-122"/>
                    </a:rPr>
                    <a:t>第</a:t>
                  </a:r>
                  <a:r>
                    <a:rPr kumimoji="0" lang="en-US" altLang="zh-CN" sz="66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华文楷体" panose="02010600040101010101" charset="-122"/>
                      <a:ea typeface="华文楷体" panose="02010600040101010101" charset="-122"/>
                      <a:cs typeface="华文楷体" panose="02010600040101010101" charset="-122"/>
                    </a:rPr>
                    <a:t>10</a:t>
                  </a:r>
                  <a:r>
                    <a:rPr kumimoji="0" lang="zh-CN" altLang="en-US" sz="66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华文楷体" panose="02010600040101010101" charset="-122"/>
                      <a:ea typeface="华文楷体" panose="02010600040101010101" charset="-122"/>
                      <a:cs typeface="华文楷体" panose="02010600040101010101" charset="-122"/>
                    </a:rPr>
                    <a:t>课  </a:t>
                  </a:r>
                  <a:r>
                    <a:rPr lang="zh-CN" altLang="en-US" sz="6600" b="1" dirty="0">
                      <a:latin typeface="华文楷体" panose="02010600040101010101" charset="-122"/>
                      <a:ea typeface="华文楷体" panose="02010600040101010101" charset="-122"/>
                      <a:cs typeface="华文楷体" panose="02010600040101010101" charset="-122"/>
                    </a:rPr>
                    <a:t>争论的奇迹</a:t>
                  </a:r>
                  <a:endParaRPr kumimoji="0" lang="zh-CN" altLang="en-US" sz="66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华文楷体" panose="02010600040101010101" charset="-122"/>
                    <a:ea typeface="华文楷体" panose="02010600040101010101" charset="-122"/>
                    <a:cs typeface="华文楷体" panose="02010600040101010101" charset="-122"/>
                  </a:endParaRPr>
                </a:p>
              </p:txBody>
            </p:sp>
          </p:grpSp>
        </p:grpSp>
        <p:sp>
          <p:nvSpPr>
            <p:cNvPr id="7" name="矩形 6"/>
            <p:cNvSpPr/>
            <p:nvPr/>
          </p:nvSpPr>
          <p:spPr>
            <a:xfrm>
              <a:off x="2071" y="7368"/>
              <a:ext cx="14751" cy="111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4000" b="1" noProof="0" dirty="0">
                  <a:ln>
                    <a:noFill/>
                  </a:ln>
                  <a:solidFill>
                    <a:srgbClr val="9F313C"/>
                  </a:solidFill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+mn-ea"/>
                </a:rPr>
                <a:t>Part </a:t>
              </a:r>
              <a:r>
                <a:rPr lang="en-US" altLang="zh-CN" sz="4000" b="1" dirty="0">
                  <a:solidFill>
                    <a:srgbClr val="9F313C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+mn-ea"/>
                </a:rPr>
                <a:t>3</a:t>
              </a:r>
              <a:endParaRPr lang="en-US" sz="4000" dirty="0">
                <a:solidFill>
                  <a:schemeClr val="bg1">
                    <a:lumMod val="5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</p:grpSp>
      <p:pic>
        <p:nvPicPr>
          <p:cNvPr id="4" name="图片 3" descr="1"/>
          <p:cNvPicPr>
            <a:picLocks noChangeAspect="1"/>
          </p:cNvPicPr>
          <p:nvPr/>
        </p:nvPicPr>
        <p:blipFill>
          <a:blip r:embed="rId119"/>
          <a:stretch>
            <a:fillRect/>
          </a:stretch>
        </p:blipFill>
        <p:spPr>
          <a:xfrm>
            <a:off x="10681970" y="5398770"/>
            <a:ext cx="1459230" cy="14592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9700"/>
    </mc:Choice>
    <mc:Fallback xmlns="">
      <p:transition spd="slow" advTm="5097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528" repeatCount="indefinite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5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6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6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6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56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6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53" presetClass="entr" presetSubtype="528" repeatCount="indefinite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5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6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6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6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6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6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53" presetClass="entr" presetSubtype="528" repeatCount="indefinite" fill="hold" grpId="0" nodeType="withEffect">
                                  <p:stCondLst>
                                    <p:cond delay="507"/>
                                  </p:stCondLst>
                                  <p:childTnLst>
                                    <p:set>
                                      <p:cBhvr>
                                        <p:cTn id="20" dur="64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64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4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6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64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4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53" presetClass="entr" presetSubtype="528" repeatCount="indefinite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7" dur="58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8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8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8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58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8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53" presetClass="entr" presetSubtype="528" repeatCount="indefinite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4" dur="6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6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6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6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6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6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53" presetClass="entr" presetSubtype="528" repeatCount="indefinite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1" dur="68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68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68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68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68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68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53" presetClass="entr" presetSubtype="528" repeatCount="indefinite" fill="hold" grpId="0" nodeType="withEffect">
                                  <p:stCondLst>
                                    <p:cond delay="244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153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153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153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5153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153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53" presetClass="entr" presetSubtype="528" repeatCount="indefinite" fill="hold" grpId="0" nodeType="withEffect">
                                  <p:stCondLst>
                                    <p:cond delay="1334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6175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6175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6175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6175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6175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53" presetClass="entr" presetSubtype="528" repeatCount="indefinite" fill="hold" grpId="0" nodeType="withEffect">
                                  <p:stCondLst>
                                    <p:cond delay="1892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142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142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142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5142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142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53" presetClass="entr" presetSubtype="528" repeatCount="indefinite" fill="hold" grpId="0" nodeType="withEffect">
                                  <p:stCondLst>
                                    <p:cond delay="907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232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232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232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5232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232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53" presetClass="entr" presetSubtype="528" repeatCount="indefinite" fill="hold" grpId="0" nodeType="withEffect">
                                  <p:stCondLst>
                                    <p:cond delay="317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737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737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737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5737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737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53" presetClass="entr" presetSubtype="528" repeatCount="indefinite" fill="hold" grpId="0" nodeType="withEffect">
                                  <p:stCondLst>
                                    <p:cond delay="1699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6663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6663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6663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6663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6663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53" presetClass="entr" presetSubtype="528" repeatCount="indefinite" fill="hold" grpId="0" nodeType="withEffect">
                                  <p:stCondLst>
                                    <p:cond delay="1993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24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24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524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524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24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53" presetClass="entr" presetSubtype="528" repeatCount="indefinite" fill="hold" grpId="0" nodeType="withEffect">
                                  <p:stCondLst>
                                    <p:cond delay="1408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7466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7466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7466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7466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7466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53" presetClass="entr" presetSubtype="528" repeatCount="indefinite" fill="hold" grpId="0" nodeType="withEffect">
                                  <p:stCondLst>
                                    <p:cond delay="1034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6672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6672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7" dur="6672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6672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6672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53" presetClass="entr" presetSubtype="528" repeatCount="indefinite" fill="hold" grpId="0" nodeType="withEffect">
                                  <p:stCondLst>
                                    <p:cond delay="57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5637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637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4" dur="5637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5" dur="5637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637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53" presetClass="entr" presetSubtype="528" repeatCount="indefinite" fill="hold" grpId="0" nodeType="withEffect">
                                  <p:stCondLst>
                                    <p:cond delay="1978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9" dur="644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644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1" dur="644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2" dur="644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644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53" presetClass="entr" presetSubtype="528" repeatCount="indefinite" fill="hold" grpId="0" nodeType="withEffect">
                                  <p:stCondLst>
                                    <p:cond delay="136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6" dur="6172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6172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8" dur="6172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9" dur="6172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6172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1" presetID="53" presetClass="entr" presetSubtype="528" repeatCount="indefinite" fill="hold" grpId="0" nodeType="withEffect">
                                  <p:stCondLst>
                                    <p:cond delay="177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3" dur="618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618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5" dur="618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6" dur="618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618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8" presetID="53" presetClass="entr" presetSubtype="528" repeatCount="indefinite" fill="hold" grpId="0" nodeType="withEffect">
                                  <p:stCondLst>
                                    <p:cond delay="1791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0" dur="5546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5546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2" dur="5546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3" dur="5546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5546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53" presetClass="entr" presetSubtype="528" repeatCount="indefinite" fill="hold" grpId="0" nodeType="withEffect">
                                  <p:stCondLst>
                                    <p:cond delay="731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7" dur="6797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6797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9" dur="6797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0" dur="6797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6797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2" presetID="53" presetClass="entr" presetSubtype="528" repeatCount="indefinite" fill="hold" grpId="0" nodeType="withEffect">
                                  <p:stCondLst>
                                    <p:cond delay="1855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4" dur="7034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7034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6" dur="7034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7" dur="7034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7034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9" presetID="53" presetClass="entr" presetSubtype="528" repeatCount="indefinite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1" dur="6907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2" dur="6907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3" dur="6907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4" dur="6907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5" dur="6907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6" presetID="53" presetClass="entr" presetSubtype="528" repeatCount="indefinite" fill="hold" grpId="0" nodeType="withEffect">
                                  <p:stCondLst>
                                    <p:cond delay="595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8" dur="5060" fill="hold"/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9" dur="5060" fill="hold"/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0" dur="506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1" dur="5060" fill="hold"/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2" dur="5060" fill="hold"/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3" presetID="53" presetClass="entr" presetSubtype="528" repeatCount="indefinite" fill="hold" grpId="0" nodeType="withEffect">
                                  <p:stCondLst>
                                    <p:cond delay="1481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5" dur="5366" fill="hold"/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5366" fill="hold"/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7" dur="5366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8" dur="5366" fill="hold"/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9" dur="5366" fill="hold"/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0" presetID="53" presetClass="entr" presetSubtype="528" repeatCount="indefinite" fill="hold" grpId="0" nodeType="withEffect">
                                  <p:stCondLst>
                                    <p:cond delay="1091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2" dur="5755" fill="hold"/>
                                        <p:tgtEl>
                                          <p:spTgt spid="2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3" dur="5755" fill="hold"/>
                                        <p:tgtEl>
                                          <p:spTgt spid="2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4" dur="5755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5" dur="5755" fill="hold"/>
                                        <p:tgtEl>
                                          <p:spTgt spid="2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6" dur="5755" fill="hold"/>
                                        <p:tgtEl>
                                          <p:spTgt spid="2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7" presetID="53" presetClass="entr" presetSubtype="528" repeatCount="indefinite" fill="hold" grpId="0" nodeType="withEffect">
                                  <p:stCondLst>
                                    <p:cond delay="334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9" dur="7460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0" dur="7460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1" dur="746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2" dur="7460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3" dur="7460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4" presetID="53" presetClass="entr" presetSubtype="528" repeatCount="indefinite" fill="hold" grpId="0" nodeType="withEffect">
                                  <p:stCondLst>
                                    <p:cond delay="1852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6" dur="5254" fill="hold"/>
                                        <p:tgtEl>
                                          <p:spTgt spid="2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7" dur="5254" fill="hold"/>
                                        <p:tgtEl>
                                          <p:spTgt spid="2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8" dur="5254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9" dur="5254" fill="hold"/>
                                        <p:tgtEl>
                                          <p:spTgt spid="2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0" dur="5254" fill="hold"/>
                                        <p:tgtEl>
                                          <p:spTgt spid="2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1" presetID="53" presetClass="entr" presetSubtype="528" repeatCount="indefinite" fill="hold" grpId="0" nodeType="withEffect">
                                  <p:stCondLst>
                                    <p:cond delay="657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3" dur="6642" fill="hold"/>
                                        <p:tgtEl>
                                          <p:spTgt spid="2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4" dur="6642" fill="hold"/>
                                        <p:tgtEl>
                                          <p:spTgt spid="2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5" dur="6642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6" dur="6642" fill="hold"/>
                                        <p:tgtEl>
                                          <p:spTgt spid="2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7" dur="6642" fill="hold"/>
                                        <p:tgtEl>
                                          <p:spTgt spid="2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8" presetID="53" presetClass="entr" presetSubtype="528" repeatCount="indefinite" fill="hold" grpId="0" nodeType="withEffect">
                                  <p:stCondLst>
                                    <p:cond delay="1083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0" dur="5889" fill="hold"/>
                                        <p:tgtEl>
                                          <p:spTgt spid="2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1" dur="5889" fill="hold"/>
                                        <p:tgtEl>
                                          <p:spTgt spid="2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2" dur="5889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3" dur="5889" fill="hold"/>
                                        <p:tgtEl>
                                          <p:spTgt spid="2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4" dur="5889" fill="hold"/>
                                        <p:tgtEl>
                                          <p:spTgt spid="2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5" presetID="53" presetClass="entr" presetSubtype="528" repeatCount="indefinite" fill="hold" grpId="0" nodeType="withEffect">
                                  <p:stCondLst>
                                    <p:cond delay="854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7" dur="5408" fill="hold"/>
                                        <p:tgtEl>
                                          <p:spTgt spid="2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8" dur="5408" fill="hold"/>
                                        <p:tgtEl>
                                          <p:spTgt spid="2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9" dur="5408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0" dur="5408" fill="hold"/>
                                        <p:tgtEl>
                                          <p:spTgt spid="2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1" dur="5408" fill="hold"/>
                                        <p:tgtEl>
                                          <p:spTgt spid="2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2" presetID="53" presetClass="entr" presetSubtype="528" repeatCount="indefinite" fill="hold" grpId="0" nodeType="withEffect">
                                  <p:stCondLst>
                                    <p:cond delay="793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4" dur="5173" fill="hold"/>
                                        <p:tgtEl>
                                          <p:spTgt spid="2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5" dur="5173" fill="hold"/>
                                        <p:tgtEl>
                                          <p:spTgt spid="2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6" dur="5173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7" dur="5173" fill="hold"/>
                                        <p:tgtEl>
                                          <p:spTgt spid="2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8" dur="5173" fill="hold"/>
                                        <p:tgtEl>
                                          <p:spTgt spid="2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9" presetID="53" presetClass="entr" presetSubtype="528" repeatCount="indefinite" fill="hold" grpId="0" nodeType="withEffect">
                                  <p:stCondLst>
                                    <p:cond delay="367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1" dur="6982" fill="hold"/>
                                        <p:tgtEl>
                                          <p:spTgt spid="2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2" dur="6982" fill="hold"/>
                                        <p:tgtEl>
                                          <p:spTgt spid="2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3" dur="6982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4" dur="6982" fill="hold"/>
                                        <p:tgtEl>
                                          <p:spTgt spid="2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5" dur="6982" fill="hold"/>
                                        <p:tgtEl>
                                          <p:spTgt spid="2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6" presetID="53" presetClass="entr" presetSubtype="528" repeatCount="indefinite" fill="hold" grpId="0" nodeType="withEffect">
                                  <p:stCondLst>
                                    <p:cond delay="232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8" dur="6854" fill="hold"/>
                                        <p:tgtEl>
                                          <p:spTgt spid="2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9" dur="6854" fill="hold"/>
                                        <p:tgtEl>
                                          <p:spTgt spid="2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0" dur="6854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1" dur="6854" fill="hold"/>
                                        <p:tgtEl>
                                          <p:spTgt spid="2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2" dur="6854" fill="hold"/>
                                        <p:tgtEl>
                                          <p:spTgt spid="2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3" presetID="53" presetClass="entr" presetSubtype="528" repeatCount="indefinite" fill="hold" grpId="0" nodeType="withEffect">
                                  <p:stCondLst>
                                    <p:cond delay="1449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5" dur="7040" fill="hold"/>
                                        <p:tgtEl>
                                          <p:spTgt spid="2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6" dur="7040" fill="hold"/>
                                        <p:tgtEl>
                                          <p:spTgt spid="2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7" dur="704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8" dur="7040" fill="hold"/>
                                        <p:tgtEl>
                                          <p:spTgt spid="2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9" dur="7040" fill="hold"/>
                                        <p:tgtEl>
                                          <p:spTgt spid="2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0" presetID="53" presetClass="entr" presetSubtype="528" repeatCount="indefinite" fill="hold" grpId="0" nodeType="withEffect">
                                  <p:stCondLst>
                                    <p:cond delay="1214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2" dur="6173" fill="hold"/>
                                        <p:tgtEl>
                                          <p:spTgt spid="2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3" dur="6173" fill="hold"/>
                                        <p:tgtEl>
                                          <p:spTgt spid="2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4" dur="6173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5" dur="6173" fill="hold"/>
                                        <p:tgtEl>
                                          <p:spTgt spid="2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6" dur="6173" fill="hold"/>
                                        <p:tgtEl>
                                          <p:spTgt spid="2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7" presetID="53" presetClass="entr" presetSubtype="528" repeatCount="indefinite" fill="hold" grpId="0" nodeType="withEffect">
                                  <p:stCondLst>
                                    <p:cond delay="1303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9" dur="6273" fill="hold"/>
                                        <p:tgtEl>
                                          <p:spTgt spid="2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0" dur="6273" fill="hold"/>
                                        <p:tgtEl>
                                          <p:spTgt spid="2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1" dur="6273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2" dur="6273" fill="hold"/>
                                        <p:tgtEl>
                                          <p:spTgt spid="2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3" dur="6273" fill="hold"/>
                                        <p:tgtEl>
                                          <p:spTgt spid="2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4" presetID="53" presetClass="entr" presetSubtype="528" repeatCount="indefinite" fill="hold" grpId="0" nodeType="withEffect">
                                  <p:stCondLst>
                                    <p:cond delay="1802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6" dur="6866" fill="hold"/>
                                        <p:tgtEl>
                                          <p:spTgt spid="2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7" dur="6866" fill="hold"/>
                                        <p:tgtEl>
                                          <p:spTgt spid="2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8" dur="6866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9" dur="6866" fill="hold"/>
                                        <p:tgtEl>
                                          <p:spTgt spid="2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0" dur="6866" fill="hold"/>
                                        <p:tgtEl>
                                          <p:spTgt spid="2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1" presetID="53" presetClass="entr" presetSubtype="528" repeatCount="indefinite" fill="hold" grpId="0" nodeType="withEffect">
                                  <p:stCondLst>
                                    <p:cond delay="1083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3" dur="5969" fill="hold"/>
                                        <p:tgtEl>
                                          <p:spTgt spid="2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4" dur="5969" fill="hold"/>
                                        <p:tgtEl>
                                          <p:spTgt spid="2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5" dur="5969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6" dur="5969" fill="hold"/>
                                        <p:tgtEl>
                                          <p:spTgt spid="2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7" dur="5969" fill="hold"/>
                                        <p:tgtEl>
                                          <p:spTgt spid="2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8" presetID="53" presetClass="entr" presetSubtype="528" repeatCount="indefinite" fill="hold" grpId="0" nodeType="withEffect">
                                  <p:stCondLst>
                                    <p:cond delay="127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0" dur="7002" fill="hold"/>
                                        <p:tgtEl>
                                          <p:spTgt spid="3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1" dur="7002" fill="hold"/>
                                        <p:tgtEl>
                                          <p:spTgt spid="3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2" dur="7002"/>
                                        <p:tgtEl>
                                          <p:spTgt spid="3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3" dur="7002" fill="hold"/>
                                        <p:tgtEl>
                                          <p:spTgt spid="3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4" dur="7002" fill="hold"/>
                                        <p:tgtEl>
                                          <p:spTgt spid="3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5" presetID="53" presetClass="entr" presetSubtype="528" repeatCount="indefinite" fill="hold" grpId="0" nodeType="withEffect">
                                  <p:stCondLst>
                                    <p:cond delay="1739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7" dur="7370" fill="hold"/>
                                        <p:tgtEl>
                                          <p:spTgt spid="3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8" dur="7370" fill="hold"/>
                                        <p:tgtEl>
                                          <p:spTgt spid="3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9" dur="7370"/>
                                        <p:tgtEl>
                                          <p:spTgt spid="38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0" dur="7370" fill="hold"/>
                                        <p:tgtEl>
                                          <p:spTgt spid="3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1" dur="7370" fill="hold"/>
                                        <p:tgtEl>
                                          <p:spTgt spid="3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2" presetID="53" presetClass="entr" presetSubtype="528" repeatCount="indefinite" fill="hold" grpId="0" nodeType="withEffect">
                                  <p:stCondLst>
                                    <p:cond delay="1018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4" dur="5261" fill="hold"/>
                                        <p:tgtEl>
                                          <p:spTgt spid="3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5" dur="5261" fill="hold"/>
                                        <p:tgtEl>
                                          <p:spTgt spid="3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6" dur="5261"/>
                                        <p:tgtEl>
                                          <p:spTgt spid="3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7" dur="5261" fill="hold"/>
                                        <p:tgtEl>
                                          <p:spTgt spid="3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8" dur="5261" fill="hold"/>
                                        <p:tgtEl>
                                          <p:spTgt spid="3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9" presetID="53" presetClass="entr" presetSubtype="528" repeatCount="indefinite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1" dur="6177" fill="hold"/>
                                        <p:tgtEl>
                                          <p:spTgt spid="3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2" dur="6177" fill="hold"/>
                                        <p:tgtEl>
                                          <p:spTgt spid="3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3" dur="6177"/>
                                        <p:tgtEl>
                                          <p:spTgt spid="3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4" dur="6177" fill="hold"/>
                                        <p:tgtEl>
                                          <p:spTgt spid="3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5" dur="6177" fill="hold"/>
                                        <p:tgtEl>
                                          <p:spTgt spid="3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6" presetID="53" presetClass="entr" presetSubtype="528" repeatCount="indefinite" fill="hold" grpId="0" nodeType="withEffect">
                                  <p:stCondLst>
                                    <p:cond delay="1490"/>
                                  </p:stCondLst>
                                  <p:childTnLs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8" dur="5255" fill="hold"/>
                                        <p:tgtEl>
                                          <p:spTgt spid="4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9" dur="5255" fill="hold"/>
                                        <p:tgtEl>
                                          <p:spTgt spid="4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0" dur="5255"/>
                                        <p:tgtEl>
                                          <p:spTgt spid="4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1" dur="5255" fill="hold"/>
                                        <p:tgtEl>
                                          <p:spTgt spid="4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2" dur="5255" fill="hold"/>
                                        <p:tgtEl>
                                          <p:spTgt spid="4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3" presetID="53" presetClass="entr" presetSubtype="528" repeatCount="indefinite" fill="hold" grpId="0" nodeType="withEffect">
                                  <p:stCondLst>
                                    <p:cond delay="633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5" dur="5534" fill="hold"/>
                                        <p:tgtEl>
                                          <p:spTgt spid="4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6" dur="5534" fill="hold"/>
                                        <p:tgtEl>
                                          <p:spTgt spid="4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7" dur="5534"/>
                                        <p:tgtEl>
                                          <p:spTgt spid="4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8" dur="5534" fill="hold"/>
                                        <p:tgtEl>
                                          <p:spTgt spid="4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9" dur="5534" fill="hold"/>
                                        <p:tgtEl>
                                          <p:spTgt spid="4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0" presetID="53" presetClass="entr" presetSubtype="528" repeatCount="indefinite" fill="hold" grpId="0" nodeType="withEffect">
                                  <p:stCondLst>
                                    <p:cond delay="377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2" dur="6932" fill="hold"/>
                                        <p:tgtEl>
                                          <p:spTgt spid="4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3" dur="6932" fill="hold"/>
                                        <p:tgtEl>
                                          <p:spTgt spid="4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4" dur="6932"/>
                                        <p:tgtEl>
                                          <p:spTgt spid="4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5" dur="6932" fill="hold"/>
                                        <p:tgtEl>
                                          <p:spTgt spid="4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6" dur="6932" fill="hold"/>
                                        <p:tgtEl>
                                          <p:spTgt spid="4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7" presetID="53" presetClass="entr" presetSubtype="528" repeatCount="indefinite" fill="hold" grpId="0" nodeType="withEffect">
                                  <p:stCondLst>
                                    <p:cond delay="1461"/>
                                  </p:stCondLst>
                                  <p:childTnLst>
                                    <p:set>
                                      <p:cBhvr>
                                        <p:cTn id="3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9" dur="7218" fill="hold"/>
                                        <p:tgtEl>
                                          <p:spTgt spid="4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0" dur="7218" fill="hold"/>
                                        <p:tgtEl>
                                          <p:spTgt spid="4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1" dur="7218"/>
                                        <p:tgtEl>
                                          <p:spTgt spid="40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2" dur="7218" fill="hold"/>
                                        <p:tgtEl>
                                          <p:spTgt spid="4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3" dur="7218" fill="hold"/>
                                        <p:tgtEl>
                                          <p:spTgt spid="4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4" presetID="53" presetClass="entr" presetSubtype="528" repeatCount="indefinite" fill="hold" grpId="0" nodeType="withEffect">
                                  <p:stCondLst>
                                    <p:cond delay="1078"/>
                                  </p:stCondLst>
                                  <p:childTnLst>
                                    <p:set>
                                      <p:cBhvr>
                                        <p:cTn id="3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6" dur="6826" fill="hold"/>
                                        <p:tgtEl>
                                          <p:spTgt spid="4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7" dur="6826" fill="hold"/>
                                        <p:tgtEl>
                                          <p:spTgt spid="4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8" dur="6826"/>
                                        <p:tgtEl>
                                          <p:spTgt spid="40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9" dur="6826" fill="hold"/>
                                        <p:tgtEl>
                                          <p:spTgt spid="4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0" dur="6826" fill="hold"/>
                                        <p:tgtEl>
                                          <p:spTgt spid="4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1" presetID="53" presetClass="entr" presetSubtype="528" repeatCount="indefinite" fill="hold" grpId="0" nodeType="withEffect">
                                  <p:stCondLst>
                                    <p:cond delay="1447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3" dur="5322" fill="hold"/>
                                        <p:tgtEl>
                                          <p:spTgt spid="4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4" dur="5322" fill="hold"/>
                                        <p:tgtEl>
                                          <p:spTgt spid="4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5" dur="5322"/>
                                        <p:tgtEl>
                                          <p:spTgt spid="40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6" dur="5322" fill="hold"/>
                                        <p:tgtEl>
                                          <p:spTgt spid="4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7" dur="5322" fill="hold"/>
                                        <p:tgtEl>
                                          <p:spTgt spid="4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8" presetID="53" presetClass="entr" presetSubtype="528" repeatCount="indefinite" fill="hold" grpId="0" nodeType="withEffect">
                                  <p:stCondLst>
                                    <p:cond delay="1654"/>
                                  </p:stCondLst>
                                  <p:childTnLs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0" dur="6922" fill="hold"/>
                                        <p:tgtEl>
                                          <p:spTgt spid="4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1" dur="6922" fill="hold"/>
                                        <p:tgtEl>
                                          <p:spTgt spid="4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2" dur="6922"/>
                                        <p:tgtEl>
                                          <p:spTgt spid="40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3" dur="6922" fill="hold"/>
                                        <p:tgtEl>
                                          <p:spTgt spid="4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4" dur="6922" fill="hold"/>
                                        <p:tgtEl>
                                          <p:spTgt spid="4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5" presetID="53" presetClass="entr" presetSubtype="528" repeatCount="indefinite" fill="hold" grpId="0" nodeType="withEffect">
                                  <p:stCondLst>
                                    <p:cond delay="487"/>
                                  </p:stCondLst>
                                  <p:childTnLst>
                                    <p:set>
                                      <p:cBhvr>
                                        <p:cTn id="3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7" dur="7039" fill="hold"/>
                                        <p:tgtEl>
                                          <p:spTgt spid="4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8" dur="7039" fill="hold"/>
                                        <p:tgtEl>
                                          <p:spTgt spid="4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9" dur="7039"/>
                                        <p:tgtEl>
                                          <p:spTgt spid="4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0" dur="7039" fill="hold"/>
                                        <p:tgtEl>
                                          <p:spTgt spid="4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1" dur="7039" fill="hold"/>
                                        <p:tgtEl>
                                          <p:spTgt spid="4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2" presetID="53" presetClass="entr" presetSubtype="528" repeatCount="indefinite" fill="hold" grpId="0" nodeType="withEffect">
                                  <p:stCondLst>
                                    <p:cond delay="1043"/>
                                  </p:stCondLst>
                                  <p:childTnLst>
                                    <p:set>
                                      <p:cBhvr>
                                        <p:cTn id="3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4" dur="6539" fill="hold"/>
                                        <p:tgtEl>
                                          <p:spTgt spid="4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5" dur="6539" fill="hold"/>
                                        <p:tgtEl>
                                          <p:spTgt spid="4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6" dur="6539"/>
                                        <p:tgtEl>
                                          <p:spTgt spid="4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7" dur="6539" fill="hold"/>
                                        <p:tgtEl>
                                          <p:spTgt spid="4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8" dur="6539" fill="hold"/>
                                        <p:tgtEl>
                                          <p:spTgt spid="4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9" presetID="53" presetClass="entr" presetSubtype="528" repeatCount="indefinite" fill="hold" grpId="0" nodeType="withEffect">
                                  <p:stCondLst>
                                    <p:cond delay="502"/>
                                  </p:stCondLst>
                                  <p:childTnLst>
                                    <p:set>
                                      <p:cBhvr>
                                        <p:cTn id="3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1" dur="5392" fill="hold"/>
                                        <p:tgtEl>
                                          <p:spTgt spid="4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2" dur="5392" fill="hold"/>
                                        <p:tgtEl>
                                          <p:spTgt spid="4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3" dur="5392"/>
                                        <p:tgtEl>
                                          <p:spTgt spid="4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4" dur="5392" fill="hold"/>
                                        <p:tgtEl>
                                          <p:spTgt spid="4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5" dur="5392" fill="hold"/>
                                        <p:tgtEl>
                                          <p:spTgt spid="4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6" presetID="53" presetClass="entr" presetSubtype="528" repeatCount="indefinite" fill="hold" grpId="0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3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8" dur="5326" fill="hold"/>
                                        <p:tgtEl>
                                          <p:spTgt spid="4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9" dur="5326" fill="hold"/>
                                        <p:tgtEl>
                                          <p:spTgt spid="4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0" dur="5326"/>
                                        <p:tgtEl>
                                          <p:spTgt spid="4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1" dur="5326" fill="hold"/>
                                        <p:tgtEl>
                                          <p:spTgt spid="4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2" dur="5326" fill="hold"/>
                                        <p:tgtEl>
                                          <p:spTgt spid="4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3" presetID="53" presetClass="entr" presetSubtype="528" repeatCount="indefinite" fill="hold" grpId="0" nodeType="withEffect">
                                  <p:stCondLst>
                                    <p:cond delay="1436"/>
                                  </p:stCondLst>
                                  <p:childTnLst>
                                    <p:set>
                                      <p:cBhvr>
                                        <p:cTn id="3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5" dur="5561" fill="hold"/>
                                        <p:tgtEl>
                                          <p:spTgt spid="4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6" dur="5561" fill="hold"/>
                                        <p:tgtEl>
                                          <p:spTgt spid="4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7" dur="5561"/>
                                        <p:tgtEl>
                                          <p:spTgt spid="4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8" dur="5561" fill="hold"/>
                                        <p:tgtEl>
                                          <p:spTgt spid="4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9" dur="5561" fill="hold"/>
                                        <p:tgtEl>
                                          <p:spTgt spid="4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0" presetID="53" presetClass="entr" presetSubtype="528" repeatCount="indefinite" fill="hold" grpId="0" nodeType="withEffect">
                                  <p:stCondLst>
                                    <p:cond delay="1228"/>
                                  </p:stCondLst>
                                  <p:childTnLst>
                                    <p:set>
                                      <p:cBhvr>
                                        <p:cTn id="3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2" dur="6911" fill="hold"/>
                                        <p:tgtEl>
                                          <p:spTgt spid="4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3" dur="6911" fill="hold"/>
                                        <p:tgtEl>
                                          <p:spTgt spid="4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4" dur="6911"/>
                                        <p:tgtEl>
                                          <p:spTgt spid="4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5" dur="6911" fill="hold"/>
                                        <p:tgtEl>
                                          <p:spTgt spid="4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6" dur="6911" fill="hold"/>
                                        <p:tgtEl>
                                          <p:spTgt spid="4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7" presetID="53" presetClass="entr" presetSubtype="528" repeatCount="indefinite" fill="hold" grpId="0" nodeType="withEffect">
                                  <p:stCondLst>
                                    <p:cond delay="904"/>
                                  </p:stCondLst>
                                  <p:childTnLst>
                                    <p:set>
                                      <p:cBhvr>
                                        <p:cTn id="3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9" dur="5869" fill="hold"/>
                                        <p:tgtEl>
                                          <p:spTgt spid="4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0" dur="5869" fill="hold"/>
                                        <p:tgtEl>
                                          <p:spTgt spid="4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1" dur="5869"/>
                                        <p:tgtEl>
                                          <p:spTgt spid="4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2" dur="5869" fill="hold"/>
                                        <p:tgtEl>
                                          <p:spTgt spid="4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3" dur="5869" fill="hold"/>
                                        <p:tgtEl>
                                          <p:spTgt spid="4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4" presetID="53" presetClass="entr" presetSubtype="528" repeatCount="indefinite" fill="hold" grpId="0" nodeType="withEffect">
                                  <p:stCondLst>
                                    <p:cond delay="603"/>
                                  </p:stCondLst>
                                  <p:childTnLst>
                                    <p:set>
                                      <p:cBhvr>
                                        <p:cTn id="4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6" dur="6813" fill="hold"/>
                                        <p:tgtEl>
                                          <p:spTgt spid="4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7" dur="6813" fill="hold"/>
                                        <p:tgtEl>
                                          <p:spTgt spid="4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8" dur="6813"/>
                                        <p:tgtEl>
                                          <p:spTgt spid="4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9" dur="6813" fill="hold"/>
                                        <p:tgtEl>
                                          <p:spTgt spid="4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0" dur="6813" fill="hold"/>
                                        <p:tgtEl>
                                          <p:spTgt spid="4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1" presetID="53" presetClass="entr" presetSubtype="528" repeatCount="indefinite" fill="hold" grpId="0" nodeType="withEffect">
                                  <p:stCondLst>
                                    <p:cond delay="857"/>
                                  </p:stCondLst>
                                  <p:childTnLst>
                                    <p:set>
                                      <p:cBhvr>
                                        <p:cTn id="4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3" dur="5399" fill="hold"/>
                                        <p:tgtEl>
                                          <p:spTgt spid="4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4" dur="5399" fill="hold"/>
                                        <p:tgtEl>
                                          <p:spTgt spid="4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5" dur="5399"/>
                                        <p:tgtEl>
                                          <p:spTgt spid="4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6" dur="5399" fill="hold"/>
                                        <p:tgtEl>
                                          <p:spTgt spid="4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7" dur="5399" fill="hold"/>
                                        <p:tgtEl>
                                          <p:spTgt spid="4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8" presetID="53" presetClass="entr" presetSubtype="528" repeatCount="indefinite" fill="hold" grpId="0" nodeType="withEffect">
                                  <p:stCondLst>
                                    <p:cond delay="1332"/>
                                  </p:stCondLst>
                                  <p:childTnLst>
                                    <p:set>
                                      <p:cBhvr>
                                        <p:cTn id="4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0" dur="6980" fill="hold"/>
                                        <p:tgtEl>
                                          <p:spTgt spid="4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1" dur="6980" fill="hold"/>
                                        <p:tgtEl>
                                          <p:spTgt spid="4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2" dur="6980"/>
                                        <p:tgtEl>
                                          <p:spTgt spid="4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3" dur="6980" fill="hold"/>
                                        <p:tgtEl>
                                          <p:spTgt spid="4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4" dur="6980" fill="hold"/>
                                        <p:tgtEl>
                                          <p:spTgt spid="4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5" presetID="53" presetClass="entr" presetSubtype="528" repeatCount="indefinite" fill="hold" grpId="0" nodeType="withEffect">
                                  <p:stCondLst>
                                    <p:cond delay="1850"/>
                                  </p:stCondLst>
                                  <p:childTnLst>
                                    <p:set>
                                      <p:cBhvr>
                                        <p:cTn id="4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7" dur="5960" fill="hold"/>
                                        <p:tgtEl>
                                          <p:spTgt spid="4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8" dur="5960" fill="hold"/>
                                        <p:tgtEl>
                                          <p:spTgt spid="4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9" dur="5960"/>
                                        <p:tgtEl>
                                          <p:spTgt spid="4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0" dur="5960" fill="hold"/>
                                        <p:tgtEl>
                                          <p:spTgt spid="4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1" dur="5960" fill="hold"/>
                                        <p:tgtEl>
                                          <p:spTgt spid="4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2" presetID="53" presetClass="entr" presetSubtype="528" repeatCount="indefinite" fill="hold" grpId="0" nodeType="withEffect">
                                  <p:stCondLst>
                                    <p:cond delay="464"/>
                                  </p:stCondLst>
                                  <p:childTnLst>
                                    <p:set>
                                      <p:cBhvr>
                                        <p:cTn id="4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4" dur="6406" fill="hold"/>
                                        <p:tgtEl>
                                          <p:spTgt spid="4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5" dur="6406" fill="hold"/>
                                        <p:tgtEl>
                                          <p:spTgt spid="4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6" dur="6406"/>
                                        <p:tgtEl>
                                          <p:spTgt spid="4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7" dur="6406" fill="hold"/>
                                        <p:tgtEl>
                                          <p:spTgt spid="4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8" dur="6406" fill="hold"/>
                                        <p:tgtEl>
                                          <p:spTgt spid="4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9" presetID="53" presetClass="entr" presetSubtype="528" repeatCount="indefinite" fill="hold" grpId="0" nodeType="withEffect">
                                  <p:stCondLst>
                                    <p:cond delay="1093"/>
                                  </p:stCondLst>
                                  <p:childTnLst>
                                    <p:set>
                                      <p:cBhvr>
                                        <p:cTn id="4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1" dur="6713" fill="hold"/>
                                        <p:tgtEl>
                                          <p:spTgt spid="4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2" dur="6713" fill="hold"/>
                                        <p:tgtEl>
                                          <p:spTgt spid="4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3" dur="6713"/>
                                        <p:tgtEl>
                                          <p:spTgt spid="4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4" dur="6713" fill="hold"/>
                                        <p:tgtEl>
                                          <p:spTgt spid="4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5" dur="6713" fill="hold"/>
                                        <p:tgtEl>
                                          <p:spTgt spid="4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6" presetID="53" presetClass="entr" presetSubtype="528" repeatCount="indefinite" fill="hold" grpId="0" nodeType="withEffect">
                                  <p:stCondLst>
                                    <p:cond delay="1754"/>
                                  </p:stCondLst>
                                  <p:childTnLst>
                                    <p:set>
                                      <p:cBhvr>
                                        <p:cTn id="4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8" dur="6271" fill="hold"/>
                                        <p:tgtEl>
                                          <p:spTgt spid="4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9" dur="6271" fill="hold"/>
                                        <p:tgtEl>
                                          <p:spTgt spid="4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0" dur="6271"/>
                                        <p:tgtEl>
                                          <p:spTgt spid="4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1" dur="6271" fill="hold"/>
                                        <p:tgtEl>
                                          <p:spTgt spid="4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2" dur="6271" fill="hold"/>
                                        <p:tgtEl>
                                          <p:spTgt spid="4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3" presetID="53" presetClass="entr" presetSubtype="528" repeatCount="indefinite" fill="hold" grpId="0" nodeType="withEffect">
                                  <p:stCondLst>
                                    <p:cond delay="331"/>
                                  </p:stCondLst>
                                  <p:childTnLst>
                                    <p:set>
                                      <p:cBhvr>
                                        <p:cTn id="4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5" dur="6081" fill="hold"/>
                                        <p:tgtEl>
                                          <p:spTgt spid="4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6" dur="6081" fill="hold"/>
                                        <p:tgtEl>
                                          <p:spTgt spid="4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7" dur="6081"/>
                                        <p:tgtEl>
                                          <p:spTgt spid="4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8" dur="6081" fill="hold"/>
                                        <p:tgtEl>
                                          <p:spTgt spid="4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9" dur="6081" fill="hold"/>
                                        <p:tgtEl>
                                          <p:spTgt spid="4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0" presetID="53" presetClass="entr" presetSubtype="528" repeatCount="indefinite" fill="hold" grpId="0" nodeType="withEffect">
                                  <p:stCondLst>
                                    <p:cond delay="52"/>
                                  </p:stCondLst>
                                  <p:childTnLst>
                                    <p:set>
                                      <p:cBhvr>
                                        <p:cTn id="4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2" dur="6712" fill="hold"/>
                                        <p:tgtEl>
                                          <p:spTgt spid="4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3" dur="6712" fill="hold"/>
                                        <p:tgtEl>
                                          <p:spTgt spid="4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4" dur="6712"/>
                                        <p:tgtEl>
                                          <p:spTgt spid="4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5" dur="6712" fill="hold"/>
                                        <p:tgtEl>
                                          <p:spTgt spid="4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6" dur="6712" fill="hold"/>
                                        <p:tgtEl>
                                          <p:spTgt spid="4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7" presetID="53" presetClass="entr" presetSubtype="528" repeatCount="indefinite" fill="hold" grpId="0" nodeType="withEffect">
                                  <p:stCondLst>
                                    <p:cond delay="35"/>
                                  </p:stCondLst>
                                  <p:childTnLst>
                                    <p:set>
                                      <p:cBhvr>
                                        <p:cTn id="4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9" dur="5135" fill="hold"/>
                                        <p:tgtEl>
                                          <p:spTgt spid="4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0" dur="5135" fill="hold"/>
                                        <p:tgtEl>
                                          <p:spTgt spid="4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1" dur="5135"/>
                                        <p:tgtEl>
                                          <p:spTgt spid="4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2" dur="5135" fill="hold"/>
                                        <p:tgtEl>
                                          <p:spTgt spid="4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3" dur="5135" fill="hold"/>
                                        <p:tgtEl>
                                          <p:spTgt spid="4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4" presetID="53" presetClass="entr" presetSubtype="528" repeatCount="indefinite" fill="hold" grpId="0" nodeType="withEffect">
                                  <p:stCondLst>
                                    <p:cond delay="1810"/>
                                  </p:stCondLst>
                                  <p:childTnLst>
                                    <p:set>
                                      <p:cBhvr>
                                        <p:cTn id="4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6" dur="5463" fill="hold"/>
                                        <p:tgtEl>
                                          <p:spTgt spid="4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7" dur="5463" fill="hold"/>
                                        <p:tgtEl>
                                          <p:spTgt spid="4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8" dur="5463"/>
                                        <p:tgtEl>
                                          <p:spTgt spid="4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9" dur="5463" fill="hold"/>
                                        <p:tgtEl>
                                          <p:spTgt spid="4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0" dur="5463" fill="hold"/>
                                        <p:tgtEl>
                                          <p:spTgt spid="4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1" presetID="53" presetClass="entr" presetSubtype="528" repeatCount="indefinite" fill="hold" grpId="0" nodeType="withEffect">
                                  <p:stCondLst>
                                    <p:cond delay="207"/>
                                  </p:stCondLst>
                                  <p:childTnLst>
                                    <p:set>
                                      <p:cBhvr>
                                        <p:cTn id="4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3" dur="5327" fill="hold"/>
                                        <p:tgtEl>
                                          <p:spTgt spid="4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4" dur="5327" fill="hold"/>
                                        <p:tgtEl>
                                          <p:spTgt spid="4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5" dur="5327"/>
                                        <p:tgtEl>
                                          <p:spTgt spid="4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6" dur="5327" fill="hold"/>
                                        <p:tgtEl>
                                          <p:spTgt spid="4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7" dur="5327" fill="hold"/>
                                        <p:tgtEl>
                                          <p:spTgt spid="4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8" presetID="53" presetClass="entr" presetSubtype="528" repeatCount="indefinite" fill="hold" grpId="0" nodeType="withEffect">
                                  <p:stCondLst>
                                    <p:cond delay="852"/>
                                  </p:stCondLst>
                                  <p:childTnLst>
                                    <p:set>
                                      <p:cBhvr>
                                        <p:cTn id="4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0" dur="5099" fill="hold"/>
                                        <p:tgtEl>
                                          <p:spTgt spid="4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1" dur="5099" fill="hold"/>
                                        <p:tgtEl>
                                          <p:spTgt spid="4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2" dur="5099"/>
                                        <p:tgtEl>
                                          <p:spTgt spid="4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3" dur="5099" fill="hold"/>
                                        <p:tgtEl>
                                          <p:spTgt spid="4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4" dur="5099" fill="hold"/>
                                        <p:tgtEl>
                                          <p:spTgt spid="4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5" presetID="53" presetClass="entr" presetSubtype="528" repeatCount="indefinite" fill="hold" grpId="0" nodeType="withEffect">
                                  <p:stCondLst>
                                    <p:cond delay="1482"/>
                                  </p:stCondLst>
                                  <p:childTnLst>
                                    <p:set>
                                      <p:cBhvr>
                                        <p:cTn id="4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7" dur="7073" fill="hold"/>
                                        <p:tgtEl>
                                          <p:spTgt spid="4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8" dur="7073" fill="hold"/>
                                        <p:tgtEl>
                                          <p:spTgt spid="4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9" dur="7073"/>
                                        <p:tgtEl>
                                          <p:spTgt spid="4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0" dur="7073" fill="hold"/>
                                        <p:tgtEl>
                                          <p:spTgt spid="4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1" dur="7073" fill="hold"/>
                                        <p:tgtEl>
                                          <p:spTgt spid="4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2" presetID="53" presetClass="entr" presetSubtype="528" repeatCount="indefinite" fill="hold" grpId="0" nodeType="withEffect">
                                  <p:stCondLst>
                                    <p:cond delay="176"/>
                                  </p:stCondLst>
                                  <p:childTnLst>
                                    <p:set>
                                      <p:cBhvr>
                                        <p:cTn id="5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4" dur="7201" fill="hold"/>
                                        <p:tgtEl>
                                          <p:spTgt spid="4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5" dur="7201" fill="hold"/>
                                        <p:tgtEl>
                                          <p:spTgt spid="4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6" dur="7201"/>
                                        <p:tgtEl>
                                          <p:spTgt spid="4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7" dur="7201" fill="hold"/>
                                        <p:tgtEl>
                                          <p:spTgt spid="4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8" dur="7201" fill="hold"/>
                                        <p:tgtEl>
                                          <p:spTgt spid="4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9" presetID="53" presetClass="entr" presetSubtype="528" repeatCount="indefinite" fill="hold" grpId="0" nodeType="withEffect">
                                  <p:stCondLst>
                                    <p:cond delay="157"/>
                                  </p:stCondLst>
                                  <p:childTnLst>
                                    <p:set>
                                      <p:cBhvr>
                                        <p:cTn id="5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1" dur="7468" fill="hold"/>
                                        <p:tgtEl>
                                          <p:spTgt spid="4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2" dur="7468" fill="hold"/>
                                        <p:tgtEl>
                                          <p:spTgt spid="4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3" dur="7468"/>
                                        <p:tgtEl>
                                          <p:spTgt spid="4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4" dur="7468" fill="hold"/>
                                        <p:tgtEl>
                                          <p:spTgt spid="4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5" dur="7468" fill="hold"/>
                                        <p:tgtEl>
                                          <p:spTgt spid="4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6" presetID="53" presetClass="entr" presetSubtype="528" repeatCount="indefinite" fill="hold" grpId="0" nodeType="withEffect">
                                  <p:stCondLst>
                                    <p:cond delay="234"/>
                                  </p:stCondLst>
                                  <p:childTnLst>
                                    <p:set>
                                      <p:cBhvr>
                                        <p:cTn id="5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8" dur="7485" fill="hold"/>
                                        <p:tgtEl>
                                          <p:spTgt spid="4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9" dur="7485" fill="hold"/>
                                        <p:tgtEl>
                                          <p:spTgt spid="4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0" dur="7485"/>
                                        <p:tgtEl>
                                          <p:spTgt spid="4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1" dur="7485" fill="hold"/>
                                        <p:tgtEl>
                                          <p:spTgt spid="4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2" dur="7485" fill="hold"/>
                                        <p:tgtEl>
                                          <p:spTgt spid="4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3" presetID="53" presetClass="entr" presetSubtype="528" repeatCount="indefinite" fill="hold" grpId="0" nodeType="withEffect">
                                  <p:stCondLst>
                                    <p:cond delay="1802"/>
                                  </p:stCondLst>
                                  <p:childTnLst>
                                    <p:set>
                                      <p:cBhvr>
                                        <p:cTn id="5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5" dur="6432" fill="hold"/>
                                        <p:tgtEl>
                                          <p:spTgt spid="4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6" dur="6432" fill="hold"/>
                                        <p:tgtEl>
                                          <p:spTgt spid="4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7" dur="6432"/>
                                        <p:tgtEl>
                                          <p:spTgt spid="4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8" dur="6432" fill="hold"/>
                                        <p:tgtEl>
                                          <p:spTgt spid="4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9" dur="6432" fill="hold"/>
                                        <p:tgtEl>
                                          <p:spTgt spid="4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0" presetID="53" presetClass="entr" presetSubtype="528" repeatCount="indefinite" fill="hold" grpId="0" nodeType="withEffect">
                                  <p:stCondLst>
                                    <p:cond delay="736"/>
                                  </p:stCondLst>
                                  <p:childTnLst>
                                    <p:set>
                                      <p:cBhvr>
                                        <p:cTn id="5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2" dur="5423" fill="hold"/>
                                        <p:tgtEl>
                                          <p:spTgt spid="4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3" dur="5423" fill="hold"/>
                                        <p:tgtEl>
                                          <p:spTgt spid="4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4" dur="5423"/>
                                        <p:tgtEl>
                                          <p:spTgt spid="4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5" dur="5423" fill="hold"/>
                                        <p:tgtEl>
                                          <p:spTgt spid="4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6" dur="5423" fill="hold"/>
                                        <p:tgtEl>
                                          <p:spTgt spid="4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7" presetID="53" presetClass="entr" presetSubtype="528" repeatCount="indefinite" fill="hold" grpId="0" nodeType="withEffect">
                                  <p:stCondLst>
                                    <p:cond delay="482"/>
                                  </p:stCondLst>
                                  <p:childTnLst>
                                    <p:set>
                                      <p:cBhvr>
                                        <p:cTn id="5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9" dur="5102" fill="hold"/>
                                        <p:tgtEl>
                                          <p:spTgt spid="4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0" dur="5102" fill="hold"/>
                                        <p:tgtEl>
                                          <p:spTgt spid="4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1" dur="5102"/>
                                        <p:tgtEl>
                                          <p:spTgt spid="4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2" dur="5102" fill="hold"/>
                                        <p:tgtEl>
                                          <p:spTgt spid="4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3" dur="5102" fill="hold"/>
                                        <p:tgtEl>
                                          <p:spTgt spid="4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4" presetID="53" presetClass="entr" presetSubtype="528" repeatCount="indefinite" fill="hold" grpId="0" nodeType="withEffect">
                                  <p:stCondLst>
                                    <p:cond delay="399"/>
                                  </p:stCondLst>
                                  <p:childTnLst>
                                    <p:set>
                                      <p:cBhvr>
                                        <p:cTn id="5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6" dur="5819" fill="hold"/>
                                        <p:tgtEl>
                                          <p:spTgt spid="4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7" dur="5819" fill="hold"/>
                                        <p:tgtEl>
                                          <p:spTgt spid="4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8" dur="5819"/>
                                        <p:tgtEl>
                                          <p:spTgt spid="4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9" dur="5819" fill="hold"/>
                                        <p:tgtEl>
                                          <p:spTgt spid="4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0" dur="5819" fill="hold"/>
                                        <p:tgtEl>
                                          <p:spTgt spid="4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1" presetID="53" presetClass="entr" presetSubtype="528" repeatCount="indefinite" fill="hold" grpId="0" nodeType="withEffect">
                                  <p:stCondLst>
                                    <p:cond delay="1338"/>
                                  </p:stCondLst>
                                  <p:childTnLst>
                                    <p:set>
                                      <p:cBhvr>
                                        <p:cTn id="5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3" dur="6554" fill="hold"/>
                                        <p:tgtEl>
                                          <p:spTgt spid="4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4" dur="6554" fill="hold"/>
                                        <p:tgtEl>
                                          <p:spTgt spid="4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5" dur="6554"/>
                                        <p:tgtEl>
                                          <p:spTgt spid="4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6" dur="6554" fill="hold"/>
                                        <p:tgtEl>
                                          <p:spTgt spid="4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7" dur="6554" fill="hold"/>
                                        <p:tgtEl>
                                          <p:spTgt spid="4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8" presetID="53" presetClass="entr" presetSubtype="528" repeatCount="indefinite" fill="hold" grpId="0" nodeType="withEffect">
                                  <p:stCondLst>
                                    <p:cond delay="245"/>
                                  </p:stCondLst>
                                  <p:childTnLst>
                                    <p:set>
                                      <p:cBhvr>
                                        <p:cTn id="5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0" dur="5853" fill="hold"/>
                                        <p:tgtEl>
                                          <p:spTgt spid="4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1" dur="5853" fill="hold"/>
                                        <p:tgtEl>
                                          <p:spTgt spid="4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2" dur="5853"/>
                                        <p:tgtEl>
                                          <p:spTgt spid="4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3" dur="5853" fill="hold"/>
                                        <p:tgtEl>
                                          <p:spTgt spid="4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4" dur="5853" fill="hold"/>
                                        <p:tgtEl>
                                          <p:spTgt spid="4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5" presetID="53" presetClass="entr" presetSubtype="528" repeatCount="indefinite" fill="hold" grpId="0" nodeType="withEffect">
                                  <p:stCondLst>
                                    <p:cond delay="1555"/>
                                  </p:stCondLst>
                                  <p:childTnLst>
                                    <p:set>
                                      <p:cBhvr>
                                        <p:cTn id="5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7" dur="5653" fill="hold"/>
                                        <p:tgtEl>
                                          <p:spTgt spid="4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8" dur="5653" fill="hold"/>
                                        <p:tgtEl>
                                          <p:spTgt spid="4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9" dur="5653"/>
                                        <p:tgtEl>
                                          <p:spTgt spid="4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0" dur="5653" fill="hold"/>
                                        <p:tgtEl>
                                          <p:spTgt spid="4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1" dur="5653" fill="hold"/>
                                        <p:tgtEl>
                                          <p:spTgt spid="4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2" presetID="53" presetClass="entr" presetSubtype="528" repeatCount="indefinite" fill="hold" grpId="0" nodeType="withEffect">
                                  <p:stCondLst>
                                    <p:cond delay="1065"/>
                                  </p:stCondLst>
                                  <p:childTnLst>
                                    <p:set>
                                      <p:cBhvr>
                                        <p:cTn id="5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4" dur="7301" fill="hold"/>
                                        <p:tgtEl>
                                          <p:spTgt spid="4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5" dur="7301" fill="hold"/>
                                        <p:tgtEl>
                                          <p:spTgt spid="4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6" dur="7301"/>
                                        <p:tgtEl>
                                          <p:spTgt spid="4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7" dur="7301" fill="hold"/>
                                        <p:tgtEl>
                                          <p:spTgt spid="4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8" dur="7301" fill="hold"/>
                                        <p:tgtEl>
                                          <p:spTgt spid="4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9" presetID="53" presetClass="entr" presetSubtype="528" repeatCount="indefinite" fill="hold" grpId="0" nodeType="withEffect">
                                  <p:stCondLst>
                                    <p:cond delay="1298"/>
                                  </p:stCondLst>
                                  <p:childTnLst>
                                    <p:set>
                                      <p:cBhvr>
                                        <p:cTn id="5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1" dur="7173" fill="hold"/>
                                        <p:tgtEl>
                                          <p:spTgt spid="4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2" dur="7173" fill="hold"/>
                                        <p:tgtEl>
                                          <p:spTgt spid="4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3" dur="7173"/>
                                        <p:tgtEl>
                                          <p:spTgt spid="4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4" dur="7173" fill="hold"/>
                                        <p:tgtEl>
                                          <p:spTgt spid="4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5" dur="7173" fill="hold"/>
                                        <p:tgtEl>
                                          <p:spTgt spid="4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6" presetID="53" presetClass="entr" presetSubtype="528" repeatCount="indefinite" fill="hold" grpId="0" nodeType="withEffect">
                                  <p:stCondLst>
                                    <p:cond delay="1367"/>
                                  </p:stCondLst>
                                  <p:childTnLst>
                                    <p:set>
                                      <p:cBhvr>
                                        <p:cTn id="5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8" dur="6011" fill="hold"/>
                                        <p:tgtEl>
                                          <p:spTgt spid="4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9" dur="6011" fill="hold"/>
                                        <p:tgtEl>
                                          <p:spTgt spid="4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0" dur="6011"/>
                                        <p:tgtEl>
                                          <p:spTgt spid="4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1" dur="6011" fill="hold"/>
                                        <p:tgtEl>
                                          <p:spTgt spid="4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2" dur="6011" fill="hold"/>
                                        <p:tgtEl>
                                          <p:spTgt spid="4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3" presetID="53" presetClass="entr" presetSubtype="528" repeatCount="indefinite" fill="hold" grpId="0" nodeType="withEffect">
                                  <p:stCondLst>
                                    <p:cond delay="1243"/>
                                  </p:stCondLst>
                                  <p:childTnLst>
                                    <p:set>
                                      <p:cBhvr>
                                        <p:cTn id="5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5" dur="5785" fill="hold"/>
                                        <p:tgtEl>
                                          <p:spTgt spid="4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6" dur="5785" fill="hold"/>
                                        <p:tgtEl>
                                          <p:spTgt spid="4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7" dur="5785"/>
                                        <p:tgtEl>
                                          <p:spTgt spid="4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8" dur="5785" fill="hold"/>
                                        <p:tgtEl>
                                          <p:spTgt spid="4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9" dur="5785" fill="hold"/>
                                        <p:tgtEl>
                                          <p:spTgt spid="4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0" presetID="53" presetClass="entr" presetSubtype="528" repeatCount="indefinite" fill="hold" grpId="0" nodeType="withEffect">
                                  <p:stCondLst>
                                    <p:cond delay="273"/>
                                  </p:stCondLst>
                                  <p:childTnLst>
                                    <p:set>
                                      <p:cBhvr>
                                        <p:cTn id="6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2" dur="6234" fill="hold"/>
                                        <p:tgtEl>
                                          <p:spTgt spid="4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3" dur="6234" fill="hold"/>
                                        <p:tgtEl>
                                          <p:spTgt spid="4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4" dur="6234"/>
                                        <p:tgtEl>
                                          <p:spTgt spid="4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5" dur="6234" fill="hold"/>
                                        <p:tgtEl>
                                          <p:spTgt spid="4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6" dur="6234" fill="hold"/>
                                        <p:tgtEl>
                                          <p:spTgt spid="4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7" presetID="53" presetClass="entr" presetSubtype="528" repeatCount="indefinite" fill="hold" grpId="0" nodeType="withEffect">
                                  <p:stCondLst>
                                    <p:cond delay="1910"/>
                                  </p:stCondLst>
                                  <p:childTnLst>
                                    <p:set>
                                      <p:cBhvr>
                                        <p:cTn id="6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9" dur="7063" fill="hold"/>
                                        <p:tgtEl>
                                          <p:spTgt spid="5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0" dur="7063" fill="hold"/>
                                        <p:tgtEl>
                                          <p:spTgt spid="5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1" dur="7063"/>
                                        <p:tgtEl>
                                          <p:spTgt spid="5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2" dur="7063" fill="hold"/>
                                        <p:tgtEl>
                                          <p:spTgt spid="5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3" dur="7063" fill="hold"/>
                                        <p:tgtEl>
                                          <p:spTgt spid="5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4" presetID="53" presetClass="entr" presetSubtype="528" repeatCount="indefinite" fill="hold" grpId="0" nodeType="withEffect">
                                  <p:stCondLst>
                                    <p:cond delay="633"/>
                                  </p:stCondLst>
                                  <p:childTnLst>
                                    <p:set>
                                      <p:cBhvr>
                                        <p:cTn id="6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6" dur="5494" fill="hold"/>
                                        <p:tgtEl>
                                          <p:spTgt spid="5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7" dur="5494" fill="hold"/>
                                        <p:tgtEl>
                                          <p:spTgt spid="5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8" dur="5494"/>
                                        <p:tgtEl>
                                          <p:spTgt spid="5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9" dur="5494" fill="hold"/>
                                        <p:tgtEl>
                                          <p:spTgt spid="5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0" dur="5494" fill="hold"/>
                                        <p:tgtEl>
                                          <p:spTgt spid="5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1" presetID="53" presetClass="entr" presetSubtype="528" repeatCount="indefinite" fill="hold" grpId="0" nodeType="withEffect">
                                  <p:stCondLst>
                                    <p:cond delay="1769"/>
                                  </p:stCondLst>
                                  <p:childTnLst>
                                    <p:set>
                                      <p:cBhvr>
                                        <p:cTn id="6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3" dur="7135" fill="hold"/>
                                        <p:tgtEl>
                                          <p:spTgt spid="5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4" dur="7135" fill="hold"/>
                                        <p:tgtEl>
                                          <p:spTgt spid="5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5" dur="7135"/>
                                        <p:tgtEl>
                                          <p:spTgt spid="5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6" dur="7135" fill="hold"/>
                                        <p:tgtEl>
                                          <p:spTgt spid="5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7" dur="7135" fill="hold"/>
                                        <p:tgtEl>
                                          <p:spTgt spid="5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8" presetID="53" presetClass="entr" presetSubtype="528" repeatCount="indefinite" fill="hold" grpId="0" nodeType="withEffect">
                                  <p:stCondLst>
                                    <p:cond delay="552"/>
                                  </p:stCondLst>
                                  <p:childTnLst>
                                    <p:set>
                                      <p:cBhvr>
                                        <p:cTn id="6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0" dur="7132" fill="hold"/>
                                        <p:tgtEl>
                                          <p:spTgt spid="5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1" dur="7132" fill="hold"/>
                                        <p:tgtEl>
                                          <p:spTgt spid="5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2" dur="7132"/>
                                        <p:tgtEl>
                                          <p:spTgt spid="50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3" dur="7132" fill="hold"/>
                                        <p:tgtEl>
                                          <p:spTgt spid="5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4" dur="7132" fill="hold"/>
                                        <p:tgtEl>
                                          <p:spTgt spid="5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5" presetID="53" presetClass="entr" presetSubtype="528" repeatCount="indefinite" fill="hold" grpId="0" nodeType="withEffect">
                                  <p:stCondLst>
                                    <p:cond delay="1645"/>
                                  </p:stCondLst>
                                  <p:childTnLst>
                                    <p:set>
                                      <p:cBhvr>
                                        <p:cTn id="6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7" dur="5041" fill="hold"/>
                                        <p:tgtEl>
                                          <p:spTgt spid="5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8" dur="5041" fill="hold"/>
                                        <p:tgtEl>
                                          <p:spTgt spid="5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9" dur="5041"/>
                                        <p:tgtEl>
                                          <p:spTgt spid="5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0" dur="5041" fill="hold"/>
                                        <p:tgtEl>
                                          <p:spTgt spid="5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1" dur="5041" fill="hold"/>
                                        <p:tgtEl>
                                          <p:spTgt spid="5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2" presetID="53" presetClass="entr" presetSubtype="528" repeatCount="indefinite" fill="hold" grpId="0" nodeType="withEffect">
                                  <p:stCondLst>
                                    <p:cond delay="1934"/>
                                  </p:stCondLst>
                                  <p:childTnLst>
                                    <p:set>
                                      <p:cBhvr>
                                        <p:cTn id="6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4" dur="6965" fill="hold"/>
                                        <p:tgtEl>
                                          <p:spTgt spid="5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5" dur="6965" fill="hold"/>
                                        <p:tgtEl>
                                          <p:spTgt spid="5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6" dur="6965"/>
                                        <p:tgtEl>
                                          <p:spTgt spid="5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7" dur="6965" fill="hold"/>
                                        <p:tgtEl>
                                          <p:spTgt spid="5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8" dur="6965" fill="hold"/>
                                        <p:tgtEl>
                                          <p:spTgt spid="5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9" presetID="53" presetClass="entr" presetSubtype="528" repeatCount="indefinite" fill="hold" grpId="0" nodeType="withEffect">
                                  <p:stCondLst>
                                    <p:cond delay="775"/>
                                  </p:stCondLst>
                                  <p:childTnLst>
                                    <p:set>
                                      <p:cBhvr>
                                        <p:cTn id="6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1" dur="5313" fill="hold"/>
                                        <p:tgtEl>
                                          <p:spTgt spid="5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2" dur="5313" fill="hold"/>
                                        <p:tgtEl>
                                          <p:spTgt spid="5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3" dur="5313"/>
                                        <p:tgtEl>
                                          <p:spTgt spid="5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4" dur="5313" fill="hold"/>
                                        <p:tgtEl>
                                          <p:spTgt spid="5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5" dur="5313" fill="hold"/>
                                        <p:tgtEl>
                                          <p:spTgt spid="5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6" presetID="53" presetClass="entr" presetSubtype="528" repeatCount="indefinite" fill="hold" grpId="0" nodeType="withEffect">
                                  <p:stCondLst>
                                    <p:cond delay="178"/>
                                  </p:stCondLst>
                                  <p:childTnLst>
                                    <p:set>
                                      <p:cBhvr>
                                        <p:cTn id="6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8" dur="5630" fill="hold"/>
                                        <p:tgtEl>
                                          <p:spTgt spid="5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9" dur="5630" fill="hold"/>
                                        <p:tgtEl>
                                          <p:spTgt spid="5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0" dur="5630"/>
                                        <p:tgtEl>
                                          <p:spTgt spid="5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1" dur="5630" fill="hold"/>
                                        <p:tgtEl>
                                          <p:spTgt spid="5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2" dur="5630" fill="hold"/>
                                        <p:tgtEl>
                                          <p:spTgt spid="5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3" presetID="53" presetClass="entr" presetSubtype="528" repeatCount="indefinite" fill="hold" grpId="0" nodeType="withEffect">
                                  <p:stCondLst>
                                    <p:cond delay="1402"/>
                                  </p:stCondLst>
                                  <p:childTnLst>
                                    <p:set>
                                      <p:cBhvr>
                                        <p:cTn id="6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5" dur="5437" fill="hold"/>
                                        <p:tgtEl>
                                          <p:spTgt spid="5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6" dur="5437" fill="hold"/>
                                        <p:tgtEl>
                                          <p:spTgt spid="5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7" dur="5437"/>
                                        <p:tgtEl>
                                          <p:spTgt spid="5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8" dur="5437" fill="hold"/>
                                        <p:tgtEl>
                                          <p:spTgt spid="5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9" dur="5437" fill="hold"/>
                                        <p:tgtEl>
                                          <p:spTgt spid="5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0" presetID="53" presetClass="entr" presetSubtype="528" repeatCount="indefinite" fill="hold" grpId="0" nodeType="withEffect">
                                  <p:stCondLst>
                                    <p:cond delay="441"/>
                                  </p:stCondLst>
                                  <p:childTnLst>
                                    <p:set>
                                      <p:cBhvr>
                                        <p:cTn id="6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2" dur="5660" fill="hold"/>
                                        <p:tgtEl>
                                          <p:spTgt spid="5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3" dur="5660" fill="hold"/>
                                        <p:tgtEl>
                                          <p:spTgt spid="5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4" dur="5660"/>
                                        <p:tgtEl>
                                          <p:spTgt spid="5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5" dur="5660" fill="hold"/>
                                        <p:tgtEl>
                                          <p:spTgt spid="5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6" dur="5660" fill="hold"/>
                                        <p:tgtEl>
                                          <p:spTgt spid="5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7" presetID="53" presetClass="entr" presetSubtype="528" repeatCount="indefinite" fill="hold" grpId="0" nodeType="withEffect">
                                  <p:stCondLst>
                                    <p:cond delay="1747"/>
                                  </p:stCondLst>
                                  <p:childTnLst>
                                    <p:set>
                                      <p:cBhvr>
                                        <p:cTn id="6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9" dur="6723" fill="hold"/>
                                        <p:tgtEl>
                                          <p:spTgt spid="5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0" dur="6723" fill="hold"/>
                                        <p:tgtEl>
                                          <p:spTgt spid="5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1" dur="6723"/>
                                        <p:tgtEl>
                                          <p:spTgt spid="5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2" dur="6723" fill="hold"/>
                                        <p:tgtEl>
                                          <p:spTgt spid="5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3" dur="6723" fill="hold"/>
                                        <p:tgtEl>
                                          <p:spTgt spid="5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4" presetID="53" presetClass="entr" presetSubtype="528" repeatCount="indefinite" fill="hold" grpId="0" nodeType="withEffect">
                                  <p:stCondLst>
                                    <p:cond delay="1402"/>
                                  </p:stCondLst>
                                  <p:childTnLst>
                                    <p:set>
                                      <p:cBhvr>
                                        <p:cTn id="6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6" dur="5888" fill="hold"/>
                                        <p:tgtEl>
                                          <p:spTgt spid="5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7" dur="5888" fill="hold"/>
                                        <p:tgtEl>
                                          <p:spTgt spid="5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8" dur="5888"/>
                                        <p:tgtEl>
                                          <p:spTgt spid="5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9" dur="5888" fill="hold"/>
                                        <p:tgtEl>
                                          <p:spTgt spid="5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0" dur="5888" fill="hold"/>
                                        <p:tgtEl>
                                          <p:spTgt spid="5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1" presetID="53" presetClass="entr" presetSubtype="528" repeatCount="indefinite" fill="hold" grpId="0" nodeType="withEffect">
                                  <p:stCondLst>
                                    <p:cond delay="809"/>
                                  </p:stCondLst>
                                  <p:childTnLst>
                                    <p:set>
                                      <p:cBhvr>
                                        <p:cTn id="6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3" dur="5356" fill="hold"/>
                                        <p:tgtEl>
                                          <p:spTgt spid="5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4" dur="5356" fill="hold"/>
                                        <p:tgtEl>
                                          <p:spTgt spid="5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5" dur="5356"/>
                                        <p:tgtEl>
                                          <p:spTgt spid="5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6" dur="5356" fill="hold"/>
                                        <p:tgtEl>
                                          <p:spTgt spid="5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7" dur="5356" fill="hold"/>
                                        <p:tgtEl>
                                          <p:spTgt spid="5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8" presetID="53" presetClass="entr" presetSubtype="528" repeatCount="indefinite" fill="hold" grpId="0" nodeType="withEffect">
                                  <p:stCondLst>
                                    <p:cond delay="351"/>
                                  </p:stCondLst>
                                  <p:childTnLst>
                                    <p:set>
                                      <p:cBhvr>
                                        <p:cTn id="6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0" dur="7274" fill="hold"/>
                                        <p:tgtEl>
                                          <p:spTgt spid="5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1" dur="7274" fill="hold"/>
                                        <p:tgtEl>
                                          <p:spTgt spid="5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2" dur="7274"/>
                                        <p:tgtEl>
                                          <p:spTgt spid="5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3" dur="7274" fill="hold"/>
                                        <p:tgtEl>
                                          <p:spTgt spid="5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4" dur="7274" fill="hold"/>
                                        <p:tgtEl>
                                          <p:spTgt spid="5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5" presetID="53" presetClass="entr" presetSubtype="528" repeatCount="indefinite" fill="hold" grpId="0" nodeType="withEffect">
                                  <p:stCondLst>
                                    <p:cond delay="1594"/>
                                  </p:stCondLst>
                                  <p:childTnLst>
                                    <p:set>
                                      <p:cBhvr>
                                        <p:cTn id="7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7" dur="5069" fill="hold"/>
                                        <p:tgtEl>
                                          <p:spTgt spid="5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8" dur="5069" fill="hold"/>
                                        <p:tgtEl>
                                          <p:spTgt spid="5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9" dur="5069"/>
                                        <p:tgtEl>
                                          <p:spTgt spid="5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0" dur="5069" fill="hold"/>
                                        <p:tgtEl>
                                          <p:spTgt spid="5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1" dur="5069" fill="hold"/>
                                        <p:tgtEl>
                                          <p:spTgt spid="5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2" presetID="53" presetClass="entr" presetSubtype="528" repeatCount="indefinite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7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4" dur="5443" fill="hold"/>
                                        <p:tgtEl>
                                          <p:spTgt spid="5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5" dur="5443" fill="hold"/>
                                        <p:tgtEl>
                                          <p:spTgt spid="5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6" dur="5443"/>
                                        <p:tgtEl>
                                          <p:spTgt spid="5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7" dur="5443" fill="hold"/>
                                        <p:tgtEl>
                                          <p:spTgt spid="5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8" dur="5443" fill="hold"/>
                                        <p:tgtEl>
                                          <p:spTgt spid="5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9" presetID="53" presetClass="entr" presetSubtype="528" repeatCount="indefinite" fill="hold" grpId="0" nodeType="withEffect">
                                  <p:stCondLst>
                                    <p:cond delay="1243"/>
                                  </p:stCondLst>
                                  <p:childTnLst>
                                    <p:set>
                                      <p:cBhvr>
                                        <p:cTn id="7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1" dur="6959" fill="hold"/>
                                        <p:tgtEl>
                                          <p:spTgt spid="5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2" dur="6959" fill="hold"/>
                                        <p:tgtEl>
                                          <p:spTgt spid="5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3" dur="6959"/>
                                        <p:tgtEl>
                                          <p:spTgt spid="5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4" dur="6959" fill="hold"/>
                                        <p:tgtEl>
                                          <p:spTgt spid="5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5" dur="6959" fill="hold"/>
                                        <p:tgtEl>
                                          <p:spTgt spid="5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6" presetID="53" presetClass="entr" presetSubtype="528" repeatCount="indefinite" fill="hold" grpId="0" nodeType="withEffect">
                                  <p:stCondLst>
                                    <p:cond delay="1388"/>
                                  </p:stCondLst>
                                  <p:childTnLst>
                                    <p:set>
                                      <p:cBhvr>
                                        <p:cTn id="7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8" dur="5861" fill="hold"/>
                                        <p:tgtEl>
                                          <p:spTgt spid="5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9" dur="5861" fill="hold"/>
                                        <p:tgtEl>
                                          <p:spTgt spid="5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0" dur="5861"/>
                                        <p:tgtEl>
                                          <p:spTgt spid="5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1" dur="5861" fill="hold"/>
                                        <p:tgtEl>
                                          <p:spTgt spid="5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2" dur="5861" fill="hold"/>
                                        <p:tgtEl>
                                          <p:spTgt spid="5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3" presetID="53" presetClass="entr" presetSubtype="528" repeatCount="indefinite" fill="hold" grpId="0" nodeType="withEffect">
                                  <p:stCondLst>
                                    <p:cond delay="278"/>
                                  </p:stCondLst>
                                  <p:childTnLst>
                                    <p:set>
                                      <p:cBhvr>
                                        <p:cTn id="7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5" dur="5961" fill="hold"/>
                                        <p:tgtEl>
                                          <p:spTgt spid="5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6" dur="5961" fill="hold"/>
                                        <p:tgtEl>
                                          <p:spTgt spid="5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7" dur="5961"/>
                                        <p:tgtEl>
                                          <p:spTgt spid="5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8" dur="5961" fill="hold"/>
                                        <p:tgtEl>
                                          <p:spTgt spid="5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9" dur="5961" fill="hold"/>
                                        <p:tgtEl>
                                          <p:spTgt spid="5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0" presetID="53" presetClass="entr" presetSubtype="528" repeatCount="indefinite" fill="hold" grpId="0" nodeType="withEffect">
                                  <p:stCondLst>
                                    <p:cond delay="954"/>
                                  </p:stCondLst>
                                  <p:childTnLst>
                                    <p:set>
                                      <p:cBhvr>
                                        <p:cTn id="7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2" dur="5261" fill="hold"/>
                                        <p:tgtEl>
                                          <p:spTgt spid="5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3" dur="5261" fill="hold"/>
                                        <p:tgtEl>
                                          <p:spTgt spid="5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4" dur="5261"/>
                                        <p:tgtEl>
                                          <p:spTgt spid="5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5" dur="5261" fill="hold"/>
                                        <p:tgtEl>
                                          <p:spTgt spid="5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6" dur="5261" fill="hold"/>
                                        <p:tgtEl>
                                          <p:spTgt spid="5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7" presetID="53" presetClass="entr" presetSubtype="528" repeatCount="indefinite" fill="hold" grpId="0" nodeType="withEffect">
                                  <p:stCondLst>
                                    <p:cond delay="494"/>
                                  </p:stCondLst>
                                  <p:childTnLst>
                                    <p:set>
                                      <p:cBhvr>
                                        <p:cTn id="7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9" dur="6404" fill="hold"/>
                                        <p:tgtEl>
                                          <p:spTgt spid="5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0" dur="6404" fill="hold"/>
                                        <p:tgtEl>
                                          <p:spTgt spid="5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1" dur="6404"/>
                                        <p:tgtEl>
                                          <p:spTgt spid="5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2" dur="6404" fill="hold"/>
                                        <p:tgtEl>
                                          <p:spTgt spid="5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3" dur="6404" fill="hold"/>
                                        <p:tgtEl>
                                          <p:spTgt spid="5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4" presetID="53" presetClass="entr" presetSubtype="528" repeatCount="indefinite" fill="hold" grpId="0" nodeType="withEffect">
                                  <p:stCondLst>
                                    <p:cond delay="1901"/>
                                  </p:stCondLst>
                                  <p:childTnLst>
                                    <p:set>
                                      <p:cBhvr>
                                        <p:cTn id="7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6" dur="6419" fill="hold"/>
                                        <p:tgtEl>
                                          <p:spTgt spid="5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7" dur="6419" fill="hold"/>
                                        <p:tgtEl>
                                          <p:spTgt spid="5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8" dur="6419"/>
                                        <p:tgtEl>
                                          <p:spTgt spid="5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9" dur="6419" fill="hold"/>
                                        <p:tgtEl>
                                          <p:spTgt spid="5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0" dur="6419" fill="hold"/>
                                        <p:tgtEl>
                                          <p:spTgt spid="5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1" presetID="53" presetClass="entr" presetSubtype="528" repeatCount="indefinite" fill="hold" grpId="0" nodeType="withEffect">
                                  <p:stCondLst>
                                    <p:cond delay="367"/>
                                  </p:stCondLst>
                                  <p:childTnLst>
                                    <p:set>
                                      <p:cBhvr>
                                        <p:cTn id="7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3" dur="7266" fill="hold"/>
                                        <p:tgtEl>
                                          <p:spTgt spid="5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4" dur="7266" fill="hold"/>
                                        <p:tgtEl>
                                          <p:spTgt spid="5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5" dur="7266"/>
                                        <p:tgtEl>
                                          <p:spTgt spid="5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6" dur="7266" fill="hold"/>
                                        <p:tgtEl>
                                          <p:spTgt spid="5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7" dur="7266" fill="hold"/>
                                        <p:tgtEl>
                                          <p:spTgt spid="5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8" presetID="53" presetClass="entr" presetSubtype="528" repeatCount="indefinite" fill="hold" grpId="0" nodeType="withEffect">
                                  <p:stCondLst>
                                    <p:cond delay="961"/>
                                  </p:stCondLst>
                                  <p:childTnLst>
                                    <p:set>
                                      <p:cBhvr>
                                        <p:cTn id="7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0" dur="6578" fill="hold"/>
                                        <p:tgtEl>
                                          <p:spTgt spid="5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1" dur="6578" fill="hold"/>
                                        <p:tgtEl>
                                          <p:spTgt spid="5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2" dur="6578"/>
                                        <p:tgtEl>
                                          <p:spTgt spid="5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3" dur="6578" fill="hold"/>
                                        <p:tgtEl>
                                          <p:spTgt spid="5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4" dur="6578" fill="hold"/>
                                        <p:tgtEl>
                                          <p:spTgt spid="5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5" presetID="53" presetClass="entr" presetSubtype="528" repeatCount="indefinite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7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7" dur="5112" fill="hold"/>
                                        <p:tgtEl>
                                          <p:spTgt spid="5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8" dur="5112" fill="hold"/>
                                        <p:tgtEl>
                                          <p:spTgt spid="5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9" dur="5112"/>
                                        <p:tgtEl>
                                          <p:spTgt spid="5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0" dur="5112" fill="hold"/>
                                        <p:tgtEl>
                                          <p:spTgt spid="5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1" dur="5112" fill="hold"/>
                                        <p:tgtEl>
                                          <p:spTgt spid="5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2" presetID="53" presetClass="entr" presetSubtype="528" repeatCount="indefinite" fill="hold" grpId="0" nodeType="withEffect">
                                  <p:stCondLst>
                                    <p:cond delay="1664"/>
                                  </p:stCondLst>
                                  <p:childTnLst>
                                    <p:set>
                                      <p:cBhvr>
                                        <p:cTn id="7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4" dur="5239" fill="hold"/>
                                        <p:tgtEl>
                                          <p:spTgt spid="5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5" dur="5239" fill="hold"/>
                                        <p:tgtEl>
                                          <p:spTgt spid="5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6" dur="5239"/>
                                        <p:tgtEl>
                                          <p:spTgt spid="5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7" dur="5239" fill="hold"/>
                                        <p:tgtEl>
                                          <p:spTgt spid="5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8" dur="5239" fill="hold"/>
                                        <p:tgtEl>
                                          <p:spTgt spid="5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9" presetID="53" presetClass="entr" presetSubtype="528" repeatCount="indefinite" fill="hold" grpId="0" nodeType="withEffect">
                                  <p:stCondLst>
                                    <p:cond delay="385"/>
                                  </p:stCondLst>
                                  <p:childTnLst>
                                    <p:set>
                                      <p:cBhvr>
                                        <p:cTn id="7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1" dur="5535" fill="hold"/>
                                        <p:tgtEl>
                                          <p:spTgt spid="5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2" dur="5535" fill="hold"/>
                                        <p:tgtEl>
                                          <p:spTgt spid="5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3" dur="5535"/>
                                        <p:tgtEl>
                                          <p:spTgt spid="59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4" dur="5535" fill="hold"/>
                                        <p:tgtEl>
                                          <p:spTgt spid="5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5" dur="5535" fill="hold"/>
                                        <p:tgtEl>
                                          <p:spTgt spid="5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6" presetID="53" presetClass="entr" presetSubtype="528" repeatCount="indefinite" fill="hold" grpId="0" nodeType="withEffect">
                                  <p:stCondLst>
                                    <p:cond delay="430"/>
                                  </p:stCondLst>
                                  <p:childTnLst>
                                    <p:set>
                                      <p:cBhvr>
                                        <p:cTn id="7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8" dur="5003" fill="hold"/>
                                        <p:tgtEl>
                                          <p:spTgt spid="5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9" dur="5003" fill="hold"/>
                                        <p:tgtEl>
                                          <p:spTgt spid="5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0" dur="5003"/>
                                        <p:tgtEl>
                                          <p:spTgt spid="5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1" dur="5003" fill="hold"/>
                                        <p:tgtEl>
                                          <p:spTgt spid="5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2" dur="5003" fill="hold"/>
                                        <p:tgtEl>
                                          <p:spTgt spid="5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3" presetID="53" presetClass="entr" presetSubtype="528" repeatCount="indefinite" fill="hold" grpId="0" nodeType="withEffect">
                                  <p:stCondLst>
                                    <p:cond delay="1048"/>
                                  </p:stCondLst>
                                  <p:childTnLst>
                                    <p:set>
                                      <p:cBhvr>
                                        <p:cTn id="8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5" dur="5033" fill="hold"/>
                                        <p:tgtEl>
                                          <p:spTgt spid="5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6" dur="5033" fill="hold"/>
                                        <p:tgtEl>
                                          <p:spTgt spid="5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7" dur="5033"/>
                                        <p:tgtEl>
                                          <p:spTgt spid="5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8" dur="5033" fill="hold"/>
                                        <p:tgtEl>
                                          <p:spTgt spid="5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9" dur="5033" fill="hold"/>
                                        <p:tgtEl>
                                          <p:spTgt spid="5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0" presetID="53" presetClass="entr" presetSubtype="528" repeatCount="indefinite" fill="hold" grpId="0" nodeType="withEffect">
                                  <p:stCondLst>
                                    <p:cond delay="1359"/>
                                  </p:stCondLst>
                                  <p:childTnLst>
                                    <p:set>
                                      <p:cBhvr>
                                        <p:cTn id="8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2" dur="6787" fill="hold"/>
                                        <p:tgtEl>
                                          <p:spTgt spid="5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3" dur="6787" fill="hold"/>
                                        <p:tgtEl>
                                          <p:spTgt spid="5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4" dur="6787"/>
                                        <p:tgtEl>
                                          <p:spTgt spid="59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5" dur="6787" fill="hold"/>
                                        <p:tgtEl>
                                          <p:spTgt spid="5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6" dur="6787" fill="hold"/>
                                        <p:tgtEl>
                                          <p:spTgt spid="5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7" presetID="23" presetClass="entr" presetSubtype="52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8" dur="3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9" dur="3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0" dur="3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1" dur="3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2" dur="3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3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625 0.0564815 L -0.000833333 -0.258611 " pathEditMode="relative" rAng="0" ptsTypes="">
                                      <p:cBhvr>
                                        <p:cTn id="824" dur="5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bldLvl="0" animBg="1"/>
      <p:bldP spid="35" grpId="0" bldLvl="0" animBg="1"/>
      <p:bldP spid="36" grpId="0" bldLvl="0" animBg="1"/>
      <p:bldP spid="37" grpId="0" bldLvl="0" animBg="1"/>
      <p:bldP spid="78" grpId="0" bldLvl="0" animBg="1"/>
      <p:bldP spid="97" grpId="0" bldLvl="0" animBg="1"/>
      <p:bldP spid="98" grpId="0" bldLvl="0" animBg="1"/>
      <p:bldP spid="109" grpId="0" bldLvl="0" animBg="1"/>
      <p:bldP spid="134" grpId="0" bldLvl="0" animBg="1"/>
      <p:bldP spid="135" grpId="0" bldLvl="0" animBg="1"/>
      <p:bldP spid="136" grpId="0" bldLvl="0" animBg="1"/>
      <p:bldP spid="137" grpId="0" bldLvl="0" animBg="1"/>
      <p:bldP spid="139" grpId="0" bldLvl="0" animBg="1"/>
      <p:bldP spid="140" grpId="0" bldLvl="0" animBg="1"/>
      <p:bldP spid="141" grpId="0" bldLvl="0" animBg="1"/>
      <p:bldP spid="142" grpId="0" bldLvl="0" animBg="1"/>
      <p:bldP spid="154" grpId="0" bldLvl="0" animBg="1"/>
      <p:bldP spid="155" grpId="0" bldLvl="0" animBg="1"/>
      <p:bldP spid="156" grpId="0" bldLvl="0" animBg="1"/>
      <p:bldP spid="226" grpId="0" bldLvl="0" animBg="1"/>
      <p:bldP spid="237" grpId="0" bldLvl="0" animBg="1"/>
      <p:bldP spid="238" grpId="0" bldLvl="0" animBg="1"/>
      <p:bldP spid="239" grpId="0" bldLvl="0" animBg="1"/>
      <p:bldP spid="240" grpId="0" bldLvl="0" animBg="1"/>
      <p:bldP spid="242" grpId="0" bldLvl="0" animBg="1"/>
      <p:bldP spid="243" grpId="0" bldLvl="0" animBg="1"/>
      <p:bldP spid="244" grpId="0" bldLvl="0" animBg="1"/>
      <p:bldP spid="245" grpId="0" bldLvl="0" animBg="1"/>
      <p:bldP spid="246" grpId="0" bldLvl="0" animBg="1"/>
      <p:bldP spid="247" grpId="0" bldLvl="0" animBg="1"/>
      <p:bldP spid="248" grpId="0" bldLvl="0" animBg="1"/>
      <p:bldP spid="252" grpId="0" bldLvl="0" animBg="1"/>
      <p:bldP spid="257" grpId="0" bldLvl="0" animBg="1"/>
      <p:bldP spid="262" grpId="0" bldLvl="0" animBg="1"/>
      <p:bldP spid="265" grpId="0" bldLvl="0" animBg="1"/>
      <p:bldP spid="266" grpId="0" bldLvl="0" animBg="1"/>
      <p:bldP spid="267" grpId="0" bldLvl="0" animBg="1"/>
      <p:bldP spid="268" grpId="0" bldLvl="0" animBg="1"/>
      <p:bldP spid="269" grpId="0" bldLvl="0" animBg="1"/>
      <p:bldP spid="384" grpId="0" bldLvl="0" animBg="1"/>
      <p:bldP spid="388" grpId="0" bldLvl="0" animBg="1"/>
      <p:bldP spid="392" grpId="0" bldLvl="0" animBg="1"/>
      <p:bldP spid="397" grpId="0" bldLvl="0" animBg="1"/>
      <p:bldP spid="402" grpId="0" bldLvl="0" animBg="1"/>
      <p:bldP spid="403" grpId="0" bldLvl="0" animBg="1"/>
      <p:bldP spid="404" grpId="0" bldLvl="0" animBg="1"/>
      <p:bldP spid="405" grpId="0" bldLvl="0" animBg="1"/>
      <p:bldP spid="406" grpId="0" bldLvl="0" animBg="1"/>
      <p:bldP spid="408" grpId="0" bldLvl="0" animBg="1"/>
      <p:bldP spid="409" grpId="0" bldLvl="0" animBg="1"/>
      <p:bldP spid="412" grpId="0" bldLvl="0" animBg="1"/>
      <p:bldP spid="413" grpId="0" bldLvl="0" animBg="1"/>
      <p:bldP spid="415" grpId="0" bldLvl="0" animBg="1"/>
      <p:bldP spid="416" grpId="0" bldLvl="0" animBg="1"/>
      <p:bldP spid="417" grpId="0" bldLvl="0" animBg="1"/>
      <p:bldP spid="418" grpId="0" bldLvl="0" animBg="1"/>
      <p:bldP spid="423" grpId="0" bldLvl="0" animBg="1"/>
      <p:bldP spid="426" grpId="0" bldLvl="0" animBg="1"/>
      <p:bldP spid="427" grpId="0" bldLvl="0" animBg="1"/>
      <p:bldP spid="428" grpId="0" bldLvl="0" animBg="1"/>
      <p:bldP spid="429" grpId="0" bldLvl="0" animBg="1"/>
      <p:bldP spid="430" grpId="0" bldLvl="0" animBg="1"/>
      <p:bldP spid="431" grpId="0" bldLvl="0" animBg="1"/>
      <p:bldP spid="432" grpId="0" bldLvl="0" animBg="1"/>
      <p:bldP spid="433" grpId="0" bldLvl="0" animBg="1"/>
      <p:bldP spid="434" grpId="0" bldLvl="0" animBg="1"/>
      <p:bldP spid="435" grpId="0" bldLvl="0" animBg="1"/>
      <p:bldP spid="436" grpId="0" bldLvl="0" animBg="1"/>
      <p:bldP spid="437" grpId="0" bldLvl="0" animBg="1"/>
      <p:bldP spid="438" grpId="0" bldLvl="0" animBg="1"/>
      <p:bldP spid="439" grpId="0" bldLvl="0" animBg="1"/>
      <p:bldP spid="440" grpId="0" bldLvl="0" animBg="1"/>
      <p:bldP spid="441" grpId="0" bldLvl="0" animBg="1"/>
      <p:bldP spid="457" grpId="0" bldLvl="0" animBg="1"/>
      <p:bldP spid="463" grpId="0" bldLvl="0" animBg="1"/>
      <p:bldP spid="465" grpId="0" bldLvl="0" animBg="1"/>
      <p:bldP spid="466" grpId="0" bldLvl="0" animBg="1"/>
      <p:bldP spid="468" grpId="0" bldLvl="0" animBg="1"/>
      <p:bldP spid="469" grpId="0" bldLvl="0" animBg="1"/>
      <p:bldP spid="470" grpId="0" bldLvl="0" animBg="1"/>
      <p:bldP spid="472" grpId="0" bldLvl="0" animBg="1"/>
      <p:bldP spid="473" grpId="0" bldLvl="0" animBg="1"/>
      <p:bldP spid="474" grpId="0" bldLvl="0" animBg="1"/>
      <p:bldP spid="481" grpId="0" bldLvl="0" animBg="1"/>
      <p:bldP spid="482" grpId="0" bldLvl="0" animBg="1"/>
      <p:bldP spid="483" grpId="0" bldLvl="0" animBg="1"/>
      <p:bldP spid="502" grpId="0" bldLvl="0" animBg="1"/>
      <p:bldP spid="503" grpId="0" bldLvl="0" animBg="1"/>
      <p:bldP spid="504" grpId="0" bldLvl="0" animBg="1"/>
      <p:bldP spid="505" grpId="0" bldLvl="0" animBg="1"/>
      <p:bldP spid="529" grpId="0" bldLvl="0" animBg="1"/>
      <p:bldP spid="531" grpId="0" bldLvl="0" animBg="1"/>
      <p:bldP spid="532" grpId="0" bldLvl="0" animBg="1"/>
      <p:bldP spid="533" grpId="0" bldLvl="0" animBg="1"/>
      <p:bldP spid="534" grpId="0" bldLvl="0" animBg="1"/>
      <p:bldP spid="535" grpId="0" bldLvl="0" animBg="1"/>
      <p:bldP spid="539" grpId="0" bldLvl="0" animBg="1"/>
      <p:bldP spid="542" grpId="0" bldLvl="0" animBg="1"/>
      <p:bldP spid="543" grpId="0" bldLvl="0" animBg="1"/>
      <p:bldP spid="545" grpId="0" bldLvl="0" animBg="1"/>
      <p:bldP spid="560" grpId="0" bldLvl="0" animBg="1"/>
      <p:bldP spid="561" grpId="0" bldLvl="0" animBg="1"/>
      <p:bldP spid="562" grpId="0" bldLvl="0" animBg="1"/>
      <p:bldP spid="568" grpId="0" bldLvl="0" animBg="1"/>
      <p:bldP spid="570" grpId="0" bldLvl="0" animBg="1"/>
      <p:bldP spid="571" grpId="0" bldLvl="0" animBg="1"/>
      <p:bldP spid="572" grpId="0" bldLvl="0" animBg="1"/>
      <p:bldP spid="573" grpId="0" bldLvl="0" animBg="1"/>
      <p:bldP spid="587" grpId="0" bldLvl="0" animBg="1"/>
      <p:bldP spid="590" grpId="0" bldLvl="0" animBg="1"/>
      <p:bldP spid="591" grpId="0" bldLvl="0" animBg="1"/>
      <p:bldP spid="592" grpId="0" bldLvl="0" animBg="1"/>
      <p:bldP spid="596" grpId="0" bldLvl="0" animBg="1"/>
      <p:bldP spid="597" grpId="0" bldLvl="0" animBg="1"/>
      <p:bldP spid="598" grpId="0" bldLvl="0" animBg="1"/>
      <p:bldP spid="599" grpId="0" bldLvl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图片 49" descr="手拿遥控器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8997950" y="3854450"/>
            <a:ext cx="3194050" cy="3003550"/>
          </a:xfrm>
          <a:prstGeom prst="rect">
            <a:avLst/>
          </a:prstGeom>
        </p:spPr>
      </p:pic>
      <p:grpSp>
        <p:nvGrpSpPr>
          <p:cNvPr id="55" name="组合 54"/>
          <p:cNvGrpSpPr/>
          <p:nvPr/>
        </p:nvGrpSpPr>
        <p:grpSpPr>
          <a:xfrm>
            <a:off x="596265" y="894080"/>
            <a:ext cx="7586980" cy="5412105"/>
            <a:chOff x="1066" y="1491"/>
            <a:chExt cx="11948" cy="8523"/>
          </a:xfrm>
        </p:grpSpPr>
        <p:grpSp>
          <p:nvGrpSpPr>
            <p:cNvPr id="2" name="组合 1"/>
            <p:cNvGrpSpPr/>
            <p:nvPr/>
          </p:nvGrpSpPr>
          <p:grpSpPr>
            <a:xfrm>
              <a:off x="1066" y="1491"/>
              <a:ext cx="11948" cy="8523"/>
              <a:chOff x="1066" y="1491"/>
              <a:chExt cx="11948" cy="8523"/>
            </a:xfrm>
          </p:grpSpPr>
          <p:pic>
            <p:nvPicPr>
              <p:cNvPr id="3" name="图片 2" descr="电视机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66" y="1491"/>
                <a:ext cx="11948" cy="8523"/>
              </a:xfrm>
              <a:prstGeom prst="rect">
                <a:avLst/>
              </a:prstGeom>
            </p:spPr>
          </p:pic>
          <p:sp>
            <p:nvSpPr>
              <p:cNvPr id="9" name="矩形 8"/>
              <p:cNvSpPr/>
              <p:nvPr/>
            </p:nvSpPr>
            <p:spPr>
              <a:xfrm>
                <a:off x="5675" y="8209"/>
                <a:ext cx="2939" cy="1013"/>
              </a:xfrm>
              <a:prstGeom prst="rect">
                <a:avLst/>
              </a:prstGeom>
              <a:solidFill>
                <a:srgbClr val="FD431C"/>
              </a:solidFill>
              <a:ln>
                <a:solidFill>
                  <a:srgbClr val="FD431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pic>
          <p:nvPicPr>
            <p:cNvPr id="54" name="图片 53" descr="1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083" y="8073"/>
              <a:ext cx="1661" cy="1661"/>
            </a:xfrm>
            <a:prstGeom prst="rect">
              <a:avLst/>
            </a:prstGeom>
          </p:spPr>
        </p:pic>
      </p:grpSp>
      <p:grpSp>
        <p:nvGrpSpPr>
          <p:cNvPr id="10" name="组合 9"/>
          <p:cNvGrpSpPr/>
          <p:nvPr/>
        </p:nvGrpSpPr>
        <p:grpSpPr>
          <a:xfrm>
            <a:off x="7430718" y="-493395"/>
            <a:ext cx="4806699" cy="2945130"/>
            <a:chOff x="9056" y="6028"/>
            <a:chExt cx="6741" cy="4638"/>
          </a:xfrm>
        </p:grpSpPr>
        <p:pic>
          <p:nvPicPr>
            <p:cNvPr id="11" name="图片 10" descr="0f19f38c4d898577ade8f7c1d044040e (1)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300000">
              <a:off x="9317" y="6028"/>
              <a:ext cx="6480" cy="4638"/>
            </a:xfrm>
            <a:prstGeom prst="rect">
              <a:avLst/>
            </a:prstGeom>
          </p:spPr>
        </p:pic>
        <p:sp>
          <p:nvSpPr>
            <p:cNvPr id="12" name="文本框 11"/>
            <p:cNvSpPr txBox="1"/>
            <p:nvPr/>
          </p:nvSpPr>
          <p:spPr>
            <a:xfrm>
              <a:off x="9056" y="8213"/>
              <a:ext cx="6716" cy="11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1300480" eaLnBrk="1"/>
              <a:r>
                <a:rPr lang="zh-CN" altLang="en-US" sz="2000" b="1" dirty="0">
                  <a:latin typeface="华文细黑" panose="02010600040101010101" pitchFamily="2" charset="-122"/>
                  <a:ea typeface="华文细黑" panose="02010600040101010101" pitchFamily="2" charset="-122"/>
                  <a:cs typeface="宋体" panose="02010600030101010101" pitchFamily="2" charset="-122"/>
                  <a:sym typeface="Calibri" panose="020F0502020204030204" charset="0"/>
                </a:rPr>
                <a:t>说一说：</a:t>
              </a:r>
            </a:p>
            <a:p>
              <a:pPr algn="ctr" defTabSz="1300480" eaLnBrk="1"/>
              <a:r>
                <a:rPr lang="zh-CN" altLang="en-US" sz="2000" b="1" dirty="0">
                  <a:latin typeface="华文细黑" panose="02010600040101010101" pitchFamily="2" charset="-122"/>
                  <a:ea typeface="华文细黑" panose="02010600040101010101" pitchFamily="2" charset="-122"/>
                  <a:cs typeface="宋体" panose="02010600030101010101" pitchFamily="2" charset="-122"/>
                  <a:sym typeface="Calibri" panose="020F0502020204030204" charset="0"/>
                </a:rPr>
                <a:t>最早的电影是怎么来的？</a:t>
              </a:r>
              <a:endParaRPr lang="zh-CN" altLang="en-US" sz="2000" b="1" dirty="0">
                <a:latin typeface="华文细黑" panose="02010600040101010101" pitchFamily="2" charset="-122"/>
                <a:ea typeface="华文细黑" panose="02010600040101010101" pitchFamily="2" charset="-122"/>
                <a:cs typeface="宋体" panose="02010600030101010101" pitchFamily="2" charset="-122"/>
                <a:sym typeface="+mn-ea"/>
              </a:endParaRPr>
            </a:p>
          </p:txBody>
        </p:sp>
      </p:grpSp>
      <p:sp>
        <p:nvSpPr>
          <p:cNvPr id="4" name="文本框 7"/>
          <p:cNvSpPr txBox="1"/>
          <p:nvPr/>
        </p:nvSpPr>
        <p:spPr>
          <a:xfrm>
            <a:off x="165735" y="213995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热身</a:t>
            </a:r>
          </a:p>
        </p:txBody>
      </p:sp>
      <p:sp>
        <p:nvSpPr>
          <p:cNvPr id="6" name="文本框 7"/>
          <p:cNvSpPr txBox="1"/>
          <p:nvPr/>
        </p:nvSpPr>
        <p:spPr>
          <a:xfrm>
            <a:off x="237490" y="702310"/>
            <a:ext cx="117729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Warm-up</a:t>
            </a:r>
          </a:p>
        </p:txBody>
      </p:sp>
      <p:pic>
        <p:nvPicPr>
          <p:cNvPr id="30725" name="Picture 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128135" y="1940877"/>
            <a:ext cx="2729865" cy="1819910"/>
          </a:xfrm>
          <a:prstGeom prst="rect">
            <a:avLst/>
          </a:prstGeom>
          <a:noFill/>
          <a:ln w="12700">
            <a:noFill/>
          </a:ln>
        </p:spPr>
      </p:pic>
      <p:pic>
        <p:nvPicPr>
          <p:cNvPr id="30726" name="Picture 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819910" y="1940560"/>
            <a:ext cx="2012950" cy="2012950"/>
          </a:xfrm>
          <a:prstGeom prst="rect">
            <a:avLst/>
          </a:prstGeom>
          <a:noFill/>
          <a:ln w="12700">
            <a:noFill/>
          </a:ln>
        </p:spPr>
      </p:pic>
      <p:pic>
        <p:nvPicPr>
          <p:cNvPr id="30727" name="Picture 8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891790" y="3715293"/>
            <a:ext cx="2333625" cy="1311458"/>
          </a:xfrm>
          <a:prstGeom prst="rect">
            <a:avLst/>
          </a:prstGeom>
          <a:noFill/>
          <a:ln w="1270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5668" y="536"/>
            <a:ext cx="9180665" cy="6856928"/>
          </a:xfrm>
          <a:prstGeom prst="rect">
            <a:avLst/>
          </a:prstGeom>
        </p:spPr>
      </p:pic>
      <p:pic>
        <p:nvPicPr>
          <p:cNvPr id="5" name="图片 4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674997" y="536"/>
            <a:ext cx="9180665" cy="6856928"/>
          </a:xfrm>
          <a:prstGeom prst="rect">
            <a:avLst/>
          </a:prstGeom>
        </p:spPr>
      </p:pic>
      <p:pic>
        <p:nvPicPr>
          <p:cNvPr id="6" name="图片 5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6333" y="536"/>
            <a:ext cx="9180665" cy="6856928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1947397" y="1930407"/>
            <a:ext cx="2239716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000" b="1" dirty="0">
                <a:latin typeface="华文楷体" panose="02010600040101010101" charset="-122"/>
                <a:ea typeface="华文楷体" panose="02010600040101010101" charset="-122"/>
                <a:cs typeface="Comic Sans MS" panose="030F0902030302020204" pitchFamily="66" charset="0"/>
              </a:rPr>
              <a:t>成熟</a:t>
            </a:r>
            <a:endParaRPr lang="zh-CN" altLang="en-US" sz="8000" b="1" dirty="0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  <a:cs typeface="Comic Sans MS" panose="030F0902030302020204" pitchFamily="66" charset="0"/>
            </a:endParaRPr>
          </a:p>
        </p:txBody>
      </p:sp>
      <p:pic>
        <p:nvPicPr>
          <p:cNvPr id="17" name="Picture 2" descr="C:\Users\Administrator\Desktop\小红书\对外汉语战略搞钱计划\卡通头像\1.png1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9551988" y="1052830"/>
            <a:ext cx="969645" cy="969645"/>
          </a:xfrm>
          <a:prstGeom prst="rect">
            <a:avLst/>
          </a:prstGeom>
          <a:noFill/>
        </p:spPr>
      </p:pic>
      <p:sp>
        <p:nvSpPr>
          <p:cNvPr id="3" name="文本框 2"/>
          <p:cNvSpPr txBox="1"/>
          <p:nvPr/>
        </p:nvSpPr>
        <p:spPr>
          <a:xfrm>
            <a:off x="1836763" y="1160966"/>
            <a:ext cx="289374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dirty="0" err="1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Comic Sans MS" panose="030F0902030302020204" pitchFamily="66" charset="0"/>
              </a:rPr>
              <a:t>chéngshú</a:t>
            </a:r>
            <a:endParaRPr lang="en-US" altLang="zh-CN" sz="4400" dirty="0">
              <a:solidFill>
                <a:schemeClr val="tx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Comic Sans MS" panose="030F0902030302020204" pitchFamily="66" charset="0"/>
            </a:endParaRPr>
          </a:p>
        </p:txBody>
      </p:sp>
      <p:sp>
        <p:nvSpPr>
          <p:cNvPr id="24" name="文本框 7"/>
          <p:cNvSpPr txBox="1"/>
          <p:nvPr/>
        </p:nvSpPr>
        <p:spPr>
          <a:xfrm>
            <a:off x="1705" y="1054395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生词</a:t>
            </a:r>
          </a:p>
        </p:txBody>
      </p:sp>
      <p:sp>
        <p:nvSpPr>
          <p:cNvPr id="7" name="文本框 7"/>
          <p:cNvSpPr txBox="1"/>
          <p:nvPr/>
        </p:nvSpPr>
        <p:spPr>
          <a:xfrm>
            <a:off x="73143" y="1542319"/>
            <a:ext cx="12820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New Word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1885060" y="3253846"/>
            <a:ext cx="199926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Comic Sans MS" panose="030F0902030302020204" pitchFamily="66" charset="0"/>
              </a:rPr>
              <a:t>v.</a:t>
            </a:r>
            <a:r>
              <a:rPr lang="en-US" altLang="zh-CN" sz="2000" dirty="0">
                <a:latin typeface="华文细黑" panose="02010600040101010101" pitchFamily="2" charset="-122"/>
                <a:ea typeface="华文细黑" panose="02010600040101010101" pitchFamily="2" charset="-122"/>
                <a:cs typeface="Comic Sans MS" panose="030F0902030302020204" pitchFamily="66" charset="0"/>
              </a:rPr>
              <a:t>/adj.to ripen;</a:t>
            </a:r>
          </a:p>
          <a:p>
            <a:r>
              <a:rPr lang="en-US" altLang="zh-CN" sz="2000" dirty="0">
                <a:latin typeface="华文细黑" panose="02010600040101010101" pitchFamily="2" charset="-122"/>
                <a:ea typeface="华文细黑" panose="02010600040101010101" pitchFamily="2" charset="-122"/>
                <a:cs typeface="Comic Sans MS" panose="030F0902030302020204" pitchFamily="66" charset="0"/>
              </a:rPr>
              <a:t>mature</a:t>
            </a:r>
            <a:endParaRPr lang="en-US" altLang="zh-CN" sz="2000" dirty="0">
              <a:solidFill>
                <a:schemeClr val="tx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Comic Sans MS" panose="030F0902030302020204" pitchFamily="66" charset="0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2778" y="2188396"/>
            <a:ext cx="3409767" cy="2184382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904365" y="4167505"/>
            <a:ext cx="370903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/>
              <a:t>夏天到了</a:t>
            </a:r>
            <a:r>
              <a:rPr lang="en-US" altLang="zh-CN" sz="2000"/>
              <a:t>，</a:t>
            </a:r>
            <a:r>
              <a:rPr lang="zh-CN" altLang="en-US" sz="2000"/>
              <a:t>许多水果都</a:t>
            </a:r>
            <a:r>
              <a:rPr lang="zh-CN" altLang="en-US" sz="2000">
                <a:solidFill>
                  <a:srgbClr val="FF0000"/>
                </a:solidFill>
              </a:rPr>
              <a:t>成熟</a:t>
            </a:r>
            <a:r>
              <a:rPr lang="zh-CN" altLang="en-US" sz="2000"/>
              <a:t>了</a:t>
            </a:r>
            <a:r>
              <a:rPr lang="en-US" altLang="zh-CN" sz="2000"/>
              <a:t>。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1960880" y="4772025"/>
            <a:ext cx="370903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/>
              <a:t>你已经是一个</a:t>
            </a:r>
            <a:r>
              <a:rPr lang="zh-CN" altLang="en-US" sz="2000">
                <a:solidFill>
                  <a:srgbClr val="FF0000"/>
                </a:solidFill>
              </a:rPr>
              <a:t>成熟</a:t>
            </a:r>
            <a:r>
              <a:rPr lang="zh-CN" altLang="en-US" sz="2000"/>
              <a:t>的大人了</a:t>
            </a:r>
            <a:r>
              <a:rPr lang="en-US" altLang="zh-CN" sz="2000"/>
              <a:t>。</a:t>
            </a:r>
          </a:p>
        </p:txBody>
      </p:sp>
    </p:spTree>
  </p:cSld>
  <p:clrMapOvr>
    <a:masterClrMapping/>
  </p:clrMapOvr>
  <p:transition spd="slow">
    <p:push/>
    <p:sndAc>
      <p:stSnd>
        <p:snd r:embed="rId2" name="佳能快门声-咔嚓-相机拍照_爱给网_aigei_com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3" grpId="0"/>
      <p:bldP spid="24" grpId="0"/>
      <p:bldP spid="7" grpId="0"/>
      <p:bldP spid="8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5668" y="536"/>
            <a:ext cx="9180665" cy="6856928"/>
          </a:xfrm>
          <a:prstGeom prst="rect">
            <a:avLst/>
          </a:prstGeom>
        </p:spPr>
      </p:pic>
      <p:pic>
        <p:nvPicPr>
          <p:cNvPr id="5" name="图片 4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674997" y="536"/>
            <a:ext cx="9180665" cy="6856928"/>
          </a:xfrm>
          <a:prstGeom prst="rect">
            <a:avLst/>
          </a:prstGeom>
        </p:spPr>
      </p:pic>
      <p:pic>
        <p:nvPicPr>
          <p:cNvPr id="6" name="图片 5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6333" y="536"/>
            <a:ext cx="9180665" cy="6856928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2058032" y="1839293"/>
            <a:ext cx="2239716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000" b="1" dirty="0">
                <a:latin typeface="华文楷体" panose="02010600040101010101" charset="-122"/>
                <a:ea typeface="华文楷体" panose="02010600040101010101" charset="-122"/>
                <a:cs typeface="Comic Sans MS" panose="030F0902030302020204" pitchFamily="66" charset="0"/>
              </a:rPr>
              <a:t>兄弟</a:t>
            </a:r>
            <a:endParaRPr lang="zh-CN" altLang="en-US" sz="8000" b="1" dirty="0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  <a:cs typeface="Comic Sans MS" panose="030F0902030302020204" pitchFamily="66" charset="0"/>
            </a:endParaRPr>
          </a:p>
        </p:txBody>
      </p:sp>
      <p:pic>
        <p:nvPicPr>
          <p:cNvPr id="17" name="Picture 2" descr="C:\Users\Administrator\Desktop\小红书\对外汉语战略搞钱计划\卡通头像\1.png1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9551988" y="1052830"/>
            <a:ext cx="969645" cy="969645"/>
          </a:xfrm>
          <a:prstGeom prst="rect">
            <a:avLst/>
          </a:prstGeom>
          <a:noFill/>
        </p:spPr>
      </p:pic>
      <p:sp>
        <p:nvSpPr>
          <p:cNvPr id="3" name="文本框 2"/>
          <p:cNvSpPr txBox="1"/>
          <p:nvPr/>
        </p:nvSpPr>
        <p:spPr>
          <a:xfrm>
            <a:off x="2114281" y="1309030"/>
            <a:ext cx="216116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dirty="0" err="1">
                <a:latin typeface="华文细黑" panose="02010600040101010101" pitchFamily="2" charset="-122"/>
                <a:ea typeface="华文细黑" panose="02010600040101010101" pitchFamily="2" charset="-122"/>
                <a:cs typeface="Comic Sans MS" panose="030F0902030302020204" pitchFamily="66" charset="0"/>
              </a:rPr>
              <a:t>xiōngdì</a:t>
            </a:r>
            <a:endParaRPr lang="en-US" altLang="zh-CN" sz="4400" dirty="0">
              <a:solidFill>
                <a:schemeClr val="tx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Comic Sans MS" panose="030F0902030302020204" pitchFamily="66" charset="0"/>
            </a:endParaRPr>
          </a:p>
        </p:txBody>
      </p:sp>
      <p:sp>
        <p:nvSpPr>
          <p:cNvPr id="24" name="文本框 7"/>
          <p:cNvSpPr txBox="1"/>
          <p:nvPr/>
        </p:nvSpPr>
        <p:spPr>
          <a:xfrm>
            <a:off x="1705" y="1054395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生词</a:t>
            </a:r>
          </a:p>
        </p:txBody>
      </p:sp>
      <p:sp>
        <p:nvSpPr>
          <p:cNvPr id="7" name="文本框 7"/>
          <p:cNvSpPr txBox="1"/>
          <p:nvPr/>
        </p:nvSpPr>
        <p:spPr>
          <a:xfrm>
            <a:off x="73143" y="1542319"/>
            <a:ext cx="12820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New Word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2407459" y="3162732"/>
            <a:ext cx="13195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 err="1">
                <a:latin typeface="华文细黑" panose="02010600040101010101" pitchFamily="2" charset="-122"/>
                <a:ea typeface="华文细黑" panose="02010600040101010101" pitchFamily="2" charset="-122"/>
                <a:cs typeface="Comic Sans MS" panose="030F0902030302020204" pitchFamily="66" charset="0"/>
              </a:rPr>
              <a:t>n.brother</a:t>
            </a:r>
            <a:endParaRPr lang="en-US" altLang="zh-CN" sz="2000" dirty="0">
              <a:solidFill>
                <a:schemeClr val="tx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Comic Sans MS" panose="030F0902030302020204" pitchFamily="66" charset="0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43858" y="2038239"/>
            <a:ext cx="2739722" cy="2159119"/>
          </a:xfrm>
          <a:prstGeom prst="rect">
            <a:avLst/>
          </a:prstGeom>
        </p:spPr>
      </p:pic>
    </p:spTree>
  </p:cSld>
  <p:clrMapOvr>
    <a:masterClrMapping/>
  </p:clrMapOvr>
  <p:transition spd="slow">
    <p:push/>
    <p:sndAc>
      <p:stSnd>
        <p:snd r:embed="rId2" name="佳能快门声-咔嚓-相机拍照_爱给网_aigei_com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3" grpId="0"/>
      <p:bldP spid="24" grpId="0"/>
      <p:bldP spid="7" grpId="0"/>
      <p:bldP spid="8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5668" y="536"/>
            <a:ext cx="9180665" cy="6856928"/>
          </a:xfrm>
          <a:prstGeom prst="rect">
            <a:avLst/>
          </a:prstGeom>
        </p:spPr>
      </p:pic>
      <p:pic>
        <p:nvPicPr>
          <p:cNvPr id="5" name="图片 4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674997" y="536"/>
            <a:ext cx="9180665" cy="6856928"/>
          </a:xfrm>
          <a:prstGeom prst="rect">
            <a:avLst/>
          </a:prstGeom>
        </p:spPr>
      </p:pic>
      <p:pic>
        <p:nvPicPr>
          <p:cNvPr id="6" name="图片 5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6333" y="536"/>
            <a:ext cx="9180665" cy="6856928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2058032" y="1839293"/>
            <a:ext cx="2239716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000" b="1" dirty="0">
                <a:latin typeface="华文楷体" panose="02010600040101010101" charset="-122"/>
                <a:ea typeface="华文楷体" panose="02010600040101010101" charset="-122"/>
                <a:cs typeface="Comic Sans MS" panose="030F0902030302020204" pitchFamily="66" charset="0"/>
              </a:rPr>
              <a:t>播放</a:t>
            </a:r>
            <a:endParaRPr lang="zh-CN" altLang="en-US" sz="8000" b="1" dirty="0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  <a:cs typeface="Comic Sans MS" panose="030F0902030302020204" pitchFamily="66" charset="0"/>
            </a:endParaRPr>
          </a:p>
        </p:txBody>
      </p:sp>
      <p:pic>
        <p:nvPicPr>
          <p:cNvPr id="17" name="Picture 2" descr="C:\Users\Administrator\Desktop\小红书\对外汉语战略搞钱计划\卡通头像\1.png1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9551988" y="1052830"/>
            <a:ext cx="969645" cy="969645"/>
          </a:xfrm>
          <a:prstGeom prst="rect">
            <a:avLst/>
          </a:prstGeom>
          <a:noFill/>
        </p:spPr>
      </p:pic>
      <p:sp>
        <p:nvSpPr>
          <p:cNvPr id="3" name="文本框 2"/>
          <p:cNvSpPr txBox="1"/>
          <p:nvPr/>
        </p:nvSpPr>
        <p:spPr>
          <a:xfrm>
            <a:off x="2254400" y="1253034"/>
            <a:ext cx="222689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dirty="0" err="1">
                <a:latin typeface="华文细黑" panose="02010600040101010101" pitchFamily="2" charset="-122"/>
                <a:ea typeface="华文细黑" panose="02010600040101010101" pitchFamily="2" charset="-122"/>
                <a:cs typeface="Comic Sans MS" panose="030F0902030302020204" pitchFamily="66" charset="0"/>
              </a:rPr>
              <a:t>bōfàng</a:t>
            </a:r>
            <a:endParaRPr lang="en-US" altLang="zh-CN" sz="4400" dirty="0">
              <a:solidFill>
                <a:schemeClr val="tx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Comic Sans MS" panose="030F0902030302020204" pitchFamily="66" charset="0"/>
            </a:endParaRPr>
          </a:p>
        </p:txBody>
      </p:sp>
      <p:sp>
        <p:nvSpPr>
          <p:cNvPr id="24" name="文本框 7"/>
          <p:cNvSpPr txBox="1"/>
          <p:nvPr/>
        </p:nvSpPr>
        <p:spPr>
          <a:xfrm>
            <a:off x="1705" y="1054395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生词</a:t>
            </a:r>
          </a:p>
        </p:txBody>
      </p:sp>
      <p:sp>
        <p:nvSpPr>
          <p:cNvPr id="7" name="文本框 7"/>
          <p:cNvSpPr txBox="1"/>
          <p:nvPr/>
        </p:nvSpPr>
        <p:spPr>
          <a:xfrm>
            <a:off x="73143" y="1542319"/>
            <a:ext cx="12820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New Word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2058033" y="3075057"/>
            <a:ext cx="27502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华文细黑" panose="02010600040101010101" pitchFamily="2" charset="-122"/>
                <a:ea typeface="华文细黑" panose="02010600040101010101" pitchFamily="2" charset="-122"/>
                <a:cs typeface="Comic Sans MS" panose="030F0902030302020204" pitchFamily="66" charset="0"/>
              </a:rPr>
              <a:t>v.to </a:t>
            </a:r>
            <a:r>
              <a:rPr lang="en-US" altLang="zh-CN" sz="2000" dirty="0" err="1">
                <a:latin typeface="华文细黑" panose="02010600040101010101" pitchFamily="2" charset="-122"/>
                <a:ea typeface="华文细黑" panose="02010600040101010101" pitchFamily="2" charset="-122"/>
                <a:cs typeface="Comic Sans MS" panose="030F0902030302020204" pitchFamily="66" charset="0"/>
              </a:rPr>
              <a:t>broadcast,to</a:t>
            </a:r>
            <a:endParaRPr lang="en-US" altLang="zh-CN" sz="2000" dirty="0">
              <a:latin typeface="华文细黑" panose="02010600040101010101" pitchFamily="2" charset="-122"/>
              <a:ea typeface="华文细黑" panose="02010600040101010101" pitchFamily="2" charset="-122"/>
              <a:cs typeface="Comic Sans MS" panose="030F0902030302020204" pitchFamily="66" charset="0"/>
            </a:endParaRPr>
          </a:p>
          <a:p>
            <a:r>
              <a:rPr lang="en-US" altLang="zh-CN" sz="2000" dirty="0">
                <a:latin typeface="华文细黑" panose="02010600040101010101" pitchFamily="2" charset="-122"/>
                <a:ea typeface="华文细黑" panose="02010600040101010101" pitchFamily="2" charset="-122"/>
                <a:cs typeface="Comic Sans MS" panose="030F0902030302020204" pitchFamily="66" charset="0"/>
              </a:rPr>
              <a:t> play</a:t>
            </a:r>
            <a:r>
              <a:rPr lang="en-US" altLang="zh-CN" sz="2000" dirty="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Comic Sans MS" panose="030F0902030302020204" pitchFamily="66" charset="0"/>
              </a:rPr>
              <a:t>(music or videos)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4456" y="2095773"/>
            <a:ext cx="3391179" cy="2135187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2169795" y="4059555"/>
            <a:ext cx="27959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电视上正在</a:t>
            </a:r>
            <a:r>
              <a:rPr lang="zh-CN" altLang="en-US">
                <a:solidFill>
                  <a:srgbClr val="FF0000"/>
                </a:solidFill>
              </a:rPr>
              <a:t>播放</a:t>
            </a:r>
            <a:r>
              <a:rPr lang="zh-CN" altLang="en-US"/>
              <a:t>电影</a:t>
            </a:r>
            <a:r>
              <a:rPr lang="en-US" altLang="zh-CN"/>
              <a:t>。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2254250" y="4770120"/>
            <a:ext cx="27959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现在广播在</a:t>
            </a:r>
            <a:r>
              <a:rPr lang="zh-CN" altLang="en-US">
                <a:solidFill>
                  <a:srgbClr val="FF0000"/>
                </a:solidFill>
              </a:rPr>
              <a:t>播放</a:t>
            </a:r>
            <a:r>
              <a:rPr lang="zh-CN" altLang="en-US"/>
              <a:t>什么内容</a:t>
            </a:r>
            <a:r>
              <a:rPr lang="en-US" altLang="zh-CN"/>
              <a:t>？</a:t>
            </a:r>
          </a:p>
        </p:txBody>
      </p:sp>
    </p:spTree>
  </p:cSld>
  <p:clrMapOvr>
    <a:masterClrMapping/>
  </p:clrMapOvr>
  <p:transition spd="slow">
    <p:push/>
    <p:sndAc>
      <p:stSnd>
        <p:snd r:embed="rId2" name="佳能快门声-咔嚓-相机拍照_爱给网_aigei_com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3" grpId="0"/>
      <p:bldP spid="24" grpId="0"/>
      <p:bldP spid="7" grpId="0"/>
      <p:bldP spid="8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5668" y="536"/>
            <a:ext cx="9180665" cy="6856928"/>
          </a:xfrm>
          <a:prstGeom prst="rect">
            <a:avLst/>
          </a:prstGeom>
        </p:spPr>
      </p:pic>
      <p:pic>
        <p:nvPicPr>
          <p:cNvPr id="5" name="图片 4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674997" y="536"/>
            <a:ext cx="9180665" cy="6856928"/>
          </a:xfrm>
          <a:prstGeom prst="rect">
            <a:avLst/>
          </a:prstGeom>
        </p:spPr>
      </p:pic>
      <p:pic>
        <p:nvPicPr>
          <p:cNvPr id="6" name="图片 5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6333" y="536"/>
            <a:ext cx="9180665" cy="6856928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2058032" y="1839293"/>
            <a:ext cx="2239716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000" b="1" dirty="0">
                <a:latin typeface="华文楷体" panose="02010600040101010101" charset="-122"/>
                <a:ea typeface="华文楷体" panose="02010600040101010101" charset="-122"/>
                <a:cs typeface="Comic Sans MS" panose="030F0902030302020204" pitchFamily="66" charset="0"/>
              </a:rPr>
              <a:t>纪念</a:t>
            </a:r>
            <a:endParaRPr lang="zh-CN" altLang="en-US" sz="8000" b="1" dirty="0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  <a:cs typeface="Comic Sans MS" panose="030F0902030302020204" pitchFamily="66" charset="0"/>
            </a:endParaRPr>
          </a:p>
        </p:txBody>
      </p:sp>
      <p:pic>
        <p:nvPicPr>
          <p:cNvPr id="17" name="Picture 2" descr="C:\Users\Administrator\Desktop\小红书\对外汉语战略搞钱计划\卡通头像\1.png1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9551988" y="1052830"/>
            <a:ext cx="969645" cy="969645"/>
          </a:xfrm>
          <a:prstGeom prst="rect">
            <a:avLst/>
          </a:prstGeom>
          <a:noFill/>
        </p:spPr>
      </p:pic>
      <p:sp>
        <p:nvSpPr>
          <p:cNvPr id="3" name="文本框 2"/>
          <p:cNvSpPr txBox="1"/>
          <p:nvPr/>
        </p:nvSpPr>
        <p:spPr>
          <a:xfrm>
            <a:off x="2374475" y="1254011"/>
            <a:ext cx="173797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dirty="0" err="1">
                <a:latin typeface="华文细黑" panose="02010600040101010101" pitchFamily="2" charset="-122"/>
                <a:ea typeface="华文细黑" panose="02010600040101010101" pitchFamily="2" charset="-122"/>
                <a:cs typeface="Comic Sans MS" panose="030F0902030302020204" pitchFamily="66" charset="0"/>
              </a:rPr>
              <a:t>jì</a:t>
            </a:r>
            <a:r>
              <a:rPr lang="en-US" altLang="zh-CN" sz="4400" dirty="0">
                <a:latin typeface="华文细黑" panose="02010600040101010101" pitchFamily="2" charset="-122"/>
                <a:ea typeface="华文细黑" panose="02010600040101010101" pitchFamily="2" charset="-122"/>
                <a:cs typeface="Comic Sans MS" panose="030F0902030302020204" pitchFamily="66" charset="0"/>
              </a:rPr>
              <a:t> </a:t>
            </a:r>
            <a:r>
              <a:rPr lang="en-US" altLang="zh-CN" sz="4400" dirty="0" err="1">
                <a:latin typeface="华文细黑" panose="02010600040101010101" pitchFamily="2" charset="-122"/>
                <a:ea typeface="华文细黑" panose="02010600040101010101" pitchFamily="2" charset="-122"/>
                <a:cs typeface="Comic Sans MS" panose="030F0902030302020204" pitchFamily="66" charset="0"/>
              </a:rPr>
              <a:t>niàn</a:t>
            </a:r>
            <a:endParaRPr lang="en-US" altLang="zh-CN" sz="4400" dirty="0">
              <a:solidFill>
                <a:schemeClr val="tx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Comic Sans MS" panose="030F0902030302020204" pitchFamily="66" charset="0"/>
            </a:endParaRPr>
          </a:p>
        </p:txBody>
      </p:sp>
      <p:sp>
        <p:nvSpPr>
          <p:cNvPr id="24" name="文本框 7"/>
          <p:cNvSpPr txBox="1"/>
          <p:nvPr/>
        </p:nvSpPr>
        <p:spPr>
          <a:xfrm>
            <a:off x="1705" y="1054395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生词</a:t>
            </a:r>
          </a:p>
        </p:txBody>
      </p:sp>
      <p:sp>
        <p:nvSpPr>
          <p:cNvPr id="7" name="文本框 7"/>
          <p:cNvSpPr txBox="1"/>
          <p:nvPr/>
        </p:nvSpPr>
        <p:spPr>
          <a:xfrm>
            <a:off x="73143" y="1542319"/>
            <a:ext cx="12820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New Word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1928349" y="3087089"/>
            <a:ext cx="26132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华文细黑" panose="02010600040101010101" pitchFamily="2" charset="-122"/>
                <a:ea typeface="华文细黑" panose="02010600040101010101" pitchFamily="2" charset="-122"/>
                <a:cs typeface="Comic Sans MS" panose="030F0902030302020204" pitchFamily="66" charset="0"/>
              </a:rPr>
              <a:t>v.to commemorate</a:t>
            </a:r>
            <a:endParaRPr lang="en-US" altLang="zh-CN" sz="2000" dirty="0">
              <a:solidFill>
                <a:schemeClr val="tx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Comic Sans MS" panose="030F0902030302020204" pitchFamily="66" charset="0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33778" y="1839293"/>
            <a:ext cx="2830409" cy="2800823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2261235" y="3813810"/>
            <a:ext cx="40887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这块奖杯用来</a:t>
            </a:r>
            <a:r>
              <a:rPr lang="zh-CN" altLang="en-US">
                <a:solidFill>
                  <a:srgbClr val="FF0000"/>
                </a:solidFill>
              </a:rPr>
              <a:t>纪念</a:t>
            </a:r>
            <a:r>
              <a:rPr lang="zh-CN" altLang="en-US"/>
              <a:t>他们的胜利</a:t>
            </a:r>
            <a:r>
              <a:rPr lang="en-US" altLang="zh-CN"/>
              <a:t>。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2374265" y="4618355"/>
            <a:ext cx="40887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我们出去玩</a:t>
            </a:r>
            <a:r>
              <a:rPr lang="en-US" altLang="zh-CN"/>
              <a:t>，</a:t>
            </a:r>
            <a:r>
              <a:rPr lang="zh-CN" altLang="en-US"/>
              <a:t>总是会买许多</a:t>
            </a:r>
            <a:r>
              <a:rPr lang="zh-CN" altLang="en-US">
                <a:solidFill>
                  <a:srgbClr val="FF0000"/>
                </a:solidFill>
              </a:rPr>
              <a:t>纪念品</a:t>
            </a:r>
            <a:r>
              <a:rPr lang="en-US" altLang="zh-CN"/>
              <a:t>。</a:t>
            </a:r>
          </a:p>
        </p:txBody>
      </p:sp>
    </p:spTree>
  </p:cSld>
  <p:clrMapOvr>
    <a:masterClrMapping/>
  </p:clrMapOvr>
  <p:transition spd="slow">
    <p:push/>
    <p:sndAc>
      <p:stSnd>
        <p:snd r:embed="rId2" name="佳能快门声-咔嚓-相机拍照_爱给网_aigei_com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3" grpId="0"/>
      <p:bldP spid="24" grpId="0"/>
      <p:bldP spid="7" grpId="0"/>
      <p:bldP spid="8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5668" y="536"/>
            <a:ext cx="9180665" cy="6856928"/>
          </a:xfrm>
          <a:prstGeom prst="rect">
            <a:avLst/>
          </a:prstGeom>
        </p:spPr>
      </p:pic>
      <p:pic>
        <p:nvPicPr>
          <p:cNvPr id="5" name="图片 4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674997" y="536"/>
            <a:ext cx="9180665" cy="6856928"/>
          </a:xfrm>
          <a:prstGeom prst="rect">
            <a:avLst/>
          </a:prstGeom>
        </p:spPr>
      </p:pic>
      <p:pic>
        <p:nvPicPr>
          <p:cNvPr id="6" name="图片 5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6333" y="536"/>
            <a:ext cx="9180665" cy="6856928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2058032" y="1839293"/>
            <a:ext cx="2239716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000" b="1" dirty="0">
                <a:latin typeface="华文楷体" panose="02010600040101010101" charset="-122"/>
                <a:ea typeface="华文楷体" panose="02010600040101010101" charset="-122"/>
                <a:cs typeface="Comic Sans MS" panose="030F0902030302020204" pitchFamily="66" charset="0"/>
              </a:rPr>
              <a:t>导演</a:t>
            </a:r>
            <a:endParaRPr lang="zh-CN" altLang="en-US" sz="8000" b="1" dirty="0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  <a:cs typeface="Comic Sans MS" panose="030F0902030302020204" pitchFamily="66" charset="0"/>
            </a:endParaRPr>
          </a:p>
        </p:txBody>
      </p:sp>
      <p:pic>
        <p:nvPicPr>
          <p:cNvPr id="17" name="Picture 2" descr="C:\Users\Administrator\Desktop\小红书\对外汉语战略搞钱计划\卡通头像\1.png1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9551988" y="1052830"/>
            <a:ext cx="969645" cy="969645"/>
          </a:xfrm>
          <a:prstGeom prst="rect">
            <a:avLst/>
          </a:prstGeom>
          <a:noFill/>
        </p:spPr>
      </p:pic>
      <p:sp>
        <p:nvSpPr>
          <p:cNvPr id="3" name="文本框 2"/>
          <p:cNvSpPr txBox="1"/>
          <p:nvPr/>
        </p:nvSpPr>
        <p:spPr>
          <a:xfrm>
            <a:off x="2120045" y="1309030"/>
            <a:ext cx="235833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dirty="0" err="1">
                <a:latin typeface="华文细黑" panose="02010600040101010101" pitchFamily="2" charset="-122"/>
                <a:ea typeface="华文细黑" panose="02010600040101010101" pitchFamily="2" charset="-122"/>
                <a:cs typeface="Comic Sans MS" panose="030F0902030302020204" pitchFamily="66" charset="0"/>
              </a:rPr>
              <a:t>dǎoyǎn</a:t>
            </a:r>
            <a:endParaRPr lang="en-US" altLang="zh-CN" sz="4400" dirty="0">
              <a:solidFill>
                <a:schemeClr val="tx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Comic Sans MS" panose="030F0902030302020204" pitchFamily="66" charset="0"/>
            </a:endParaRPr>
          </a:p>
        </p:txBody>
      </p:sp>
      <p:sp>
        <p:nvSpPr>
          <p:cNvPr id="24" name="文本框 7"/>
          <p:cNvSpPr txBox="1"/>
          <p:nvPr/>
        </p:nvSpPr>
        <p:spPr>
          <a:xfrm>
            <a:off x="1705" y="1054395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生词</a:t>
            </a:r>
          </a:p>
        </p:txBody>
      </p:sp>
      <p:sp>
        <p:nvSpPr>
          <p:cNvPr id="7" name="文本框 7"/>
          <p:cNvSpPr txBox="1"/>
          <p:nvPr/>
        </p:nvSpPr>
        <p:spPr>
          <a:xfrm>
            <a:off x="73143" y="1542319"/>
            <a:ext cx="12820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New Word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2058035" y="3058795"/>
            <a:ext cx="333502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华文细黑" panose="02010600040101010101" pitchFamily="2" charset="-122"/>
                <a:ea typeface="华文细黑" panose="02010600040101010101" pitchFamily="2" charset="-122"/>
                <a:cs typeface="Comic Sans MS" panose="030F0902030302020204" pitchFamily="66" charset="0"/>
              </a:rPr>
              <a:t>n./</a:t>
            </a:r>
            <a:r>
              <a:rPr lang="en-US" altLang="zh-CN" sz="2000" dirty="0" err="1">
                <a:latin typeface="华文细黑" panose="02010600040101010101" pitchFamily="2" charset="-122"/>
                <a:ea typeface="华文细黑" panose="02010600040101010101" pitchFamily="2" charset="-122"/>
                <a:cs typeface="Comic Sans MS" panose="030F0902030302020204" pitchFamily="66" charset="0"/>
              </a:rPr>
              <a:t>v.director</a:t>
            </a:r>
            <a:r>
              <a:rPr lang="en-US" altLang="zh-CN" sz="2000" dirty="0">
                <a:latin typeface="华文细黑" panose="02010600040101010101" pitchFamily="2" charset="-122"/>
                <a:ea typeface="华文细黑" panose="02010600040101010101" pitchFamily="2" charset="-122"/>
                <a:cs typeface="Comic Sans MS" panose="030F0902030302020204" pitchFamily="66" charset="0"/>
              </a:rPr>
              <a:t>(of a </a:t>
            </a:r>
          </a:p>
          <a:p>
            <a:r>
              <a:rPr lang="en-US" altLang="zh-CN" sz="2000" dirty="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Comic Sans MS" panose="030F0902030302020204" pitchFamily="66" charset="0"/>
              </a:rPr>
              <a:t>Show or movie);to</a:t>
            </a:r>
          </a:p>
          <a:p>
            <a:r>
              <a:rPr lang="en-US" altLang="zh-CN" sz="2000" dirty="0">
                <a:latin typeface="华文细黑" panose="02010600040101010101" pitchFamily="2" charset="-122"/>
                <a:ea typeface="华文细黑" panose="02010600040101010101" pitchFamily="2" charset="-122"/>
                <a:cs typeface="Comic Sans MS" panose="030F0902030302020204" pitchFamily="66" charset="0"/>
              </a:rPr>
              <a:t>direct</a:t>
            </a:r>
            <a:endParaRPr lang="en-US" altLang="zh-CN" sz="2000" dirty="0">
              <a:solidFill>
                <a:schemeClr val="tx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Comic Sans MS" panose="030F0902030302020204" pitchFamily="66" charset="0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7025" y="1054100"/>
            <a:ext cx="3006090" cy="238887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929130" y="4284345"/>
            <a:ext cx="372491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张艺谋是一位著名的</a:t>
            </a:r>
            <a:r>
              <a:rPr lang="zh-CN" altLang="en-US">
                <a:solidFill>
                  <a:srgbClr val="FF0000"/>
                </a:solidFill>
              </a:rPr>
              <a:t>导演</a:t>
            </a:r>
            <a:r>
              <a:rPr lang="en-US" altLang="zh-CN"/>
              <a:t>，</a:t>
            </a:r>
            <a:r>
              <a:rPr lang="zh-CN" altLang="en-US"/>
              <a:t>他</a:t>
            </a:r>
            <a:r>
              <a:rPr lang="zh-CN" altLang="en-US">
                <a:solidFill>
                  <a:srgbClr val="FF0000"/>
                </a:solidFill>
              </a:rPr>
              <a:t>导演</a:t>
            </a:r>
            <a:r>
              <a:rPr lang="zh-CN" altLang="en-US"/>
              <a:t>了许多有名的电影</a:t>
            </a:r>
            <a:r>
              <a:rPr lang="en-US" altLang="zh-CN"/>
              <a:t>。</a:t>
            </a:r>
          </a:p>
        </p:txBody>
      </p:sp>
      <p:pic>
        <p:nvPicPr>
          <p:cNvPr id="9" name="图片 8"/>
          <p:cNvPicPr/>
          <p:nvPr/>
        </p:nvPicPr>
        <p:blipFill>
          <a:blip r:embed="rId6"/>
          <a:stretch>
            <a:fillRect/>
          </a:stretch>
        </p:blipFill>
        <p:spPr>
          <a:xfrm>
            <a:off x="5654040" y="3442970"/>
            <a:ext cx="3898265" cy="2084705"/>
          </a:xfrm>
          <a:prstGeom prst="rect">
            <a:avLst/>
          </a:prstGeom>
        </p:spPr>
      </p:pic>
    </p:spTree>
  </p:cSld>
  <p:clrMapOvr>
    <a:masterClrMapping/>
  </p:clrMapOvr>
  <p:transition spd="slow">
    <p:push/>
    <p:sndAc>
      <p:stSnd>
        <p:snd r:embed="rId2" name="佳能快门声-咔嚓-相机拍照_爱给网_aigei_com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3" grpId="0"/>
      <p:bldP spid="24" grpId="0"/>
      <p:bldP spid="7" grpId="0"/>
      <p:bldP spid="8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5668" y="536"/>
            <a:ext cx="9180665" cy="6856928"/>
          </a:xfrm>
          <a:prstGeom prst="rect">
            <a:avLst/>
          </a:prstGeom>
        </p:spPr>
      </p:pic>
      <p:pic>
        <p:nvPicPr>
          <p:cNvPr id="5" name="图片 4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674997" y="536"/>
            <a:ext cx="9180665" cy="6856928"/>
          </a:xfrm>
          <a:prstGeom prst="rect">
            <a:avLst/>
          </a:prstGeom>
        </p:spPr>
      </p:pic>
      <p:pic>
        <p:nvPicPr>
          <p:cNvPr id="6" name="图片 5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6333" y="536"/>
            <a:ext cx="9180665" cy="6856928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2058032" y="1839293"/>
            <a:ext cx="2239716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000" b="1" dirty="0">
                <a:latin typeface="华文楷体" panose="02010600040101010101" charset="-122"/>
                <a:ea typeface="华文楷体" panose="02010600040101010101" charset="-122"/>
                <a:cs typeface="Comic Sans MS" panose="030F0902030302020204" pitchFamily="66" charset="0"/>
              </a:rPr>
              <a:t>瞬间</a:t>
            </a:r>
            <a:endParaRPr lang="zh-CN" altLang="en-US" sz="8000" b="1" dirty="0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  <a:cs typeface="Comic Sans MS" panose="030F0902030302020204" pitchFamily="66" charset="0"/>
            </a:endParaRPr>
          </a:p>
        </p:txBody>
      </p:sp>
      <p:pic>
        <p:nvPicPr>
          <p:cNvPr id="17" name="Picture 2" descr="C:\Users\Administrator\Desktop\小红书\对外汉语战略搞钱计划\卡通头像\1.png1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9551988" y="1052830"/>
            <a:ext cx="969645" cy="969645"/>
          </a:xfrm>
          <a:prstGeom prst="rect">
            <a:avLst/>
          </a:prstGeom>
          <a:noFill/>
        </p:spPr>
      </p:pic>
      <p:sp>
        <p:nvSpPr>
          <p:cNvPr id="3" name="文本框 2"/>
          <p:cNvSpPr txBox="1"/>
          <p:nvPr/>
        </p:nvSpPr>
        <p:spPr>
          <a:xfrm>
            <a:off x="1917486" y="1309030"/>
            <a:ext cx="2392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dirty="0" err="1">
                <a:latin typeface="华文细黑" panose="02010600040101010101" pitchFamily="2" charset="-122"/>
                <a:ea typeface="华文细黑" panose="02010600040101010101" pitchFamily="2" charset="-122"/>
                <a:cs typeface="Comic Sans MS" panose="030F0902030302020204" pitchFamily="66" charset="0"/>
              </a:rPr>
              <a:t>shùnjiān</a:t>
            </a:r>
            <a:endParaRPr lang="en-US" altLang="zh-CN" sz="4400" dirty="0">
              <a:solidFill>
                <a:schemeClr val="tx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Comic Sans MS" panose="030F0902030302020204" pitchFamily="66" charset="0"/>
            </a:endParaRPr>
          </a:p>
        </p:txBody>
      </p:sp>
      <p:sp>
        <p:nvSpPr>
          <p:cNvPr id="24" name="文本框 7"/>
          <p:cNvSpPr txBox="1"/>
          <p:nvPr/>
        </p:nvSpPr>
        <p:spPr>
          <a:xfrm>
            <a:off x="1705" y="1054395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生词</a:t>
            </a:r>
          </a:p>
        </p:txBody>
      </p:sp>
      <p:sp>
        <p:nvSpPr>
          <p:cNvPr id="7" name="文本框 7"/>
          <p:cNvSpPr txBox="1"/>
          <p:nvPr/>
        </p:nvSpPr>
        <p:spPr>
          <a:xfrm>
            <a:off x="73143" y="1542319"/>
            <a:ext cx="12820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New Word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2058032" y="3162732"/>
            <a:ext cx="229433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err="1">
                <a:latin typeface="华文细黑" panose="02010600040101010101" pitchFamily="2" charset="-122"/>
                <a:ea typeface="华文细黑" panose="02010600040101010101" pitchFamily="2" charset="-122"/>
                <a:cs typeface="Comic Sans MS" panose="030F0902030302020204" pitchFamily="66" charset="0"/>
              </a:rPr>
              <a:t>n.a</a:t>
            </a:r>
            <a:r>
              <a:rPr lang="en-US" altLang="zh-CN" sz="2000" dirty="0">
                <a:latin typeface="华文细黑" panose="02010600040101010101" pitchFamily="2" charset="-122"/>
                <a:ea typeface="华文细黑" panose="02010600040101010101" pitchFamily="2" charset="-122"/>
                <a:cs typeface="Comic Sans MS" panose="030F0902030302020204" pitchFamily="66" charset="0"/>
              </a:rPr>
              <a:t> short period of time</a:t>
            </a:r>
            <a:endParaRPr lang="en-US" altLang="zh-CN" sz="2000" dirty="0">
              <a:solidFill>
                <a:schemeClr val="tx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Comic Sans MS" panose="030F0902030302020204" pitchFamily="66" charset="0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7712" y="1910619"/>
            <a:ext cx="3150213" cy="2710648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2058035" y="3976370"/>
            <a:ext cx="43770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一</a:t>
            </a:r>
            <a:r>
              <a:rPr lang="zh-CN" altLang="en-US">
                <a:solidFill>
                  <a:srgbClr val="FF0000"/>
                </a:solidFill>
              </a:rPr>
              <a:t>瞬间</a:t>
            </a:r>
            <a:r>
              <a:rPr lang="en-US" altLang="zh-CN"/>
              <a:t>，</a:t>
            </a:r>
            <a:r>
              <a:rPr lang="zh-CN" altLang="en-US"/>
              <a:t>这只鲨鱼咬住了海面上的小鸟</a:t>
            </a:r>
            <a:r>
              <a:rPr lang="en-US" altLang="zh-CN"/>
              <a:t>。</a:t>
            </a:r>
          </a:p>
        </p:txBody>
      </p:sp>
    </p:spTree>
  </p:cSld>
  <p:clrMapOvr>
    <a:masterClrMapping/>
  </p:clrMapOvr>
  <p:transition spd="slow">
    <p:push/>
    <p:sndAc>
      <p:stSnd>
        <p:snd r:embed="rId2" name="佳能快门声-咔嚓-相机拍照_爱给网_aigei_com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3" grpId="0"/>
      <p:bldP spid="24" grpId="0"/>
      <p:bldP spid="7" grpId="0"/>
      <p:bldP spid="8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5668" y="536"/>
            <a:ext cx="9180665" cy="6856928"/>
          </a:xfrm>
          <a:prstGeom prst="rect">
            <a:avLst/>
          </a:prstGeom>
        </p:spPr>
      </p:pic>
      <p:pic>
        <p:nvPicPr>
          <p:cNvPr id="5" name="图片 4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674997" y="536"/>
            <a:ext cx="9180665" cy="6856928"/>
          </a:xfrm>
          <a:prstGeom prst="rect">
            <a:avLst/>
          </a:prstGeom>
        </p:spPr>
      </p:pic>
      <p:pic>
        <p:nvPicPr>
          <p:cNvPr id="6" name="图片 5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6333" y="536"/>
            <a:ext cx="9180665" cy="6856928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2058032" y="1839293"/>
            <a:ext cx="2239716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000" b="1" dirty="0">
                <a:latin typeface="华文楷体" panose="02010600040101010101" charset="-122"/>
                <a:ea typeface="华文楷体" panose="02010600040101010101" charset="-122"/>
                <a:cs typeface="Comic Sans MS" panose="030F0902030302020204" pitchFamily="66" charset="0"/>
              </a:rPr>
              <a:t>请求</a:t>
            </a:r>
            <a:endParaRPr lang="zh-CN" altLang="en-US" sz="8000" b="1" dirty="0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  <a:cs typeface="Comic Sans MS" panose="030F0902030302020204" pitchFamily="66" charset="0"/>
            </a:endParaRPr>
          </a:p>
        </p:txBody>
      </p:sp>
      <p:pic>
        <p:nvPicPr>
          <p:cNvPr id="17" name="Picture 2" descr="C:\Users\Administrator\Desktop\小红书\对外汉语战略搞钱计划\卡通头像\1.png1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9551988" y="1052830"/>
            <a:ext cx="969645" cy="969645"/>
          </a:xfrm>
          <a:prstGeom prst="rect">
            <a:avLst/>
          </a:prstGeom>
          <a:noFill/>
        </p:spPr>
      </p:pic>
      <p:sp>
        <p:nvSpPr>
          <p:cNvPr id="3" name="文本框 2"/>
          <p:cNvSpPr txBox="1"/>
          <p:nvPr/>
        </p:nvSpPr>
        <p:spPr>
          <a:xfrm>
            <a:off x="2058032" y="1253034"/>
            <a:ext cx="224612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dirty="0" err="1">
                <a:latin typeface="华文细黑" panose="02010600040101010101" pitchFamily="2" charset="-122"/>
                <a:ea typeface="华文细黑" panose="02010600040101010101" pitchFamily="2" charset="-122"/>
                <a:cs typeface="Comic Sans MS" panose="030F0902030302020204" pitchFamily="66" charset="0"/>
              </a:rPr>
              <a:t>qǐngqiú</a:t>
            </a:r>
            <a:endParaRPr lang="en-US" altLang="zh-CN" sz="4400" dirty="0">
              <a:solidFill>
                <a:schemeClr val="tx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Comic Sans MS" panose="030F0902030302020204" pitchFamily="66" charset="0"/>
            </a:endParaRPr>
          </a:p>
        </p:txBody>
      </p:sp>
      <p:sp>
        <p:nvSpPr>
          <p:cNvPr id="24" name="文本框 7"/>
          <p:cNvSpPr txBox="1"/>
          <p:nvPr/>
        </p:nvSpPr>
        <p:spPr>
          <a:xfrm>
            <a:off x="1705" y="1054395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生词</a:t>
            </a:r>
          </a:p>
        </p:txBody>
      </p:sp>
      <p:sp>
        <p:nvSpPr>
          <p:cNvPr id="7" name="文本框 7"/>
          <p:cNvSpPr txBox="1"/>
          <p:nvPr/>
        </p:nvSpPr>
        <p:spPr>
          <a:xfrm>
            <a:off x="73143" y="1542319"/>
            <a:ext cx="12820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New Word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1918075" y="3075057"/>
            <a:ext cx="28456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华文细黑" panose="02010600040101010101" pitchFamily="2" charset="-122"/>
                <a:ea typeface="华文细黑" panose="02010600040101010101" pitchFamily="2" charset="-122"/>
                <a:cs typeface="Comic Sans MS" panose="030F0902030302020204" pitchFamily="66" charset="0"/>
              </a:rPr>
              <a:t>v./n.to </a:t>
            </a:r>
            <a:r>
              <a:rPr lang="en-US" altLang="zh-CN" sz="2000" dirty="0" err="1">
                <a:latin typeface="华文细黑" panose="02010600040101010101" pitchFamily="2" charset="-122"/>
                <a:ea typeface="华文细黑" panose="02010600040101010101" pitchFamily="2" charset="-122"/>
                <a:cs typeface="Comic Sans MS" panose="030F0902030302020204" pitchFamily="66" charset="0"/>
              </a:rPr>
              <a:t>request,to</a:t>
            </a:r>
            <a:r>
              <a:rPr lang="en-US" altLang="zh-CN" sz="2000" dirty="0">
                <a:latin typeface="华文细黑" panose="02010600040101010101" pitchFamily="2" charset="-122"/>
                <a:ea typeface="华文细黑" panose="02010600040101010101" pitchFamily="2" charset="-122"/>
                <a:cs typeface="Comic Sans MS" panose="030F0902030302020204" pitchFamily="66" charset="0"/>
              </a:rPr>
              <a:t> ask;</a:t>
            </a:r>
          </a:p>
          <a:p>
            <a:r>
              <a:rPr lang="en-US" altLang="zh-CN" sz="2000" dirty="0">
                <a:latin typeface="华文细黑" panose="02010600040101010101" pitchFamily="2" charset="-122"/>
                <a:ea typeface="华文细黑" panose="02010600040101010101" pitchFamily="2" charset="-122"/>
                <a:cs typeface="Comic Sans MS" panose="030F0902030302020204" pitchFamily="66" charset="0"/>
              </a:rPr>
              <a:t>request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77023" y="1839499"/>
            <a:ext cx="2985818" cy="2359969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2078355" y="4088130"/>
            <a:ext cx="38144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麦克</a:t>
            </a:r>
            <a:r>
              <a:rPr lang="zh-CN" altLang="en-US">
                <a:solidFill>
                  <a:srgbClr val="FF0000"/>
                </a:solidFill>
              </a:rPr>
              <a:t>请求</a:t>
            </a:r>
            <a:r>
              <a:rPr lang="zh-CN" altLang="en-US"/>
              <a:t>他的女朋友不要生气</a:t>
            </a:r>
            <a:r>
              <a:rPr lang="en-US" altLang="zh-CN"/>
              <a:t>。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2078355" y="4761865"/>
            <a:ext cx="38144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学生们向老师提出休息的</a:t>
            </a:r>
            <a:r>
              <a:rPr lang="zh-CN" altLang="en-US">
                <a:solidFill>
                  <a:srgbClr val="FF0000"/>
                </a:solidFill>
              </a:rPr>
              <a:t>请求</a:t>
            </a:r>
            <a:r>
              <a:rPr lang="en-US" altLang="zh-CN"/>
              <a:t>。</a:t>
            </a:r>
          </a:p>
        </p:txBody>
      </p:sp>
    </p:spTree>
  </p:cSld>
  <p:clrMapOvr>
    <a:masterClrMapping/>
  </p:clrMapOvr>
  <p:transition spd="slow">
    <p:push/>
    <p:sndAc>
      <p:stSnd>
        <p:snd r:embed="rId2" name="佳能快门声-咔嚓-相机拍照_爱给网_aigei_com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3" grpId="0"/>
      <p:bldP spid="24" grpId="0"/>
      <p:bldP spid="7" grpId="0"/>
      <p:bldP spid="8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5668" y="536"/>
            <a:ext cx="9180665" cy="6856928"/>
          </a:xfrm>
          <a:prstGeom prst="rect">
            <a:avLst/>
          </a:prstGeom>
        </p:spPr>
      </p:pic>
      <p:pic>
        <p:nvPicPr>
          <p:cNvPr id="5" name="图片 4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674997" y="536"/>
            <a:ext cx="9180665" cy="6856928"/>
          </a:xfrm>
          <a:prstGeom prst="rect">
            <a:avLst/>
          </a:prstGeom>
        </p:spPr>
      </p:pic>
      <p:pic>
        <p:nvPicPr>
          <p:cNvPr id="6" name="图片 5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6333" y="536"/>
            <a:ext cx="9180665" cy="6856928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2058032" y="1839293"/>
            <a:ext cx="2239716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000" b="1" dirty="0">
                <a:latin typeface="华文楷体" panose="02010600040101010101" charset="-122"/>
                <a:ea typeface="华文楷体" panose="02010600040101010101" charset="-122"/>
                <a:cs typeface="Comic Sans MS" panose="030F0902030302020204" pitchFamily="66" charset="0"/>
              </a:rPr>
              <a:t>或许</a:t>
            </a:r>
            <a:endParaRPr lang="zh-CN" altLang="en-US" sz="8000" b="1" dirty="0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  <a:cs typeface="Comic Sans MS" panose="030F0902030302020204" pitchFamily="66" charset="0"/>
            </a:endParaRPr>
          </a:p>
        </p:txBody>
      </p:sp>
      <p:pic>
        <p:nvPicPr>
          <p:cNvPr id="17" name="Picture 2" descr="C:\Users\Administrator\Desktop\小红书\对外汉语战略搞钱计划\卡通头像\1.png1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9551988" y="1052830"/>
            <a:ext cx="969645" cy="969645"/>
          </a:xfrm>
          <a:prstGeom prst="rect">
            <a:avLst/>
          </a:prstGeom>
          <a:noFill/>
        </p:spPr>
      </p:pic>
      <p:sp>
        <p:nvSpPr>
          <p:cNvPr id="3" name="文本框 2"/>
          <p:cNvSpPr txBox="1"/>
          <p:nvPr/>
        </p:nvSpPr>
        <p:spPr>
          <a:xfrm>
            <a:off x="2276376" y="1315380"/>
            <a:ext cx="185659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dirty="0" err="1">
                <a:latin typeface="华文细黑" panose="02010600040101010101" pitchFamily="2" charset="-122"/>
                <a:ea typeface="华文细黑" panose="02010600040101010101" pitchFamily="2" charset="-122"/>
                <a:cs typeface="Comic Sans MS" panose="030F0902030302020204" pitchFamily="66" charset="0"/>
              </a:rPr>
              <a:t>huòxǔ</a:t>
            </a:r>
            <a:endParaRPr lang="en-US" altLang="zh-CN" sz="4400" dirty="0">
              <a:solidFill>
                <a:schemeClr val="tx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Comic Sans MS" panose="030F0902030302020204" pitchFamily="66" charset="0"/>
            </a:endParaRPr>
          </a:p>
        </p:txBody>
      </p:sp>
      <p:sp>
        <p:nvSpPr>
          <p:cNvPr id="24" name="文本框 7"/>
          <p:cNvSpPr txBox="1"/>
          <p:nvPr/>
        </p:nvSpPr>
        <p:spPr>
          <a:xfrm>
            <a:off x="1705" y="1054395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生词</a:t>
            </a:r>
          </a:p>
        </p:txBody>
      </p:sp>
      <p:sp>
        <p:nvSpPr>
          <p:cNvPr id="7" name="文本框 7"/>
          <p:cNvSpPr txBox="1"/>
          <p:nvPr/>
        </p:nvSpPr>
        <p:spPr>
          <a:xfrm>
            <a:off x="73143" y="1542319"/>
            <a:ext cx="12820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New Word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1983752" y="3162732"/>
            <a:ext cx="27382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 err="1">
                <a:latin typeface="华文细黑" panose="02010600040101010101" pitchFamily="2" charset="-122"/>
                <a:ea typeface="华文细黑" panose="02010600040101010101" pitchFamily="2" charset="-122"/>
                <a:cs typeface="Comic Sans MS" panose="030F0902030302020204" pitchFamily="66" charset="0"/>
              </a:rPr>
              <a:t>adv.maybe,perhaps</a:t>
            </a:r>
            <a:endParaRPr lang="en-US" altLang="zh-CN" sz="2000" dirty="0">
              <a:latin typeface="华文细黑" panose="02010600040101010101" pitchFamily="2" charset="-122"/>
              <a:ea typeface="华文细黑" panose="02010600040101010101" pitchFamily="2" charset="-122"/>
              <a:cs typeface="Comic Sans MS" panose="030F0902030302020204" pitchFamily="66" charset="0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0997" y="1839293"/>
            <a:ext cx="3081308" cy="226165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2078355" y="3892550"/>
            <a:ext cx="38792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压力太大容易生病</a:t>
            </a:r>
            <a:r>
              <a:rPr lang="en-US" altLang="zh-CN"/>
              <a:t>，</a:t>
            </a:r>
            <a:r>
              <a:rPr lang="zh-CN" altLang="en-US">
                <a:solidFill>
                  <a:srgbClr val="FF0000"/>
                </a:solidFill>
              </a:rPr>
              <a:t>或许</a:t>
            </a:r>
            <a:r>
              <a:rPr lang="zh-CN" altLang="en-US"/>
              <a:t>我们要学会放松</a:t>
            </a:r>
            <a:r>
              <a:rPr lang="en-US" altLang="zh-CN"/>
              <a:t>。</a:t>
            </a:r>
          </a:p>
        </p:txBody>
      </p:sp>
    </p:spTree>
  </p:cSld>
  <p:clrMapOvr>
    <a:masterClrMapping/>
  </p:clrMapOvr>
  <p:transition spd="slow">
    <p:push/>
    <p:sndAc>
      <p:stSnd>
        <p:snd r:embed="rId2" name="佳能快门声-咔嚓-相机拍照_爱给网_aigei_com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3" grpId="0"/>
      <p:bldP spid="24" grpId="0"/>
      <p:bldP spid="7" grpId="0"/>
      <p:bldP spid="8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5668" y="536"/>
            <a:ext cx="9180665" cy="6856928"/>
          </a:xfrm>
          <a:prstGeom prst="rect">
            <a:avLst/>
          </a:prstGeom>
        </p:spPr>
      </p:pic>
      <p:pic>
        <p:nvPicPr>
          <p:cNvPr id="5" name="图片 4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674997" y="536"/>
            <a:ext cx="9180665" cy="6856928"/>
          </a:xfrm>
          <a:prstGeom prst="rect">
            <a:avLst/>
          </a:prstGeom>
        </p:spPr>
      </p:pic>
      <p:pic>
        <p:nvPicPr>
          <p:cNvPr id="6" name="图片 5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6333" y="536"/>
            <a:ext cx="9180665" cy="6856928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2058032" y="1839293"/>
            <a:ext cx="2239716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000" b="1" dirty="0">
                <a:latin typeface="华文楷体" panose="02010600040101010101" charset="-122"/>
                <a:ea typeface="华文楷体" panose="02010600040101010101" charset="-122"/>
                <a:cs typeface="Comic Sans MS" panose="030F0902030302020204" pitchFamily="66" charset="0"/>
              </a:rPr>
              <a:t>重大</a:t>
            </a:r>
            <a:endParaRPr lang="zh-CN" altLang="en-US" sz="8000" b="1" dirty="0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  <a:cs typeface="Comic Sans MS" panose="030F0902030302020204" pitchFamily="66" charset="0"/>
            </a:endParaRPr>
          </a:p>
        </p:txBody>
      </p:sp>
      <p:pic>
        <p:nvPicPr>
          <p:cNvPr id="17" name="Picture 2" descr="C:\Users\Administrator\Desktop\小红书\对外汉语战略搞钱计划\卡通头像\1.png1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9551988" y="1052830"/>
            <a:ext cx="969645" cy="969645"/>
          </a:xfrm>
          <a:prstGeom prst="rect">
            <a:avLst/>
          </a:prstGeom>
          <a:noFill/>
        </p:spPr>
      </p:pic>
      <p:sp>
        <p:nvSpPr>
          <p:cNvPr id="3" name="文本框 2"/>
          <p:cNvSpPr txBox="1"/>
          <p:nvPr/>
        </p:nvSpPr>
        <p:spPr>
          <a:xfrm>
            <a:off x="1961143" y="1315380"/>
            <a:ext cx="263565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dirty="0" err="1">
                <a:latin typeface="华文细黑" panose="02010600040101010101" pitchFamily="2" charset="-122"/>
                <a:ea typeface="华文细黑" panose="02010600040101010101" pitchFamily="2" charset="-122"/>
                <a:cs typeface="Comic Sans MS" panose="030F0902030302020204" pitchFamily="66" charset="0"/>
              </a:rPr>
              <a:t>zhòngdà</a:t>
            </a:r>
            <a:endParaRPr lang="en-US" altLang="zh-CN" sz="4400" dirty="0">
              <a:solidFill>
                <a:schemeClr val="tx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Comic Sans MS" panose="030F0902030302020204" pitchFamily="66" charset="0"/>
            </a:endParaRPr>
          </a:p>
        </p:txBody>
      </p:sp>
      <p:sp>
        <p:nvSpPr>
          <p:cNvPr id="24" name="文本框 7"/>
          <p:cNvSpPr txBox="1"/>
          <p:nvPr/>
        </p:nvSpPr>
        <p:spPr>
          <a:xfrm>
            <a:off x="1705" y="1054395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生词</a:t>
            </a:r>
          </a:p>
        </p:txBody>
      </p:sp>
      <p:sp>
        <p:nvSpPr>
          <p:cNvPr id="7" name="文本框 7"/>
          <p:cNvSpPr txBox="1"/>
          <p:nvPr/>
        </p:nvSpPr>
        <p:spPr>
          <a:xfrm>
            <a:off x="73143" y="1542319"/>
            <a:ext cx="12820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New Word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1983752" y="3162732"/>
            <a:ext cx="26548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 err="1">
                <a:latin typeface="华文细黑" panose="02010600040101010101" pitchFamily="2" charset="-122"/>
                <a:ea typeface="华文细黑" panose="02010600040101010101" pitchFamily="2" charset="-122"/>
                <a:cs typeface="Comic Sans MS" panose="030F0902030302020204" pitchFamily="66" charset="0"/>
              </a:rPr>
              <a:t>adj.great,significant</a:t>
            </a:r>
            <a:endParaRPr lang="en-US" altLang="zh-CN" sz="2000" dirty="0">
              <a:latin typeface="华文细黑" panose="02010600040101010101" pitchFamily="2" charset="-122"/>
              <a:ea typeface="华文细黑" panose="02010600040101010101" pitchFamily="2" charset="-122"/>
              <a:cs typeface="Comic Sans MS" panose="030F0902030302020204" pitchFamily="66" charset="0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35624" y="1910619"/>
            <a:ext cx="3909483" cy="2551894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2132965" y="3787775"/>
            <a:ext cx="336105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>
                <a:solidFill>
                  <a:srgbClr val="FF0000"/>
                </a:solidFill>
              </a:rPr>
              <a:t>春节</a:t>
            </a:r>
            <a:r>
              <a:rPr lang="zh-CN" altLang="en-US" sz="2000"/>
              <a:t>是中国的重大节日</a:t>
            </a:r>
            <a:r>
              <a:rPr lang="en-US" altLang="zh-CN" sz="2000"/>
              <a:t>。</a:t>
            </a:r>
          </a:p>
        </p:txBody>
      </p:sp>
    </p:spTree>
  </p:cSld>
  <p:clrMapOvr>
    <a:masterClrMapping/>
  </p:clrMapOvr>
  <p:transition spd="slow">
    <p:push/>
    <p:sndAc>
      <p:stSnd>
        <p:snd r:embed="rId2" name="佳能快门声-咔嚓-相机拍照_爱给网_aigei_com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3" grpId="0"/>
      <p:bldP spid="24" grpId="0"/>
      <p:bldP spid="7" grpId="0"/>
      <p:bldP spid="8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1699260" y="138430"/>
            <a:ext cx="2237105" cy="3194050"/>
            <a:chOff x="272" y="2028"/>
            <a:chExt cx="3523" cy="5030"/>
          </a:xfrm>
        </p:grpSpPr>
        <p:grpSp>
          <p:nvGrpSpPr>
            <p:cNvPr id="43" name="组合 42"/>
            <p:cNvGrpSpPr/>
            <p:nvPr/>
          </p:nvGrpSpPr>
          <p:grpSpPr>
            <a:xfrm>
              <a:off x="330" y="2028"/>
              <a:ext cx="3465" cy="5030"/>
              <a:chOff x="1486086" y="120403"/>
              <a:chExt cx="2200089" cy="3194297"/>
            </a:xfrm>
          </p:grpSpPr>
          <p:sp>
            <p:nvSpPr>
              <p:cNvPr id="44" name="矩形: 圆角 76"/>
              <p:cNvSpPr/>
              <p:nvPr/>
            </p:nvSpPr>
            <p:spPr>
              <a:xfrm>
                <a:off x="1486086" y="120403"/>
                <a:ext cx="2200089" cy="3194297"/>
              </a:xfrm>
              <a:prstGeom prst="roundRect">
                <a:avLst/>
              </a:prstGeom>
              <a:solidFill>
                <a:srgbClr val="E2AEAB"/>
              </a:solidFill>
              <a:ln>
                <a:noFill/>
              </a:ln>
              <a:effectLst>
                <a:outerShdw blurRad="635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  <p:pic>
            <p:nvPicPr>
              <p:cNvPr id="45" name="图片 44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14281" y="196147"/>
                <a:ext cx="2124195" cy="3004708"/>
              </a:xfrm>
              <a:prstGeom prst="rect">
                <a:avLst/>
              </a:prstGeom>
            </p:spPr>
          </p:pic>
        </p:grpSp>
        <p:sp>
          <p:nvSpPr>
            <p:cNvPr id="9" name="文本框 7"/>
            <p:cNvSpPr txBox="1"/>
            <p:nvPr/>
          </p:nvSpPr>
          <p:spPr>
            <a:xfrm>
              <a:off x="272" y="3997"/>
              <a:ext cx="3491" cy="290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5400" b="1" dirty="0">
                  <a:latin typeface="华文细黑" panose="02010600040101010101" pitchFamily="2" charset="-122"/>
                  <a:ea typeface="华文细黑" panose="02010600040101010101" pitchFamily="2" charset="-122"/>
                  <a:sym typeface="+mn-ea"/>
                </a:rPr>
                <a:t>成熟</a:t>
              </a:r>
              <a:endParaRPr lang="zh-CN" altLang="en-US" sz="5400" b="1" noProof="0" dirty="0">
                <a:ln>
                  <a:noFill/>
                </a:ln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endParaRPr>
            </a:p>
            <a:p>
              <a:pPr algn="ctr">
                <a:defRPr/>
              </a:pPr>
              <a:r>
                <a:rPr lang="en-US" altLang="zh-CN" sz="2000" dirty="0">
                  <a:solidFill>
                    <a:schemeClr val="bg1"/>
                  </a:solidFill>
                  <a:latin typeface="Times New Roman" panose="02020603050405020304"/>
                  <a:cs typeface="Times New Roman" panose="02020603050405020304"/>
                </a:rPr>
                <a:t>v./adj.to ripen;</a:t>
              </a:r>
            </a:p>
            <a:p>
              <a:pPr algn="ctr">
                <a:defRPr/>
              </a:pPr>
              <a:r>
                <a:rPr lang="en-US" altLang="zh-CN" sz="2000" dirty="0">
                  <a:solidFill>
                    <a:schemeClr val="bg1"/>
                  </a:solidFill>
                  <a:latin typeface="Times New Roman" panose="02020603050405020304"/>
                  <a:cs typeface="Times New Roman" panose="02020603050405020304"/>
                </a:rPr>
                <a:t>mature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en-US" altLang="en-US" sz="20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/>
                <a:ea typeface="华文细黑" panose="02010600040101010101" pitchFamily="2" charset="-122"/>
                <a:cs typeface="Times New Roman" panose="02020603050405020304"/>
                <a:sym typeface="+mn-ea"/>
              </a:endParaRPr>
            </a:p>
          </p:txBody>
        </p:sp>
      </p:grpSp>
      <p:sp>
        <p:nvSpPr>
          <p:cNvPr id="10" name="文本框 7"/>
          <p:cNvSpPr txBox="1"/>
          <p:nvPr/>
        </p:nvSpPr>
        <p:spPr>
          <a:xfrm>
            <a:off x="1676400" y="874395"/>
            <a:ext cx="238696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dirty="0" err="1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chéngshú</a:t>
            </a:r>
            <a:endParaRPr lang="en-US" altLang="zh-CN" sz="3600" dirty="0">
              <a:solidFill>
                <a:srgbClr val="2A2A2B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5" name="文本框 7"/>
          <p:cNvSpPr txBox="1"/>
          <p:nvPr/>
        </p:nvSpPr>
        <p:spPr>
          <a:xfrm>
            <a:off x="165735" y="213995"/>
            <a:ext cx="1251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练一练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16" name="文本框 7"/>
          <p:cNvSpPr txBox="1"/>
          <p:nvPr/>
        </p:nvSpPr>
        <p:spPr>
          <a:xfrm>
            <a:off x="237490" y="702310"/>
            <a:ext cx="104013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704020202020204" pitchFamily="34" charset="0"/>
              <a:buNone/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Practise</a:t>
            </a:r>
            <a:endParaRPr kumimoji="0" lang="en-US" b="1" i="0" u="none" strike="noStrike" kern="1200" cap="none" spc="0" normalizeH="0" baseline="0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8374380" y="165100"/>
            <a:ext cx="2200275" cy="3194050"/>
            <a:chOff x="9330" y="2028"/>
            <a:chExt cx="3465" cy="5030"/>
          </a:xfrm>
        </p:grpSpPr>
        <p:grpSp>
          <p:nvGrpSpPr>
            <p:cNvPr id="57" name="组合 56"/>
            <p:cNvGrpSpPr/>
            <p:nvPr/>
          </p:nvGrpSpPr>
          <p:grpSpPr>
            <a:xfrm>
              <a:off x="9330" y="2028"/>
              <a:ext cx="3465" cy="5030"/>
              <a:chOff x="1486086" y="120403"/>
              <a:chExt cx="2200089" cy="3194297"/>
            </a:xfrm>
          </p:grpSpPr>
          <p:sp>
            <p:nvSpPr>
              <p:cNvPr id="58" name="矩形: 圆角 76"/>
              <p:cNvSpPr/>
              <p:nvPr/>
            </p:nvSpPr>
            <p:spPr>
              <a:xfrm>
                <a:off x="1486086" y="120403"/>
                <a:ext cx="2200089" cy="3194297"/>
              </a:xfrm>
              <a:prstGeom prst="roundRect">
                <a:avLst/>
              </a:prstGeom>
              <a:solidFill>
                <a:srgbClr val="E2AEAB"/>
              </a:solidFill>
              <a:ln>
                <a:noFill/>
              </a:ln>
              <a:effectLst>
                <a:outerShdw blurRad="635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  <p:pic>
            <p:nvPicPr>
              <p:cNvPr id="59" name="图片 58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14281" y="196147"/>
                <a:ext cx="2124195" cy="3004708"/>
              </a:xfrm>
              <a:prstGeom prst="rect">
                <a:avLst/>
              </a:prstGeom>
            </p:spPr>
          </p:pic>
        </p:grpSp>
        <p:sp>
          <p:nvSpPr>
            <p:cNvPr id="60" name="文本框 7"/>
            <p:cNvSpPr txBox="1"/>
            <p:nvPr/>
          </p:nvSpPr>
          <p:spPr>
            <a:xfrm>
              <a:off x="9385" y="4252"/>
              <a:ext cx="3353" cy="242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5400" b="1" dirty="0">
                  <a:latin typeface="华文细黑" panose="02010600040101010101" pitchFamily="2" charset="-122"/>
                  <a:ea typeface="华文细黑" panose="02010600040101010101" pitchFamily="2" charset="-122"/>
                  <a:sym typeface="+mn-ea"/>
                </a:rPr>
                <a:t>重大</a:t>
              </a:r>
              <a:endParaRPr lang="zh-CN" altLang="en-US" sz="5400" b="1" noProof="0" dirty="0">
                <a:ln>
                  <a:noFill/>
                </a:ln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endParaRPr>
            </a:p>
            <a:p>
              <a:pPr algn="ctr">
                <a:defRPr/>
              </a:pPr>
              <a:r>
                <a:rPr lang="en-US" altLang="zh-CN" sz="2000" dirty="0" err="1">
                  <a:solidFill>
                    <a:schemeClr val="bg1"/>
                  </a:solidFill>
                  <a:latin typeface="Times New Roman" panose="02020603050405020304"/>
                  <a:cs typeface="Times New Roman" panose="02020603050405020304"/>
                </a:rPr>
                <a:t>adj.great</a:t>
              </a:r>
              <a:r>
                <a:rPr lang="en-US" altLang="zh-CN" sz="2000" dirty="0">
                  <a:solidFill>
                    <a:schemeClr val="bg1"/>
                  </a:solidFill>
                  <a:latin typeface="Times New Roman" panose="02020603050405020304"/>
                  <a:cs typeface="Times New Roman" panose="02020603050405020304"/>
                </a:rPr>
                <a:t>,</a:t>
              </a:r>
            </a:p>
            <a:p>
              <a:pPr algn="ctr">
                <a:defRPr/>
              </a:pPr>
              <a:r>
                <a:rPr lang="en-US" altLang="zh-CN" sz="2000" dirty="0">
                  <a:solidFill>
                    <a:schemeClr val="bg1"/>
                  </a:solidFill>
                  <a:latin typeface="Times New Roman" panose="02020603050405020304"/>
                  <a:cs typeface="Times New Roman" panose="02020603050405020304"/>
                </a:rPr>
                <a:t>significant</a:t>
              </a:r>
            </a:p>
          </p:txBody>
        </p:sp>
      </p:grpSp>
      <p:sp>
        <p:nvSpPr>
          <p:cNvPr id="62" name="文本框 7"/>
          <p:cNvSpPr txBox="1"/>
          <p:nvPr/>
        </p:nvSpPr>
        <p:spPr>
          <a:xfrm>
            <a:off x="8483878" y="848632"/>
            <a:ext cx="238569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dirty="0" err="1">
                <a:latin typeface="华文细黑" panose="02010600040101010101" pitchFamily="2" charset="-122"/>
                <a:ea typeface="华文细黑" panose="02010600040101010101" pitchFamily="2" charset="-122"/>
                <a:cs typeface="Comic Sans MS" panose="030F0902030302020204" pitchFamily="66" charset="0"/>
              </a:rPr>
              <a:t>zhòngdà</a:t>
            </a:r>
            <a:endParaRPr lang="en-US" altLang="zh-CN" sz="3600" dirty="0">
              <a:latin typeface="华文细黑" panose="02010600040101010101" pitchFamily="2" charset="-122"/>
              <a:ea typeface="华文细黑" panose="02010600040101010101" pitchFamily="2" charset="-122"/>
              <a:cs typeface="Comic Sans MS" panose="030F0902030302020204" pitchFamily="66" charset="0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5026660" y="127635"/>
            <a:ext cx="2209165" cy="3194050"/>
            <a:chOff x="9330" y="2028"/>
            <a:chExt cx="3479" cy="5030"/>
          </a:xfrm>
        </p:grpSpPr>
        <p:grpSp>
          <p:nvGrpSpPr>
            <p:cNvPr id="7" name="组合 6"/>
            <p:cNvGrpSpPr/>
            <p:nvPr/>
          </p:nvGrpSpPr>
          <p:grpSpPr>
            <a:xfrm>
              <a:off x="9330" y="2028"/>
              <a:ext cx="3465" cy="5030"/>
              <a:chOff x="1486086" y="120403"/>
              <a:chExt cx="2200089" cy="3194297"/>
            </a:xfrm>
          </p:grpSpPr>
          <p:sp>
            <p:nvSpPr>
              <p:cNvPr id="8" name="矩形: 圆角 76"/>
              <p:cNvSpPr/>
              <p:nvPr/>
            </p:nvSpPr>
            <p:spPr>
              <a:xfrm>
                <a:off x="1486086" y="120403"/>
                <a:ext cx="2200089" cy="3194297"/>
              </a:xfrm>
              <a:prstGeom prst="roundRect">
                <a:avLst/>
              </a:prstGeom>
              <a:solidFill>
                <a:srgbClr val="E2AEAB"/>
              </a:solidFill>
              <a:ln>
                <a:noFill/>
              </a:ln>
              <a:effectLst>
                <a:outerShdw blurRad="635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  <p:pic>
            <p:nvPicPr>
              <p:cNvPr id="11" name="图片 10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14281" y="196147"/>
                <a:ext cx="2124195" cy="3004708"/>
              </a:xfrm>
              <a:prstGeom prst="rect">
                <a:avLst/>
              </a:prstGeom>
            </p:spPr>
          </p:pic>
        </p:grpSp>
        <p:sp>
          <p:nvSpPr>
            <p:cNvPr id="12" name="文本框 7"/>
            <p:cNvSpPr txBox="1"/>
            <p:nvPr/>
          </p:nvSpPr>
          <p:spPr>
            <a:xfrm>
              <a:off x="9330" y="4252"/>
              <a:ext cx="3479" cy="193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5400" b="1" noProof="0" dirty="0">
                  <a:ln>
                    <a:noFill/>
                  </a:ln>
                  <a:effectLst/>
                  <a:uLnTx/>
                  <a:uFillTx/>
                  <a:latin typeface="华文细黑" panose="02010600040101010101" pitchFamily="2" charset="-122"/>
                  <a:ea typeface="华文细黑" panose="02010600040101010101" pitchFamily="2" charset="-122"/>
                  <a:sym typeface="+mn-ea"/>
                </a:rPr>
                <a:t>兄弟</a:t>
              </a:r>
              <a:endParaRPr lang="zh-CN" sz="5400" b="1" noProof="0" dirty="0">
                <a:ln>
                  <a:noFill/>
                </a:ln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endParaRPr>
            </a:p>
            <a:p>
              <a:r>
                <a:rPr lang="en-US" altLang="zh-CN" sz="2000" dirty="0">
                  <a:solidFill>
                    <a:schemeClr val="bg1"/>
                  </a:solidFill>
                  <a:latin typeface="Times New Roman" panose="02020603050405020304"/>
                  <a:cs typeface="Times New Roman" panose="02020603050405020304"/>
                </a:rPr>
                <a:t>        </a:t>
              </a:r>
              <a:r>
                <a:rPr lang="en-US" altLang="zh-CN" sz="2000" dirty="0" err="1">
                  <a:solidFill>
                    <a:schemeClr val="bg1"/>
                  </a:solidFill>
                  <a:latin typeface="Times New Roman" panose="02020603050405020304"/>
                  <a:cs typeface="Times New Roman" panose="02020603050405020304"/>
                </a:rPr>
                <a:t>n.brother</a:t>
              </a:r>
              <a:endParaRPr lang="en-US" altLang="zh-CN" sz="2000" dirty="0">
                <a:solidFill>
                  <a:schemeClr val="bg1"/>
                </a:solidFill>
                <a:latin typeface="Times New Roman" panose="02020603050405020304"/>
                <a:cs typeface="Times New Roman" panose="02020603050405020304"/>
              </a:endParaRPr>
            </a:p>
          </p:txBody>
        </p:sp>
      </p:grpSp>
      <p:sp>
        <p:nvSpPr>
          <p:cNvPr id="13" name="文本框 7"/>
          <p:cNvSpPr txBox="1"/>
          <p:nvPr/>
        </p:nvSpPr>
        <p:spPr>
          <a:xfrm>
            <a:off x="5153660" y="873767"/>
            <a:ext cx="219519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dirty="0" err="1">
                <a:latin typeface="华文细黑" panose="02010600040101010101" pitchFamily="2" charset="-122"/>
                <a:ea typeface="华文细黑" panose="02010600040101010101" pitchFamily="2" charset="-122"/>
                <a:cs typeface="Comic Sans MS" panose="030F0902030302020204" pitchFamily="66" charset="0"/>
              </a:rPr>
              <a:t>xiōngdì</a:t>
            </a:r>
            <a:endParaRPr lang="en-US" altLang="zh-CN" sz="3600" dirty="0">
              <a:latin typeface="华文细黑" panose="02010600040101010101" pitchFamily="2" charset="-122"/>
              <a:ea typeface="华文细黑" panose="02010600040101010101" pitchFamily="2" charset="-122"/>
              <a:cs typeface="Comic Sans MS" panose="030F0902030302020204" pitchFamily="66" charset="0"/>
            </a:endParaRPr>
          </a:p>
        </p:txBody>
      </p:sp>
      <p:grpSp>
        <p:nvGrpSpPr>
          <p:cNvPr id="25" name="组合 24"/>
          <p:cNvGrpSpPr/>
          <p:nvPr/>
        </p:nvGrpSpPr>
        <p:grpSpPr>
          <a:xfrm>
            <a:off x="310833" y="3628390"/>
            <a:ext cx="2243455" cy="3194050"/>
            <a:chOff x="9262" y="2028"/>
            <a:chExt cx="3533" cy="5030"/>
          </a:xfrm>
        </p:grpSpPr>
        <p:grpSp>
          <p:nvGrpSpPr>
            <p:cNvPr id="26" name="组合 25"/>
            <p:cNvGrpSpPr/>
            <p:nvPr/>
          </p:nvGrpSpPr>
          <p:grpSpPr>
            <a:xfrm>
              <a:off x="9330" y="2028"/>
              <a:ext cx="3465" cy="5030"/>
              <a:chOff x="1486086" y="120403"/>
              <a:chExt cx="2200089" cy="3194297"/>
            </a:xfrm>
          </p:grpSpPr>
          <p:sp>
            <p:nvSpPr>
              <p:cNvPr id="27" name="矩形: 圆角 76"/>
              <p:cNvSpPr/>
              <p:nvPr/>
            </p:nvSpPr>
            <p:spPr>
              <a:xfrm>
                <a:off x="1486086" y="120403"/>
                <a:ext cx="2200089" cy="3194297"/>
              </a:xfrm>
              <a:prstGeom prst="roundRect">
                <a:avLst/>
              </a:prstGeom>
              <a:solidFill>
                <a:srgbClr val="E2AEAB"/>
              </a:solidFill>
              <a:ln>
                <a:noFill/>
              </a:ln>
              <a:effectLst>
                <a:outerShdw blurRad="635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  <p:pic>
            <p:nvPicPr>
              <p:cNvPr id="28" name="图片 27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14281" y="196147"/>
                <a:ext cx="2124195" cy="3004708"/>
              </a:xfrm>
              <a:prstGeom prst="rect">
                <a:avLst/>
              </a:prstGeom>
            </p:spPr>
          </p:pic>
        </p:grpSp>
        <p:sp>
          <p:nvSpPr>
            <p:cNvPr id="29" name="文本框 7"/>
            <p:cNvSpPr txBox="1"/>
            <p:nvPr/>
          </p:nvSpPr>
          <p:spPr>
            <a:xfrm>
              <a:off x="9262" y="4252"/>
              <a:ext cx="3532" cy="193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5400" b="1" dirty="0">
                  <a:latin typeface="华文细黑" panose="02010600040101010101" pitchFamily="2" charset="-122"/>
                  <a:ea typeface="华文细黑" panose="02010600040101010101" pitchFamily="2" charset="-122"/>
                  <a:sym typeface="+mn-ea"/>
                </a:rPr>
                <a:t>纪念</a:t>
              </a:r>
              <a:endPara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endParaRPr>
            </a:p>
            <a:p>
              <a:pPr algn="ctr">
                <a:defRPr/>
              </a:pPr>
              <a:r>
                <a:rPr lang="en-US" altLang="zh-CN" sz="2000" dirty="0">
                  <a:solidFill>
                    <a:schemeClr val="bg1"/>
                  </a:solidFill>
                  <a:latin typeface="Times New Roman" panose="02020603050405020304"/>
                  <a:cs typeface="Times New Roman" panose="02020603050405020304"/>
                </a:rPr>
                <a:t>v.to commemorate</a:t>
              </a:r>
            </a:p>
          </p:txBody>
        </p:sp>
      </p:grpSp>
      <p:sp>
        <p:nvSpPr>
          <p:cNvPr id="37" name="文本框 7"/>
          <p:cNvSpPr txBox="1"/>
          <p:nvPr/>
        </p:nvSpPr>
        <p:spPr>
          <a:xfrm>
            <a:off x="698183" y="4400000"/>
            <a:ext cx="275463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dirty="0" err="1">
                <a:latin typeface="华文细黑" panose="02010600040101010101" pitchFamily="2" charset="-122"/>
                <a:ea typeface="华文细黑" panose="02010600040101010101" pitchFamily="2" charset="-122"/>
                <a:cs typeface="Comic Sans MS" panose="030F0902030302020204" pitchFamily="66" charset="0"/>
              </a:rPr>
              <a:t>jì</a:t>
            </a:r>
            <a:r>
              <a:rPr lang="en-US" altLang="zh-CN" sz="3600" dirty="0">
                <a:latin typeface="华文细黑" panose="02010600040101010101" pitchFamily="2" charset="-122"/>
                <a:ea typeface="华文细黑" panose="02010600040101010101" pitchFamily="2" charset="-122"/>
                <a:cs typeface="Comic Sans MS" panose="030F0902030302020204" pitchFamily="66" charset="0"/>
              </a:rPr>
              <a:t> </a:t>
            </a:r>
            <a:r>
              <a:rPr lang="en-US" altLang="zh-CN" sz="3600" dirty="0" err="1">
                <a:latin typeface="华文细黑" panose="02010600040101010101" pitchFamily="2" charset="-122"/>
                <a:ea typeface="华文细黑" panose="02010600040101010101" pitchFamily="2" charset="-122"/>
                <a:cs typeface="Comic Sans MS" panose="030F0902030302020204" pitchFamily="66" charset="0"/>
              </a:rPr>
              <a:t>niàn</a:t>
            </a:r>
            <a:endParaRPr lang="en-US" altLang="zh-CN" sz="3600" dirty="0">
              <a:latin typeface="华文细黑" panose="02010600040101010101" pitchFamily="2" charset="-122"/>
              <a:ea typeface="华文细黑" panose="02010600040101010101" pitchFamily="2" charset="-122"/>
              <a:cs typeface="Comic Sans MS" panose="030F0902030302020204" pitchFamily="66" charset="0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3586480" y="3628390"/>
            <a:ext cx="2229485" cy="4090035"/>
            <a:chOff x="4717" y="1909"/>
            <a:chExt cx="3511" cy="6441"/>
          </a:xfrm>
        </p:grpSpPr>
        <p:grpSp>
          <p:nvGrpSpPr>
            <p:cNvPr id="15" name="组合 14"/>
            <p:cNvGrpSpPr/>
            <p:nvPr/>
          </p:nvGrpSpPr>
          <p:grpSpPr>
            <a:xfrm>
              <a:off x="4718" y="1909"/>
              <a:ext cx="3465" cy="5030"/>
              <a:chOff x="1486086" y="120403"/>
              <a:chExt cx="2200089" cy="3194297"/>
            </a:xfrm>
          </p:grpSpPr>
          <p:sp>
            <p:nvSpPr>
              <p:cNvPr id="18" name="矩形: 圆角 76"/>
              <p:cNvSpPr/>
              <p:nvPr/>
            </p:nvSpPr>
            <p:spPr>
              <a:xfrm>
                <a:off x="1486086" y="120403"/>
                <a:ext cx="2200089" cy="3194297"/>
              </a:xfrm>
              <a:prstGeom prst="roundRect">
                <a:avLst/>
              </a:prstGeom>
              <a:solidFill>
                <a:srgbClr val="E2AEAB"/>
              </a:solidFill>
              <a:ln>
                <a:noFill/>
              </a:ln>
              <a:effectLst>
                <a:outerShdw blurRad="635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  <p:pic>
            <p:nvPicPr>
              <p:cNvPr id="19" name="图片 18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14281" y="196147"/>
                <a:ext cx="2124195" cy="3004708"/>
              </a:xfrm>
              <a:prstGeom prst="rect">
                <a:avLst/>
              </a:prstGeom>
            </p:spPr>
          </p:pic>
        </p:grpSp>
        <p:sp>
          <p:nvSpPr>
            <p:cNvPr id="20" name="文本框 7"/>
            <p:cNvSpPr txBox="1"/>
            <p:nvPr/>
          </p:nvSpPr>
          <p:spPr>
            <a:xfrm>
              <a:off x="4717" y="4133"/>
              <a:ext cx="3511" cy="421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5400" b="1" dirty="0">
                  <a:latin typeface="华文细黑" panose="02010600040101010101" pitchFamily="2" charset="-122"/>
                  <a:ea typeface="华文细黑" panose="02010600040101010101" pitchFamily="2" charset="-122"/>
                  <a:sym typeface="+mn-ea"/>
                </a:rPr>
                <a:t>请求</a:t>
              </a:r>
              <a:endPara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endParaRPr>
            </a:p>
            <a:p>
              <a:pPr algn="ctr">
                <a:defRPr/>
              </a:pPr>
              <a:r>
                <a:rPr lang="en-US" altLang="zh-CN" sz="2000" dirty="0">
                  <a:solidFill>
                    <a:schemeClr val="bg1"/>
                  </a:solidFill>
                  <a:latin typeface="Times New Roman" panose="02020603050405020304"/>
                  <a:cs typeface="Times New Roman" panose="02020603050405020304"/>
                </a:rPr>
                <a:t>v./n.to </a:t>
              </a:r>
              <a:r>
                <a:rPr lang="en-US" altLang="zh-CN" sz="2000" dirty="0" err="1">
                  <a:solidFill>
                    <a:schemeClr val="bg1"/>
                  </a:solidFill>
                  <a:latin typeface="Times New Roman" panose="02020603050405020304"/>
                  <a:cs typeface="Times New Roman" panose="02020603050405020304"/>
                </a:rPr>
                <a:t>request,to</a:t>
              </a:r>
              <a:endParaRPr lang="en-US" altLang="zh-CN" sz="2000" dirty="0">
                <a:solidFill>
                  <a:schemeClr val="bg1"/>
                </a:solidFill>
                <a:latin typeface="Times New Roman" panose="02020603050405020304"/>
                <a:cs typeface="Times New Roman" panose="02020603050405020304"/>
              </a:endParaRPr>
            </a:p>
            <a:p>
              <a:pPr algn="ctr">
                <a:defRPr/>
              </a:pPr>
              <a:r>
                <a:rPr lang="en-US" altLang="zh-CN" sz="2000" dirty="0">
                  <a:solidFill>
                    <a:schemeClr val="bg1"/>
                  </a:solidFill>
                  <a:latin typeface="Times New Roman" panose="02020603050405020304"/>
                  <a:cs typeface="Times New Roman" panose="02020603050405020304"/>
                </a:rPr>
                <a:t>ask; request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en-US" sz="2000" dirty="0" err="1">
                <a:solidFill>
                  <a:schemeClr val="bg1"/>
                </a:solidFill>
                <a:latin typeface="Times New Roman" panose="02020603050405020304"/>
                <a:cs typeface="Times New Roman" panose="02020603050405020304"/>
                <a:sym typeface="+mn-ea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endParaRPr>
            </a:p>
          </p:txBody>
        </p:sp>
      </p:grpSp>
      <p:sp>
        <p:nvSpPr>
          <p:cNvPr id="21" name="文本框 7"/>
          <p:cNvSpPr txBox="1"/>
          <p:nvPr/>
        </p:nvSpPr>
        <p:spPr>
          <a:xfrm>
            <a:off x="3720148" y="4374522"/>
            <a:ext cx="222948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dirty="0" err="1">
                <a:latin typeface="华文细黑" panose="02010600040101010101" pitchFamily="2" charset="-122"/>
                <a:ea typeface="华文细黑" panose="02010600040101010101" pitchFamily="2" charset="-122"/>
                <a:cs typeface="Comic Sans MS" panose="030F0902030302020204" pitchFamily="66" charset="0"/>
              </a:rPr>
              <a:t>qǐngqiú</a:t>
            </a:r>
            <a:endParaRPr lang="en-US" altLang="zh-CN" sz="3600" dirty="0">
              <a:latin typeface="华文细黑" panose="02010600040101010101" pitchFamily="2" charset="-122"/>
              <a:ea typeface="华文细黑" panose="02010600040101010101" pitchFamily="2" charset="-122"/>
              <a:cs typeface="Comic Sans MS" panose="030F0902030302020204" pitchFamily="66" charset="0"/>
            </a:endParaRPr>
          </a:p>
        </p:txBody>
      </p:sp>
      <p:pic>
        <p:nvPicPr>
          <p:cNvPr id="34" name="图片 33" descr="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19753" y="0"/>
            <a:ext cx="1459230" cy="1459230"/>
          </a:xfrm>
          <a:prstGeom prst="rect">
            <a:avLst/>
          </a:prstGeom>
        </p:spPr>
      </p:pic>
      <p:grpSp>
        <p:nvGrpSpPr>
          <p:cNvPr id="3" name="组合 2"/>
          <p:cNvGrpSpPr/>
          <p:nvPr/>
        </p:nvGrpSpPr>
        <p:grpSpPr>
          <a:xfrm>
            <a:off x="6513830" y="3628390"/>
            <a:ext cx="2243455" cy="3194050"/>
            <a:chOff x="9262" y="2028"/>
            <a:chExt cx="3533" cy="5030"/>
          </a:xfrm>
        </p:grpSpPr>
        <p:grpSp>
          <p:nvGrpSpPr>
            <p:cNvPr id="17" name="组合 16"/>
            <p:cNvGrpSpPr/>
            <p:nvPr/>
          </p:nvGrpSpPr>
          <p:grpSpPr>
            <a:xfrm>
              <a:off x="9330" y="2028"/>
              <a:ext cx="3465" cy="5030"/>
              <a:chOff x="1486086" y="120403"/>
              <a:chExt cx="2200089" cy="3194297"/>
            </a:xfrm>
          </p:grpSpPr>
          <p:sp>
            <p:nvSpPr>
              <p:cNvPr id="22" name="矩形: 圆角 76"/>
              <p:cNvSpPr/>
              <p:nvPr/>
            </p:nvSpPr>
            <p:spPr>
              <a:xfrm>
                <a:off x="1486086" y="120403"/>
                <a:ext cx="2200089" cy="3194297"/>
              </a:xfrm>
              <a:prstGeom prst="roundRect">
                <a:avLst/>
              </a:prstGeom>
              <a:solidFill>
                <a:srgbClr val="E2AEAB"/>
              </a:solidFill>
              <a:ln>
                <a:noFill/>
              </a:ln>
              <a:effectLst>
                <a:outerShdw blurRad="635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  <p:pic>
            <p:nvPicPr>
              <p:cNvPr id="23" name="图片 22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14281" y="196147"/>
                <a:ext cx="2124195" cy="3004708"/>
              </a:xfrm>
              <a:prstGeom prst="rect">
                <a:avLst/>
              </a:prstGeom>
            </p:spPr>
          </p:pic>
        </p:grpSp>
        <p:sp>
          <p:nvSpPr>
            <p:cNvPr id="24" name="文本框 7"/>
            <p:cNvSpPr txBox="1"/>
            <p:nvPr/>
          </p:nvSpPr>
          <p:spPr>
            <a:xfrm>
              <a:off x="9262" y="4252"/>
              <a:ext cx="3532" cy="242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5400" b="1" dirty="0">
                  <a:latin typeface="华文细黑" panose="02010600040101010101" pitchFamily="2" charset="-122"/>
                  <a:ea typeface="华文细黑" panose="02010600040101010101" pitchFamily="2" charset="-122"/>
                  <a:sym typeface="+mn-ea"/>
                </a:rPr>
                <a:t>瞬间</a:t>
              </a:r>
              <a:endPara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endParaRPr>
            </a:p>
            <a:p>
              <a:pPr algn="ctr">
                <a:defRPr/>
              </a:pPr>
              <a:r>
                <a:rPr lang="en-US" altLang="zh-CN" sz="2000" dirty="0" err="1">
                  <a:solidFill>
                    <a:schemeClr val="bg1"/>
                  </a:solidFill>
                  <a:latin typeface="Times New Roman" panose="02020603050405020304"/>
                  <a:cs typeface="Times New Roman" panose="02020603050405020304"/>
                </a:rPr>
                <a:t>n.a</a:t>
              </a:r>
              <a:r>
                <a:rPr lang="en-US" altLang="zh-CN" sz="2000" dirty="0">
                  <a:solidFill>
                    <a:schemeClr val="bg1"/>
                  </a:solidFill>
                  <a:latin typeface="Times New Roman" panose="02020603050405020304"/>
                  <a:cs typeface="Times New Roman" panose="02020603050405020304"/>
                </a:rPr>
                <a:t> short period of time</a:t>
              </a:r>
            </a:p>
          </p:txBody>
        </p:sp>
      </p:grpSp>
      <p:sp>
        <p:nvSpPr>
          <p:cNvPr id="30" name="文本框 7"/>
          <p:cNvSpPr txBox="1"/>
          <p:nvPr/>
        </p:nvSpPr>
        <p:spPr>
          <a:xfrm>
            <a:off x="6699885" y="4431764"/>
            <a:ext cx="275463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dirty="0" err="1">
                <a:latin typeface="华文细黑" panose="02010600040101010101" pitchFamily="2" charset="-122"/>
                <a:ea typeface="华文细黑" panose="02010600040101010101" pitchFamily="2" charset="-122"/>
                <a:cs typeface="Comic Sans MS" panose="030F0902030302020204" pitchFamily="66" charset="0"/>
              </a:rPr>
              <a:t>shùnjiān</a:t>
            </a:r>
            <a:endParaRPr lang="en-US" altLang="zh-CN" sz="3600" dirty="0">
              <a:latin typeface="华文细黑" panose="02010600040101010101" pitchFamily="2" charset="-122"/>
              <a:ea typeface="华文细黑" panose="02010600040101010101" pitchFamily="2" charset="-122"/>
              <a:cs typeface="Comic Sans MS" panose="030F0902030302020204" pitchFamily="66" charset="0"/>
            </a:endParaRPr>
          </a:p>
        </p:txBody>
      </p:sp>
      <p:grpSp>
        <p:nvGrpSpPr>
          <p:cNvPr id="31" name="组合 30"/>
          <p:cNvGrpSpPr/>
          <p:nvPr/>
        </p:nvGrpSpPr>
        <p:grpSpPr>
          <a:xfrm>
            <a:off x="9841230" y="3646170"/>
            <a:ext cx="2229485" cy="3258820"/>
            <a:chOff x="4717" y="1909"/>
            <a:chExt cx="3511" cy="5132"/>
          </a:xfrm>
        </p:grpSpPr>
        <p:grpSp>
          <p:nvGrpSpPr>
            <p:cNvPr id="32" name="组合 31"/>
            <p:cNvGrpSpPr/>
            <p:nvPr/>
          </p:nvGrpSpPr>
          <p:grpSpPr>
            <a:xfrm>
              <a:off x="4718" y="1909"/>
              <a:ext cx="3465" cy="5030"/>
              <a:chOff x="1486086" y="120403"/>
              <a:chExt cx="2200089" cy="3194297"/>
            </a:xfrm>
          </p:grpSpPr>
          <p:sp>
            <p:nvSpPr>
              <p:cNvPr id="33" name="矩形: 圆角 76"/>
              <p:cNvSpPr/>
              <p:nvPr/>
            </p:nvSpPr>
            <p:spPr>
              <a:xfrm>
                <a:off x="1486086" y="120403"/>
                <a:ext cx="2200089" cy="3194297"/>
              </a:xfrm>
              <a:prstGeom prst="roundRect">
                <a:avLst/>
              </a:prstGeom>
              <a:solidFill>
                <a:srgbClr val="E2AEAB"/>
              </a:solidFill>
              <a:ln>
                <a:noFill/>
              </a:ln>
              <a:effectLst>
                <a:outerShdw blurRad="635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  <p:pic>
            <p:nvPicPr>
              <p:cNvPr id="35" name="图片 34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14281" y="196147"/>
                <a:ext cx="2124195" cy="3004708"/>
              </a:xfrm>
              <a:prstGeom prst="rect">
                <a:avLst/>
              </a:prstGeom>
            </p:spPr>
          </p:pic>
        </p:grpSp>
        <p:sp>
          <p:nvSpPr>
            <p:cNvPr id="36" name="文本框 7"/>
            <p:cNvSpPr txBox="1"/>
            <p:nvPr/>
          </p:nvSpPr>
          <p:spPr>
            <a:xfrm>
              <a:off x="4717" y="4133"/>
              <a:ext cx="3511" cy="29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5400" b="1" dirty="0">
                  <a:latin typeface="华文细黑" panose="02010600040101010101" pitchFamily="2" charset="-122"/>
                  <a:ea typeface="华文细黑" panose="02010600040101010101" pitchFamily="2" charset="-122"/>
                  <a:sym typeface="+mn-ea"/>
                </a:rPr>
                <a:t>播放</a:t>
              </a:r>
              <a:endPara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endParaRPr>
            </a:p>
            <a:p>
              <a:pPr algn="ctr">
                <a:defRPr/>
              </a:pPr>
              <a:r>
                <a:rPr lang="en-US" altLang="zh-CN" sz="2000" dirty="0">
                  <a:solidFill>
                    <a:schemeClr val="bg1"/>
                  </a:solidFill>
                  <a:latin typeface="Times New Roman" panose="02020603050405020304"/>
                  <a:cs typeface="Times New Roman" panose="02020603050405020304"/>
                </a:rPr>
                <a:t>v.to </a:t>
              </a:r>
              <a:r>
                <a:rPr lang="en-US" altLang="zh-CN" sz="2000" dirty="0" err="1">
                  <a:solidFill>
                    <a:schemeClr val="bg1"/>
                  </a:solidFill>
                  <a:latin typeface="Times New Roman" panose="02020603050405020304"/>
                  <a:cs typeface="Times New Roman" panose="02020603050405020304"/>
                </a:rPr>
                <a:t>broadcast,to</a:t>
              </a:r>
              <a:endParaRPr lang="en-US" altLang="zh-CN" sz="2000" dirty="0">
                <a:solidFill>
                  <a:schemeClr val="bg1"/>
                </a:solidFill>
                <a:latin typeface="Times New Roman" panose="02020603050405020304"/>
                <a:cs typeface="Times New Roman" panose="02020603050405020304"/>
              </a:endParaRPr>
            </a:p>
            <a:p>
              <a:pPr algn="ctr">
                <a:defRPr/>
              </a:pPr>
              <a:r>
                <a:rPr lang="en-US" altLang="zh-CN" sz="2000" dirty="0">
                  <a:solidFill>
                    <a:schemeClr val="bg1"/>
                  </a:solidFill>
                  <a:latin typeface="Times New Roman" panose="02020603050405020304"/>
                  <a:cs typeface="Times New Roman" panose="02020603050405020304"/>
                </a:rPr>
                <a:t> play(music or videos</a:t>
              </a:r>
              <a:endParaRPr lang="zh-CN" altLang="en-US" sz="2000" dirty="0">
                <a:solidFill>
                  <a:schemeClr val="bg1"/>
                </a:solidFill>
                <a:latin typeface="Times New Roman" panose="02020603050405020304"/>
                <a:cs typeface="Times New Roman" panose="02020603050405020304"/>
                <a:sym typeface="+mn-ea"/>
              </a:endParaRPr>
            </a:p>
          </p:txBody>
        </p:sp>
      </p:grpSp>
      <p:sp>
        <p:nvSpPr>
          <p:cNvPr id="38" name="文本框 7"/>
          <p:cNvSpPr txBox="1"/>
          <p:nvPr/>
        </p:nvSpPr>
        <p:spPr>
          <a:xfrm>
            <a:off x="10118632" y="4402661"/>
            <a:ext cx="222948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dirty="0" err="1">
                <a:latin typeface="华文细黑" panose="02010600040101010101" pitchFamily="2" charset="-122"/>
                <a:ea typeface="华文细黑" panose="02010600040101010101" pitchFamily="2" charset="-122"/>
                <a:cs typeface="Comic Sans MS" panose="030F0902030302020204" pitchFamily="66" charset="0"/>
              </a:rPr>
              <a:t>bōfàng</a:t>
            </a:r>
            <a:endParaRPr lang="en-US" altLang="zh-CN" sz="3600" dirty="0">
              <a:latin typeface="华文细黑" panose="02010600040101010101" pitchFamily="2" charset="-122"/>
              <a:ea typeface="华文细黑" panose="02010600040101010101" pitchFamily="2" charset="-122"/>
              <a:cs typeface="Comic Sans MS" panose="030F0902030302020204" pitchFamily="66" charset="0"/>
            </a:endParaRPr>
          </a:p>
        </p:txBody>
      </p:sp>
    </p:spTree>
    <p:custDataLst>
      <p:tags r:id="rId1"/>
    </p:custDataLst>
  </p:cSld>
  <p:clrMapOvr>
    <a:masterClrMapping/>
  </p:clrMapOvr>
  <p:transition spd="slow">
    <p:split orient="vert"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500"/>
                            </p:stCondLst>
                            <p:childTnLst>
                              <p:par>
                                <p:cTn id="35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000"/>
                            </p:stCondLst>
                            <p:childTnLst>
                              <p:par>
                                <p:cTn id="41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seq concurrent="1" nextAc="seek">
              <p:cTn id="5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seq concurrent="1" nextAc="seek">
              <p:cTn id="5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" fill="hold">
                      <p:stCondLst>
                        <p:cond delay="0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70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1" fill="hold">
                      <p:stCondLst>
                        <p:cond delay="0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76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7" fill="hold">
                      <p:stCondLst>
                        <p:cond delay="0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seq concurrent="1" nextAc="seek">
              <p:cTn id="82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3" fill="hold">
                      <p:stCondLst>
                        <p:cond delay="0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</p:childTnLst>
        </p:cTn>
      </p:par>
    </p:tnLst>
    <p:bldLst>
      <p:bldP spid="10" grpId="0"/>
      <p:bldP spid="62" grpId="0"/>
      <p:bldP spid="13" grpId="0"/>
      <p:bldP spid="37" grpId="0"/>
      <p:bldP spid="21" grpId="0"/>
      <p:bldP spid="30" grpId="0"/>
      <p:bldP spid="38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上图顶部底图"/>
          <p:cNvGrpSpPr/>
          <p:nvPr/>
        </p:nvGrpSpPr>
        <p:grpSpPr>
          <a:xfrm>
            <a:off x="3930015" y="2047240"/>
            <a:ext cx="5907405" cy="1473835"/>
            <a:chOff x="3758" y="2217"/>
            <a:chExt cx="9303" cy="2321"/>
          </a:xfrm>
        </p:grpSpPr>
        <p:sp>
          <p:nvSpPr>
            <p:cNvPr id="35" name="圆角矩形 34"/>
            <p:cNvSpPr/>
            <p:nvPr/>
          </p:nvSpPr>
          <p:spPr>
            <a:xfrm>
              <a:off x="3758" y="2217"/>
              <a:ext cx="9303" cy="2321"/>
            </a:xfrm>
            <a:prstGeom prst="roundRect">
              <a:avLst/>
            </a:prstGeom>
            <a:blipFill rotWithShape="1">
              <a:blip r:embed="rId3"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36" name="组合 35"/>
            <p:cNvGrpSpPr/>
            <p:nvPr/>
          </p:nvGrpSpPr>
          <p:grpSpPr>
            <a:xfrm>
              <a:off x="5618" y="2529"/>
              <a:ext cx="3072" cy="1691"/>
              <a:chOff x="5618" y="2529"/>
              <a:chExt cx="3072" cy="1691"/>
            </a:xfrm>
          </p:grpSpPr>
          <p:sp>
            <p:nvSpPr>
              <p:cNvPr id="37" name="圆角矩形 36"/>
              <p:cNvSpPr/>
              <p:nvPr/>
            </p:nvSpPr>
            <p:spPr>
              <a:xfrm>
                <a:off x="5618" y="2529"/>
                <a:ext cx="3072" cy="1691"/>
              </a:xfrm>
              <a:prstGeom prst="roundRect">
                <a:avLst/>
              </a:prstGeom>
              <a:solidFill>
                <a:schemeClr val="bg1">
                  <a:alpha val="81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" name="矩形 37"/>
              <p:cNvSpPr/>
              <p:nvPr/>
            </p:nvSpPr>
            <p:spPr>
              <a:xfrm>
                <a:off x="5618" y="2805"/>
                <a:ext cx="3071" cy="11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 anchor="t">
                <a:spAutoFit/>
              </a:bodyPr>
              <a:lstStyle/>
              <a:p>
                <a:pPr algn="ctr"/>
                <a:r>
                  <a:rPr lang="en-US" altLang="zh-CN" sz="4000" b="1" dirty="0">
                    <a:solidFill>
                      <a:srgbClr val="C00000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思源黑体 CN Regular" panose="020B0500000000000000" pitchFamily="34" charset="-122"/>
                    <a:ea typeface="思源黑体 CN Regular" panose="020B0500000000000000" pitchFamily="34" charset="-122"/>
                  </a:rPr>
                  <a:t>B</a:t>
                </a:r>
              </a:p>
            </p:txBody>
          </p:sp>
        </p:grpSp>
      </p:grpSp>
      <p:grpSp>
        <p:nvGrpSpPr>
          <p:cNvPr id="13" name="组合 12"/>
          <p:cNvGrpSpPr/>
          <p:nvPr/>
        </p:nvGrpSpPr>
        <p:grpSpPr>
          <a:xfrm>
            <a:off x="3974465" y="4685030"/>
            <a:ext cx="5907405" cy="1473835"/>
            <a:chOff x="3758" y="2217"/>
            <a:chExt cx="9303" cy="2321"/>
          </a:xfrm>
        </p:grpSpPr>
        <p:sp>
          <p:nvSpPr>
            <p:cNvPr id="14" name="圆角矩形 13"/>
            <p:cNvSpPr/>
            <p:nvPr/>
          </p:nvSpPr>
          <p:spPr>
            <a:xfrm>
              <a:off x="3758" y="2217"/>
              <a:ext cx="9303" cy="2321"/>
            </a:xfrm>
            <a:prstGeom prst="roundRect">
              <a:avLst/>
            </a:prstGeom>
            <a:blipFill rotWithShape="1">
              <a:blip r:embed="rId4"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5" name="组合 14"/>
            <p:cNvGrpSpPr/>
            <p:nvPr/>
          </p:nvGrpSpPr>
          <p:grpSpPr>
            <a:xfrm>
              <a:off x="5618" y="2529"/>
              <a:ext cx="3072" cy="1691"/>
              <a:chOff x="5618" y="2529"/>
              <a:chExt cx="3072" cy="1691"/>
            </a:xfrm>
          </p:grpSpPr>
          <p:sp>
            <p:nvSpPr>
              <p:cNvPr id="17" name="圆角矩形 16"/>
              <p:cNvSpPr/>
              <p:nvPr/>
            </p:nvSpPr>
            <p:spPr>
              <a:xfrm>
                <a:off x="5618" y="2529"/>
                <a:ext cx="3072" cy="1691"/>
              </a:xfrm>
              <a:prstGeom prst="roundRect">
                <a:avLst/>
              </a:prstGeom>
              <a:solidFill>
                <a:schemeClr val="bg1">
                  <a:alpha val="81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" name="矩形 17"/>
              <p:cNvSpPr/>
              <p:nvPr/>
            </p:nvSpPr>
            <p:spPr>
              <a:xfrm>
                <a:off x="5618" y="2805"/>
                <a:ext cx="3071" cy="11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 anchor="t">
                <a:spAutoFit/>
              </a:bodyPr>
              <a:lstStyle/>
              <a:p>
                <a:pPr algn="ctr"/>
                <a:r>
                  <a:rPr lang="en-US" altLang="zh-CN" sz="4000" b="1" dirty="0">
                    <a:solidFill>
                      <a:srgbClr val="C00000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思源黑体 CN Regular" panose="020B0500000000000000" pitchFamily="34" charset="-122"/>
                    <a:ea typeface="思源黑体 CN Regular" panose="020B0500000000000000" pitchFamily="34" charset="-122"/>
                  </a:rPr>
                  <a:t>A</a:t>
                </a:r>
              </a:p>
            </p:txBody>
          </p:sp>
        </p:grpSp>
      </p:grpSp>
      <p:sp>
        <p:nvSpPr>
          <p:cNvPr id="3" name="文本框 7"/>
          <p:cNvSpPr txBox="1"/>
          <p:nvPr/>
        </p:nvSpPr>
        <p:spPr>
          <a:xfrm>
            <a:off x="165852" y="214290"/>
            <a:ext cx="1251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练一练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16" name="文本框 7"/>
          <p:cNvSpPr txBox="1"/>
          <p:nvPr/>
        </p:nvSpPr>
        <p:spPr>
          <a:xfrm>
            <a:off x="237290" y="702214"/>
            <a:ext cx="104013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l"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Practise</a:t>
            </a:r>
            <a:endParaRPr kumimoji="0" lang="en-US" b="1" i="0" u="none" strike="noStrike" kern="1200" cap="none" spc="0" normalizeH="0" baseline="0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2" name="图片 1" descr="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18800" y="0"/>
            <a:ext cx="1459230" cy="1459230"/>
          </a:xfrm>
          <a:prstGeom prst="rect">
            <a:avLst/>
          </a:prstGeom>
        </p:spPr>
      </p:pic>
      <p:sp>
        <p:nvSpPr>
          <p:cNvPr id="39" name="上图顶部橙色半夹"/>
          <p:cNvSpPr/>
          <p:nvPr/>
        </p:nvSpPr>
        <p:spPr>
          <a:xfrm>
            <a:off x="2566670" y="2014855"/>
            <a:ext cx="5392420" cy="1533525"/>
          </a:xfrm>
          <a:custGeom>
            <a:avLst/>
            <a:gdLst>
              <a:gd name="adj" fmla="val 16667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935" h="1656">
                <a:moveTo>
                  <a:pt x="276" y="0"/>
                </a:moveTo>
                <a:lnTo>
                  <a:pt x="4797" y="0"/>
                </a:lnTo>
                <a:cubicBezTo>
                  <a:pt x="4845" y="0"/>
                  <a:pt x="4889" y="12"/>
                  <a:pt x="4929" y="33"/>
                </a:cubicBezTo>
                <a:lnTo>
                  <a:pt x="4935" y="37"/>
                </a:lnTo>
                <a:lnTo>
                  <a:pt x="4917" y="36"/>
                </a:lnTo>
                <a:cubicBezTo>
                  <a:pt x="4904" y="35"/>
                  <a:pt x="4890" y="35"/>
                  <a:pt x="4877" y="35"/>
                </a:cubicBezTo>
                <a:cubicBezTo>
                  <a:pt x="4438" y="35"/>
                  <a:pt x="4083" y="390"/>
                  <a:pt x="4083" y="829"/>
                </a:cubicBezTo>
                <a:cubicBezTo>
                  <a:pt x="4083" y="1267"/>
                  <a:pt x="4438" y="1622"/>
                  <a:pt x="4877" y="1622"/>
                </a:cubicBezTo>
                <a:cubicBezTo>
                  <a:pt x="4890" y="1622"/>
                  <a:pt x="4904" y="1622"/>
                  <a:pt x="4917" y="1621"/>
                </a:cubicBezTo>
                <a:lnTo>
                  <a:pt x="4933" y="1620"/>
                </a:lnTo>
                <a:lnTo>
                  <a:pt x="4929" y="1623"/>
                </a:lnTo>
                <a:cubicBezTo>
                  <a:pt x="4889" y="1644"/>
                  <a:pt x="4845" y="1656"/>
                  <a:pt x="4797" y="1656"/>
                </a:cubicBezTo>
                <a:lnTo>
                  <a:pt x="276" y="1656"/>
                </a:lnTo>
                <a:cubicBezTo>
                  <a:pt x="124" y="1656"/>
                  <a:pt x="0" y="1532"/>
                  <a:pt x="0" y="1380"/>
                </a:cubicBezTo>
                <a:lnTo>
                  <a:pt x="0" y="276"/>
                </a:lnTo>
                <a:cubicBezTo>
                  <a:pt x="0" y="124"/>
                  <a:pt x="124" y="0"/>
                  <a:pt x="276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57000">
                <a:srgbClr val="F2C366"/>
              </a:gs>
              <a:gs pos="100000">
                <a:srgbClr val="F2C366"/>
              </a:gs>
              <a:gs pos="99000">
                <a:srgbClr val="F2C366"/>
              </a:gs>
              <a:gs pos="93000">
                <a:srgbClr val="F2C366">
                  <a:alpha val="83000"/>
                  <a:lumMod val="79000"/>
                  <a:lumOff val="21000"/>
                </a:srgbClr>
              </a:gs>
              <a:gs pos="47000">
                <a:srgbClr val="F2C366"/>
              </a:gs>
              <a:gs pos="81000">
                <a:srgbClr val="F2C366"/>
              </a:gs>
              <a:gs pos="100000">
                <a:srgbClr val="F2C366"/>
              </a:gs>
              <a:gs pos="68000">
                <a:srgbClr val="F2C366"/>
              </a:gs>
              <a:gs pos="100000">
                <a:srgbClr val="F2C366"/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0" name="上图左半夹文字"/>
          <p:cNvSpPr/>
          <p:nvPr/>
        </p:nvSpPr>
        <p:spPr>
          <a:xfrm>
            <a:off x="2566035" y="2370465"/>
            <a:ext cx="6197821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marL="0" marR="0" lvl="0" indent="0" algn="l" defTabSz="130048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400" dirty="0">
                <a:solidFill>
                  <a:srgbClr val="000000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我</a:t>
            </a:r>
            <a:r>
              <a:rPr lang="zh-CN" altLang="zh-CN" sz="240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A</a:t>
            </a:r>
            <a:r>
              <a:rPr lang="zh-CN" altLang="en-US" sz="2400" dirty="0">
                <a:solidFill>
                  <a:srgbClr val="000000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都十八岁</a:t>
            </a:r>
            <a:r>
              <a:rPr lang="zh-CN" altLang="zh-CN" sz="240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B</a:t>
            </a:r>
            <a:r>
              <a:rPr lang="zh-CN" altLang="zh-CN" sz="24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，</a:t>
            </a:r>
            <a:r>
              <a:rPr lang="zh-CN" altLang="en-US" sz="2400" dirty="0">
                <a:solidFill>
                  <a:srgbClr val="000000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能照顾好</a:t>
            </a:r>
            <a:r>
              <a:rPr lang="zh-CN" altLang="zh-CN" sz="240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C</a:t>
            </a:r>
            <a:r>
              <a:rPr lang="zh-CN" altLang="en-US" sz="2400" noProof="0" dirty="0">
                <a:ln>
                  <a:noFill/>
                </a:ln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自己，</a:t>
            </a:r>
            <a:endParaRPr lang="en-US" altLang="zh-CN" sz="2400" noProof="0" dirty="0">
              <a:ln>
                <a:noFill/>
              </a:ln>
              <a:effectLst/>
              <a:uLnTx/>
              <a:uFillTx/>
              <a:latin typeface="华文细黑" panose="02010600040101010101" pitchFamily="2" charset="-122"/>
              <a:ea typeface="华文细黑" panose="02010600040101010101" pitchFamily="2" charset="-122"/>
              <a:cs typeface="Helvetica Light" charset="0"/>
              <a:sym typeface="华文细黑" panose="02010600040101010101" pitchFamily="2" charset="-122"/>
            </a:endParaRPr>
          </a:p>
          <a:p>
            <a:pPr marL="0" marR="0" lvl="0" indent="0" algn="l" defTabSz="130048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400" noProof="0" dirty="0">
                <a:ln>
                  <a:noFill/>
                </a:ln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您就放心</a:t>
            </a:r>
            <a:r>
              <a:rPr lang="zh-CN" altLang="zh-CN" sz="240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D</a:t>
            </a:r>
            <a:r>
              <a:rPr lang="zh-CN" altLang="en-US" sz="2400" dirty="0">
                <a:solidFill>
                  <a:srgbClr val="000000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吧。</a:t>
            </a:r>
            <a:endParaRPr lang="zh-CN" altLang="zh-CN" sz="2400" b="1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华文细黑" panose="02010600040101010101" pitchFamily="2" charset="-122"/>
              <a:ea typeface="华文细黑" panose="02010600040101010101" pitchFamily="2" charset="-122"/>
              <a:cs typeface="华文细黑" panose="02010600040101010101" pitchFamily="2" charset="-122"/>
              <a:sym typeface="华文细黑" panose="02010600040101010101" pitchFamily="2" charset="-122"/>
            </a:endParaRPr>
          </a:p>
        </p:txBody>
      </p:sp>
      <p:sp>
        <p:nvSpPr>
          <p:cNvPr id="41" name="下图顶部橙色半夹"/>
          <p:cNvSpPr/>
          <p:nvPr/>
        </p:nvSpPr>
        <p:spPr>
          <a:xfrm>
            <a:off x="2566035" y="4625340"/>
            <a:ext cx="5392420" cy="1533525"/>
          </a:xfrm>
          <a:custGeom>
            <a:avLst/>
            <a:gdLst>
              <a:gd name="adj" fmla="val 16667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935" h="1656">
                <a:moveTo>
                  <a:pt x="276" y="0"/>
                </a:moveTo>
                <a:lnTo>
                  <a:pt x="4797" y="0"/>
                </a:lnTo>
                <a:cubicBezTo>
                  <a:pt x="4845" y="0"/>
                  <a:pt x="4889" y="12"/>
                  <a:pt x="4929" y="33"/>
                </a:cubicBezTo>
                <a:lnTo>
                  <a:pt x="4935" y="37"/>
                </a:lnTo>
                <a:lnTo>
                  <a:pt x="4917" y="36"/>
                </a:lnTo>
                <a:cubicBezTo>
                  <a:pt x="4904" y="35"/>
                  <a:pt x="4890" y="35"/>
                  <a:pt x="4877" y="35"/>
                </a:cubicBezTo>
                <a:cubicBezTo>
                  <a:pt x="4438" y="35"/>
                  <a:pt x="4083" y="390"/>
                  <a:pt x="4083" y="829"/>
                </a:cubicBezTo>
                <a:cubicBezTo>
                  <a:pt x="4083" y="1267"/>
                  <a:pt x="4438" y="1622"/>
                  <a:pt x="4877" y="1622"/>
                </a:cubicBezTo>
                <a:cubicBezTo>
                  <a:pt x="4890" y="1622"/>
                  <a:pt x="4904" y="1622"/>
                  <a:pt x="4917" y="1621"/>
                </a:cubicBezTo>
                <a:lnTo>
                  <a:pt x="4933" y="1620"/>
                </a:lnTo>
                <a:lnTo>
                  <a:pt x="4929" y="1623"/>
                </a:lnTo>
                <a:cubicBezTo>
                  <a:pt x="4889" y="1644"/>
                  <a:pt x="4845" y="1656"/>
                  <a:pt x="4797" y="1656"/>
                </a:cubicBezTo>
                <a:lnTo>
                  <a:pt x="276" y="1656"/>
                </a:lnTo>
                <a:cubicBezTo>
                  <a:pt x="124" y="1656"/>
                  <a:pt x="0" y="1532"/>
                  <a:pt x="0" y="1380"/>
                </a:cubicBezTo>
                <a:lnTo>
                  <a:pt x="0" y="276"/>
                </a:lnTo>
                <a:cubicBezTo>
                  <a:pt x="0" y="124"/>
                  <a:pt x="124" y="0"/>
                  <a:pt x="276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57000">
                <a:srgbClr val="F2C366"/>
              </a:gs>
              <a:gs pos="100000">
                <a:srgbClr val="F2C366"/>
              </a:gs>
              <a:gs pos="99000">
                <a:srgbClr val="F2C366"/>
              </a:gs>
              <a:gs pos="93000">
                <a:srgbClr val="F2C366">
                  <a:alpha val="83000"/>
                  <a:lumMod val="79000"/>
                  <a:lumOff val="21000"/>
                </a:srgbClr>
              </a:gs>
              <a:gs pos="47000">
                <a:srgbClr val="F2C366"/>
              </a:gs>
              <a:gs pos="81000">
                <a:srgbClr val="F2C366"/>
              </a:gs>
              <a:gs pos="100000">
                <a:srgbClr val="F2C366"/>
              </a:gs>
              <a:gs pos="68000">
                <a:srgbClr val="F2C366"/>
              </a:gs>
              <a:gs pos="100000">
                <a:srgbClr val="F2C366"/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2" name="下图左半夹文字"/>
          <p:cNvSpPr/>
          <p:nvPr/>
        </p:nvSpPr>
        <p:spPr>
          <a:xfrm>
            <a:off x="2564765" y="4990573"/>
            <a:ext cx="4540885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marL="0" marR="0" lvl="0" indent="0" algn="l" defTabSz="130048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zh-CN" sz="240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A</a:t>
            </a:r>
            <a:r>
              <a:rPr lang="zh-CN" altLang="en-US" sz="2400" dirty="0">
                <a:solidFill>
                  <a:srgbClr val="000000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是秋天了，</a:t>
            </a:r>
            <a:r>
              <a:rPr lang="zh-CN" altLang="zh-CN" sz="240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B</a:t>
            </a:r>
            <a:r>
              <a:rPr lang="zh-CN" altLang="en-US" sz="2400" dirty="0">
                <a:solidFill>
                  <a:srgbClr val="000000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再热</a:t>
            </a:r>
            <a:r>
              <a:rPr lang="zh-CN" altLang="zh-CN" sz="240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C</a:t>
            </a:r>
            <a:r>
              <a:rPr lang="zh-CN" altLang="en-US" sz="2400" dirty="0">
                <a:solidFill>
                  <a:srgbClr val="000000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也不会</a:t>
            </a:r>
            <a:r>
              <a:rPr lang="zh-CN" altLang="zh-CN" sz="240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D</a:t>
            </a:r>
            <a:r>
              <a:rPr lang="zh-CN" altLang="en-US" sz="2400" noProof="0" dirty="0">
                <a:ln>
                  <a:noFill/>
                </a:ln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像</a:t>
            </a:r>
            <a:r>
              <a:rPr lang="zh-CN" altLang="en-US" sz="2400" dirty="0">
                <a:solidFill>
                  <a:srgbClr val="000000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夏天那样。</a:t>
            </a:r>
            <a:endParaRPr lang="en-US" altLang="zh-CN" sz="2400" b="1" dirty="0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细黑" panose="02010600040101010101" pitchFamily="2" charset="-122"/>
              <a:ea typeface="华文细黑" panose="02010600040101010101" pitchFamily="2" charset="-122"/>
              <a:cs typeface="华文细黑" panose="0201060004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43" name="文本框 7"/>
          <p:cNvSpPr txBox="1"/>
          <p:nvPr/>
        </p:nvSpPr>
        <p:spPr>
          <a:xfrm>
            <a:off x="3693160" y="641328"/>
            <a:ext cx="480568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defTabSz="1300480" eaLnBrk="1"/>
            <a:r>
              <a:rPr lang="zh-CN" altLang="zh-CN" sz="2800" dirty="0"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给括号里的词选择适当的位置</a:t>
            </a:r>
            <a:endParaRPr kumimoji="0" lang="zh-CN" altLang="en-US" sz="2800" i="0" u="none" strike="noStrike" kern="1200" cap="none" spc="0" normalizeH="0" baseline="0" dirty="0">
              <a:solidFill>
                <a:schemeClr val="tx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241300" y="2382520"/>
            <a:ext cx="1925320" cy="706755"/>
            <a:chOff x="4428" y="448"/>
            <a:chExt cx="3124" cy="1113"/>
          </a:xfrm>
        </p:grpSpPr>
        <p:sp>
          <p:nvSpPr>
            <p:cNvPr id="8" name="圆角矩形 7"/>
            <p:cNvSpPr/>
            <p:nvPr/>
          </p:nvSpPr>
          <p:spPr>
            <a:xfrm>
              <a:off x="4428" y="462"/>
              <a:ext cx="3117" cy="1067"/>
            </a:xfrm>
            <a:prstGeom prst="roundRect">
              <a:avLst/>
            </a:prstGeom>
            <a:solidFill>
              <a:srgbClr val="9F313C"/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4429" y="448"/>
              <a:ext cx="3123" cy="1113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/>
              <a:r>
                <a:rPr lang="zh-CN" altLang="en-US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anose="02010600030101010101" pitchFamily="2" charset="-122"/>
                </a:rPr>
                <a:t>啦</a:t>
              </a: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236855" y="5058410"/>
            <a:ext cx="1925320" cy="706755"/>
            <a:chOff x="4428" y="448"/>
            <a:chExt cx="3124" cy="1113"/>
          </a:xfrm>
        </p:grpSpPr>
        <p:sp>
          <p:nvSpPr>
            <p:cNvPr id="9" name="圆角矩形 8"/>
            <p:cNvSpPr/>
            <p:nvPr/>
          </p:nvSpPr>
          <p:spPr>
            <a:xfrm>
              <a:off x="4428" y="462"/>
              <a:ext cx="3117" cy="1067"/>
            </a:xfrm>
            <a:prstGeom prst="roundRect">
              <a:avLst/>
            </a:prstGeom>
            <a:solidFill>
              <a:srgbClr val="9F313C"/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4429" y="448"/>
              <a:ext cx="3123" cy="1113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/>
              <a:r>
                <a:rPr lang="zh-CN" altLang="en-US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anose="02010600030101010101" pitchFamily="2" charset="-122"/>
                </a:rPr>
                <a:t>毕竟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1.48148E-6 L 0.25 1.48148E-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0.25 0  E" pathEditMode="relative" ptsTypes="">
                                      <p:cBhvr>
                                        <p:cTn id="10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上图顶部底图"/>
          <p:cNvGrpSpPr/>
          <p:nvPr/>
        </p:nvGrpSpPr>
        <p:grpSpPr>
          <a:xfrm>
            <a:off x="3930015" y="2047240"/>
            <a:ext cx="5907405" cy="1473835"/>
            <a:chOff x="3758" y="2217"/>
            <a:chExt cx="9303" cy="2321"/>
          </a:xfrm>
        </p:grpSpPr>
        <p:sp>
          <p:nvSpPr>
            <p:cNvPr id="35" name="圆角矩形 34"/>
            <p:cNvSpPr/>
            <p:nvPr/>
          </p:nvSpPr>
          <p:spPr>
            <a:xfrm>
              <a:off x="3758" y="2217"/>
              <a:ext cx="9303" cy="2321"/>
            </a:xfrm>
            <a:prstGeom prst="roundRect">
              <a:avLst/>
            </a:prstGeom>
            <a:blipFill rotWithShape="1">
              <a:blip r:embed="rId3"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36" name="组合 35"/>
            <p:cNvGrpSpPr/>
            <p:nvPr/>
          </p:nvGrpSpPr>
          <p:grpSpPr>
            <a:xfrm>
              <a:off x="5618" y="2529"/>
              <a:ext cx="3072" cy="1691"/>
              <a:chOff x="5618" y="2529"/>
              <a:chExt cx="3072" cy="1691"/>
            </a:xfrm>
          </p:grpSpPr>
          <p:sp>
            <p:nvSpPr>
              <p:cNvPr id="37" name="圆角矩形 36"/>
              <p:cNvSpPr/>
              <p:nvPr/>
            </p:nvSpPr>
            <p:spPr>
              <a:xfrm>
                <a:off x="5618" y="2529"/>
                <a:ext cx="3072" cy="1691"/>
              </a:xfrm>
              <a:prstGeom prst="roundRect">
                <a:avLst/>
              </a:prstGeom>
              <a:solidFill>
                <a:schemeClr val="bg1">
                  <a:alpha val="81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" name="矩形 37"/>
              <p:cNvSpPr/>
              <p:nvPr/>
            </p:nvSpPr>
            <p:spPr>
              <a:xfrm>
                <a:off x="5618" y="2805"/>
                <a:ext cx="3071" cy="11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 anchor="t">
                <a:spAutoFit/>
              </a:bodyPr>
              <a:lstStyle/>
              <a:p>
                <a:pPr algn="ctr"/>
                <a:r>
                  <a:rPr lang="en-US" altLang="zh-CN" sz="4000" b="1" dirty="0">
                    <a:solidFill>
                      <a:srgbClr val="C00000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思源黑体 CN Regular" panose="020B0500000000000000" pitchFamily="34" charset="-122"/>
                    <a:ea typeface="思源黑体 CN Regular" panose="020B0500000000000000" pitchFamily="34" charset="-122"/>
                  </a:rPr>
                  <a:t>D</a:t>
                </a:r>
              </a:p>
            </p:txBody>
          </p:sp>
        </p:grpSp>
      </p:grpSp>
      <p:grpSp>
        <p:nvGrpSpPr>
          <p:cNvPr id="13" name="组合 12"/>
          <p:cNvGrpSpPr/>
          <p:nvPr/>
        </p:nvGrpSpPr>
        <p:grpSpPr>
          <a:xfrm>
            <a:off x="3974465" y="4685030"/>
            <a:ext cx="5907405" cy="1473835"/>
            <a:chOff x="3758" y="2217"/>
            <a:chExt cx="9303" cy="2321"/>
          </a:xfrm>
        </p:grpSpPr>
        <p:sp>
          <p:nvSpPr>
            <p:cNvPr id="14" name="圆角矩形 13"/>
            <p:cNvSpPr/>
            <p:nvPr/>
          </p:nvSpPr>
          <p:spPr>
            <a:xfrm>
              <a:off x="3758" y="2217"/>
              <a:ext cx="9303" cy="2321"/>
            </a:xfrm>
            <a:prstGeom prst="roundRect">
              <a:avLst/>
            </a:prstGeom>
            <a:blipFill rotWithShape="1">
              <a:blip r:embed="rId4"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5" name="组合 14"/>
            <p:cNvGrpSpPr/>
            <p:nvPr/>
          </p:nvGrpSpPr>
          <p:grpSpPr>
            <a:xfrm>
              <a:off x="5618" y="2529"/>
              <a:ext cx="3072" cy="1691"/>
              <a:chOff x="5618" y="2529"/>
              <a:chExt cx="3072" cy="1691"/>
            </a:xfrm>
          </p:grpSpPr>
          <p:sp>
            <p:nvSpPr>
              <p:cNvPr id="17" name="圆角矩形 16"/>
              <p:cNvSpPr/>
              <p:nvPr/>
            </p:nvSpPr>
            <p:spPr>
              <a:xfrm>
                <a:off x="5618" y="2529"/>
                <a:ext cx="3072" cy="1691"/>
              </a:xfrm>
              <a:prstGeom prst="roundRect">
                <a:avLst/>
              </a:prstGeom>
              <a:solidFill>
                <a:schemeClr val="bg1">
                  <a:alpha val="81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" name="矩形 17"/>
              <p:cNvSpPr/>
              <p:nvPr/>
            </p:nvSpPr>
            <p:spPr>
              <a:xfrm>
                <a:off x="5618" y="2805"/>
                <a:ext cx="3071" cy="11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 anchor="t">
                <a:spAutoFit/>
              </a:bodyPr>
              <a:lstStyle/>
              <a:p>
                <a:pPr algn="ctr"/>
                <a:r>
                  <a:rPr lang="en-US" altLang="zh-CN" sz="4000" b="1" dirty="0">
                    <a:solidFill>
                      <a:srgbClr val="C00000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思源黑体 CN Regular" panose="020B0500000000000000" pitchFamily="34" charset="-122"/>
                    <a:ea typeface="思源黑体 CN Regular" panose="020B0500000000000000" pitchFamily="34" charset="-122"/>
                  </a:rPr>
                  <a:t>C</a:t>
                </a:r>
              </a:p>
            </p:txBody>
          </p:sp>
        </p:grpSp>
      </p:grpSp>
      <p:sp>
        <p:nvSpPr>
          <p:cNvPr id="3" name="文本框 7"/>
          <p:cNvSpPr txBox="1"/>
          <p:nvPr/>
        </p:nvSpPr>
        <p:spPr>
          <a:xfrm>
            <a:off x="165852" y="214290"/>
            <a:ext cx="1251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练一练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16" name="文本框 7"/>
          <p:cNvSpPr txBox="1"/>
          <p:nvPr/>
        </p:nvSpPr>
        <p:spPr>
          <a:xfrm>
            <a:off x="237290" y="702214"/>
            <a:ext cx="104013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l"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Practise</a:t>
            </a:r>
            <a:endParaRPr kumimoji="0" lang="en-US" b="1" i="0" u="none" strike="noStrike" kern="1200" cap="none" spc="0" normalizeH="0" baseline="0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2" name="图片 1" descr="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18800" y="0"/>
            <a:ext cx="1459230" cy="1459230"/>
          </a:xfrm>
          <a:prstGeom prst="rect">
            <a:avLst/>
          </a:prstGeom>
        </p:spPr>
      </p:pic>
      <p:sp>
        <p:nvSpPr>
          <p:cNvPr id="39" name="上图顶部橙色半夹"/>
          <p:cNvSpPr/>
          <p:nvPr/>
        </p:nvSpPr>
        <p:spPr>
          <a:xfrm>
            <a:off x="2566670" y="2014855"/>
            <a:ext cx="5392420" cy="1533525"/>
          </a:xfrm>
          <a:custGeom>
            <a:avLst/>
            <a:gdLst>
              <a:gd name="adj" fmla="val 16667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935" h="1656">
                <a:moveTo>
                  <a:pt x="276" y="0"/>
                </a:moveTo>
                <a:lnTo>
                  <a:pt x="4797" y="0"/>
                </a:lnTo>
                <a:cubicBezTo>
                  <a:pt x="4845" y="0"/>
                  <a:pt x="4889" y="12"/>
                  <a:pt x="4929" y="33"/>
                </a:cubicBezTo>
                <a:lnTo>
                  <a:pt x="4935" y="37"/>
                </a:lnTo>
                <a:lnTo>
                  <a:pt x="4917" y="36"/>
                </a:lnTo>
                <a:cubicBezTo>
                  <a:pt x="4904" y="35"/>
                  <a:pt x="4890" y="35"/>
                  <a:pt x="4877" y="35"/>
                </a:cubicBezTo>
                <a:cubicBezTo>
                  <a:pt x="4438" y="35"/>
                  <a:pt x="4083" y="390"/>
                  <a:pt x="4083" y="829"/>
                </a:cubicBezTo>
                <a:cubicBezTo>
                  <a:pt x="4083" y="1267"/>
                  <a:pt x="4438" y="1622"/>
                  <a:pt x="4877" y="1622"/>
                </a:cubicBezTo>
                <a:cubicBezTo>
                  <a:pt x="4890" y="1622"/>
                  <a:pt x="4904" y="1622"/>
                  <a:pt x="4917" y="1621"/>
                </a:cubicBezTo>
                <a:lnTo>
                  <a:pt x="4933" y="1620"/>
                </a:lnTo>
                <a:lnTo>
                  <a:pt x="4929" y="1623"/>
                </a:lnTo>
                <a:cubicBezTo>
                  <a:pt x="4889" y="1644"/>
                  <a:pt x="4845" y="1656"/>
                  <a:pt x="4797" y="1656"/>
                </a:cubicBezTo>
                <a:lnTo>
                  <a:pt x="276" y="1656"/>
                </a:lnTo>
                <a:cubicBezTo>
                  <a:pt x="124" y="1656"/>
                  <a:pt x="0" y="1532"/>
                  <a:pt x="0" y="1380"/>
                </a:cubicBezTo>
                <a:lnTo>
                  <a:pt x="0" y="276"/>
                </a:lnTo>
                <a:cubicBezTo>
                  <a:pt x="0" y="124"/>
                  <a:pt x="124" y="0"/>
                  <a:pt x="276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57000">
                <a:srgbClr val="F2C366"/>
              </a:gs>
              <a:gs pos="100000">
                <a:srgbClr val="F2C366"/>
              </a:gs>
              <a:gs pos="99000">
                <a:srgbClr val="F2C366"/>
              </a:gs>
              <a:gs pos="93000">
                <a:srgbClr val="F2C366">
                  <a:alpha val="83000"/>
                  <a:lumMod val="79000"/>
                  <a:lumOff val="21000"/>
                </a:srgbClr>
              </a:gs>
              <a:gs pos="47000">
                <a:srgbClr val="F2C366"/>
              </a:gs>
              <a:gs pos="81000">
                <a:srgbClr val="F2C366"/>
              </a:gs>
              <a:gs pos="100000">
                <a:srgbClr val="F2C366"/>
              </a:gs>
              <a:gs pos="68000">
                <a:srgbClr val="F2C366"/>
              </a:gs>
              <a:gs pos="100000">
                <a:srgbClr val="F2C366"/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0" name="上图左半夹文字"/>
          <p:cNvSpPr/>
          <p:nvPr/>
        </p:nvSpPr>
        <p:spPr>
          <a:xfrm>
            <a:off x="2566035" y="2360930"/>
            <a:ext cx="4540885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marL="0" marR="0" lvl="0" indent="0" algn="l" defTabSz="130048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400" noProof="0" dirty="0">
                <a:ln>
                  <a:noFill/>
                </a:ln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这是</a:t>
            </a:r>
            <a:r>
              <a:rPr lang="zh-CN" altLang="zh-CN" sz="240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A</a:t>
            </a:r>
            <a:r>
              <a:rPr lang="zh-CN" altLang="en-US" sz="2400" dirty="0"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已经</a:t>
            </a:r>
            <a:r>
              <a:rPr lang="zh-CN" altLang="zh-CN" sz="240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B</a:t>
            </a:r>
            <a:r>
              <a:rPr lang="zh-CN" altLang="en-US" sz="2400" noProof="0" dirty="0">
                <a:ln>
                  <a:noFill/>
                </a:ln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经过很多人</a:t>
            </a:r>
            <a:r>
              <a:rPr lang="zh-CN" altLang="zh-CN" sz="240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C</a:t>
            </a:r>
            <a:r>
              <a:rPr lang="zh-CN" altLang="en-US" sz="2400" dirty="0">
                <a:solidFill>
                  <a:srgbClr val="000000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证明的</a:t>
            </a:r>
            <a:r>
              <a:rPr lang="zh-CN" altLang="zh-CN" sz="240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D</a:t>
            </a:r>
            <a:r>
              <a:rPr lang="zh-CN" altLang="en-US" sz="2400" dirty="0">
                <a:solidFill>
                  <a:srgbClr val="000000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经验</a:t>
            </a:r>
            <a:r>
              <a:rPr lang="zh-CN" altLang="zh-CN" sz="24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。</a:t>
            </a:r>
            <a:endParaRPr lang="zh-CN" altLang="en-US" sz="2400" b="1" noProof="0" dirty="0">
              <a:ln>
                <a:noFill/>
              </a:ln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Tx/>
              <a:latin typeface="华文细黑" panose="02010600040101010101" pitchFamily="2" charset="-122"/>
              <a:ea typeface="华文细黑" panose="02010600040101010101" pitchFamily="2" charset="-122"/>
              <a:cs typeface="华文细黑" panose="02010600040101010101" pitchFamily="2" charset="-122"/>
              <a:sym typeface="华文细黑" panose="02010600040101010101" pitchFamily="2" charset="-122"/>
            </a:endParaRPr>
          </a:p>
        </p:txBody>
      </p:sp>
      <p:sp>
        <p:nvSpPr>
          <p:cNvPr id="41" name="下图顶部橙色半夹"/>
          <p:cNvSpPr/>
          <p:nvPr/>
        </p:nvSpPr>
        <p:spPr>
          <a:xfrm>
            <a:off x="2566670" y="4645025"/>
            <a:ext cx="5392420" cy="1533525"/>
          </a:xfrm>
          <a:custGeom>
            <a:avLst/>
            <a:gdLst>
              <a:gd name="adj" fmla="val 16667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935" h="1656">
                <a:moveTo>
                  <a:pt x="276" y="0"/>
                </a:moveTo>
                <a:lnTo>
                  <a:pt x="4797" y="0"/>
                </a:lnTo>
                <a:cubicBezTo>
                  <a:pt x="4845" y="0"/>
                  <a:pt x="4889" y="12"/>
                  <a:pt x="4929" y="33"/>
                </a:cubicBezTo>
                <a:lnTo>
                  <a:pt x="4935" y="37"/>
                </a:lnTo>
                <a:lnTo>
                  <a:pt x="4917" y="36"/>
                </a:lnTo>
                <a:cubicBezTo>
                  <a:pt x="4904" y="35"/>
                  <a:pt x="4890" y="35"/>
                  <a:pt x="4877" y="35"/>
                </a:cubicBezTo>
                <a:cubicBezTo>
                  <a:pt x="4438" y="35"/>
                  <a:pt x="4083" y="390"/>
                  <a:pt x="4083" y="829"/>
                </a:cubicBezTo>
                <a:cubicBezTo>
                  <a:pt x="4083" y="1267"/>
                  <a:pt x="4438" y="1622"/>
                  <a:pt x="4877" y="1622"/>
                </a:cubicBezTo>
                <a:cubicBezTo>
                  <a:pt x="4890" y="1622"/>
                  <a:pt x="4904" y="1622"/>
                  <a:pt x="4917" y="1621"/>
                </a:cubicBezTo>
                <a:lnTo>
                  <a:pt x="4933" y="1620"/>
                </a:lnTo>
                <a:lnTo>
                  <a:pt x="4929" y="1623"/>
                </a:lnTo>
                <a:cubicBezTo>
                  <a:pt x="4889" y="1644"/>
                  <a:pt x="4845" y="1656"/>
                  <a:pt x="4797" y="1656"/>
                </a:cubicBezTo>
                <a:lnTo>
                  <a:pt x="276" y="1656"/>
                </a:lnTo>
                <a:cubicBezTo>
                  <a:pt x="124" y="1656"/>
                  <a:pt x="0" y="1532"/>
                  <a:pt x="0" y="1380"/>
                </a:cubicBezTo>
                <a:lnTo>
                  <a:pt x="0" y="276"/>
                </a:lnTo>
                <a:cubicBezTo>
                  <a:pt x="0" y="124"/>
                  <a:pt x="124" y="0"/>
                  <a:pt x="276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57000">
                <a:srgbClr val="F2C366"/>
              </a:gs>
              <a:gs pos="100000">
                <a:srgbClr val="F2C366"/>
              </a:gs>
              <a:gs pos="99000">
                <a:srgbClr val="F2C366"/>
              </a:gs>
              <a:gs pos="93000">
                <a:srgbClr val="F2C366">
                  <a:alpha val="83000"/>
                  <a:lumMod val="79000"/>
                  <a:lumOff val="21000"/>
                </a:srgbClr>
              </a:gs>
              <a:gs pos="47000">
                <a:srgbClr val="F2C366"/>
              </a:gs>
              <a:gs pos="81000">
                <a:srgbClr val="F2C366"/>
              </a:gs>
              <a:gs pos="100000">
                <a:srgbClr val="F2C366"/>
              </a:gs>
              <a:gs pos="68000">
                <a:srgbClr val="F2C366"/>
              </a:gs>
              <a:gs pos="100000">
                <a:srgbClr val="F2C366"/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2" name="下图左半夹文字"/>
          <p:cNvSpPr/>
          <p:nvPr/>
        </p:nvSpPr>
        <p:spPr>
          <a:xfrm>
            <a:off x="2566034" y="5058410"/>
            <a:ext cx="4540885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marL="0" marR="0" lvl="0" algn="l" defTabSz="914400" rtl="0" eaLnBrk="1" latinLnBrk="0">
              <a:lnSpc>
                <a:spcPct val="100000"/>
              </a:lnSpc>
              <a:buClrTx/>
              <a:buSzTx/>
              <a:buFontTx/>
              <a:buNone/>
            </a:pPr>
            <a:r>
              <a:rPr lang="zh-CN" altLang="en-US" sz="2400" dirty="0">
                <a:solidFill>
                  <a:srgbClr val="000000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真心</a:t>
            </a:r>
            <a:r>
              <a:rPr lang="zh-CN" altLang="zh-CN" sz="240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A</a:t>
            </a:r>
            <a:r>
              <a:rPr lang="zh-CN" altLang="en-US" sz="2400" dirty="0">
                <a:solidFill>
                  <a:srgbClr val="000000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希望</a:t>
            </a:r>
            <a:r>
              <a:rPr lang="zh-CN" altLang="zh-CN" sz="240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B</a:t>
            </a:r>
            <a:r>
              <a:rPr lang="zh-CN" altLang="en-US" sz="2400" dirty="0">
                <a:solidFill>
                  <a:srgbClr val="000000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您能同意我的</a:t>
            </a:r>
            <a:r>
              <a:rPr lang="zh-CN" altLang="zh-CN" sz="240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C</a:t>
            </a:r>
            <a:r>
              <a:rPr lang="zh-CN" altLang="en-US" sz="240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，</a:t>
            </a:r>
            <a:r>
              <a:rPr lang="zh-CN" altLang="zh-CN" sz="240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D</a:t>
            </a:r>
            <a:r>
              <a:rPr lang="zh-CN" altLang="en-US" sz="2400" noProof="0" dirty="0">
                <a:ln>
                  <a:noFill/>
                </a:ln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帮我这个忙</a:t>
            </a:r>
            <a:r>
              <a:rPr lang="zh-CN" altLang="en-US" sz="2400" dirty="0">
                <a:solidFill>
                  <a:srgbClr val="000000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！</a:t>
            </a:r>
            <a:endParaRPr lang="en-US" altLang="zh-CN" sz="2400" b="1" dirty="0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细黑" panose="02010600040101010101" pitchFamily="2" charset="-122"/>
              <a:ea typeface="华文细黑" panose="02010600040101010101" pitchFamily="2" charset="-122"/>
              <a:cs typeface="华文细黑" panose="02010600040101010101" pitchFamily="2" charset="-122"/>
              <a:sym typeface="宋体" panose="02010600030101010101" pitchFamily="2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241300" y="2382520"/>
            <a:ext cx="1925320" cy="706755"/>
            <a:chOff x="4428" y="448"/>
            <a:chExt cx="3124" cy="1113"/>
          </a:xfrm>
        </p:grpSpPr>
        <p:sp>
          <p:nvSpPr>
            <p:cNvPr id="8" name="圆角矩形 7"/>
            <p:cNvSpPr/>
            <p:nvPr/>
          </p:nvSpPr>
          <p:spPr>
            <a:xfrm>
              <a:off x="4428" y="462"/>
              <a:ext cx="3117" cy="1067"/>
            </a:xfrm>
            <a:prstGeom prst="roundRect">
              <a:avLst/>
            </a:prstGeom>
            <a:solidFill>
              <a:srgbClr val="9F313C"/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4429" y="448"/>
              <a:ext cx="3123" cy="1113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/>
              <a:r>
                <a:rPr lang="zh-CN" altLang="en-US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anose="02010600030101010101" pitchFamily="2" charset="-122"/>
                </a:rPr>
                <a:t>成熟</a:t>
              </a: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236855" y="5058410"/>
            <a:ext cx="1925320" cy="706755"/>
            <a:chOff x="4428" y="448"/>
            <a:chExt cx="3124" cy="1113"/>
          </a:xfrm>
        </p:grpSpPr>
        <p:sp>
          <p:nvSpPr>
            <p:cNvPr id="9" name="圆角矩形 8"/>
            <p:cNvSpPr/>
            <p:nvPr/>
          </p:nvSpPr>
          <p:spPr>
            <a:xfrm>
              <a:off x="4428" y="462"/>
              <a:ext cx="3117" cy="1067"/>
            </a:xfrm>
            <a:prstGeom prst="roundRect">
              <a:avLst/>
            </a:prstGeom>
            <a:solidFill>
              <a:srgbClr val="9F313C"/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4429" y="448"/>
              <a:ext cx="3123" cy="1113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/>
              <a:r>
                <a:rPr lang="zh-CN" altLang="en-US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anose="02010600030101010101" pitchFamily="2" charset="-122"/>
                </a:rPr>
                <a:t>请求</a:t>
              </a:r>
            </a:p>
          </p:txBody>
        </p:sp>
      </p:grpSp>
      <p:sp>
        <p:nvSpPr>
          <p:cNvPr id="7" name="文本框 7"/>
          <p:cNvSpPr txBox="1"/>
          <p:nvPr/>
        </p:nvSpPr>
        <p:spPr>
          <a:xfrm>
            <a:off x="3693160" y="641328"/>
            <a:ext cx="480568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defTabSz="1300480" eaLnBrk="1"/>
            <a:r>
              <a:rPr lang="zh-CN" altLang="zh-CN" sz="2800" dirty="0"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给括号里的词选择适当的位置</a:t>
            </a:r>
            <a:endParaRPr kumimoji="0" lang="zh-CN" altLang="en-US" sz="2800" i="0" u="none" strike="noStrike" kern="1200" cap="none" spc="0" normalizeH="0" baseline="0" dirty="0">
              <a:solidFill>
                <a:schemeClr val="tx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0.25 0  E" pathEditMode="relative" ptsTypes="">
                                      <p:cBhvr>
                                        <p:cTn id="6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0.25 0  E" pathEditMode="relative" ptsTypes="">
                                      <p:cBhvr>
                                        <p:cTn id="10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7"/>
          <p:cNvSpPr txBox="1"/>
          <p:nvPr/>
        </p:nvSpPr>
        <p:spPr>
          <a:xfrm>
            <a:off x="165735" y="173355"/>
            <a:ext cx="633222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语言点</a:t>
            </a:r>
            <a:endParaRPr lang="en-US" altLang="zh-CN" sz="2800" b="1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sym typeface="+mn-ea"/>
            </a:endParaRPr>
          </a:p>
        </p:txBody>
      </p:sp>
      <p:sp>
        <p:nvSpPr>
          <p:cNvPr id="9" name="文本框 7"/>
          <p:cNvSpPr txBox="1"/>
          <p:nvPr/>
        </p:nvSpPr>
        <p:spPr>
          <a:xfrm>
            <a:off x="237490" y="695325"/>
            <a:ext cx="180086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algn="l" defTabSz="914400">
              <a:buClrTx/>
              <a:buSzTx/>
              <a:buFontTx/>
              <a:buNone/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Language Point</a:t>
            </a:r>
            <a:endParaRPr kumimoji="0" lang="en-US" b="1" i="0" u="none" strike="noStrike" kern="1200" cap="none" spc="0" normalizeH="0" baseline="0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23" name="梯形 22"/>
          <p:cNvSpPr/>
          <p:nvPr/>
        </p:nvSpPr>
        <p:spPr>
          <a:xfrm>
            <a:off x="9288780" y="1243965"/>
            <a:ext cx="2792095" cy="5854700"/>
          </a:xfrm>
          <a:prstGeom prst="trapezoid">
            <a:avLst>
              <a:gd name="adj" fmla="val 30365"/>
            </a:avLst>
          </a:prstGeom>
          <a:solidFill>
            <a:schemeClr val="accent4">
              <a:alpha val="67000"/>
            </a:schemeClr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pic>
        <p:nvPicPr>
          <p:cNvPr id="30" name="图片 29" descr="C:\Users\Administrator\Desktop\4a7e7ce1.png4a7e7ce1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9776248" y="-717762"/>
            <a:ext cx="1801707" cy="2511213"/>
          </a:xfrm>
          <a:prstGeom prst="rect">
            <a:avLst/>
          </a:prstGeom>
        </p:spPr>
      </p:pic>
      <p:grpSp>
        <p:nvGrpSpPr>
          <p:cNvPr id="31" name="组合 30"/>
          <p:cNvGrpSpPr/>
          <p:nvPr/>
        </p:nvGrpSpPr>
        <p:grpSpPr>
          <a:xfrm>
            <a:off x="9355950" y="3184426"/>
            <a:ext cx="2837180" cy="1700811"/>
            <a:chOff x="7921" y="3134"/>
            <a:chExt cx="5660" cy="1892"/>
          </a:xfrm>
        </p:grpSpPr>
        <p:sp>
          <p:nvSpPr>
            <p:cNvPr id="33" name="圆角矩形 32"/>
            <p:cNvSpPr/>
            <p:nvPr/>
          </p:nvSpPr>
          <p:spPr>
            <a:xfrm>
              <a:off x="8776" y="3144"/>
              <a:ext cx="3577" cy="1882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7921" y="3134"/>
              <a:ext cx="5660" cy="18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fontAlgn="ctr"/>
              <a:r>
                <a:rPr lang="zh-CN" altLang="en-US" sz="4400" b="1" kern="100" dirty="0">
                  <a:solidFill>
                    <a:srgbClr val="FF0000"/>
                  </a:solidFill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或许</a:t>
              </a:r>
            </a:p>
            <a:p>
              <a:pPr algn="ctr" fontAlgn="ctr"/>
              <a:endParaRPr lang="zh-CN" altLang="zh-CN" sz="2000" dirty="0">
                <a:solidFill>
                  <a:schemeClr val="bg1">
                    <a:lumMod val="6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endParaRPr>
            </a:p>
            <a:p>
              <a:pPr algn="ctr" fontAlgn="ctr"/>
              <a:r>
                <a:rPr lang="zh-CN" altLang="en-US" sz="2000" b="1" dirty="0">
                  <a:solidFill>
                    <a:schemeClr val="bg1">
                      <a:lumMod val="65000"/>
                    </a:schemeClr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副</a:t>
              </a:r>
              <a:r>
                <a:rPr lang="zh-CN" altLang="zh-CN" sz="2000" b="1" dirty="0">
                  <a:solidFill>
                    <a:schemeClr val="bg1">
                      <a:lumMod val="65000"/>
                    </a:schemeClr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词</a:t>
              </a:r>
              <a:r>
                <a:rPr lang="en-US" altLang="zh-CN" sz="2000" b="1" dirty="0">
                  <a:solidFill>
                    <a:schemeClr val="bg1">
                      <a:lumMod val="65000"/>
                    </a:schemeClr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-</a:t>
              </a:r>
              <a:r>
                <a:rPr lang="zh-CN" altLang="en-US" sz="2000" b="1" dirty="0">
                  <a:solidFill>
                    <a:srgbClr val="FF0000"/>
                  </a:solidFill>
                  <a:highlight>
                    <a:srgbClr val="FFFF00"/>
                  </a:highlight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也许，</a:t>
              </a:r>
              <a:endParaRPr lang="en-US" altLang="zh-CN" sz="2000" b="1" dirty="0">
                <a:solidFill>
                  <a:srgbClr val="FF0000"/>
                </a:solidFill>
                <a:highlight>
                  <a:srgbClr val="FFFF00"/>
                </a:highligh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endParaRPr>
            </a:p>
            <a:p>
              <a:pPr algn="ctr" fontAlgn="ctr"/>
              <a:r>
                <a:rPr lang="zh-CN" altLang="en-US" sz="2000" b="1" dirty="0">
                  <a:solidFill>
                    <a:srgbClr val="FF0000"/>
                  </a:solidFill>
                  <a:highlight>
                    <a:srgbClr val="FFFF00"/>
                  </a:highlight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有可能</a:t>
              </a:r>
            </a:p>
          </p:txBody>
        </p:sp>
      </p:grpSp>
      <p:grpSp>
        <p:nvGrpSpPr>
          <p:cNvPr id="68" name="组合 67"/>
          <p:cNvGrpSpPr/>
          <p:nvPr/>
        </p:nvGrpSpPr>
        <p:grpSpPr>
          <a:xfrm>
            <a:off x="361991" y="1525680"/>
            <a:ext cx="9422543" cy="837565"/>
            <a:chOff x="518" y="3412"/>
            <a:chExt cx="13846" cy="1319"/>
          </a:xfrm>
        </p:grpSpPr>
        <p:sp>
          <p:nvSpPr>
            <p:cNvPr id="62" name="圆角矩形 61"/>
            <p:cNvSpPr/>
            <p:nvPr/>
          </p:nvSpPr>
          <p:spPr>
            <a:xfrm>
              <a:off x="518" y="3426"/>
              <a:ext cx="13447" cy="1305"/>
            </a:xfrm>
            <a:prstGeom prst="roundRect">
              <a:avLst/>
            </a:prstGeom>
            <a:noFill/>
            <a:ln w="19050">
              <a:solidFill>
                <a:srgbClr val="C0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E2AEAB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文本框 7"/>
            <p:cNvSpPr txBox="1"/>
            <p:nvPr/>
          </p:nvSpPr>
          <p:spPr>
            <a:xfrm>
              <a:off x="518" y="3412"/>
              <a:ext cx="13846" cy="11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defTabSz="914400" rtl="0" eaLnBrk="1" fontAlgn="base" latinLnBrk="0" hangingPunct="0">
                <a:lnSpc>
                  <a:spcPct val="150000"/>
                </a:lnSpc>
                <a:buClrTx/>
                <a:buSzTx/>
                <a:buFontTx/>
                <a:buNone/>
              </a:pPr>
              <a:r>
                <a:rPr lang="zh-CN" altLang="en-US" sz="3200" b="1" dirty="0"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虽然以前她不支持你，但</a:t>
              </a:r>
              <a:r>
                <a:rPr lang="zh-CN" altLang="en-US" sz="3200" b="1" dirty="0">
                  <a:solidFill>
                    <a:srgbClr val="FF0000"/>
                  </a:solidFill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或许</a:t>
              </a:r>
              <a:r>
                <a:rPr lang="zh-CN" altLang="en-US" sz="3200" b="1" dirty="0"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这次会有变化</a:t>
              </a:r>
              <a:r>
                <a:rPr lang="zh-CN" altLang="en-US" sz="32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。</a:t>
              </a:r>
            </a:p>
          </p:txBody>
        </p:sp>
      </p:grpSp>
      <p:grpSp>
        <p:nvGrpSpPr>
          <p:cNvPr id="80" name="组合 79"/>
          <p:cNvGrpSpPr/>
          <p:nvPr/>
        </p:nvGrpSpPr>
        <p:grpSpPr>
          <a:xfrm>
            <a:off x="338339" y="2881384"/>
            <a:ext cx="9174666" cy="1095232"/>
            <a:chOff x="518" y="3425"/>
            <a:chExt cx="13447" cy="1306"/>
          </a:xfrm>
        </p:grpSpPr>
        <p:sp>
          <p:nvSpPr>
            <p:cNvPr id="81" name="圆角矩形 80"/>
            <p:cNvSpPr/>
            <p:nvPr/>
          </p:nvSpPr>
          <p:spPr>
            <a:xfrm>
              <a:off x="518" y="3426"/>
              <a:ext cx="13447" cy="1305"/>
            </a:xfrm>
            <a:prstGeom prst="roundRect">
              <a:avLst/>
            </a:prstGeom>
            <a:noFill/>
            <a:ln w="19050">
              <a:solidFill>
                <a:srgbClr val="C0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E2AEAB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2" name="文本框 7"/>
            <p:cNvSpPr txBox="1"/>
            <p:nvPr/>
          </p:nvSpPr>
          <p:spPr>
            <a:xfrm>
              <a:off x="519" y="3425"/>
              <a:ext cx="13446" cy="128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eaLnBrk="1" fontAlgn="base" hangingPunct="0">
                <a:buClrTx/>
                <a:buSzTx/>
                <a:buFontTx/>
              </a:pPr>
              <a:r>
                <a:rPr lang="zh-CN" altLang="en-US" sz="3200" b="1" dirty="0">
                  <a:solidFill>
                    <a:srgbClr val="FF0000"/>
                  </a:solidFill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或许</a:t>
              </a:r>
              <a:r>
                <a:rPr lang="zh-CN" altLang="en-US" sz="3200" b="1" dirty="0"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正是因为这一点一滴的努力，你就会走在别人的前面。</a:t>
              </a:r>
              <a:endParaRPr lang="zh-CN" altLang="en-US" sz="3200" b="1" noProof="0" dirty="0">
                <a:ln>
                  <a:noFill/>
                </a:ln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sym typeface="华文细黑" panose="02010600040101010101" pitchFamily="2" charset="-122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339163" y="4658562"/>
            <a:ext cx="9184899" cy="1136576"/>
            <a:chOff x="533" y="2576"/>
            <a:chExt cx="13463" cy="1802"/>
          </a:xfrm>
        </p:grpSpPr>
        <p:sp>
          <p:nvSpPr>
            <p:cNvPr id="3" name="圆角矩形 80"/>
            <p:cNvSpPr/>
            <p:nvPr/>
          </p:nvSpPr>
          <p:spPr>
            <a:xfrm>
              <a:off x="533" y="2576"/>
              <a:ext cx="13447" cy="1802"/>
            </a:xfrm>
            <a:prstGeom prst="roundRect">
              <a:avLst/>
            </a:prstGeom>
            <a:noFill/>
            <a:ln w="19050">
              <a:solidFill>
                <a:srgbClr val="C0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E2AEAB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文本框 7"/>
            <p:cNvSpPr txBox="1"/>
            <p:nvPr/>
          </p:nvSpPr>
          <p:spPr>
            <a:xfrm>
              <a:off x="550" y="2621"/>
              <a:ext cx="13446" cy="17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eaLnBrk="1" fontAlgn="base" hangingPunct="0">
                <a:buClrTx/>
                <a:buSzTx/>
                <a:buFontTx/>
              </a:pPr>
              <a:r>
                <a:rPr lang="zh-CN" altLang="en-US" sz="3200" b="1" dirty="0"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留心生活的每一瞬间，并为之争论，适时请求帮助、认真研究，</a:t>
              </a:r>
              <a:r>
                <a:rPr lang="zh-CN" altLang="en-US" sz="3200" b="1" dirty="0">
                  <a:solidFill>
                    <a:srgbClr val="FF0000"/>
                  </a:solidFill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或许</a:t>
              </a:r>
              <a:r>
                <a:rPr lang="zh-CN" altLang="en-US" sz="3200" b="1" dirty="0"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重大发现就在你的眼前。</a:t>
              </a:r>
              <a:endParaRPr lang="zh-CN" altLang="en-US" sz="3200" b="1" noProof="0" dirty="0">
                <a:ln>
                  <a:noFill/>
                </a:ln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sym typeface="华文细黑" panose="02010600040101010101" pitchFamily="2" charset="-122"/>
              </a:endParaRPr>
            </a:p>
          </p:txBody>
        </p:sp>
      </p:grp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bldLvl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Nube"/>
          <p:cNvSpPr/>
          <p:nvPr/>
        </p:nvSpPr>
        <p:spPr>
          <a:xfrm>
            <a:off x="6919272" y="3495057"/>
            <a:ext cx="2232249" cy="1032364"/>
          </a:xfrm>
          <a:prstGeom prst="cloud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tint val="66000"/>
                  <a:satMod val="160000"/>
                </a:schemeClr>
              </a:gs>
              <a:gs pos="50000">
                <a:schemeClr val="tx2">
                  <a:lumMod val="40000"/>
                  <a:lumOff val="60000"/>
                  <a:tint val="44500"/>
                  <a:satMod val="160000"/>
                </a:schemeClr>
              </a:gs>
              <a:gs pos="100000">
                <a:schemeClr val="tx2">
                  <a:lumMod val="40000"/>
                  <a:lumOff val="60000"/>
                  <a:tint val="23500"/>
                  <a:satMod val="160000"/>
                </a:schemeClr>
              </a:gs>
            </a:gsLst>
            <a:lin ang="16200000" scaled="1"/>
            <a:tileRect/>
          </a:gradFill>
          <a:ln w="76200"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Comic Sans MS" panose="030F0902030302020204" pitchFamily="66" charset="0"/>
                <a:cs typeface="Aharoni" panose="02010803020104030203" pitchFamily="2" charset="-79"/>
              </a:rPr>
              <a:t>终于</a:t>
            </a:r>
            <a:endParaRPr lang="zh-CN" altLang="es-ES_tradnl" sz="3200" b="1" dirty="0">
              <a:solidFill>
                <a:schemeClr val="tx2">
                  <a:lumMod val="60000"/>
                  <a:lumOff val="40000"/>
                </a:schemeClr>
              </a:solidFill>
              <a:latin typeface="Comic Sans MS" panose="030F0902030302020204" pitchFamily="66" charset="0"/>
              <a:cs typeface="Aharoni" panose="02010803020104030203" pitchFamily="2" charset="-79"/>
            </a:endParaRPr>
          </a:p>
        </p:txBody>
      </p:sp>
      <p:sp>
        <p:nvSpPr>
          <p:cNvPr id="6" name="5 Nube"/>
          <p:cNvSpPr/>
          <p:nvPr/>
        </p:nvSpPr>
        <p:spPr>
          <a:xfrm>
            <a:off x="4005590" y="3500864"/>
            <a:ext cx="2212865" cy="1021497"/>
          </a:xfrm>
          <a:prstGeom prst="cloud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tint val="66000"/>
                  <a:satMod val="160000"/>
                </a:schemeClr>
              </a:gs>
              <a:gs pos="50000">
                <a:schemeClr val="tx2">
                  <a:lumMod val="40000"/>
                  <a:lumOff val="60000"/>
                  <a:tint val="44500"/>
                  <a:satMod val="160000"/>
                </a:schemeClr>
              </a:gs>
              <a:gs pos="100000">
                <a:schemeClr val="tx2">
                  <a:lumMod val="40000"/>
                  <a:lumOff val="60000"/>
                  <a:tint val="23500"/>
                  <a:satMod val="160000"/>
                </a:schemeClr>
              </a:gs>
            </a:gsLst>
            <a:lin ang="16200000" scaled="1"/>
            <a:tileRect/>
          </a:gradFill>
          <a:ln w="76200"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Comic Sans MS" panose="030F0902030302020204" pitchFamily="66" charset="0"/>
                <a:cs typeface="Aharoni" panose="02010803020104030203" pitchFamily="2" charset="-79"/>
              </a:rPr>
              <a:t>始终</a:t>
            </a:r>
            <a:endParaRPr lang="zh-CN" altLang="es-ES" sz="2800" b="1" dirty="0">
              <a:solidFill>
                <a:schemeClr val="tx2">
                  <a:lumMod val="60000"/>
                  <a:lumOff val="40000"/>
                </a:schemeClr>
              </a:solidFill>
              <a:latin typeface="Comic Sans MS" panose="030F0902030302020204" pitchFamily="66" charset="0"/>
              <a:cs typeface="Aharoni" panose="02010803020104030203" pitchFamily="2" charset="-79"/>
            </a:endParaRPr>
          </a:p>
        </p:txBody>
      </p:sp>
      <p:sp>
        <p:nvSpPr>
          <p:cNvPr id="11" name="圆角矩形标注 10"/>
          <p:cNvSpPr/>
          <p:nvPr/>
        </p:nvSpPr>
        <p:spPr>
          <a:xfrm>
            <a:off x="2446020" y="1209040"/>
            <a:ext cx="8442325" cy="918210"/>
          </a:xfrm>
          <a:prstGeom prst="wedgeRoundRectCallout">
            <a:avLst>
              <a:gd name="adj1" fmla="val -57398"/>
              <a:gd name="adj2" fmla="val 56298"/>
              <a:gd name="adj3" fmla="val 16667"/>
            </a:avLst>
          </a:prstGeom>
          <a:solidFill>
            <a:srgbClr val="E2AEAB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32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rPr>
              <a:t>毕业二十年以来，我们</a:t>
            </a:r>
            <a:r>
              <a:rPr lang="zh-CN" altLang="zh-CN" sz="3200" b="1" u="sng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rPr>
              <a:t>           </a:t>
            </a:r>
            <a:r>
              <a:rPr lang="zh-CN" altLang="en-US" sz="32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rPr>
              <a:t>保持着联系。</a:t>
            </a:r>
            <a:endParaRPr lang="zh-CN" altLang="zh-CN" sz="3200" b="1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华文细黑" panose="02010600040101010101" pitchFamily="2" charset="-122"/>
            </a:endParaRPr>
          </a:p>
        </p:txBody>
      </p:sp>
      <p:sp>
        <p:nvSpPr>
          <p:cNvPr id="12" name="文本框 7"/>
          <p:cNvSpPr txBox="1"/>
          <p:nvPr/>
        </p:nvSpPr>
        <p:spPr>
          <a:xfrm>
            <a:off x="166805" y="214290"/>
            <a:ext cx="1251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练一练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13" name="文本框 7"/>
          <p:cNvSpPr txBox="1"/>
          <p:nvPr/>
        </p:nvSpPr>
        <p:spPr>
          <a:xfrm>
            <a:off x="238243" y="702214"/>
            <a:ext cx="104013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Practise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34" name="图片 33" descr="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19753" y="0"/>
            <a:ext cx="1459230" cy="1459230"/>
          </a:xfrm>
          <a:prstGeom prst="rect">
            <a:avLst/>
          </a:prstGeom>
        </p:spPr>
      </p:pic>
      <p:pic>
        <p:nvPicPr>
          <p:cNvPr id="14" name="图片 13" descr="人物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1851660"/>
            <a:ext cx="3337560" cy="5006340"/>
          </a:xfrm>
          <a:prstGeom prst="rect">
            <a:avLst/>
          </a:prstGeom>
        </p:spPr>
      </p:pic>
      <p:sp>
        <p:nvSpPr>
          <p:cNvPr id="9" name="8 CuadroTexto"/>
          <p:cNvSpPr txBox="1"/>
          <p:nvPr/>
        </p:nvSpPr>
        <p:spPr>
          <a:xfrm>
            <a:off x="6667182" y="1268245"/>
            <a:ext cx="156156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</a:rPr>
              <a:t>始终</a:t>
            </a:r>
            <a:endParaRPr lang="zh-CN" altLang="es-ES_tradnl" sz="3200" b="1" dirty="0">
              <a:solidFill>
                <a:srgbClr val="C00000"/>
              </a:solidFill>
              <a:effectLst/>
              <a:latin typeface="华文楷体" panose="02010600040101010101" charset="-122"/>
              <a:ea typeface="华文楷体" panose="0201060004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1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6" grpId="0" bldLvl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Nube"/>
          <p:cNvSpPr/>
          <p:nvPr/>
        </p:nvSpPr>
        <p:spPr>
          <a:xfrm>
            <a:off x="6919272" y="3495057"/>
            <a:ext cx="2232249" cy="1032364"/>
          </a:xfrm>
          <a:prstGeom prst="cloud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tint val="66000"/>
                  <a:satMod val="160000"/>
                </a:schemeClr>
              </a:gs>
              <a:gs pos="50000">
                <a:schemeClr val="tx2">
                  <a:lumMod val="40000"/>
                  <a:lumOff val="60000"/>
                  <a:tint val="44500"/>
                  <a:satMod val="160000"/>
                </a:schemeClr>
              </a:gs>
              <a:gs pos="100000">
                <a:schemeClr val="tx2">
                  <a:lumMod val="40000"/>
                  <a:lumOff val="60000"/>
                  <a:tint val="23500"/>
                  <a:satMod val="160000"/>
                </a:schemeClr>
              </a:gs>
            </a:gsLst>
            <a:lin ang="16200000" scaled="1"/>
            <a:tileRect/>
          </a:gradFill>
          <a:ln w="76200"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Comic Sans MS" panose="030F0902030302020204" pitchFamily="66" charset="0"/>
                <a:cs typeface="Aharoni" panose="02010803020104030203" pitchFamily="2" charset="-79"/>
              </a:rPr>
              <a:t>辩论</a:t>
            </a:r>
            <a:endParaRPr lang="zh-CN" altLang="es-ES_tradnl" sz="3200" b="1" dirty="0">
              <a:solidFill>
                <a:schemeClr val="tx2">
                  <a:lumMod val="60000"/>
                  <a:lumOff val="40000"/>
                </a:schemeClr>
              </a:solidFill>
              <a:latin typeface="Comic Sans MS" panose="030F0902030302020204" pitchFamily="66" charset="0"/>
              <a:cs typeface="Aharoni" panose="02010803020104030203" pitchFamily="2" charset="-79"/>
            </a:endParaRPr>
          </a:p>
        </p:txBody>
      </p:sp>
      <p:sp>
        <p:nvSpPr>
          <p:cNvPr id="6" name="5 Nube"/>
          <p:cNvSpPr/>
          <p:nvPr/>
        </p:nvSpPr>
        <p:spPr>
          <a:xfrm>
            <a:off x="4005590" y="3500864"/>
            <a:ext cx="2212865" cy="1021497"/>
          </a:xfrm>
          <a:prstGeom prst="cloud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tint val="66000"/>
                  <a:satMod val="160000"/>
                </a:schemeClr>
              </a:gs>
              <a:gs pos="50000">
                <a:schemeClr val="tx2">
                  <a:lumMod val="40000"/>
                  <a:lumOff val="60000"/>
                  <a:tint val="44500"/>
                  <a:satMod val="160000"/>
                </a:schemeClr>
              </a:gs>
              <a:gs pos="100000">
                <a:schemeClr val="tx2">
                  <a:lumMod val="40000"/>
                  <a:lumOff val="60000"/>
                  <a:tint val="23500"/>
                  <a:satMod val="160000"/>
                </a:schemeClr>
              </a:gs>
            </a:gsLst>
            <a:lin ang="16200000" scaled="1"/>
            <a:tileRect/>
          </a:gradFill>
          <a:ln w="76200"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Comic Sans MS" panose="030F0902030302020204" pitchFamily="66" charset="0"/>
                <a:cs typeface="Aharoni" panose="02010803020104030203" pitchFamily="2" charset="-79"/>
              </a:rPr>
              <a:t>争论</a:t>
            </a:r>
          </a:p>
        </p:txBody>
      </p:sp>
      <p:sp>
        <p:nvSpPr>
          <p:cNvPr id="11" name="圆角矩形标注 10"/>
          <p:cNvSpPr/>
          <p:nvPr/>
        </p:nvSpPr>
        <p:spPr>
          <a:xfrm>
            <a:off x="2446020" y="965771"/>
            <a:ext cx="8442325" cy="1161479"/>
          </a:xfrm>
          <a:prstGeom prst="wedgeRoundRectCallout">
            <a:avLst>
              <a:gd name="adj1" fmla="val -57398"/>
              <a:gd name="adj2" fmla="val 56298"/>
              <a:gd name="adj3" fmla="val 16667"/>
            </a:avLst>
          </a:prstGeom>
          <a:solidFill>
            <a:srgbClr val="E2AEAB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zh-CN" altLang="en-US" sz="32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rPr>
              <a:t>在昨天举行的</a:t>
            </a:r>
            <a:r>
              <a:rPr lang="zh-CN" altLang="zh-CN" sz="3200" b="1" u="sng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rPr>
              <a:t>           </a:t>
            </a:r>
            <a:r>
              <a:rPr lang="zh-CN" altLang="en-US" sz="3200" b="1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rPr>
              <a:t>赛上</a:t>
            </a:r>
            <a:r>
              <a:rPr lang="en-US" altLang="zh-CN" sz="3200" b="1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rPr>
              <a:t>,</a:t>
            </a:r>
            <a:r>
              <a:rPr lang="zh-CN" altLang="en-US" sz="3200" b="1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rPr>
              <a:t>他的表现得到了大家的好评。</a:t>
            </a:r>
            <a:endParaRPr lang="zh-CN" altLang="zh-CN" sz="3200" b="1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华文细黑" panose="02010600040101010101" pitchFamily="2" charset="-122"/>
            </a:endParaRPr>
          </a:p>
        </p:txBody>
      </p:sp>
      <p:sp>
        <p:nvSpPr>
          <p:cNvPr id="12" name="文本框 7"/>
          <p:cNvSpPr txBox="1"/>
          <p:nvPr/>
        </p:nvSpPr>
        <p:spPr>
          <a:xfrm>
            <a:off x="166805" y="214290"/>
            <a:ext cx="1251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练一练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13" name="文本框 7"/>
          <p:cNvSpPr txBox="1"/>
          <p:nvPr/>
        </p:nvSpPr>
        <p:spPr>
          <a:xfrm>
            <a:off x="238243" y="702214"/>
            <a:ext cx="104013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Practise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34" name="图片 33" descr="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19753" y="0"/>
            <a:ext cx="1459230" cy="1459230"/>
          </a:xfrm>
          <a:prstGeom prst="rect">
            <a:avLst/>
          </a:prstGeom>
        </p:spPr>
      </p:pic>
      <p:pic>
        <p:nvPicPr>
          <p:cNvPr id="14" name="图片 13" descr="人物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1851660"/>
            <a:ext cx="3337560" cy="5006340"/>
          </a:xfrm>
          <a:prstGeom prst="rect">
            <a:avLst/>
          </a:prstGeom>
        </p:spPr>
      </p:pic>
      <p:sp>
        <p:nvSpPr>
          <p:cNvPr id="9" name="8 CuadroTexto"/>
          <p:cNvSpPr txBox="1"/>
          <p:nvPr/>
        </p:nvSpPr>
        <p:spPr>
          <a:xfrm>
            <a:off x="5314750" y="962945"/>
            <a:ext cx="156156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</a:rPr>
              <a:t>辩论</a:t>
            </a:r>
            <a:endParaRPr lang="zh-CN" altLang="es-ES_tradnl" sz="3200" b="1" dirty="0">
              <a:solidFill>
                <a:srgbClr val="C00000"/>
              </a:solidFill>
              <a:effectLst/>
              <a:latin typeface="华文楷体" panose="02010600040101010101" charset="-122"/>
              <a:ea typeface="华文楷体" panose="0201060004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1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6" grpId="0" bldLvl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Nube"/>
          <p:cNvSpPr/>
          <p:nvPr/>
        </p:nvSpPr>
        <p:spPr>
          <a:xfrm>
            <a:off x="6919272" y="3495057"/>
            <a:ext cx="2232249" cy="1032364"/>
          </a:xfrm>
          <a:prstGeom prst="cloud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tint val="66000"/>
                  <a:satMod val="160000"/>
                </a:schemeClr>
              </a:gs>
              <a:gs pos="50000">
                <a:schemeClr val="tx2">
                  <a:lumMod val="40000"/>
                  <a:lumOff val="60000"/>
                  <a:tint val="44500"/>
                  <a:satMod val="160000"/>
                </a:schemeClr>
              </a:gs>
              <a:gs pos="100000">
                <a:schemeClr val="tx2">
                  <a:lumMod val="40000"/>
                  <a:lumOff val="60000"/>
                  <a:tint val="23500"/>
                  <a:satMod val="160000"/>
                </a:schemeClr>
              </a:gs>
            </a:gsLst>
            <a:lin ang="16200000" scaled="1"/>
            <a:tileRect/>
          </a:gradFill>
          <a:ln w="76200"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Comic Sans MS" panose="030F0902030302020204" pitchFamily="66" charset="0"/>
                <a:cs typeface="Aharoni" panose="02010803020104030203" pitchFamily="2" charset="-79"/>
              </a:rPr>
              <a:t>距离</a:t>
            </a:r>
            <a:endParaRPr lang="zh-CN" altLang="es-ES_tradnl" sz="3200" b="1" dirty="0">
              <a:solidFill>
                <a:schemeClr val="tx2">
                  <a:lumMod val="60000"/>
                  <a:lumOff val="40000"/>
                </a:schemeClr>
              </a:solidFill>
              <a:latin typeface="Comic Sans MS" panose="030F0902030302020204" pitchFamily="66" charset="0"/>
              <a:cs typeface="Aharoni" panose="02010803020104030203" pitchFamily="2" charset="-79"/>
            </a:endParaRPr>
          </a:p>
        </p:txBody>
      </p:sp>
      <p:sp>
        <p:nvSpPr>
          <p:cNvPr id="6" name="5 Nube"/>
          <p:cNvSpPr/>
          <p:nvPr/>
        </p:nvSpPr>
        <p:spPr>
          <a:xfrm>
            <a:off x="4005590" y="3500864"/>
            <a:ext cx="2212865" cy="1021497"/>
          </a:xfrm>
          <a:prstGeom prst="cloud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tint val="66000"/>
                  <a:satMod val="160000"/>
                </a:schemeClr>
              </a:gs>
              <a:gs pos="50000">
                <a:schemeClr val="tx2">
                  <a:lumMod val="40000"/>
                  <a:lumOff val="60000"/>
                  <a:tint val="44500"/>
                  <a:satMod val="160000"/>
                </a:schemeClr>
              </a:gs>
              <a:gs pos="100000">
                <a:schemeClr val="tx2">
                  <a:lumMod val="40000"/>
                  <a:lumOff val="60000"/>
                  <a:tint val="23500"/>
                  <a:satMod val="160000"/>
                </a:schemeClr>
              </a:gs>
            </a:gsLst>
            <a:lin ang="16200000" scaled="1"/>
            <a:tileRect/>
          </a:gradFill>
          <a:ln w="76200"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Comic Sans MS" panose="030F0902030302020204" pitchFamily="66" charset="0"/>
                <a:cs typeface="Aharoni" panose="02010803020104030203" pitchFamily="2" charset="-79"/>
              </a:rPr>
              <a:t>差距</a:t>
            </a:r>
          </a:p>
        </p:txBody>
      </p:sp>
      <p:sp>
        <p:nvSpPr>
          <p:cNvPr id="11" name="圆角矩形标注 10"/>
          <p:cNvSpPr/>
          <p:nvPr/>
        </p:nvSpPr>
        <p:spPr>
          <a:xfrm>
            <a:off x="2446018" y="1078538"/>
            <a:ext cx="8442325" cy="1233398"/>
          </a:xfrm>
          <a:prstGeom prst="wedgeRoundRectCallout">
            <a:avLst>
              <a:gd name="adj1" fmla="val -57398"/>
              <a:gd name="adj2" fmla="val 56298"/>
              <a:gd name="adj3" fmla="val 16667"/>
            </a:avLst>
          </a:prstGeom>
          <a:solidFill>
            <a:srgbClr val="E2AEAB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zh-CN" altLang="en-US" sz="32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rPr>
              <a:t>我们之间</a:t>
            </a:r>
            <a:r>
              <a:rPr lang="zh-CN" altLang="en-US" sz="3200" b="1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rPr>
              <a:t>还有很大的</a:t>
            </a:r>
            <a:r>
              <a:rPr lang="zh-CN" altLang="zh-CN" sz="3200" b="1" u="sng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rPr>
              <a:t>          </a:t>
            </a:r>
            <a:r>
              <a:rPr lang="zh-CN" altLang="en-US" sz="3200" b="1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rPr>
              <a:t>，我要向他学习，更加努力。</a:t>
            </a:r>
            <a:endParaRPr lang="zh-CN" altLang="zh-CN" sz="3200" b="1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华文细黑" panose="02010600040101010101" pitchFamily="2" charset="-122"/>
            </a:endParaRPr>
          </a:p>
        </p:txBody>
      </p:sp>
      <p:sp>
        <p:nvSpPr>
          <p:cNvPr id="12" name="文本框 7"/>
          <p:cNvSpPr txBox="1"/>
          <p:nvPr/>
        </p:nvSpPr>
        <p:spPr>
          <a:xfrm>
            <a:off x="166805" y="214290"/>
            <a:ext cx="1251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练一练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13" name="文本框 7"/>
          <p:cNvSpPr txBox="1"/>
          <p:nvPr/>
        </p:nvSpPr>
        <p:spPr>
          <a:xfrm>
            <a:off x="238243" y="702214"/>
            <a:ext cx="104013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Practise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34" name="图片 33" descr="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19753" y="0"/>
            <a:ext cx="1459230" cy="1459230"/>
          </a:xfrm>
          <a:prstGeom prst="rect">
            <a:avLst/>
          </a:prstGeom>
        </p:spPr>
      </p:pic>
      <p:pic>
        <p:nvPicPr>
          <p:cNvPr id="14" name="图片 13" descr="人物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1851660"/>
            <a:ext cx="3337560" cy="5006340"/>
          </a:xfrm>
          <a:prstGeom prst="rect">
            <a:avLst/>
          </a:prstGeom>
        </p:spPr>
      </p:pic>
      <p:sp>
        <p:nvSpPr>
          <p:cNvPr id="9" name="8 CuadroTexto"/>
          <p:cNvSpPr txBox="1"/>
          <p:nvPr/>
        </p:nvSpPr>
        <p:spPr>
          <a:xfrm>
            <a:off x="6218502" y="1070514"/>
            <a:ext cx="156156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</a:rPr>
              <a:t>差距</a:t>
            </a:r>
            <a:endParaRPr lang="zh-CN" altLang="es-ES_tradnl" sz="3200" b="1" dirty="0">
              <a:solidFill>
                <a:srgbClr val="C00000"/>
              </a:solidFill>
              <a:effectLst/>
              <a:latin typeface="华文楷体" panose="02010600040101010101" charset="-122"/>
              <a:ea typeface="华文楷体" panose="0201060004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1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6" grpId="0" bldLvl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Nube"/>
          <p:cNvSpPr/>
          <p:nvPr/>
        </p:nvSpPr>
        <p:spPr>
          <a:xfrm>
            <a:off x="6919272" y="3495057"/>
            <a:ext cx="2232249" cy="1032364"/>
          </a:xfrm>
          <a:prstGeom prst="cloud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tint val="66000"/>
                  <a:satMod val="160000"/>
                </a:schemeClr>
              </a:gs>
              <a:gs pos="50000">
                <a:schemeClr val="tx2">
                  <a:lumMod val="40000"/>
                  <a:lumOff val="60000"/>
                  <a:tint val="44500"/>
                  <a:satMod val="160000"/>
                </a:schemeClr>
              </a:gs>
              <a:gs pos="100000">
                <a:schemeClr val="tx2">
                  <a:lumMod val="40000"/>
                  <a:lumOff val="60000"/>
                  <a:tint val="23500"/>
                  <a:satMod val="160000"/>
                </a:schemeClr>
              </a:gs>
            </a:gsLst>
            <a:lin ang="16200000" scaled="1"/>
            <a:tileRect/>
          </a:gradFill>
          <a:ln w="76200"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s-ES_tradnl" sz="32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Comic Sans MS" panose="030F0902030302020204" pitchFamily="66" charset="0"/>
                <a:cs typeface="Aharoni" panose="02010803020104030203" pitchFamily="2" charset="-79"/>
              </a:rPr>
              <a:t>或者</a:t>
            </a:r>
          </a:p>
        </p:txBody>
      </p:sp>
      <p:sp>
        <p:nvSpPr>
          <p:cNvPr id="6" name="5 Nube"/>
          <p:cNvSpPr/>
          <p:nvPr/>
        </p:nvSpPr>
        <p:spPr>
          <a:xfrm>
            <a:off x="4005590" y="3500864"/>
            <a:ext cx="2212865" cy="1021497"/>
          </a:xfrm>
          <a:prstGeom prst="cloud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tint val="66000"/>
                  <a:satMod val="160000"/>
                </a:schemeClr>
              </a:gs>
              <a:gs pos="50000">
                <a:schemeClr val="tx2">
                  <a:lumMod val="40000"/>
                  <a:lumOff val="60000"/>
                  <a:tint val="44500"/>
                  <a:satMod val="160000"/>
                </a:schemeClr>
              </a:gs>
              <a:gs pos="100000">
                <a:schemeClr val="tx2">
                  <a:lumMod val="40000"/>
                  <a:lumOff val="60000"/>
                  <a:tint val="23500"/>
                  <a:satMod val="160000"/>
                </a:schemeClr>
              </a:gs>
            </a:gsLst>
            <a:lin ang="16200000" scaled="1"/>
            <a:tileRect/>
          </a:gradFill>
          <a:ln w="76200"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Comic Sans MS" panose="030F0902030302020204" pitchFamily="66" charset="0"/>
                <a:cs typeface="Aharoni" panose="02010803020104030203" pitchFamily="2" charset="-79"/>
              </a:rPr>
              <a:t>或许</a:t>
            </a:r>
          </a:p>
        </p:txBody>
      </p:sp>
      <p:sp>
        <p:nvSpPr>
          <p:cNvPr id="11" name="圆角矩形标注 10"/>
          <p:cNvSpPr/>
          <p:nvPr/>
        </p:nvSpPr>
        <p:spPr>
          <a:xfrm>
            <a:off x="2446020" y="1263650"/>
            <a:ext cx="8442325" cy="1306195"/>
          </a:xfrm>
          <a:prstGeom prst="wedgeRoundRectCallout">
            <a:avLst>
              <a:gd name="adj1" fmla="val -57398"/>
              <a:gd name="adj2" fmla="val 56298"/>
              <a:gd name="adj3" fmla="val 16667"/>
            </a:avLst>
          </a:prstGeom>
          <a:solidFill>
            <a:srgbClr val="E2AEAB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zh-CN" altLang="en-US" sz="32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rPr>
              <a:t>吃中餐</a:t>
            </a:r>
            <a:r>
              <a:rPr lang="zh-CN" altLang="zh-CN" sz="3200" b="1" u="sng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rPr>
              <a:t>        </a:t>
            </a:r>
            <a:r>
              <a:rPr lang="zh-CN" altLang="en-US" sz="32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rPr>
              <a:t>西餐都可以，只是我不能吃太辣的</a:t>
            </a:r>
            <a:r>
              <a:rPr lang="zh-CN" altLang="zh-CN" sz="32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rPr>
              <a:t>。</a:t>
            </a:r>
          </a:p>
        </p:txBody>
      </p:sp>
      <p:sp>
        <p:nvSpPr>
          <p:cNvPr id="12" name="文本框 7"/>
          <p:cNvSpPr txBox="1"/>
          <p:nvPr/>
        </p:nvSpPr>
        <p:spPr>
          <a:xfrm>
            <a:off x="166805" y="214290"/>
            <a:ext cx="1251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练一练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13" name="文本框 7"/>
          <p:cNvSpPr txBox="1"/>
          <p:nvPr/>
        </p:nvSpPr>
        <p:spPr>
          <a:xfrm>
            <a:off x="238243" y="702214"/>
            <a:ext cx="104013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Practise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34" name="图片 33" descr="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19753" y="0"/>
            <a:ext cx="1459230" cy="1459230"/>
          </a:xfrm>
          <a:prstGeom prst="rect">
            <a:avLst/>
          </a:prstGeom>
        </p:spPr>
      </p:pic>
      <p:pic>
        <p:nvPicPr>
          <p:cNvPr id="14" name="图片 13" descr="人物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1851660"/>
            <a:ext cx="3337560" cy="5006340"/>
          </a:xfrm>
          <a:prstGeom prst="rect">
            <a:avLst/>
          </a:prstGeom>
        </p:spPr>
      </p:pic>
      <p:sp>
        <p:nvSpPr>
          <p:cNvPr id="9" name="8 CuadroTexto"/>
          <p:cNvSpPr txBox="1"/>
          <p:nvPr/>
        </p:nvSpPr>
        <p:spPr>
          <a:xfrm>
            <a:off x="3590925" y="1268390"/>
            <a:ext cx="156156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</a:rPr>
              <a:t>或者</a:t>
            </a:r>
            <a:endParaRPr lang="zh-CN" altLang="es-ES_tradnl" sz="3200" b="1" dirty="0">
              <a:solidFill>
                <a:srgbClr val="C00000"/>
              </a:solidFill>
              <a:effectLst/>
              <a:latin typeface="华文楷体" panose="02010600040101010101" charset="-122"/>
              <a:ea typeface="华文楷体" panose="0201060004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1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6" grpId="0" bldLvl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底图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黑色遮罩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7" name="卡通人像" descr="D:\大敏\C盘东西\小红书\对外汉语战略搞钱计划\教学素材\图片素材\我压缩.png我压缩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5116830" y="601869"/>
            <a:ext cx="1958340" cy="1958451"/>
          </a:xfrm>
          <a:custGeom>
            <a:avLst/>
            <a:gdLst>
              <a:gd name="connsiteX0" fmla="*/ 2019868 w 4039736"/>
              <a:gd name="connsiteY0" fmla="*/ 0 h 4039736"/>
              <a:gd name="connsiteX1" fmla="*/ 4039736 w 4039736"/>
              <a:gd name="connsiteY1" fmla="*/ 2019868 h 4039736"/>
              <a:gd name="connsiteX2" fmla="*/ 2019868 w 4039736"/>
              <a:gd name="connsiteY2" fmla="*/ 4039736 h 4039736"/>
              <a:gd name="connsiteX3" fmla="*/ 0 w 4039736"/>
              <a:gd name="connsiteY3" fmla="*/ 2019868 h 4039736"/>
              <a:gd name="connsiteX4" fmla="*/ 2019868 w 4039736"/>
              <a:gd name="connsiteY4" fmla="*/ 0 h 40397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39736" h="4039736">
                <a:moveTo>
                  <a:pt x="2019868" y="0"/>
                </a:moveTo>
                <a:cubicBezTo>
                  <a:pt x="3135410" y="0"/>
                  <a:pt x="4039736" y="904326"/>
                  <a:pt x="4039736" y="2019868"/>
                </a:cubicBezTo>
                <a:cubicBezTo>
                  <a:pt x="4039736" y="3135410"/>
                  <a:pt x="3135410" y="4039736"/>
                  <a:pt x="2019868" y="4039736"/>
                </a:cubicBezTo>
                <a:cubicBezTo>
                  <a:pt x="904326" y="4039736"/>
                  <a:pt x="0" y="3135410"/>
                  <a:pt x="0" y="2019868"/>
                </a:cubicBezTo>
                <a:cubicBezTo>
                  <a:pt x="0" y="904326"/>
                  <a:pt x="904326" y="0"/>
                  <a:pt x="2019868" y="0"/>
                </a:cubicBezTo>
                <a:close/>
              </a:path>
            </a:pathLst>
          </a:custGeom>
          <a:ln cap="rnd">
            <a:solidFill>
              <a:srgbClr val="E2AEAB"/>
            </a:solidFill>
          </a:ln>
          <a:effectLst>
            <a:glow rad="152400">
              <a:srgbClr val="FEADBB">
                <a:alpha val="40000"/>
              </a:srgbClr>
            </a:glow>
          </a:effectLst>
        </p:spPr>
      </p:pic>
      <p:sp>
        <p:nvSpPr>
          <p:cNvPr id="14" name="文本框 13"/>
          <p:cNvSpPr txBox="1"/>
          <p:nvPr/>
        </p:nvSpPr>
        <p:spPr>
          <a:xfrm>
            <a:off x="1027430" y="2948305"/>
            <a:ext cx="11164570" cy="27338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 algn="l" fontAlgn="auto">
              <a:lnSpc>
                <a:spcPts val="4160"/>
              </a:lnSpc>
              <a:buFont typeface="Arial" panose="020B0704020202020204" pitchFamily="34" charset="0"/>
              <a:buChar char="•"/>
            </a:pPr>
            <a:r>
              <a:rPr lang="zh-CN" altLang="en-US" sz="28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思源黑体 CN Regular" panose="020B0500000000000000" pitchFamily="34" charset="-122"/>
                <a:sym typeface="华文楷体" panose="02010600040101010101" charset="-122"/>
              </a:rPr>
              <a:t>斯坦福与科恩围绕什么问题进行了辩论？他们分别有什么看法？</a:t>
            </a:r>
          </a:p>
          <a:p>
            <a:pPr marL="457200" indent="-457200" algn="l" fontAlgn="auto">
              <a:lnSpc>
                <a:spcPts val="4160"/>
              </a:lnSpc>
              <a:buFont typeface="Arial" panose="020B0704020202020204" pitchFamily="34" charset="0"/>
              <a:buChar char="•"/>
            </a:pPr>
            <a:r>
              <a:rPr lang="zh-CN" altLang="en-US" sz="28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思源黑体 CN Regular" panose="020B0500000000000000" pitchFamily="34" charset="-122"/>
                <a:sym typeface="华文楷体" panose="02010600040101010101" charset="-122"/>
              </a:rPr>
              <a:t>他们用什么办法得出了结论？</a:t>
            </a:r>
          </a:p>
          <a:p>
            <a:pPr marL="457200" indent="-457200" algn="l" fontAlgn="auto">
              <a:lnSpc>
                <a:spcPts val="4160"/>
              </a:lnSpc>
              <a:buFont typeface="Arial" panose="020B0704020202020204" pitchFamily="34" charset="0"/>
              <a:buChar char="•"/>
            </a:pPr>
            <a:r>
              <a:rPr lang="zh-CN" altLang="en-US" sz="28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思源黑体 CN Regular" panose="020B0500000000000000" pitchFamily="34" charset="-122"/>
                <a:sym typeface="华文楷体" panose="02010600040101010101" charset="-122"/>
              </a:rPr>
              <a:t>有人拉动那一长串相片后，出现了什么情况？</a:t>
            </a:r>
          </a:p>
          <a:p>
            <a:pPr marL="457200" indent="-457200" algn="l" fontAlgn="auto">
              <a:lnSpc>
                <a:spcPts val="4160"/>
              </a:lnSpc>
              <a:buFont typeface="Arial" panose="020B0704020202020204" pitchFamily="34" charset="0"/>
              <a:buChar char="•"/>
            </a:pPr>
            <a:r>
              <a:rPr lang="zh-CN" altLang="en-US" sz="28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思源黑体 CN Regular" panose="020B0500000000000000" pitchFamily="34" charset="-122"/>
                <a:sym typeface="华文楷体" panose="02010600040101010101" charset="-122"/>
              </a:rPr>
              <a:t>电影产生的纪念日是哪一天？是为了纪念什么？</a:t>
            </a:r>
          </a:p>
          <a:p>
            <a:pPr marL="457200" indent="-457200" algn="l" fontAlgn="auto">
              <a:lnSpc>
                <a:spcPts val="4160"/>
              </a:lnSpc>
              <a:buFont typeface="Arial" panose="020B0704020202020204" pitchFamily="34" charset="0"/>
              <a:buChar char="•"/>
            </a:pPr>
            <a:r>
              <a:rPr lang="zh-CN" altLang="en-US" sz="28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思源黑体 CN Regular" panose="020B0500000000000000" pitchFamily="34" charset="-122"/>
                <a:sym typeface="华文楷体" panose="02010600040101010101" charset="-122"/>
              </a:rPr>
              <a:t>文章想要说明什么道理？</a:t>
            </a:r>
            <a:endParaRPr lang="en-US" altLang="zh-CN" sz="2800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思源黑体 CN Regular" panose="020B0500000000000000" pitchFamily="34" charset="-122"/>
              <a:sym typeface="华文楷体" panose="02010600040101010101" charset="-122"/>
            </a:endParaRPr>
          </a:p>
        </p:txBody>
      </p:sp>
      <p:sp>
        <p:nvSpPr>
          <p:cNvPr id="34" name="文本框 7"/>
          <p:cNvSpPr txBox="1"/>
          <p:nvPr/>
        </p:nvSpPr>
        <p:spPr>
          <a:xfrm>
            <a:off x="165735" y="213995"/>
            <a:ext cx="125730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课文</a:t>
            </a:r>
            <a:r>
              <a:rPr lang="en-US" altLang="zh-CN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 1</a:t>
            </a:r>
            <a:endParaRPr lang="zh-CN" altLang="en-US" sz="2800" b="1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sym typeface="+mn-ea"/>
            </a:endParaRPr>
          </a:p>
        </p:txBody>
      </p:sp>
      <p:sp>
        <p:nvSpPr>
          <p:cNvPr id="35" name="文本框 7"/>
          <p:cNvSpPr txBox="1"/>
          <p:nvPr/>
        </p:nvSpPr>
        <p:spPr>
          <a:xfrm>
            <a:off x="237490" y="702310"/>
            <a:ext cx="110744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704020202020204" pitchFamily="34" charset="0"/>
              <a:buNone/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Text 1  </a:t>
            </a:r>
          </a:p>
        </p:txBody>
      </p:sp>
      <p:pic>
        <p:nvPicPr>
          <p:cNvPr id="3" name="10-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06780" y="1607245"/>
            <a:ext cx="1028090" cy="109663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0" dur="160176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2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底图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黑色遮罩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4" name="文本框 7"/>
          <p:cNvSpPr txBox="1"/>
          <p:nvPr/>
        </p:nvSpPr>
        <p:spPr>
          <a:xfrm>
            <a:off x="165735" y="213995"/>
            <a:ext cx="125730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课文</a:t>
            </a:r>
            <a:r>
              <a:rPr lang="en-US" altLang="zh-CN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 1</a:t>
            </a:r>
            <a:endParaRPr lang="zh-CN" altLang="en-US" sz="2800" b="1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sym typeface="+mn-ea"/>
            </a:endParaRPr>
          </a:p>
        </p:txBody>
      </p:sp>
      <p:sp>
        <p:nvSpPr>
          <p:cNvPr id="35" name="文本框 7"/>
          <p:cNvSpPr txBox="1"/>
          <p:nvPr/>
        </p:nvSpPr>
        <p:spPr>
          <a:xfrm>
            <a:off x="237490" y="702310"/>
            <a:ext cx="110744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704020202020204" pitchFamily="34" charset="0"/>
              <a:buNone/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Text 1  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65735" y="962025"/>
            <a:ext cx="11882755" cy="43173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      </a:t>
            </a:r>
            <a:r>
              <a:rPr lang="en-US" altLang="zh-CN" sz="28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1872</a:t>
            </a:r>
            <a:r>
              <a:rPr lang="zh-CN" altLang="en-US" sz="28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年的一天，在美国加利福尼亚州的一个酒店里，斯坦福与科恩</a:t>
            </a:r>
            <a:r>
              <a:rPr lang="zh-CN" altLang="en-US" sz="2800" dirty="0">
                <a:solidFill>
                  <a:schemeClr val="accent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围绕</a:t>
            </a:r>
            <a:r>
              <a:rPr lang="zh-CN" altLang="en-US" sz="28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“马奔跑时蹄子是否着地”进行了辩论。斯坦福认为，马奔跑得那么快，在跳起时四蹄应该都是不落地的；而科恩认为，马要是四蹄都不着地，那不是成了青蛙啦？应该是</a:t>
            </a:r>
            <a:r>
              <a:rPr lang="zh-CN" altLang="en-US" sz="2800" dirty="0">
                <a:solidFill>
                  <a:schemeClr val="accent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始终</a:t>
            </a:r>
            <a:r>
              <a:rPr lang="zh-CN" altLang="en-US" sz="28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有一蹄着地。两人</a:t>
            </a:r>
            <a:r>
              <a:rPr lang="zh-CN" altLang="en-US" sz="2800" dirty="0">
                <a:solidFill>
                  <a:srgbClr val="C0000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各执一词</a:t>
            </a:r>
            <a:r>
              <a:rPr lang="zh-CN" altLang="en-US" sz="28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，争论得</a:t>
            </a:r>
            <a:r>
              <a:rPr lang="zh-CN" altLang="en-US" sz="2800" dirty="0">
                <a:solidFill>
                  <a:srgbClr val="C0000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脸红脖子粗</a:t>
            </a:r>
            <a:r>
              <a:rPr lang="zh-CN" altLang="en-US" sz="28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，谁也</a:t>
            </a:r>
            <a:r>
              <a:rPr lang="zh-CN" altLang="en-US" sz="2800" dirty="0">
                <a:solidFill>
                  <a:schemeClr val="accent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说服</a:t>
            </a:r>
            <a:r>
              <a:rPr lang="zh-CN" altLang="en-US" sz="28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不了谁。于是他们就请英国摄影师麦布里奇来判断，可麦布里奇也弄不清楚。不过摄影师毕竟是摄影师，主意还是有的。</a:t>
            </a:r>
            <a:endParaRPr lang="zh-CN" altLang="en-US" sz="2800" dirty="0">
              <a:solidFill>
                <a:schemeClr val="bg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思源黑体 CN Regular" panose="020B0500000000000000" pitchFamily="34" charset="-122"/>
              <a:sym typeface="+mn-ea"/>
            </a:endParaRPr>
          </a:p>
        </p:txBody>
      </p:sp>
      <p:sp>
        <p:nvSpPr>
          <p:cNvPr id="20" name="圆角矩形 19"/>
          <p:cNvSpPr/>
          <p:nvPr/>
        </p:nvSpPr>
        <p:spPr>
          <a:xfrm>
            <a:off x="224155" y="5393690"/>
            <a:ext cx="11769090" cy="1242060"/>
          </a:xfrm>
          <a:prstGeom prst="roundRect">
            <a:avLst>
              <a:gd name="adj" fmla="val 47532"/>
            </a:avLst>
          </a:prstGeom>
          <a:solidFill>
            <a:srgbClr val="FFFFFF">
              <a:alpha val="6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21" name="圆角矩形 20"/>
          <p:cNvSpPr/>
          <p:nvPr/>
        </p:nvSpPr>
        <p:spPr>
          <a:xfrm>
            <a:off x="224155" y="5415915"/>
            <a:ext cx="11768455" cy="1212850"/>
          </a:xfrm>
          <a:prstGeom prst="roundRect">
            <a:avLst>
              <a:gd name="adj" fmla="val 47532"/>
            </a:avLst>
          </a:prstGeom>
          <a:solidFill>
            <a:srgbClr val="DABE79">
              <a:alpha val="6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grpSp>
        <p:nvGrpSpPr>
          <p:cNvPr id="23" name="组合 22"/>
          <p:cNvGrpSpPr/>
          <p:nvPr/>
        </p:nvGrpSpPr>
        <p:grpSpPr>
          <a:xfrm>
            <a:off x="224155" y="5414645"/>
            <a:ext cx="1191895" cy="1214120"/>
            <a:chOff x="584" y="3210"/>
            <a:chExt cx="1353" cy="1378"/>
          </a:xfrm>
        </p:grpSpPr>
        <p:sp>
          <p:nvSpPr>
            <p:cNvPr id="24" name="椭圆 23"/>
            <p:cNvSpPr/>
            <p:nvPr/>
          </p:nvSpPr>
          <p:spPr>
            <a:xfrm>
              <a:off x="584" y="3246"/>
              <a:ext cx="1342" cy="1342"/>
            </a:xfrm>
            <a:prstGeom prst="ellipse">
              <a:avLst/>
            </a:prstGeom>
            <a:solidFill>
              <a:srgbClr val="DABE79"/>
            </a:solidFill>
            <a:ln>
              <a:solidFill>
                <a:schemeClr val="bg1"/>
              </a:solidFill>
            </a:ln>
            <a:effectLst>
              <a:outerShdw blurRad="76200" sx="102000" sy="102000" algn="l" rotWithShape="0">
                <a:prstClr val="black">
                  <a:alpha val="83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pic>
          <p:nvPicPr>
            <p:cNvPr id="25" name="图片 24" descr="我卡通1压缩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99" y="3210"/>
              <a:ext cx="1338" cy="1338"/>
            </a:xfrm>
            <a:prstGeom prst="rect">
              <a:avLst/>
            </a:prstGeom>
          </p:spPr>
        </p:pic>
      </p:grpSp>
      <p:sp>
        <p:nvSpPr>
          <p:cNvPr id="28" name="文本框 7"/>
          <p:cNvSpPr txBox="1"/>
          <p:nvPr/>
        </p:nvSpPr>
        <p:spPr>
          <a:xfrm>
            <a:off x="1246505" y="5279390"/>
            <a:ext cx="9341485" cy="1308884"/>
          </a:xfrm>
          <a:prstGeom prst="rect">
            <a:avLst/>
          </a:prstGeom>
          <a:noFill/>
          <a:effectLst>
            <a:outerShdw blurRad="127000" dir="5400000" sx="102000" sy="102000" algn="ctr" rotWithShape="0">
              <a:srgbClr val="4E98C7">
                <a:alpha val="68000"/>
              </a:srgbClr>
            </a:outerShdw>
          </a:effec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细黑" panose="02010600040101010101" pitchFamily="2" charset="-122"/>
              </a:rPr>
              <a:t>1.</a:t>
            </a:r>
            <a:r>
              <a:rPr lang="zh-CN" altLang="es-ES_tradnl" sz="2800" b="1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细黑" panose="02010600040101010101" pitchFamily="2" charset="-122"/>
              </a:rPr>
              <a:t>你</a:t>
            </a:r>
            <a:r>
              <a:rPr lang="es-ES_tradnl" sz="2800" b="1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细黑" panose="02010600040101010101" pitchFamily="2" charset="-122"/>
              </a:rPr>
              <a:t>觉得</a:t>
            </a:r>
            <a:r>
              <a:rPr lang="es-ES_tradnl" altLang="zh-CN" sz="28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细黑" panose="02010600040101010101" pitchFamily="2" charset="-122"/>
              </a:rPr>
              <a:t>“</a:t>
            </a:r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细黑" panose="02010600040101010101" pitchFamily="2" charset="-122"/>
              </a:rPr>
              <a:t>各执一词</a:t>
            </a:r>
            <a:r>
              <a:rPr lang="es-ES_tradnl" altLang="zh-CN" sz="28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细黑" panose="02010600040101010101" pitchFamily="2" charset="-122"/>
              </a:rPr>
              <a:t>”</a:t>
            </a:r>
            <a:r>
              <a:rPr lang="es-ES_tradnl" sz="2800" b="1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细黑" panose="02010600040101010101" pitchFamily="2" charset="-122"/>
              </a:rPr>
              <a:t>“</a:t>
            </a:r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细黑" panose="02010600040101010101" pitchFamily="2" charset="-122"/>
              </a:rPr>
              <a:t>脸红脖子粗</a:t>
            </a:r>
            <a:r>
              <a:rPr lang="es-ES_tradnl" sz="2800" b="1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细黑" panose="02010600040101010101" pitchFamily="2" charset="-122"/>
              </a:rPr>
              <a:t>”是什么意思？</a:t>
            </a:r>
            <a:endParaRPr lang="es-ES_tradnl" sz="2800" b="1" dirty="0">
              <a:solidFill>
                <a:schemeClr val="tx1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华文细黑" panose="02010600040101010101" pitchFamily="2" charset="-122"/>
            </a:endParaRPr>
          </a:p>
          <a:p>
            <a:pPr algn="l" fontAlgn="auto">
              <a:lnSpc>
                <a:spcPct val="150000"/>
              </a:lnSpc>
            </a:pPr>
            <a:r>
              <a:rPr lang="en-US" altLang="es-ES_tradnl" sz="2800" b="1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细黑" panose="02010600040101010101" pitchFamily="2" charset="-122"/>
              </a:rPr>
              <a:t>2.</a:t>
            </a:r>
            <a:r>
              <a:rPr lang="zh-CN" altLang="en-US" sz="2800" b="1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细黑" panose="02010600040101010101" pitchFamily="2" charset="-122"/>
              </a:rPr>
              <a:t>请用重点词语复述故事：</a:t>
            </a:r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细黑" panose="02010600040101010101" pitchFamily="2" charset="-122"/>
              </a:rPr>
              <a:t>围绕</a:t>
            </a:r>
            <a:r>
              <a:rPr lang="zh-CN" altLang="en-US" sz="2800" b="1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细黑" panose="02010600040101010101" pitchFamily="2" charset="-122"/>
              </a:rPr>
              <a:t>、始终、说服</a:t>
            </a:r>
            <a:endParaRPr lang="zh-CN" altLang="en-US" sz="2800" b="1" dirty="0">
              <a:ln w="22225">
                <a:noFill/>
                <a:prstDash val="solid"/>
              </a:ln>
              <a:solidFill>
                <a:schemeClr val="bg1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华文细黑" panose="0201060004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313305" y="255270"/>
            <a:ext cx="6096000" cy="706755"/>
          </a:xfrm>
          <a:prstGeom prst="rect">
            <a:avLst/>
          </a:prstGeom>
          <a:noFill/>
        </p:spPr>
        <p:txBody>
          <a:bodyPr wrap="square" rtlCol="0" anchor="t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zh-CN" altLang="en-US" sz="2000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highlight>
                  <a:srgbClr val="FFFF00"/>
                </a:highlight>
                <a:latin typeface="华文细黑" panose="02010600040101010101" pitchFamily="2" charset="-122"/>
                <a:ea typeface="华文细黑" panose="02010600040101010101" pitchFamily="2" charset="-122"/>
                <a:cs typeface="思源黑体 CN Regular" panose="020B0500000000000000" pitchFamily="34" charset="-122"/>
                <a:sym typeface="华文楷体" panose="02010600040101010101" charset="-122"/>
              </a:rPr>
              <a:t>斯坦福与科恩围绕什么问题进行了辩论？</a:t>
            </a:r>
          </a:p>
          <a:p>
            <a:r>
              <a:rPr lang="zh-CN" altLang="en-US" sz="2000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highlight>
                  <a:srgbClr val="FFFF00"/>
                </a:highlight>
                <a:latin typeface="华文细黑" panose="02010600040101010101" pitchFamily="2" charset="-122"/>
                <a:ea typeface="华文细黑" panose="02010600040101010101" pitchFamily="2" charset="-122"/>
                <a:cs typeface="思源黑体 CN Regular" panose="020B0500000000000000" pitchFamily="34" charset="-122"/>
                <a:sym typeface="华文楷体" panose="02010600040101010101" charset="-122"/>
              </a:rPr>
              <a:t>他们分别有什么看法？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79687 0 L 0.867969 0.000833333 " pathEditMode="relative" rAng="0" ptsTypes="">
                                      <p:cBhvr>
                                        <p:cTn id="1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4000" y="-100"/>
                                    </p:animMotion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1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5" presetID="22" presetClass="entr" presetSubtype="8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bldLvl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底图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黑色遮罩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4" name="文本框 7"/>
          <p:cNvSpPr txBox="1"/>
          <p:nvPr/>
        </p:nvSpPr>
        <p:spPr>
          <a:xfrm>
            <a:off x="165735" y="213995"/>
            <a:ext cx="125730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课文</a:t>
            </a:r>
            <a:r>
              <a:rPr lang="en-US" altLang="zh-CN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 1</a:t>
            </a:r>
            <a:endParaRPr lang="zh-CN" altLang="en-US" sz="2800" b="1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sym typeface="+mn-ea"/>
            </a:endParaRPr>
          </a:p>
        </p:txBody>
      </p:sp>
      <p:sp>
        <p:nvSpPr>
          <p:cNvPr id="35" name="文本框 7"/>
          <p:cNvSpPr txBox="1"/>
          <p:nvPr/>
        </p:nvSpPr>
        <p:spPr>
          <a:xfrm>
            <a:off x="237490" y="702310"/>
            <a:ext cx="110744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704020202020204" pitchFamily="34" charset="0"/>
              <a:buNone/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Text 1  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65098" y="992217"/>
            <a:ext cx="11882755" cy="39693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他们一起来到一个</a:t>
            </a:r>
            <a:r>
              <a:rPr lang="zh-CN" altLang="en-US" sz="2800" dirty="0">
                <a:solidFill>
                  <a:schemeClr val="accent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操场</a:t>
            </a:r>
            <a:r>
              <a:rPr lang="zh-CN" altLang="en-US" sz="28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，在一条跑道的一边等距离放上</a:t>
            </a:r>
            <a:r>
              <a:rPr lang="en-US" altLang="zh-CN" sz="28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24</a:t>
            </a:r>
            <a:r>
              <a:rPr lang="zh-CN" altLang="en-US" sz="28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个照相机，照相机对准跑道；在跑道另一边打上</a:t>
            </a:r>
            <a:r>
              <a:rPr lang="en-US" altLang="zh-CN" sz="28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24</a:t>
            </a:r>
            <a:r>
              <a:rPr lang="zh-CN" altLang="en-US" sz="28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个洞，分别</a:t>
            </a:r>
            <a:r>
              <a:rPr lang="zh-CN" altLang="en-US" sz="2800" dirty="0">
                <a:solidFill>
                  <a:schemeClr val="accent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插</a:t>
            </a:r>
            <a:r>
              <a:rPr lang="zh-CN" altLang="en-US" sz="28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进</a:t>
            </a:r>
            <a:r>
              <a:rPr lang="en-US" altLang="zh-CN" sz="28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24</a:t>
            </a:r>
            <a:r>
              <a:rPr lang="zh-CN" altLang="en-US" sz="28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根木棍，木棍上</a:t>
            </a:r>
            <a:r>
              <a:rPr lang="zh-CN" altLang="en-US" sz="2800" dirty="0">
                <a:solidFill>
                  <a:schemeClr val="accent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系</a:t>
            </a:r>
            <a:r>
              <a:rPr lang="zh-CN" altLang="en-US" sz="28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着细线，细线穿过跑道，接上相机快门。</a:t>
            </a:r>
            <a:endParaRPr lang="en-US" altLang="zh-CN" sz="2800" dirty="0">
              <a:solidFill>
                <a:schemeClr val="bg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思源黑体 CN Regular" panose="020B0500000000000000" pitchFamily="34" charset="-122"/>
              <a:sym typeface="华文细黑" panose="0201060004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8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   </a:t>
            </a:r>
            <a:r>
              <a:rPr lang="zh-CN" altLang="en-US" sz="28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一切都准备好了，麦布里奇让一匹马从跑道的一头飞奔到另一头，马一边跑，一边按顺序撞断拦路的</a:t>
            </a:r>
            <a:r>
              <a:rPr lang="en-US" altLang="zh-CN" sz="28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24</a:t>
            </a:r>
            <a:r>
              <a:rPr lang="zh-CN" altLang="en-US" sz="28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根细线，相机连续拍下了</a:t>
            </a:r>
            <a:r>
              <a:rPr lang="en-US" altLang="zh-CN" sz="28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24</a:t>
            </a:r>
            <a:r>
              <a:rPr lang="zh-CN" altLang="en-US" sz="28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张照片，相邻两张相片的差距都很小。相片</a:t>
            </a:r>
            <a:r>
              <a:rPr lang="zh-CN" altLang="en-US" sz="2800" dirty="0">
                <a:solidFill>
                  <a:schemeClr val="accent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显示</a:t>
            </a:r>
            <a:r>
              <a:rPr lang="zh-CN" altLang="en-US" sz="28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：马奔跑时始终有一蹄着地，科恩赢了。</a:t>
            </a:r>
            <a:endParaRPr lang="zh-CN" altLang="en-US" sz="2800" dirty="0">
              <a:solidFill>
                <a:schemeClr val="bg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思源黑体 CN Regular" panose="020B0500000000000000" pitchFamily="34" charset="-122"/>
              <a:sym typeface="+mn-ea"/>
            </a:endParaRPr>
          </a:p>
        </p:txBody>
      </p:sp>
      <p:sp>
        <p:nvSpPr>
          <p:cNvPr id="20" name="圆角矩形 19"/>
          <p:cNvSpPr/>
          <p:nvPr/>
        </p:nvSpPr>
        <p:spPr>
          <a:xfrm>
            <a:off x="224155" y="5393690"/>
            <a:ext cx="11769090" cy="1242060"/>
          </a:xfrm>
          <a:prstGeom prst="roundRect">
            <a:avLst>
              <a:gd name="adj" fmla="val 47532"/>
            </a:avLst>
          </a:prstGeom>
          <a:solidFill>
            <a:srgbClr val="FFFFFF">
              <a:alpha val="6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21" name="圆角矩形 20"/>
          <p:cNvSpPr/>
          <p:nvPr/>
        </p:nvSpPr>
        <p:spPr>
          <a:xfrm>
            <a:off x="224155" y="5415915"/>
            <a:ext cx="11768455" cy="1212850"/>
          </a:xfrm>
          <a:prstGeom prst="roundRect">
            <a:avLst>
              <a:gd name="adj" fmla="val 47532"/>
            </a:avLst>
          </a:prstGeom>
          <a:solidFill>
            <a:srgbClr val="DABE79">
              <a:alpha val="6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grpSp>
        <p:nvGrpSpPr>
          <p:cNvPr id="23" name="组合 22"/>
          <p:cNvGrpSpPr/>
          <p:nvPr/>
        </p:nvGrpSpPr>
        <p:grpSpPr>
          <a:xfrm>
            <a:off x="224155" y="5414645"/>
            <a:ext cx="1191895" cy="1214120"/>
            <a:chOff x="584" y="3210"/>
            <a:chExt cx="1353" cy="1378"/>
          </a:xfrm>
        </p:grpSpPr>
        <p:sp>
          <p:nvSpPr>
            <p:cNvPr id="24" name="椭圆 23"/>
            <p:cNvSpPr/>
            <p:nvPr/>
          </p:nvSpPr>
          <p:spPr>
            <a:xfrm>
              <a:off x="584" y="3246"/>
              <a:ext cx="1342" cy="1342"/>
            </a:xfrm>
            <a:prstGeom prst="ellipse">
              <a:avLst/>
            </a:prstGeom>
            <a:solidFill>
              <a:srgbClr val="DABE79"/>
            </a:solidFill>
            <a:ln>
              <a:solidFill>
                <a:schemeClr val="bg1"/>
              </a:solidFill>
            </a:ln>
            <a:effectLst>
              <a:outerShdw blurRad="76200" sx="102000" sy="102000" algn="l" rotWithShape="0">
                <a:prstClr val="black">
                  <a:alpha val="83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pic>
          <p:nvPicPr>
            <p:cNvPr id="25" name="图片 24" descr="我卡通1压缩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99" y="3210"/>
              <a:ext cx="1338" cy="1338"/>
            </a:xfrm>
            <a:prstGeom prst="rect">
              <a:avLst/>
            </a:prstGeom>
          </p:spPr>
        </p:pic>
      </p:grpSp>
      <p:sp>
        <p:nvSpPr>
          <p:cNvPr id="28" name="文本框 7"/>
          <p:cNvSpPr txBox="1"/>
          <p:nvPr/>
        </p:nvSpPr>
        <p:spPr>
          <a:xfrm>
            <a:off x="1435734" y="5649595"/>
            <a:ext cx="9341485" cy="662554"/>
          </a:xfrm>
          <a:prstGeom prst="rect">
            <a:avLst/>
          </a:prstGeom>
          <a:noFill/>
          <a:effectLst>
            <a:outerShdw blurRad="127000" dir="5400000" sx="102000" sy="102000" algn="ctr" rotWithShape="0">
              <a:srgbClr val="4E98C7">
                <a:alpha val="68000"/>
              </a:srgbClr>
            </a:outerShdw>
          </a:effectLst>
        </p:spPr>
        <p:txBody>
          <a:bodyPr wrap="square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en-US" altLang="es-ES_tradnl" sz="28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细黑" panose="02010600040101010101" pitchFamily="2" charset="-122"/>
              </a:rPr>
              <a:t>1</a:t>
            </a:r>
            <a:r>
              <a:rPr lang="en-US" altLang="es-ES_tradnl" sz="2800" b="1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细黑" panose="02010600040101010101" pitchFamily="2" charset="-122"/>
              </a:rPr>
              <a:t>.</a:t>
            </a:r>
            <a:r>
              <a:rPr lang="zh-CN" altLang="en-US" sz="2800" b="1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细黑" panose="02010600040101010101" pitchFamily="2" charset="-122"/>
              </a:rPr>
              <a:t>请用重点词语复述故事：</a:t>
            </a:r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细黑" panose="02010600040101010101" pitchFamily="2" charset="-122"/>
              </a:rPr>
              <a:t>插</a:t>
            </a:r>
            <a:r>
              <a:rPr lang="zh-CN" altLang="en-US" sz="2800" b="1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细黑" panose="02010600040101010101" pitchFamily="2" charset="-122"/>
              </a:rPr>
              <a:t>、系、操场、显示</a:t>
            </a:r>
            <a:endParaRPr lang="zh-CN" altLang="en-US" sz="2800" b="1" dirty="0">
              <a:ln w="22225">
                <a:noFill/>
                <a:prstDash val="solid"/>
              </a:ln>
              <a:solidFill>
                <a:schemeClr val="bg1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华文细黑" panose="0201060004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478405" y="293370"/>
            <a:ext cx="6096000" cy="6248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algn="l" fontAlgn="auto">
              <a:lnSpc>
                <a:spcPts val="4160"/>
              </a:lnSpc>
              <a:buFont typeface="Arial" panose="020B0704020202020204" pitchFamily="34" charset="0"/>
              <a:buNone/>
            </a:pPr>
            <a:r>
              <a:rPr lang="zh-CN" altLang="en-US" sz="2400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highlight>
                  <a:srgbClr val="FFFF00"/>
                </a:highlight>
                <a:latin typeface="华文细黑" panose="02010600040101010101" pitchFamily="2" charset="-122"/>
                <a:ea typeface="华文细黑" panose="02010600040101010101" pitchFamily="2" charset="-122"/>
                <a:cs typeface="思源黑体 CN Regular" panose="020B0500000000000000" pitchFamily="34" charset="-122"/>
                <a:sym typeface="华文楷体" panose="02010600040101010101" charset="-122"/>
              </a:rPr>
              <a:t>他们用什么办法得出了结论？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79687 0 L 0.867969 0.000833333 " pathEditMode="relative" rAng="0" ptsTypes="">
                                      <p:cBhvr>
                                        <p:cTn id="1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4000" y="-100"/>
                                    </p:animMotion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bldLvl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底图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黑色遮罩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4" name="文本框 7"/>
          <p:cNvSpPr txBox="1"/>
          <p:nvPr/>
        </p:nvSpPr>
        <p:spPr>
          <a:xfrm>
            <a:off x="165735" y="213995"/>
            <a:ext cx="125730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课文</a:t>
            </a:r>
            <a:r>
              <a:rPr lang="en-US" altLang="zh-CN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 1</a:t>
            </a:r>
            <a:endParaRPr lang="zh-CN" altLang="en-US" sz="2800" b="1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sym typeface="+mn-ea"/>
            </a:endParaRPr>
          </a:p>
        </p:txBody>
      </p:sp>
      <p:sp>
        <p:nvSpPr>
          <p:cNvPr id="35" name="文本框 7"/>
          <p:cNvSpPr txBox="1"/>
          <p:nvPr/>
        </p:nvSpPr>
        <p:spPr>
          <a:xfrm>
            <a:off x="237490" y="702310"/>
            <a:ext cx="110744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704020202020204" pitchFamily="34" charset="0"/>
              <a:buNone/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Text 1  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353991" y="949960"/>
            <a:ext cx="11484018" cy="454053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       事后，有人</a:t>
            </a:r>
            <a:r>
              <a:rPr lang="zh-CN" altLang="en-US" sz="2800" dirty="0">
                <a:solidFill>
                  <a:srgbClr val="C0000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无意识</a:t>
            </a:r>
            <a:r>
              <a:rPr lang="zh-CN" altLang="en-US" sz="28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地快速拉动那一长串相片，“</a:t>
            </a:r>
            <a:r>
              <a:rPr lang="zh-CN" altLang="en-US" sz="2800" dirty="0">
                <a:solidFill>
                  <a:schemeClr val="accent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奇迹</a:t>
            </a:r>
            <a:r>
              <a:rPr lang="zh-CN" altLang="en-US" sz="28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”出现了：各张相片中静止的马连成了一匹运动的马，相片“活”了。这就是电影最早的样子。</a:t>
            </a:r>
            <a:endParaRPr lang="en-US" altLang="zh-CN" sz="2800" dirty="0">
              <a:solidFill>
                <a:schemeClr val="bg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思源黑体 CN Regular" panose="020B0500000000000000" pitchFamily="34" charset="-122"/>
              <a:sym typeface="华文细黑" panose="0201060004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8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        </a:t>
            </a:r>
            <a:r>
              <a:rPr lang="zh-CN" altLang="en-US" sz="28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经过艰苦的试验，电影拍摄技术</a:t>
            </a:r>
            <a:r>
              <a:rPr lang="zh-CN" altLang="en-US" sz="2800" dirty="0">
                <a:solidFill>
                  <a:schemeClr val="accent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逐渐</a:t>
            </a:r>
            <a:r>
              <a:rPr lang="zh-CN" altLang="en-US" sz="28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改进、成熟、</a:t>
            </a:r>
            <a:r>
              <a:rPr lang="en-US" altLang="zh-CN" sz="28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1895</a:t>
            </a:r>
            <a:r>
              <a:rPr lang="zh-CN" altLang="en-US" sz="28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年</a:t>
            </a:r>
            <a:r>
              <a:rPr lang="en-US" altLang="zh-CN" sz="28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12</a:t>
            </a:r>
            <a:r>
              <a:rPr lang="zh-CN" altLang="en-US" sz="28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月</a:t>
            </a:r>
            <a:r>
              <a:rPr lang="en-US" altLang="zh-CN" sz="28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28</a:t>
            </a:r>
            <a:r>
              <a:rPr lang="zh-CN" altLang="en-US" sz="28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日，法国人卢米埃尔兄弟在巴黎第一次向公众</a:t>
            </a:r>
            <a:r>
              <a:rPr lang="zh-CN" altLang="en-US" sz="2800" dirty="0">
                <a:solidFill>
                  <a:schemeClr val="accent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播放</a:t>
            </a:r>
            <a:r>
              <a:rPr lang="zh-CN" altLang="en-US" sz="28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了短片</a:t>
            </a:r>
            <a:r>
              <a:rPr lang="en-US" altLang="zh-CN" sz="28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《</a:t>
            </a:r>
            <a:r>
              <a:rPr lang="zh-CN" altLang="en-US" sz="28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火车到站</a:t>
            </a:r>
            <a:r>
              <a:rPr lang="en-US" altLang="zh-CN" sz="28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》</a:t>
            </a:r>
            <a:r>
              <a:rPr lang="zh-CN" altLang="en-US" sz="28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，这一天后来成为电影产生的</a:t>
            </a:r>
            <a:r>
              <a:rPr lang="zh-CN" altLang="en-US" sz="2800" dirty="0">
                <a:solidFill>
                  <a:schemeClr val="accent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纪念</a:t>
            </a:r>
            <a:r>
              <a:rPr lang="zh-CN" altLang="en-US" sz="28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日，兄弟俩也成为历史上最早的电影导演。</a:t>
            </a:r>
            <a:endParaRPr lang="en-US" altLang="zh-CN" sz="2800" dirty="0">
              <a:solidFill>
                <a:schemeClr val="bg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思源黑体 CN Regular" panose="020B0500000000000000" pitchFamily="34" charset="-122"/>
              <a:sym typeface="+mn-ea"/>
            </a:endParaRPr>
          </a:p>
        </p:txBody>
      </p:sp>
      <p:sp>
        <p:nvSpPr>
          <p:cNvPr id="20" name="圆角矩形 19"/>
          <p:cNvSpPr/>
          <p:nvPr/>
        </p:nvSpPr>
        <p:spPr>
          <a:xfrm>
            <a:off x="224155" y="5393690"/>
            <a:ext cx="11769090" cy="1242060"/>
          </a:xfrm>
          <a:prstGeom prst="roundRect">
            <a:avLst>
              <a:gd name="adj" fmla="val 47532"/>
            </a:avLst>
          </a:prstGeom>
          <a:solidFill>
            <a:srgbClr val="FFFFFF">
              <a:alpha val="6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21" name="圆角矩形 20"/>
          <p:cNvSpPr/>
          <p:nvPr/>
        </p:nvSpPr>
        <p:spPr>
          <a:xfrm>
            <a:off x="224155" y="5415915"/>
            <a:ext cx="11768455" cy="1212850"/>
          </a:xfrm>
          <a:prstGeom prst="roundRect">
            <a:avLst>
              <a:gd name="adj" fmla="val 47532"/>
            </a:avLst>
          </a:prstGeom>
          <a:solidFill>
            <a:srgbClr val="DABE79">
              <a:alpha val="6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grpSp>
        <p:nvGrpSpPr>
          <p:cNvPr id="23" name="组合 22"/>
          <p:cNvGrpSpPr/>
          <p:nvPr/>
        </p:nvGrpSpPr>
        <p:grpSpPr>
          <a:xfrm>
            <a:off x="224155" y="5414645"/>
            <a:ext cx="1191895" cy="1214120"/>
            <a:chOff x="584" y="3210"/>
            <a:chExt cx="1353" cy="1378"/>
          </a:xfrm>
        </p:grpSpPr>
        <p:sp>
          <p:nvSpPr>
            <p:cNvPr id="24" name="椭圆 23"/>
            <p:cNvSpPr/>
            <p:nvPr/>
          </p:nvSpPr>
          <p:spPr>
            <a:xfrm>
              <a:off x="584" y="3246"/>
              <a:ext cx="1342" cy="1342"/>
            </a:xfrm>
            <a:prstGeom prst="ellipse">
              <a:avLst/>
            </a:prstGeom>
            <a:solidFill>
              <a:srgbClr val="DABE79"/>
            </a:solidFill>
            <a:ln>
              <a:solidFill>
                <a:schemeClr val="bg1"/>
              </a:solidFill>
            </a:ln>
            <a:effectLst>
              <a:outerShdw blurRad="76200" sx="102000" sy="102000" algn="l" rotWithShape="0">
                <a:prstClr val="black">
                  <a:alpha val="83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pic>
          <p:nvPicPr>
            <p:cNvPr id="25" name="图片 24" descr="我卡通1压缩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99" y="3210"/>
              <a:ext cx="1338" cy="1338"/>
            </a:xfrm>
            <a:prstGeom prst="rect">
              <a:avLst/>
            </a:prstGeom>
          </p:spPr>
        </p:pic>
      </p:grpSp>
      <p:sp>
        <p:nvSpPr>
          <p:cNvPr id="28" name="文本框 7"/>
          <p:cNvSpPr txBox="1"/>
          <p:nvPr/>
        </p:nvSpPr>
        <p:spPr>
          <a:xfrm>
            <a:off x="1246505" y="5279390"/>
            <a:ext cx="9341485" cy="1308884"/>
          </a:xfrm>
          <a:prstGeom prst="rect">
            <a:avLst/>
          </a:prstGeom>
          <a:noFill/>
          <a:effectLst>
            <a:outerShdw blurRad="127000" dir="5400000" sx="102000" sy="102000" algn="ctr" rotWithShape="0">
              <a:srgbClr val="4E98C7">
                <a:alpha val="68000"/>
              </a:srgbClr>
            </a:outerShdw>
          </a:effectLst>
        </p:spPr>
        <p:txBody>
          <a:bodyPr wrap="square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en-US" altLang="zh-CN" sz="2800" b="1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细黑" panose="02010600040101010101" pitchFamily="2" charset="-122"/>
              </a:rPr>
              <a:t>1.</a:t>
            </a:r>
            <a:r>
              <a:rPr lang="zh-CN" altLang="es-ES_tradnl" sz="2800" b="1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细黑" panose="02010600040101010101" pitchFamily="2" charset="-122"/>
              </a:rPr>
              <a:t>你</a:t>
            </a:r>
            <a:r>
              <a:rPr lang="es-ES_tradnl" sz="2800" b="1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细黑" panose="02010600040101010101" pitchFamily="2" charset="-122"/>
              </a:rPr>
              <a:t>觉得“</a:t>
            </a:r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细黑" panose="02010600040101010101" pitchFamily="2" charset="-122"/>
              </a:rPr>
              <a:t>无意识</a:t>
            </a:r>
            <a:r>
              <a:rPr lang="es-ES_tradnl" sz="2800" b="1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细黑" panose="02010600040101010101" pitchFamily="2" charset="-122"/>
              </a:rPr>
              <a:t>”是什么意思？</a:t>
            </a:r>
            <a:endParaRPr lang="es-ES_tradnl" sz="2800" b="1" dirty="0">
              <a:solidFill>
                <a:schemeClr val="tx1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华文细黑" panose="02010600040101010101" pitchFamily="2" charset="-122"/>
            </a:endParaRPr>
          </a:p>
          <a:p>
            <a:pPr algn="l" fontAlgn="auto">
              <a:lnSpc>
                <a:spcPct val="150000"/>
              </a:lnSpc>
            </a:pPr>
            <a:r>
              <a:rPr lang="en-US" altLang="es-ES_tradnl" sz="2800" b="1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细黑" panose="02010600040101010101" pitchFamily="2" charset="-122"/>
              </a:rPr>
              <a:t>2.</a:t>
            </a:r>
            <a:r>
              <a:rPr lang="zh-CN" altLang="en-US" sz="2800" b="1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细黑" panose="02010600040101010101" pitchFamily="2" charset="-122"/>
              </a:rPr>
              <a:t>请用重点词语复述故事：</a:t>
            </a:r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细黑" panose="02010600040101010101" pitchFamily="2" charset="-122"/>
              </a:rPr>
              <a:t>奇迹</a:t>
            </a:r>
            <a:r>
              <a:rPr lang="zh-CN" altLang="en-US" sz="2800" b="1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细黑" panose="02010600040101010101" pitchFamily="2" charset="-122"/>
              </a:rPr>
              <a:t>、逐渐</a:t>
            </a:r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细黑" panose="02010600040101010101" pitchFamily="2" charset="-122"/>
              </a:rPr>
              <a:t>、播放</a:t>
            </a:r>
            <a:r>
              <a:rPr lang="zh-CN" altLang="en-US" sz="2800" b="1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细黑" panose="02010600040101010101" pitchFamily="2" charset="-122"/>
              </a:rPr>
              <a:t>、</a:t>
            </a:r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细黑" panose="02010600040101010101" pitchFamily="2" charset="-122"/>
              </a:rPr>
              <a:t>纪念</a:t>
            </a:r>
            <a:endParaRPr lang="zh-CN" altLang="en-US" sz="2800" b="1" dirty="0">
              <a:ln w="22225">
                <a:noFill/>
                <a:prstDash val="solid"/>
              </a:ln>
              <a:solidFill>
                <a:schemeClr val="bg1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华文细黑" panose="0201060004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319020" y="77470"/>
            <a:ext cx="7579360" cy="624840"/>
          </a:xfrm>
          <a:prstGeom prst="rect">
            <a:avLst/>
          </a:prstGeom>
          <a:noFill/>
        </p:spPr>
        <p:txBody>
          <a:bodyPr wrap="square" rtlCol="0" anchor="t">
            <a:spAutoFit/>
            <a:scene3d>
              <a:camera prst="orthographicFront"/>
              <a:lightRig rig="threePt" dir="t"/>
            </a:scene3d>
          </a:bodyPr>
          <a:lstStyle/>
          <a:p>
            <a:pPr indent="0" algn="l" fontAlgn="auto">
              <a:lnSpc>
                <a:spcPts val="4160"/>
              </a:lnSpc>
              <a:buFont typeface="Arial" panose="020B0704020202020204" pitchFamily="34" charset="0"/>
              <a:buNone/>
            </a:pPr>
            <a:r>
              <a:rPr lang="zh-CN" altLang="en-US" sz="2800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highlight>
                  <a:srgbClr val="FFFF00"/>
                </a:highlight>
                <a:latin typeface="华文细黑" panose="02010600040101010101" pitchFamily="2" charset="-122"/>
                <a:ea typeface="华文细黑" panose="02010600040101010101" pitchFamily="2" charset="-122"/>
                <a:cs typeface="思源黑体 CN Regular" panose="020B0500000000000000" pitchFamily="34" charset="-122"/>
                <a:sym typeface="华文楷体" panose="02010600040101010101" charset="-122"/>
              </a:rPr>
              <a:t>有人拉动那一长串相片后，出现了什么情况？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2319020" y="574040"/>
            <a:ext cx="7579360" cy="1158240"/>
          </a:xfrm>
          <a:prstGeom prst="rect">
            <a:avLst/>
          </a:prstGeom>
          <a:noFill/>
        </p:spPr>
        <p:txBody>
          <a:bodyPr wrap="square" rtlCol="0" anchor="t">
            <a:spAutoFit/>
            <a:scene3d>
              <a:camera prst="orthographicFront"/>
              <a:lightRig rig="threePt" dir="t"/>
            </a:scene3d>
          </a:bodyPr>
          <a:lstStyle/>
          <a:p>
            <a:pPr indent="0" algn="l" fontAlgn="auto">
              <a:lnSpc>
                <a:spcPts val="4160"/>
              </a:lnSpc>
              <a:buFont typeface="Arial" panose="020B0704020202020204" pitchFamily="34" charset="0"/>
              <a:buNone/>
            </a:pPr>
            <a:r>
              <a:rPr lang="zh-CN" altLang="en-US" sz="2800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highlight>
                  <a:srgbClr val="FFFF00"/>
                </a:highlight>
                <a:latin typeface="华文细黑" panose="02010600040101010101" pitchFamily="2" charset="-122"/>
                <a:ea typeface="华文细黑" panose="02010600040101010101" pitchFamily="2" charset="-122"/>
                <a:cs typeface="思源黑体 CN Regular" panose="020B0500000000000000" pitchFamily="34" charset="-122"/>
                <a:sym typeface="华文楷体" panose="02010600040101010101" charset="-122"/>
              </a:rPr>
              <a:t>电影产生的纪念日是哪一天？是为了纪念什么？</a:t>
            </a:r>
          </a:p>
          <a:p>
            <a:pPr indent="0" algn="l" fontAlgn="auto">
              <a:lnSpc>
                <a:spcPts val="4160"/>
              </a:lnSpc>
              <a:buFont typeface="Arial" panose="020B0704020202020204" pitchFamily="34" charset="0"/>
              <a:buNone/>
            </a:pPr>
            <a:endParaRPr lang="zh-CN" altLang="en-US" sz="2800" dirty="0">
              <a:ln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  <a:highlight>
                <a:srgbClr val="FFFF00"/>
              </a:highlight>
              <a:latin typeface="华文细黑" panose="02010600040101010101" pitchFamily="2" charset="-122"/>
              <a:ea typeface="华文细黑" panose="02010600040101010101" pitchFamily="2" charset="-122"/>
              <a:cs typeface="思源黑体 CN Regular" panose="020B0500000000000000" pitchFamily="34" charset="-122"/>
              <a:sym typeface="华文楷体" panose="0201060004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79687 0 L 0.867969 0.000833333 " pathEditMode="relative" rAng="0" ptsTypes="">
                                      <p:cBhvr>
                                        <p:cTn id="1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4000" y="-100"/>
                                    </p:animMotion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bldLvl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底图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黑色遮罩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0" algn="l" fontAlgn="auto">
              <a:lnSpc>
                <a:spcPts val="4160"/>
              </a:lnSpc>
              <a:buFont typeface="Arial" panose="020B0704020202020204" pitchFamily="34" charset="0"/>
              <a:buNone/>
            </a:pPr>
            <a:r>
              <a:rPr lang="zh-CN" altLang="en-US" sz="2000" dirty="0">
                <a:solidFill>
                  <a:srgbClr val="FF0000"/>
                </a:solidFill>
                <a:highlight>
                  <a:srgbClr val="FFFF00"/>
                </a:highlight>
                <a:latin typeface="华文细黑" panose="02010600040101010101" pitchFamily="2" charset="-122"/>
                <a:ea typeface="华文细黑" panose="02010600040101010101" pitchFamily="2" charset="-122"/>
                <a:cs typeface="思源黑体 CN Regular" panose="020B0500000000000000" pitchFamily="34" charset="-122"/>
                <a:sym typeface="华文楷体" panose="02010600040101010101" charset="-122"/>
              </a:rPr>
              <a:t>文章想要说明什么道理？</a:t>
            </a:r>
          </a:p>
        </p:txBody>
      </p:sp>
      <p:sp>
        <p:nvSpPr>
          <p:cNvPr id="34" name="文本框 7"/>
          <p:cNvSpPr txBox="1"/>
          <p:nvPr/>
        </p:nvSpPr>
        <p:spPr>
          <a:xfrm>
            <a:off x="165735" y="213995"/>
            <a:ext cx="125730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课文</a:t>
            </a:r>
            <a:r>
              <a:rPr lang="en-US" altLang="zh-CN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 1</a:t>
            </a:r>
            <a:endParaRPr lang="zh-CN" altLang="en-US" sz="2800" b="1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sym typeface="+mn-ea"/>
            </a:endParaRPr>
          </a:p>
        </p:txBody>
      </p:sp>
      <p:sp>
        <p:nvSpPr>
          <p:cNvPr id="35" name="文本框 7"/>
          <p:cNvSpPr txBox="1"/>
          <p:nvPr/>
        </p:nvSpPr>
        <p:spPr>
          <a:xfrm>
            <a:off x="237490" y="702310"/>
            <a:ext cx="110744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704020202020204" pitchFamily="34" charset="0"/>
              <a:buNone/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Text 1  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353991" y="949960"/>
            <a:ext cx="11484018" cy="130888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       留心生活的每一瞬间，并为之争论，适时请求帮助、认真研究，或许重大发现就在你的眼前。</a:t>
            </a:r>
            <a:endParaRPr lang="en-US" altLang="zh-CN" sz="2800" dirty="0">
              <a:solidFill>
                <a:schemeClr val="bg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思源黑体 CN Regular" panose="020B0500000000000000" pitchFamily="34" charset="-122"/>
              <a:sym typeface="+mn-ea"/>
            </a:endParaRPr>
          </a:p>
        </p:txBody>
      </p:sp>
      <p:sp>
        <p:nvSpPr>
          <p:cNvPr id="20" name="圆角矩形 19"/>
          <p:cNvSpPr/>
          <p:nvPr/>
        </p:nvSpPr>
        <p:spPr>
          <a:xfrm>
            <a:off x="224155" y="5393690"/>
            <a:ext cx="11769090" cy="1242060"/>
          </a:xfrm>
          <a:prstGeom prst="roundRect">
            <a:avLst>
              <a:gd name="adj" fmla="val 47532"/>
            </a:avLst>
          </a:prstGeom>
          <a:solidFill>
            <a:srgbClr val="FFFFFF">
              <a:alpha val="6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21" name="圆角矩形 20"/>
          <p:cNvSpPr/>
          <p:nvPr/>
        </p:nvSpPr>
        <p:spPr>
          <a:xfrm>
            <a:off x="224155" y="5415915"/>
            <a:ext cx="11768455" cy="1212850"/>
          </a:xfrm>
          <a:prstGeom prst="roundRect">
            <a:avLst>
              <a:gd name="adj" fmla="val 47532"/>
            </a:avLst>
          </a:prstGeom>
          <a:solidFill>
            <a:srgbClr val="DABE79">
              <a:alpha val="6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grpSp>
        <p:nvGrpSpPr>
          <p:cNvPr id="23" name="组合 22"/>
          <p:cNvGrpSpPr/>
          <p:nvPr/>
        </p:nvGrpSpPr>
        <p:grpSpPr>
          <a:xfrm>
            <a:off x="224155" y="5414645"/>
            <a:ext cx="1191895" cy="1214120"/>
            <a:chOff x="584" y="3210"/>
            <a:chExt cx="1353" cy="1378"/>
          </a:xfrm>
        </p:grpSpPr>
        <p:sp>
          <p:nvSpPr>
            <p:cNvPr id="24" name="椭圆 23"/>
            <p:cNvSpPr/>
            <p:nvPr/>
          </p:nvSpPr>
          <p:spPr>
            <a:xfrm>
              <a:off x="584" y="3246"/>
              <a:ext cx="1342" cy="1342"/>
            </a:xfrm>
            <a:prstGeom prst="ellipse">
              <a:avLst/>
            </a:prstGeom>
            <a:solidFill>
              <a:srgbClr val="DABE79"/>
            </a:solidFill>
            <a:ln>
              <a:solidFill>
                <a:schemeClr val="bg1"/>
              </a:solidFill>
            </a:ln>
            <a:effectLst>
              <a:outerShdw blurRad="76200" sx="102000" sy="102000" algn="l" rotWithShape="0">
                <a:prstClr val="black">
                  <a:alpha val="83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pic>
          <p:nvPicPr>
            <p:cNvPr id="25" name="图片 24" descr="我卡通1压缩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99" y="3210"/>
              <a:ext cx="1338" cy="1338"/>
            </a:xfrm>
            <a:prstGeom prst="rect">
              <a:avLst/>
            </a:prstGeom>
          </p:spPr>
        </p:pic>
      </p:grpSp>
      <p:sp>
        <p:nvSpPr>
          <p:cNvPr id="28" name="文本框 7"/>
          <p:cNvSpPr txBox="1"/>
          <p:nvPr/>
        </p:nvSpPr>
        <p:spPr>
          <a:xfrm>
            <a:off x="1530978" y="5672806"/>
            <a:ext cx="9341485" cy="662554"/>
          </a:xfrm>
          <a:prstGeom prst="rect">
            <a:avLst/>
          </a:prstGeom>
          <a:noFill/>
          <a:effectLst>
            <a:outerShdw blurRad="127000" dir="5400000" sx="102000" sy="102000" algn="ctr" rotWithShape="0">
              <a:srgbClr val="4E98C7">
                <a:alpha val="68000"/>
              </a:srgbClr>
            </a:outerShdw>
          </a:effectLst>
        </p:spPr>
        <p:txBody>
          <a:bodyPr wrap="square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altLang="es-ES_tradnl" sz="2800" b="1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细黑" panose="02010600040101010101" pitchFamily="2" charset="-122"/>
              </a:rPr>
              <a:t>你</a:t>
            </a:r>
            <a:r>
              <a:rPr lang="es-ES_tradnl" sz="2800" b="1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细黑" panose="02010600040101010101" pitchFamily="2" charset="-122"/>
              </a:rPr>
              <a:t>觉得“</a:t>
            </a:r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细黑" panose="02010600040101010101" pitchFamily="2" charset="-122"/>
              </a:rPr>
              <a:t>留心生活</a:t>
            </a:r>
            <a:r>
              <a:rPr lang="es-ES_tradnl" sz="2800" b="1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细黑" panose="02010600040101010101" pitchFamily="2" charset="-122"/>
              </a:rPr>
              <a:t>”</a:t>
            </a:r>
            <a:r>
              <a:rPr lang="zh-CN" altLang="en-US" sz="2800" b="1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细黑" panose="02010600040101010101" pitchFamily="2" charset="-122"/>
              </a:rPr>
              <a:t>可以找到“重大发现”</a:t>
            </a:r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细黑" panose="02010600040101010101" pitchFamily="2" charset="-122"/>
              </a:rPr>
              <a:t>吗</a:t>
            </a:r>
            <a:r>
              <a:rPr lang="es-ES_tradnl" sz="2800" b="1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细黑" panose="02010600040101010101" pitchFamily="2" charset="-122"/>
              </a:rPr>
              <a:t>？</a:t>
            </a:r>
            <a:endParaRPr lang="es-ES_tradnl" sz="2800" b="1" dirty="0">
              <a:solidFill>
                <a:schemeClr val="tx1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华文细黑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79687 0 L 0.867969 0.000833333 " pathEditMode="relative" rAng="0" ptsTypes="">
                                      <p:cBhvr>
                                        <p:cTn id="1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4000" y="-100"/>
                                    </p:animMotion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5" presetID="22" presetClass="entr" presetSubtype="8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bldLvl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C:\Users\38577\Desktop\黑板.jpg黑板"/>
          <p:cNvPicPr>
            <a:picLocks noChangeAspect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05205" y="1005840"/>
            <a:ext cx="9963150" cy="570484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1192530" y="1205230"/>
            <a:ext cx="954151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sz="44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作业</a:t>
            </a:r>
            <a:endParaRPr lang="zh-CN" sz="4400" b="1" dirty="0">
              <a:blipFill dpi="0" rotWithShape="1">
                <a:blip r:embed="rId3"/>
                <a:srcRect/>
                <a:tile tx="0" ty="0" sx="100000" sy="100000" flip="none" algn="br"/>
              </a:blipFill>
              <a:latin typeface="方正喵呜体" panose="02010600010101010101" pitchFamily="2" charset="-122"/>
              <a:ea typeface="方正喵呜体" panose="02010600010101010101" pitchFamily="2" charset="-122"/>
            </a:endParaRPr>
          </a:p>
        </p:txBody>
      </p:sp>
      <p:pic>
        <p:nvPicPr>
          <p:cNvPr id="10" name="图片 9" descr="老师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-43180" y="4780915"/>
            <a:ext cx="2011045" cy="207708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489611" y="2709866"/>
            <a:ext cx="9212778" cy="1815049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 eaLnBrk="1">
              <a:lnSpc>
                <a:spcPct val="120000"/>
              </a:lnSpc>
            </a:pPr>
            <a:r>
              <a:rPr lang="zh-CN" altLang="en-US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请以“日常生活中的大发现或发明”为题，谈一谈</a:t>
            </a:r>
            <a:endParaRPr lang="en-US" altLang="zh-CN" sz="3200" b="1" dirty="0">
              <a:blipFill dpi="0" rotWithShape="1">
                <a:blip r:embed="rId3"/>
                <a:srcRect/>
                <a:tile tx="0" ty="0" sx="100000" sy="100000" flip="none" algn="br"/>
              </a:blipFill>
              <a:latin typeface="方正喵呜体" panose="02010600010101010101" pitchFamily="2" charset="-122"/>
              <a:ea typeface="方正喵呜体" panose="02010600010101010101" pitchFamily="2" charset="-122"/>
              <a:sym typeface="华文细黑" panose="02010600040101010101" pitchFamily="2" charset="-122"/>
            </a:endParaRPr>
          </a:p>
          <a:p>
            <a:pPr algn="l" eaLnBrk="1">
              <a:lnSpc>
                <a:spcPct val="120000"/>
              </a:lnSpc>
            </a:pPr>
            <a:r>
              <a:rPr lang="zh-CN" altLang="en-US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你所了解的日常生活中的重大发明或发现。尽量用</a:t>
            </a:r>
            <a:endParaRPr lang="en-US" altLang="zh-CN" sz="3200" b="1" dirty="0">
              <a:blipFill dpi="0" rotWithShape="1">
                <a:blip r:embed="rId3"/>
                <a:srcRect/>
                <a:tile tx="0" ty="0" sx="100000" sy="100000" flip="none" algn="br"/>
              </a:blipFill>
              <a:latin typeface="方正喵呜体" panose="02010600010101010101" pitchFamily="2" charset="-122"/>
              <a:ea typeface="方正喵呜体" panose="02010600010101010101" pitchFamily="2" charset="-122"/>
              <a:sym typeface="华文细黑" panose="02010600040101010101" pitchFamily="2" charset="-122"/>
            </a:endParaRPr>
          </a:p>
          <a:p>
            <a:pPr algn="l" eaLnBrk="1">
              <a:lnSpc>
                <a:spcPct val="120000"/>
              </a:lnSpc>
            </a:pPr>
            <a:r>
              <a:rPr lang="zh-CN" altLang="en-US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上本课所学的生词，字数不少于100字。</a:t>
            </a:r>
            <a:endParaRPr lang="zh-CN" altLang="en-US" sz="3200" b="1" dirty="0">
              <a:blipFill dpi="0" rotWithShape="1">
                <a:blip r:embed="rId3"/>
                <a:srcRect/>
                <a:tile tx="0" ty="0" sx="100000" sy="100000" flip="none" algn="br"/>
              </a:blipFill>
              <a:latin typeface="方正喵呜体" panose="02010600010101010101" pitchFamily="2" charset="-122"/>
              <a:ea typeface="方正喵呜体" panose="02010600010101010101" pitchFamily="2" charset="-122"/>
              <a:sym typeface="+mn-ea"/>
            </a:endParaRPr>
          </a:p>
        </p:txBody>
      </p:sp>
      <p:pic>
        <p:nvPicPr>
          <p:cNvPr id="2" name="图片 1" descr="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18800" y="0"/>
            <a:ext cx="1459230" cy="1459230"/>
          </a:xfrm>
          <a:prstGeom prst="rect">
            <a:avLst/>
          </a:prstGeom>
        </p:spPr>
      </p:pic>
      <p:sp>
        <p:nvSpPr>
          <p:cNvPr id="11" name="文本框 7"/>
          <p:cNvSpPr txBox="1"/>
          <p:nvPr/>
        </p:nvSpPr>
        <p:spPr>
          <a:xfrm>
            <a:off x="165852" y="214290"/>
            <a:ext cx="89789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sz="2800" b="1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作业</a:t>
            </a:r>
          </a:p>
        </p:txBody>
      </p:sp>
      <p:sp>
        <p:nvSpPr>
          <p:cNvPr id="12" name="文本框 7"/>
          <p:cNvSpPr txBox="1"/>
          <p:nvPr/>
        </p:nvSpPr>
        <p:spPr>
          <a:xfrm>
            <a:off x="237290" y="702214"/>
            <a:ext cx="110744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lvl="0" indent="0" algn="l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Homework</a:t>
            </a:r>
            <a:endParaRPr kumimoji="0" lang="en-US" b="1" i="0" u="none" strike="noStrike" kern="1200" cap="none" spc="0" normalizeH="0" baseline="0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722"/>
          <a:stretch>
            <a:fillRect/>
          </a:stretch>
        </p:blipFill>
        <p:spPr>
          <a:xfrm>
            <a:off x="1609394" y="2910920"/>
            <a:ext cx="8973213" cy="372456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7083"/>
          <a:stretch>
            <a:fillRect/>
          </a:stretch>
        </p:blipFill>
        <p:spPr>
          <a:xfrm>
            <a:off x="1609394" y="2346186"/>
            <a:ext cx="8885546" cy="3649538"/>
          </a:xfrm>
          <a:prstGeom prst="rect">
            <a:avLst/>
          </a:prstGeom>
        </p:spPr>
      </p:pic>
      <p:pic>
        <p:nvPicPr>
          <p:cNvPr id="18" name="图片 17" descr="C:\Users\Administrator\Desktop\小红书\对外汉语战略搞钱计划\卡通头像\2.png2"/>
          <p:cNvPicPr>
            <a:picLocks noChangeAspect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2263141" y="2857500"/>
            <a:ext cx="2981325" cy="2981960"/>
          </a:xfrm>
          <a:prstGeom prst="rect">
            <a:avLst/>
          </a:prstGeom>
        </p:spPr>
      </p:pic>
      <p:pic>
        <p:nvPicPr>
          <p:cNvPr id="17" name="图片 16" descr="C:\Users\Administrator\Desktop\小红书\对外汉语战略搞钱计划\卡通头像\嘟嘴.png嘟嘴"/>
          <p:cNvPicPr>
            <a:picLocks noChangeAspect="1"/>
          </p:cNvPicPr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6671946" y="2910205"/>
            <a:ext cx="2928620" cy="2929255"/>
          </a:xfrm>
          <a:prstGeom prst="rect">
            <a:avLst/>
          </a:prstGeom>
          <a:effectLst>
            <a:outerShdw blurRad="63500" sx="105000" sy="105000" algn="ctr" rotWithShape="0">
              <a:prstClr val="black">
                <a:alpha val="40000"/>
              </a:prstClr>
            </a:outerShdw>
          </a:effectLst>
        </p:spPr>
      </p:pic>
      <p:sp>
        <p:nvSpPr>
          <p:cNvPr id="20" name="文本框 19"/>
          <p:cNvSpPr txBox="1"/>
          <p:nvPr/>
        </p:nvSpPr>
        <p:spPr>
          <a:xfrm>
            <a:off x="3463663" y="1671088"/>
            <a:ext cx="5177007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9600" dirty="0">
                <a:solidFill>
                  <a:schemeClr val="tx1">
                    <a:lumMod val="75000"/>
                    <a:lumOff val="2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再见</a:t>
            </a:r>
          </a:p>
        </p:txBody>
      </p:sp>
      <p:grpSp>
        <p:nvGrpSpPr>
          <p:cNvPr id="7" name="组合 6"/>
          <p:cNvGrpSpPr/>
          <p:nvPr/>
        </p:nvGrpSpPr>
        <p:grpSpPr>
          <a:xfrm>
            <a:off x="-35242" y="-635"/>
            <a:ext cx="12235180" cy="7702550"/>
            <a:chOff x="-57" y="-1"/>
            <a:chExt cx="19268" cy="12130"/>
          </a:xfrm>
        </p:grpSpPr>
        <p:sp>
          <p:nvSpPr>
            <p:cNvPr id="15" name="任意多边形: 形状 14"/>
            <p:cNvSpPr/>
            <p:nvPr/>
          </p:nvSpPr>
          <p:spPr>
            <a:xfrm>
              <a:off x="0" y="1291"/>
              <a:ext cx="19197" cy="10839"/>
            </a:xfrm>
            <a:custGeom>
              <a:avLst/>
              <a:gdLst>
                <a:gd name="connsiteX0" fmla="*/ 3583673 w 12192000"/>
                <a:gd name="connsiteY0" fmla="*/ 2333624 h 6858000"/>
                <a:gd name="connsiteX1" fmla="*/ 2468198 w 12192000"/>
                <a:gd name="connsiteY1" fmla="*/ 3429000 h 6858000"/>
                <a:gd name="connsiteX2" fmla="*/ 3583673 w 12192000"/>
                <a:gd name="connsiteY2" fmla="*/ 4524376 h 6858000"/>
                <a:gd name="connsiteX3" fmla="*/ 3583694 w 12192000"/>
                <a:gd name="connsiteY3" fmla="*/ 4524374 h 6858000"/>
                <a:gd name="connsiteX4" fmla="*/ 8608307 w 12192000"/>
                <a:gd name="connsiteY4" fmla="*/ 4524374 h 6858000"/>
                <a:gd name="connsiteX5" fmla="*/ 8608327 w 12192000"/>
                <a:gd name="connsiteY5" fmla="*/ 4524376 h 6858000"/>
                <a:gd name="connsiteX6" fmla="*/ 8608349 w 12192000"/>
                <a:gd name="connsiteY6" fmla="*/ 4524374 h 6858000"/>
                <a:gd name="connsiteX7" fmla="*/ 8728919 w 12192000"/>
                <a:gd name="connsiteY7" fmla="*/ 4524374 h 6858000"/>
                <a:gd name="connsiteX8" fmla="*/ 8728919 w 12192000"/>
                <a:gd name="connsiteY8" fmla="*/ 4512439 h 6858000"/>
                <a:gd name="connsiteX9" fmla="*/ 8833135 w 12192000"/>
                <a:gd name="connsiteY9" fmla="*/ 4502121 h 6858000"/>
                <a:gd name="connsiteX10" fmla="*/ 9723802 w 12192000"/>
                <a:gd name="connsiteY10" fmla="*/ 3429000 h 6858000"/>
                <a:gd name="connsiteX11" fmla="*/ 8833135 w 12192000"/>
                <a:gd name="connsiteY11" fmla="*/ 2355879 h 6858000"/>
                <a:gd name="connsiteX12" fmla="*/ 8728919 w 12192000"/>
                <a:gd name="connsiteY12" fmla="*/ 2345561 h 6858000"/>
                <a:gd name="connsiteX13" fmla="*/ 8728919 w 12192000"/>
                <a:gd name="connsiteY13" fmla="*/ 2333624 h 6858000"/>
                <a:gd name="connsiteX14" fmla="*/ 8608327 w 12192000"/>
                <a:gd name="connsiteY14" fmla="*/ 2333624 h 6858000"/>
                <a:gd name="connsiteX15" fmla="*/ 0 w 12192000"/>
                <a:gd name="connsiteY15" fmla="*/ 0 h 6858000"/>
                <a:gd name="connsiteX16" fmla="*/ 12192000 w 12192000"/>
                <a:gd name="connsiteY16" fmla="*/ 0 h 6858000"/>
                <a:gd name="connsiteX17" fmla="*/ 12192000 w 12192000"/>
                <a:gd name="connsiteY17" fmla="*/ 6858000 h 6858000"/>
                <a:gd name="connsiteX18" fmla="*/ 0 w 12192000"/>
                <a:gd name="connsiteY18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2192000" h="6858000">
                  <a:moveTo>
                    <a:pt x="3583673" y="2333624"/>
                  </a:moveTo>
                  <a:cubicBezTo>
                    <a:pt x="2967613" y="2333624"/>
                    <a:pt x="2468198" y="2824041"/>
                    <a:pt x="2468198" y="3429000"/>
                  </a:cubicBezTo>
                  <a:cubicBezTo>
                    <a:pt x="2468198" y="4033959"/>
                    <a:pt x="2967613" y="4524376"/>
                    <a:pt x="3583673" y="4524376"/>
                  </a:cubicBezTo>
                  <a:lnTo>
                    <a:pt x="3583694" y="4524374"/>
                  </a:lnTo>
                  <a:lnTo>
                    <a:pt x="8608307" y="4524374"/>
                  </a:lnTo>
                  <a:lnTo>
                    <a:pt x="8608327" y="4524376"/>
                  </a:lnTo>
                  <a:lnTo>
                    <a:pt x="8608349" y="4524374"/>
                  </a:lnTo>
                  <a:lnTo>
                    <a:pt x="8728919" y="4524374"/>
                  </a:lnTo>
                  <a:lnTo>
                    <a:pt x="8728919" y="4512439"/>
                  </a:lnTo>
                  <a:lnTo>
                    <a:pt x="8833135" y="4502121"/>
                  </a:lnTo>
                  <a:cubicBezTo>
                    <a:pt x="9341439" y="4399982"/>
                    <a:pt x="9723802" y="3958340"/>
                    <a:pt x="9723802" y="3429000"/>
                  </a:cubicBezTo>
                  <a:cubicBezTo>
                    <a:pt x="9723802" y="2899661"/>
                    <a:pt x="9341439" y="2458018"/>
                    <a:pt x="8833135" y="2355879"/>
                  </a:cubicBezTo>
                  <a:lnTo>
                    <a:pt x="8728919" y="2345561"/>
                  </a:lnTo>
                  <a:lnTo>
                    <a:pt x="8728919" y="2333624"/>
                  </a:lnTo>
                  <a:lnTo>
                    <a:pt x="8608327" y="2333624"/>
                  </a:lnTo>
                  <a:close/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E3ECF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effectLst>
                  <a:innerShdw blurRad="114300">
                    <a:prstClr val="black"/>
                  </a:innerShdw>
                </a:effectLst>
              </a:endParaRPr>
            </a:p>
          </p:txBody>
        </p:sp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-57" y="-1"/>
              <a:ext cx="19268" cy="1744"/>
            </a:xfrm>
            <a:prstGeom prst="rect">
              <a:avLst/>
            </a:prstGeom>
          </p:spPr>
        </p:pic>
      </p:grpSp>
      <p:sp>
        <p:nvSpPr>
          <p:cNvPr id="8" name="文本框 7"/>
          <p:cNvSpPr txBox="1"/>
          <p:nvPr/>
        </p:nvSpPr>
        <p:spPr>
          <a:xfrm>
            <a:off x="3464204" y="1670813"/>
            <a:ext cx="5177816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80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再见</a:t>
            </a:r>
            <a:r>
              <a:rPr lang="en-US" altLang="zh-CN" sz="80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 Bye</a:t>
            </a:r>
          </a:p>
        </p:txBody>
      </p:sp>
      <p:sp>
        <p:nvSpPr>
          <p:cNvPr id="24" name="文本框 7"/>
          <p:cNvSpPr txBox="1"/>
          <p:nvPr/>
        </p:nvSpPr>
        <p:spPr>
          <a:xfrm>
            <a:off x="-48577" y="213995"/>
            <a:ext cx="5300345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《HSK</a:t>
            </a:r>
            <a:r>
              <a:rPr lang="zh-CN" altLang="en-US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标准教程</a:t>
            </a:r>
            <a:r>
              <a:rPr lang="en-US" altLang="zh-CN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5--</a:t>
            </a:r>
            <a:r>
              <a:rPr lang="zh-CN" altLang="en-US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第十课</a:t>
            </a:r>
            <a:r>
              <a:rPr lang="en-US" altLang="zh-CN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》</a:t>
            </a:r>
            <a:endParaRPr lang="zh-CN" altLang="en-US" sz="2800" b="1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238243" y="702214"/>
            <a:ext cx="4158703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HSK Standard  Course 5  Lesson10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63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-1.11111E-6 L 0.3806 -1.11111E-6 " pathEditMode="relative" rAng="0" ptsTypes="AA">
                                      <p:cBhvr>
                                        <p:cTn id="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023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32" presetClass="emph" presetSubtype="0" repeatCount="4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1" presetID="32" presetClass="emph" presetSubtype="0" repeatCount="4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3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4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5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6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1"/>
      <p:bldP spid="8" grpId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jA0MmQ4N2JlZDRkYTVmM2QxMDAwYTU3YTQ3MzY2OGU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176"/>
  <p:tag name="KSO_WM_TEMPLATE_MASTER_TYPE" val="0"/>
  <p:tag name="KSO_WM_TEMPLATE_COLOR_TYPE" val="1"/>
  <p:tag name="KSO_WM_UNIT_SHOW_EDIT_AREA_INDICATION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4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/>
            </a:gs>
            <a:gs pos="100000">
              <a:schemeClr val="phClr">
                <a:lumMod val="85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5355</Words>
  <Application>Microsoft Office PowerPoint</Application>
  <PresentationFormat>Widescreen</PresentationFormat>
  <Paragraphs>844</Paragraphs>
  <Slides>75</Slides>
  <Notes>10</Notes>
  <HiddenSlides>0</HiddenSlides>
  <MMClips>1</MMClips>
  <ScaleCrop>false</ScaleCrop>
  <HeadingPairs>
    <vt:vector size="6" baseType="variant">
      <vt:variant>
        <vt:lpstr>Fonts Used</vt:lpstr>
      </vt:variant>
      <vt:variant>
        <vt:i4>17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75</vt:i4>
      </vt:variant>
    </vt:vector>
  </HeadingPairs>
  <TitlesOfParts>
    <vt:vector size="93" baseType="lpstr">
      <vt:lpstr>FangSong</vt:lpstr>
      <vt:lpstr>GB Pinyinok-D</vt:lpstr>
      <vt:lpstr>HelveticaExt-Normal</vt:lpstr>
      <vt:lpstr>微软雅黑</vt:lpstr>
      <vt:lpstr>黑体</vt:lpstr>
      <vt:lpstr>华文楷体</vt:lpstr>
      <vt:lpstr>华文细黑</vt:lpstr>
      <vt:lpstr>思源黑体 CN Bold</vt:lpstr>
      <vt:lpstr>思源黑体 CN Heavy</vt:lpstr>
      <vt:lpstr>思源黑体 CN Regular</vt:lpstr>
      <vt:lpstr>方正兰亭黑简体</vt:lpstr>
      <vt:lpstr>方正喵呜体</vt:lpstr>
      <vt:lpstr>Arial</vt:lpstr>
      <vt:lpstr>Calibri</vt:lpstr>
      <vt:lpstr>Comic Sans MS</vt:lpstr>
      <vt:lpstr>Times New Roman</vt:lpstr>
      <vt:lpstr>Wingdings</vt:lpstr>
      <vt:lpstr>Office 主题​​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Hằng Cò</cp:lastModifiedBy>
  <cp:revision>199</cp:revision>
  <dcterms:created xsi:type="dcterms:W3CDTF">2025-04-11T07:01:41Z</dcterms:created>
  <dcterms:modified xsi:type="dcterms:W3CDTF">2025-08-05T02:15:23Z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2052-6.13.2.8918</vt:lpwstr>
  </property>
  <property fmtid="{D5CDD505-2E9C-101B-9397-08002B2CF9AE}" pid="3" name="ICV">
    <vt:lpwstr>6004D9A879724BF387A337B5304EA119</vt:lpwstr>
  </property>
</Properties>
</file>