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2.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1.xml" ContentType="application/vnd.openxmlformats-officedocument.presentationml.notesSlide+xml"/>
  <Override PartName="/ppt/tags/tag181.xml" ContentType="application/vnd.openxmlformats-officedocument.presentationml.tags+xml"/>
  <Override PartName="/ppt/notesSlides/notesSlide2.xml" ContentType="application/vnd.openxmlformats-officedocument.presentationml.notesSlide+xml"/>
  <Override PartName="/ppt/tags/tag182.xml" ContentType="application/vnd.openxmlformats-officedocument.presentationml.tags+xml"/>
  <Override PartName="/ppt/notesSlides/notesSlide3.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notesSlides/notesSlide4.xml" ContentType="application/vnd.openxmlformats-officedocument.presentationml.notesSlid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notesSlides/notesSlide5.xml" ContentType="application/vnd.openxmlformats-officedocument.presentationml.notesSlide+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sldIdLst>
    <p:sldId id="1268" r:id="rId2"/>
    <p:sldId id="1269" r:id="rId3"/>
    <p:sldId id="1270" r:id="rId4"/>
    <p:sldId id="1271" r:id="rId5"/>
    <p:sldId id="1272" r:id="rId6"/>
    <p:sldId id="1273" r:id="rId7"/>
    <p:sldId id="1274" r:id="rId8"/>
    <p:sldId id="1275" r:id="rId9"/>
    <p:sldId id="1276" r:id="rId10"/>
    <p:sldId id="1277" r:id="rId11"/>
    <p:sldId id="1278" r:id="rId12"/>
    <p:sldId id="1279" r:id="rId13"/>
    <p:sldId id="1280" r:id="rId14"/>
    <p:sldId id="1281" r:id="rId15"/>
    <p:sldId id="1282" r:id="rId16"/>
    <p:sldId id="1283" r:id="rId17"/>
    <p:sldId id="1284" r:id="rId18"/>
    <p:sldId id="1333" r:id="rId19"/>
    <p:sldId id="1334" r:id="rId20"/>
    <p:sldId id="1335" r:id="rId21"/>
    <p:sldId id="1336" r:id="rId22"/>
    <p:sldId id="1345" r:id="rId23"/>
    <p:sldId id="1285" r:id="rId24"/>
    <p:sldId id="1286" r:id="rId25"/>
    <p:sldId id="1287" r:id="rId26"/>
    <p:sldId id="1288" r:id="rId27"/>
    <p:sldId id="1289" r:id="rId28"/>
    <p:sldId id="1290" r:id="rId29"/>
    <p:sldId id="1291" r:id="rId30"/>
    <p:sldId id="1292" r:id="rId31"/>
    <p:sldId id="1293" r:id="rId32"/>
    <p:sldId id="1294" r:id="rId33"/>
    <p:sldId id="1295" r:id="rId34"/>
    <p:sldId id="1296" r:id="rId35"/>
    <p:sldId id="1297" r:id="rId36"/>
    <p:sldId id="1298" r:id="rId37"/>
    <p:sldId id="1339" r:id="rId38"/>
    <p:sldId id="1340" r:id="rId39"/>
    <p:sldId id="1341" r:id="rId40"/>
    <p:sldId id="1342" r:id="rId41"/>
    <p:sldId id="1346" r:id="rId42"/>
    <p:sldId id="1299" r:id="rId43"/>
    <p:sldId id="1300" r:id="rId44"/>
    <p:sldId id="1301" r:id="rId45"/>
    <p:sldId id="1302" r:id="rId46"/>
    <p:sldId id="1347" r:id="rId47"/>
    <p:sldId id="1348" r:id="rId48"/>
    <p:sldId id="1352" r:id="rId49"/>
    <p:sldId id="1303" r:id="rId50"/>
    <p:sldId id="1304" r:id="rId51"/>
    <p:sldId id="1305" r:id="rId52"/>
    <p:sldId id="1306" r:id="rId53"/>
    <p:sldId id="1307" r:id="rId54"/>
    <p:sldId id="1308" r:id="rId55"/>
    <p:sldId id="1309" r:id="rId56"/>
    <p:sldId id="1310" r:id="rId57"/>
    <p:sldId id="1311" r:id="rId58"/>
    <p:sldId id="1312" r:id="rId59"/>
    <p:sldId id="1313" r:id="rId60"/>
    <p:sldId id="1314" r:id="rId61"/>
    <p:sldId id="1315" r:id="rId62"/>
    <p:sldId id="1316" r:id="rId63"/>
    <p:sldId id="1317" r:id="rId64"/>
    <p:sldId id="1318" r:id="rId65"/>
    <p:sldId id="1319" r:id="rId66"/>
    <p:sldId id="1320" r:id="rId67"/>
    <p:sldId id="1321" r:id="rId68"/>
    <p:sldId id="1322" r:id="rId69"/>
    <p:sldId id="1323" r:id="rId70"/>
    <p:sldId id="1324" r:id="rId71"/>
    <p:sldId id="1325" r:id="rId72"/>
    <p:sldId id="1326" r:id="rId73"/>
    <p:sldId id="1327" r:id="rId74"/>
    <p:sldId id="1328" r:id="rId75"/>
    <p:sldId id="1329" r:id="rId76"/>
    <p:sldId id="1330" r:id="rId77"/>
    <p:sldId id="1331" r:id="rId78"/>
    <p:sldId id="1332" r:id="rId79"/>
  </p:sldIdLst>
  <p:sldSz cx="12192000" cy="6858000"/>
  <p:notesSz cx="6858000" cy="9144000"/>
  <p:custDataLst>
    <p:tags r:id="rId8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张 泽元" initials="张" lastIdx="1" clrIdx="0"/>
  <p:cmAuthor id="7" name="Taylor Hartwell" initials="TH [6]" lastIdx="1" clrIdx="6"/>
  <p:cmAuthor id="1" name="陈宣霖" initials="陈" lastIdx="1" clrIdx="0"/>
  <p:cmAuthor id="8" name="Administrator" initials="A" lastIdx="1" clrIdx="8"/>
  <p:cmAuthor id="2" name="作者" initials="A" lastIdx="1" clrIdx="1"/>
  <p:cmAuthor id="4" name="DTY" initials="D" lastIdx="1" clrIdx="7"/>
  <p:cmAuthor id="5" name="未知用户11" initials="未知用户11" lastIdx="1"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9D9D9"/>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82" d="100"/>
          <a:sy n="82" d="100"/>
        </p:scale>
        <p:origin x="773" y="72"/>
      </p:cViewPr>
      <p:guideLst>
        <p:guide orient="horz" pos="225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ags" Target="tags/tag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2025/8/5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6506A-62AA-4D5F-AD58-31AF7D2E6C97}" type="slidenum">
              <a:rPr lang="zh-CN" altLang="en-US" smtClean="0"/>
              <a:t>55</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6506A-62AA-4D5F-AD58-31AF7D2E6C97}" type="slidenum">
              <a:rPr lang="zh-CN" altLang="en-US" smtClean="0"/>
              <a:t>56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6506A-62AA-4D5F-AD58-31AF7D2E6C97}" type="slidenum">
              <a:rPr lang="zh-CN" altLang="en-US" smtClean="0"/>
              <a:t>57</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6506A-62AA-4D5F-AD58-31AF7D2E6C97}" type="slidenum">
              <a:rPr lang="zh-CN" altLang="en-US" smtClean="0"/>
              <a:t>58</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2025/8/5</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2025/8/5</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2025/8/5</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2025/8/5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2025/8/5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2025/8/5</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2025/8/5</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2025/8/5</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bg2"/>
            </a:gs>
            <a:gs pos="100000">
              <a:schemeClr val="bg2">
                <a:lumMod val="85000"/>
              </a:schemeClr>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2025/8/5</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7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7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7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7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6" Type="http://schemas.openxmlformats.org/officeDocument/2006/relationships/tags" Target="../tags/tag89.xml"/><Relationship Id="rId117" Type="http://schemas.openxmlformats.org/officeDocument/2006/relationships/slideLayout" Target="../slideLayouts/slideLayout1.xml"/><Relationship Id="rId21" Type="http://schemas.openxmlformats.org/officeDocument/2006/relationships/tags" Target="../tags/tag84.xml"/><Relationship Id="rId42" Type="http://schemas.openxmlformats.org/officeDocument/2006/relationships/tags" Target="../tags/tag105.xml"/><Relationship Id="rId47" Type="http://schemas.openxmlformats.org/officeDocument/2006/relationships/tags" Target="../tags/tag110.xml"/><Relationship Id="rId63" Type="http://schemas.openxmlformats.org/officeDocument/2006/relationships/tags" Target="../tags/tag126.xml"/><Relationship Id="rId68" Type="http://schemas.openxmlformats.org/officeDocument/2006/relationships/tags" Target="../tags/tag131.xml"/><Relationship Id="rId84" Type="http://schemas.openxmlformats.org/officeDocument/2006/relationships/tags" Target="../tags/tag147.xml"/><Relationship Id="rId89" Type="http://schemas.openxmlformats.org/officeDocument/2006/relationships/tags" Target="../tags/tag152.xml"/><Relationship Id="rId112" Type="http://schemas.openxmlformats.org/officeDocument/2006/relationships/tags" Target="../tags/tag175.xml"/><Relationship Id="rId16" Type="http://schemas.openxmlformats.org/officeDocument/2006/relationships/tags" Target="../tags/tag79.xml"/><Relationship Id="rId107" Type="http://schemas.openxmlformats.org/officeDocument/2006/relationships/tags" Target="../tags/tag170.xml"/><Relationship Id="rId11" Type="http://schemas.openxmlformats.org/officeDocument/2006/relationships/tags" Target="../tags/tag74.xml"/><Relationship Id="rId32" Type="http://schemas.openxmlformats.org/officeDocument/2006/relationships/tags" Target="../tags/tag95.xml"/><Relationship Id="rId37" Type="http://schemas.openxmlformats.org/officeDocument/2006/relationships/tags" Target="../tags/tag100.xml"/><Relationship Id="rId53" Type="http://schemas.openxmlformats.org/officeDocument/2006/relationships/tags" Target="../tags/tag116.xml"/><Relationship Id="rId58" Type="http://schemas.openxmlformats.org/officeDocument/2006/relationships/tags" Target="../tags/tag121.xml"/><Relationship Id="rId74" Type="http://schemas.openxmlformats.org/officeDocument/2006/relationships/tags" Target="../tags/tag137.xml"/><Relationship Id="rId79" Type="http://schemas.openxmlformats.org/officeDocument/2006/relationships/tags" Target="../tags/tag142.xml"/><Relationship Id="rId102" Type="http://schemas.openxmlformats.org/officeDocument/2006/relationships/tags" Target="../tags/tag165.xml"/><Relationship Id="rId5" Type="http://schemas.openxmlformats.org/officeDocument/2006/relationships/tags" Target="../tags/tag68.xml"/><Relationship Id="rId90" Type="http://schemas.openxmlformats.org/officeDocument/2006/relationships/tags" Target="../tags/tag153.xml"/><Relationship Id="rId95" Type="http://schemas.openxmlformats.org/officeDocument/2006/relationships/tags" Target="../tags/tag158.xml"/><Relationship Id="rId22" Type="http://schemas.openxmlformats.org/officeDocument/2006/relationships/tags" Target="../tags/tag85.xml"/><Relationship Id="rId27" Type="http://schemas.openxmlformats.org/officeDocument/2006/relationships/tags" Target="../tags/tag90.xml"/><Relationship Id="rId43" Type="http://schemas.openxmlformats.org/officeDocument/2006/relationships/tags" Target="../tags/tag106.xml"/><Relationship Id="rId48" Type="http://schemas.openxmlformats.org/officeDocument/2006/relationships/tags" Target="../tags/tag111.xml"/><Relationship Id="rId64" Type="http://schemas.openxmlformats.org/officeDocument/2006/relationships/tags" Target="../tags/tag127.xml"/><Relationship Id="rId69" Type="http://schemas.openxmlformats.org/officeDocument/2006/relationships/tags" Target="../tags/tag132.xml"/><Relationship Id="rId113" Type="http://schemas.openxmlformats.org/officeDocument/2006/relationships/tags" Target="../tags/tag176.xml"/><Relationship Id="rId118" Type="http://schemas.openxmlformats.org/officeDocument/2006/relationships/image" Target="../media/image5.jpeg"/><Relationship Id="rId80" Type="http://schemas.openxmlformats.org/officeDocument/2006/relationships/tags" Target="../tags/tag143.xml"/><Relationship Id="rId85" Type="http://schemas.openxmlformats.org/officeDocument/2006/relationships/tags" Target="../tags/tag148.xml"/><Relationship Id="rId12" Type="http://schemas.openxmlformats.org/officeDocument/2006/relationships/tags" Target="../tags/tag75.xml"/><Relationship Id="rId17" Type="http://schemas.openxmlformats.org/officeDocument/2006/relationships/tags" Target="../tags/tag80.xml"/><Relationship Id="rId33" Type="http://schemas.openxmlformats.org/officeDocument/2006/relationships/tags" Target="../tags/tag96.xml"/><Relationship Id="rId38" Type="http://schemas.openxmlformats.org/officeDocument/2006/relationships/tags" Target="../tags/tag101.xml"/><Relationship Id="rId59" Type="http://schemas.openxmlformats.org/officeDocument/2006/relationships/tags" Target="../tags/tag122.xml"/><Relationship Id="rId103" Type="http://schemas.openxmlformats.org/officeDocument/2006/relationships/tags" Target="../tags/tag166.xml"/><Relationship Id="rId108" Type="http://schemas.openxmlformats.org/officeDocument/2006/relationships/tags" Target="../tags/tag171.xml"/><Relationship Id="rId54" Type="http://schemas.openxmlformats.org/officeDocument/2006/relationships/tags" Target="../tags/tag117.xml"/><Relationship Id="rId70" Type="http://schemas.openxmlformats.org/officeDocument/2006/relationships/tags" Target="../tags/tag133.xml"/><Relationship Id="rId75" Type="http://schemas.openxmlformats.org/officeDocument/2006/relationships/tags" Target="../tags/tag138.xml"/><Relationship Id="rId91" Type="http://schemas.openxmlformats.org/officeDocument/2006/relationships/tags" Target="../tags/tag154.xml"/><Relationship Id="rId96" Type="http://schemas.openxmlformats.org/officeDocument/2006/relationships/tags" Target="../tags/tag159.xml"/><Relationship Id="rId1" Type="http://schemas.openxmlformats.org/officeDocument/2006/relationships/tags" Target="../tags/tag64.xml"/><Relationship Id="rId6" Type="http://schemas.openxmlformats.org/officeDocument/2006/relationships/tags" Target="../tags/tag69.xml"/><Relationship Id="rId23" Type="http://schemas.openxmlformats.org/officeDocument/2006/relationships/tags" Target="../tags/tag86.xml"/><Relationship Id="rId28" Type="http://schemas.openxmlformats.org/officeDocument/2006/relationships/tags" Target="../tags/tag91.xml"/><Relationship Id="rId49" Type="http://schemas.openxmlformats.org/officeDocument/2006/relationships/tags" Target="../tags/tag112.xml"/><Relationship Id="rId114" Type="http://schemas.openxmlformats.org/officeDocument/2006/relationships/tags" Target="../tags/tag177.xml"/><Relationship Id="rId119" Type="http://schemas.openxmlformats.org/officeDocument/2006/relationships/image" Target="../media/image6.png"/><Relationship Id="rId10" Type="http://schemas.openxmlformats.org/officeDocument/2006/relationships/tags" Target="../tags/tag73.xml"/><Relationship Id="rId31" Type="http://schemas.openxmlformats.org/officeDocument/2006/relationships/tags" Target="../tags/tag94.xml"/><Relationship Id="rId44" Type="http://schemas.openxmlformats.org/officeDocument/2006/relationships/tags" Target="../tags/tag107.xml"/><Relationship Id="rId52" Type="http://schemas.openxmlformats.org/officeDocument/2006/relationships/tags" Target="../tags/tag115.xml"/><Relationship Id="rId60" Type="http://schemas.openxmlformats.org/officeDocument/2006/relationships/tags" Target="../tags/tag123.xml"/><Relationship Id="rId65" Type="http://schemas.openxmlformats.org/officeDocument/2006/relationships/tags" Target="../tags/tag128.xml"/><Relationship Id="rId73" Type="http://schemas.openxmlformats.org/officeDocument/2006/relationships/tags" Target="../tags/tag136.xml"/><Relationship Id="rId78" Type="http://schemas.openxmlformats.org/officeDocument/2006/relationships/tags" Target="../tags/tag141.xml"/><Relationship Id="rId81" Type="http://schemas.openxmlformats.org/officeDocument/2006/relationships/tags" Target="../tags/tag144.xml"/><Relationship Id="rId86" Type="http://schemas.openxmlformats.org/officeDocument/2006/relationships/tags" Target="../tags/tag149.xml"/><Relationship Id="rId94" Type="http://schemas.openxmlformats.org/officeDocument/2006/relationships/tags" Target="../tags/tag157.xml"/><Relationship Id="rId99" Type="http://schemas.openxmlformats.org/officeDocument/2006/relationships/tags" Target="../tags/tag162.xml"/><Relationship Id="rId101" Type="http://schemas.openxmlformats.org/officeDocument/2006/relationships/tags" Target="../tags/tag164.xml"/><Relationship Id="rId4" Type="http://schemas.openxmlformats.org/officeDocument/2006/relationships/tags" Target="../tags/tag67.xml"/><Relationship Id="rId9" Type="http://schemas.openxmlformats.org/officeDocument/2006/relationships/tags" Target="../tags/tag72.xml"/><Relationship Id="rId13" Type="http://schemas.openxmlformats.org/officeDocument/2006/relationships/tags" Target="../tags/tag76.xml"/><Relationship Id="rId18" Type="http://schemas.openxmlformats.org/officeDocument/2006/relationships/tags" Target="../tags/tag81.xml"/><Relationship Id="rId39" Type="http://schemas.openxmlformats.org/officeDocument/2006/relationships/tags" Target="../tags/tag102.xml"/><Relationship Id="rId109" Type="http://schemas.openxmlformats.org/officeDocument/2006/relationships/tags" Target="../tags/tag172.xml"/><Relationship Id="rId34" Type="http://schemas.openxmlformats.org/officeDocument/2006/relationships/tags" Target="../tags/tag97.xml"/><Relationship Id="rId50" Type="http://schemas.openxmlformats.org/officeDocument/2006/relationships/tags" Target="../tags/tag113.xml"/><Relationship Id="rId55" Type="http://schemas.openxmlformats.org/officeDocument/2006/relationships/tags" Target="../tags/tag118.xml"/><Relationship Id="rId76" Type="http://schemas.openxmlformats.org/officeDocument/2006/relationships/tags" Target="../tags/tag139.xml"/><Relationship Id="rId97" Type="http://schemas.openxmlformats.org/officeDocument/2006/relationships/tags" Target="../tags/tag160.xml"/><Relationship Id="rId104" Type="http://schemas.openxmlformats.org/officeDocument/2006/relationships/tags" Target="../tags/tag167.xml"/><Relationship Id="rId7" Type="http://schemas.openxmlformats.org/officeDocument/2006/relationships/tags" Target="../tags/tag70.xml"/><Relationship Id="rId71" Type="http://schemas.openxmlformats.org/officeDocument/2006/relationships/tags" Target="../tags/tag134.xml"/><Relationship Id="rId92" Type="http://schemas.openxmlformats.org/officeDocument/2006/relationships/tags" Target="../tags/tag155.xml"/><Relationship Id="rId2" Type="http://schemas.openxmlformats.org/officeDocument/2006/relationships/tags" Target="../tags/tag65.xml"/><Relationship Id="rId29" Type="http://schemas.openxmlformats.org/officeDocument/2006/relationships/tags" Target="../tags/tag92.xml"/><Relationship Id="rId24" Type="http://schemas.openxmlformats.org/officeDocument/2006/relationships/tags" Target="../tags/tag87.xml"/><Relationship Id="rId40" Type="http://schemas.openxmlformats.org/officeDocument/2006/relationships/tags" Target="../tags/tag103.xml"/><Relationship Id="rId45" Type="http://schemas.openxmlformats.org/officeDocument/2006/relationships/tags" Target="../tags/tag108.xml"/><Relationship Id="rId66" Type="http://schemas.openxmlformats.org/officeDocument/2006/relationships/tags" Target="../tags/tag129.xml"/><Relationship Id="rId87" Type="http://schemas.openxmlformats.org/officeDocument/2006/relationships/tags" Target="../tags/tag150.xml"/><Relationship Id="rId110" Type="http://schemas.openxmlformats.org/officeDocument/2006/relationships/tags" Target="../tags/tag173.xml"/><Relationship Id="rId115" Type="http://schemas.openxmlformats.org/officeDocument/2006/relationships/tags" Target="../tags/tag178.xml"/><Relationship Id="rId61" Type="http://schemas.openxmlformats.org/officeDocument/2006/relationships/tags" Target="../tags/tag124.xml"/><Relationship Id="rId82" Type="http://schemas.openxmlformats.org/officeDocument/2006/relationships/tags" Target="../tags/tag145.xml"/><Relationship Id="rId19" Type="http://schemas.openxmlformats.org/officeDocument/2006/relationships/tags" Target="../tags/tag82.xml"/><Relationship Id="rId14" Type="http://schemas.openxmlformats.org/officeDocument/2006/relationships/tags" Target="../tags/tag77.xml"/><Relationship Id="rId30" Type="http://schemas.openxmlformats.org/officeDocument/2006/relationships/tags" Target="../tags/tag93.xml"/><Relationship Id="rId35" Type="http://schemas.openxmlformats.org/officeDocument/2006/relationships/tags" Target="../tags/tag98.xml"/><Relationship Id="rId56" Type="http://schemas.openxmlformats.org/officeDocument/2006/relationships/tags" Target="../tags/tag119.xml"/><Relationship Id="rId77" Type="http://schemas.openxmlformats.org/officeDocument/2006/relationships/tags" Target="../tags/tag140.xml"/><Relationship Id="rId100" Type="http://schemas.openxmlformats.org/officeDocument/2006/relationships/tags" Target="../tags/tag163.xml"/><Relationship Id="rId105" Type="http://schemas.openxmlformats.org/officeDocument/2006/relationships/tags" Target="../tags/tag168.xml"/><Relationship Id="rId8" Type="http://schemas.openxmlformats.org/officeDocument/2006/relationships/tags" Target="../tags/tag71.xml"/><Relationship Id="rId51" Type="http://schemas.openxmlformats.org/officeDocument/2006/relationships/tags" Target="../tags/tag114.xml"/><Relationship Id="rId72" Type="http://schemas.openxmlformats.org/officeDocument/2006/relationships/tags" Target="../tags/tag135.xml"/><Relationship Id="rId93" Type="http://schemas.openxmlformats.org/officeDocument/2006/relationships/tags" Target="../tags/tag156.xml"/><Relationship Id="rId98" Type="http://schemas.openxmlformats.org/officeDocument/2006/relationships/tags" Target="../tags/tag161.xml"/><Relationship Id="rId3" Type="http://schemas.openxmlformats.org/officeDocument/2006/relationships/tags" Target="../tags/tag66.xml"/><Relationship Id="rId25" Type="http://schemas.openxmlformats.org/officeDocument/2006/relationships/tags" Target="../tags/tag88.xml"/><Relationship Id="rId46" Type="http://schemas.openxmlformats.org/officeDocument/2006/relationships/tags" Target="../tags/tag109.xml"/><Relationship Id="rId67" Type="http://schemas.openxmlformats.org/officeDocument/2006/relationships/tags" Target="../tags/tag130.xml"/><Relationship Id="rId116" Type="http://schemas.openxmlformats.org/officeDocument/2006/relationships/tags" Target="../tags/tag179.xml"/><Relationship Id="rId20" Type="http://schemas.openxmlformats.org/officeDocument/2006/relationships/tags" Target="../tags/tag83.xml"/><Relationship Id="rId41" Type="http://schemas.openxmlformats.org/officeDocument/2006/relationships/tags" Target="../tags/tag104.xml"/><Relationship Id="rId62" Type="http://schemas.openxmlformats.org/officeDocument/2006/relationships/tags" Target="../tags/tag125.xml"/><Relationship Id="rId83" Type="http://schemas.openxmlformats.org/officeDocument/2006/relationships/tags" Target="../tags/tag146.xml"/><Relationship Id="rId88" Type="http://schemas.openxmlformats.org/officeDocument/2006/relationships/tags" Target="../tags/tag151.xml"/><Relationship Id="rId111" Type="http://schemas.openxmlformats.org/officeDocument/2006/relationships/tags" Target="../tags/tag174.xml"/><Relationship Id="rId15" Type="http://schemas.openxmlformats.org/officeDocument/2006/relationships/tags" Target="../tags/tag78.xml"/><Relationship Id="rId36" Type="http://schemas.openxmlformats.org/officeDocument/2006/relationships/tags" Target="../tags/tag99.xml"/><Relationship Id="rId57" Type="http://schemas.openxmlformats.org/officeDocument/2006/relationships/tags" Target="../tags/tag120.xml"/><Relationship Id="rId106" Type="http://schemas.openxmlformats.org/officeDocument/2006/relationships/tags" Target="../tags/tag16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0.xml"/><Relationship Id="rId5" Type="http://schemas.openxmlformats.org/officeDocument/2006/relationships/image" Target="../media/image11.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5.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24.jpeg"/><Relationship Id="rId5" Type="http://schemas.openxmlformats.org/officeDocument/2006/relationships/image" Target="../media/image15.jpeg"/><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11.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4.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33.jpeg"/><Relationship Id="rId5" Type="http://schemas.openxmlformats.org/officeDocument/2006/relationships/image" Target="../media/image23.jpeg"/><Relationship Id="rId4" Type="http://schemas.openxmlformats.org/officeDocument/2006/relationships/image" Target="../media/image32.jpeg"/></Relationships>
</file>

<file path=ppt/slides/_rels/slide12.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5.jpeg"/><Relationship Id="rId7" Type="http://schemas.openxmlformats.org/officeDocument/2006/relationships/image" Target="../media/image37.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7.jpeg"/><Relationship Id="rId4" Type="http://schemas.openxmlformats.org/officeDocument/2006/relationships/image" Target="../media/image36.jpeg"/></Relationships>
</file>

<file path=ppt/slides/_rels/slide13.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81.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audio" Target="../media/audio2.wav"/><Relationship Id="rId1" Type="http://schemas.openxmlformats.org/officeDocument/2006/relationships/slideLayout" Target="../slideLayouts/slideLayout1.xml"/><Relationship Id="rId4" Type="http://schemas.openxmlformats.org/officeDocument/2006/relationships/image" Target="../media/image47.jpeg"/></Relationships>
</file>

<file path=ppt/slides/_rels/slide1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audio" Target="../media/audio2.wav"/><Relationship Id="rId1" Type="http://schemas.openxmlformats.org/officeDocument/2006/relationships/slideLayout" Target="../slideLayouts/slideLayout1.xml"/><Relationship Id="rId5" Type="http://schemas.openxmlformats.org/officeDocument/2006/relationships/image" Target="../media/image50.jpeg"/><Relationship Id="rId4" Type="http://schemas.openxmlformats.org/officeDocument/2006/relationships/image" Target="../media/image49.jpeg"/></Relationships>
</file>

<file path=ppt/slides/_rels/slide2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audio" Target="../media/audio2.wav"/><Relationship Id="rId1" Type="http://schemas.openxmlformats.org/officeDocument/2006/relationships/slideLayout" Target="../slideLayouts/slideLayout1.xml"/><Relationship Id="rId5" Type="http://schemas.openxmlformats.org/officeDocument/2006/relationships/image" Target="../media/image53.jpeg"/><Relationship Id="rId4" Type="http://schemas.openxmlformats.org/officeDocument/2006/relationships/image" Target="../media/image52.jpeg"/></Relationships>
</file>

<file path=ppt/slides/_rels/slide2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82.xml"/><Relationship Id="rId5" Type="http://schemas.openxmlformats.org/officeDocument/2006/relationships/image" Target="../media/image6.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8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8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85.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8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8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88.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26" Type="http://schemas.openxmlformats.org/officeDocument/2006/relationships/tags" Target="../tags/tag214.xml"/><Relationship Id="rId117" Type="http://schemas.openxmlformats.org/officeDocument/2006/relationships/slideLayout" Target="../slideLayouts/slideLayout1.xml"/><Relationship Id="rId21" Type="http://schemas.openxmlformats.org/officeDocument/2006/relationships/tags" Target="../tags/tag209.xml"/><Relationship Id="rId42" Type="http://schemas.openxmlformats.org/officeDocument/2006/relationships/tags" Target="../tags/tag230.xml"/><Relationship Id="rId47" Type="http://schemas.openxmlformats.org/officeDocument/2006/relationships/tags" Target="../tags/tag235.xml"/><Relationship Id="rId63" Type="http://schemas.openxmlformats.org/officeDocument/2006/relationships/tags" Target="../tags/tag251.xml"/><Relationship Id="rId68" Type="http://schemas.openxmlformats.org/officeDocument/2006/relationships/tags" Target="../tags/tag256.xml"/><Relationship Id="rId84" Type="http://schemas.openxmlformats.org/officeDocument/2006/relationships/tags" Target="../tags/tag272.xml"/><Relationship Id="rId89" Type="http://schemas.openxmlformats.org/officeDocument/2006/relationships/tags" Target="../tags/tag277.xml"/><Relationship Id="rId112" Type="http://schemas.openxmlformats.org/officeDocument/2006/relationships/tags" Target="../tags/tag300.xml"/><Relationship Id="rId16" Type="http://schemas.openxmlformats.org/officeDocument/2006/relationships/tags" Target="../tags/tag204.xml"/><Relationship Id="rId107" Type="http://schemas.openxmlformats.org/officeDocument/2006/relationships/tags" Target="../tags/tag295.xml"/><Relationship Id="rId11" Type="http://schemas.openxmlformats.org/officeDocument/2006/relationships/tags" Target="../tags/tag199.xml"/><Relationship Id="rId32" Type="http://schemas.openxmlformats.org/officeDocument/2006/relationships/tags" Target="../tags/tag220.xml"/><Relationship Id="rId37" Type="http://schemas.openxmlformats.org/officeDocument/2006/relationships/tags" Target="../tags/tag225.xml"/><Relationship Id="rId53" Type="http://schemas.openxmlformats.org/officeDocument/2006/relationships/tags" Target="../tags/tag241.xml"/><Relationship Id="rId58" Type="http://schemas.openxmlformats.org/officeDocument/2006/relationships/tags" Target="../tags/tag246.xml"/><Relationship Id="rId74" Type="http://schemas.openxmlformats.org/officeDocument/2006/relationships/tags" Target="../tags/tag262.xml"/><Relationship Id="rId79" Type="http://schemas.openxmlformats.org/officeDocument/2006/relationships/tags" Target="../tags/tag267.xml"/><Relationship Id="rId102" Type="http://schemas.openxmlformats.org/officeDocument/2006/relationships/tags" Target="../tags/tag290.xml"/><Relationship Id="rId5" Type="http://schemas.openxmlformats.org/officeDocument/2006/relationships/tags" Target="../tags/tag193.xml"/><Relationship Id="rId90" Type="http://schemas.openxmlformats.org/officeDocument/2006/relationships/tags" Target="../tags/tag278.xml"/><Relationship Id="rId95" Type="http://schemas.openxmlformats.org/officeDocument/2006/relationships/tags" Target="../tags/tag283.xml"/><Relationship Id="rId22" Type="http://schemas.openxmlformats.org/officeDocument/2006/relationships/tags" Target="../tags/tag210.xml"/><Relationship Id="rId27" Type="http://schemas.openxmlformats.org/officeDocument/2006/relationships/tags" Target="../tags/tag215.xml"/><Relationship Id="rId43" Type="http://schemas.openxmlformats.org/officeDocument/2006/relationships/tags" Target="../tags/tag231.xml"/><Relationship Id="rId48" Type="http://schemas.openxmlformats.org/officeDocument/2006/relationships/tags" Target="../tags/tag236.xml"/><Relationship Id="rId64" Type="http://schemas.openxmlformats.org/officeDocument/2006/relationships/tags" Target="../tags/tag252.xml"/><Relationship Id="rId69" Type="http://schemas.openxmlformats.org/officeDocument/2006/relationships/tags" Target="../tags/tag257.xml"/><Relationship Id="rId113" Type="http://schemas.openxmlformats.org/officeDocument/2006/relationships/tags" Target="../tags/tag301.xml"/><Relationship Id="rId118" Type="http://schemas.openxmlformats.org/officeDocument/2006/relationships/image" Target="../media/image5.jpeg"/><Relationship Id="rId80" Type="http://schemas.openxmlformats.org/officeDocument/2006/relationships/tags" Target="../tags/tag268.xml"/><Relationship Id="rId85" Type="http://schemas.openxmlformats.org/officeDocument/2006/relationships/tags" Target="../tags/tag273.xml"/><Relationship Id="rId12" Type="http://schemas.openxmlformats.org/officeDocument/2006/relationships/tags" Target="../tags/tag200.xml"/><Relationship Id="rId17" Type="http://schemas.openxmlformats.org/officeDocument/2006/relationships/tags" Target="../tags/tag205.xml"/><Relationship Id="rId33" Type="http://schemas.openxmlformats.org/officeDocument/2006/relationships/tags" Target="../tags/tag221.xml"/><Relationship Id="rId38" Type="http://schemas.openxmlformats.org/officeDocument/2006/relationships/tags" Target="../tags/tag226.xml"/><Relationship Id="rId59" Type="http://schemas.openxmlformats.org/officeDocument/2006/relationships/tags" Target="../tags/tag247.xml"/><Relationship Id="rId103" Type="http://schemas.openxmlformats.org/officeDocument/2006/relationships/tags" Target="../tags/tag291.xml"/><Relationship Id="rId108" Type="http://schemas.openxmlformats.org/officeDocument/2006/relationships/tags" Target="../tags/tag296.xml"/><Relationship Id="rId54" Type="http://schemas.openxmlformats.org/officeDocument/2006/relationships/tags" Target="../tags/tag242.xml"/><Relationship Id="rId70" Type="http://schemas.openxmlformats.org/officeDocument/2006/relationships/tags" Target="../tags/tag258.xml"/><Relationship Id="rId75" Type="http://schemas.openxmlformats.org/officeDocument/2006/relationships/tags" Target="../tags/tag263.xml"/><Relationship Id="rId91" Type="http://schemas.openxmlformats.org/officeDocument/2006/relationships/tags" Target="../tags/tag279.xml"/><Relationship Id="rId96" Type="http://schemas.openxmlformats.org/officeDocument/2006/relationships/tags" Target="../tags/tag284.xml"/><Relationship Id="rId1" Type="http://schemas.openxmlformats.org/officeDocument/2006/relationships/tags" Target="../tags/tag189.xml"/><Relationship Id="rId6" Type="http://schemas.openxmlformats.org/officeDocument/2006/relationships/tags" Target="../tags/tag194.xml"/><Relationship Id="rId23" Type="http://schemas.openxmlformats.org/officeDocument/2006/relationships/tags" Target="../tags/tag211.xml"/><Relationship Id="rId28" Type="http://schemas.openxmlformats.org/officeDocument/2006/relationships/tags" Target="../tags/tag216.xml"/><Relationship Id="rId49" Type="http://schemas.openxmlformats.org/officeDocument/2006/relationships/tags" Target="../tags/tag237.xml"/><Relationship Id="rId114" Type="http://schemas.openxmlformats.org/officeDocument/2006/relationships/tags" Target="../tags/tag302.xml"/><Relationship Id="rId119" Type="http://schemas.openxmlformats.org/officeDocument/2006/relationships/image" Target="../media/image6.png"/><Relationship Id="rId10" Type="http://schemas.openxmlformats.org/officeDocument/2006/relationships/tags" Target="../tags/tag198.xml"/><Relationship Id="rId31" Type="http://schemas.openxmlformats.org/officeDocument/2006/relationships/tags" Target="../tags/tag219.xml"/><Relationship Id="rId44" Type="http://schemas.openxmlformats.org/officeDocument/2006/relationships/tags" Target="../tags/tag232.xml"/><Relationship Id="rId52" Type="http://schemas.openxmlformats.org/officeDocument/2006/relationships/tags" Target="../tags/tag240.xml"/><Relationship Id="rId60" Type="http://schemas.openxmlformats.org/officeDocument/2006/relationships/tags" Target="../tags/tag248.xml"/><Relationship Id="rId65" Type="http://schemas.openxmlformats.org/officeDocument/2006/relationships/tags" Target="../tags/tag253.xml"/><Relationship Id="rId73" Type="http://schemas.openxmlformats.org/officeDocument/2006/relationships/tags" Target="../tags/tag261.xml"/><Relationship Id="rId78" Type="http://schemas.openxmlformats.org/officeDocument/2006/relationships/tags" Target="../tags/tag266.xml"/><Relationship Id="rId81" Type="http://schemas.openxmlformats.org/officeDocument/2006/relationships/tags" Target="../tags/tag269.xml"/><Relationship Id="rId86" Type="http://schemas.openxmlformats.org/officeDocument/2006/relationships/tags" Target="../tags/tag274.xml"/><Relationship Id="rId94" Type="http://schemas.openxmlformats.org/officeDocument/2006/relationships/tags" Target="../tags/tag282.xml"/><Relationship Id="rId99" Type="http://schemas.openxmlformats.org/officeDocument/2006/relationships/tags" Target="../tags/tag287.xml"/><Relationship Id="rId101" Type="http://schemas.openxmlformats.org/officeDocument/2006/relationships/tags" Target="../tags/tag289.xml"/><Relationship Id="rId4" Type="http://schemas.openxmlformats.org/officeDocument/2006/relationships/tags" Target="../tags/tag192.xml"/><Relationship Id="rId9" Type="http://schemas.openxmlformats.org/officeDocument/2006/relationships/tags" Target="../tags/tag197.xml"/><Relationship Id="rId13" Type="http://schemas.openxmlformats.org/officeDocument/2006/relationships/tags" Target="../tags/tag201.xml"/><Relationship Id="rId18" Type="http://schemas.openxmlformats.org/officeDocument/2006/relationships/tags" Target="../tags/tag206.xml"/><Relationship Id="rId39" Type="http://schemas.openxmlformats.org/officeDocument/2006/relationships/tags" Target="../tags/tag227.xml"/><Relationship Id="rId109" Type="http://schemas.openxmlformats.org/officeDocument/2006/relationships/tags" Target="../tags/tag297.xml"/><Relationship Id="rId34" Type="http://schemas.openxmlformats.org/officeDocument/2006/relationships/tags" Target="../tags/tag222.xml"/><Relationship Id="rId50" Type="http://schemas.openxmlformats.org/officeDocument/2006/relationships/tags" Target="../tags/tag238.xml"/><Relationship Id="rId55" Type="http://schemas.openxmlformats.org/officeDocument/2006/relationships/tags" Target="../tags/tag243.xml"/><Relationship Id="rId76" Type="http://schemas.openxmlformats.org/officeDocument/2006/relationships/tags" Target="../tags/tag264.xml"/><Relationship Id="rId97" Type="http://schemas.openxmlformats.org/officeDocument/2006/relationships/tags" Target="../tags/tag285.xml"/><Relationship Id="rId104" Type="http://schemas.openxmlformats.org/officeDocument/2006/relationships/tags" Target="../tags/tag292.xml"/><Relationship Id="rId7" Type="http://schemas.openxmlformats.org/officeDocument/2006/relationships/tags" Target="../tags/tag195.xml"/><Relationship Id="rId71" Type="http://schemas.openxmlformats.org/officeDocument/2006/relationships/tags" Target="../tags/tag259.xml"/><Relationship Id="rId92" Type="http://schemas.openxmlformats.org/officeDocument/2006/relationships/tags" Target="../tags/tag280.xml"/><Relationship Id="rId2" Type="http://schemas.openxmlformats.org/officeDocument/2006/relationships/tags" Target="../tags/tag190.xml"/><Relationship Id="rId29" Type="http://schemas.openxmlformats.org/officeDocument/2006/relationships/tags" Target="../tags/tag217.xml"/><Relationship Id="rId24" Type="http://schemas.openxmlformats.org/officeDocument/2006/relationships/tags" Target="../tags/tag212.xml"/><Relationship Id="rId40" Type="http://schemas.openxmlformats.org/officeDocument/2006/relationships/tags" Target="../tags/tag228.xml"/><Relationship Id="rId45" Type="http://schemas.openxmlformats.org/officeDocument/2006/relationships/tags" Target="../tags/tag233.xml"/><Relationship Id="rId66" Type="http://schemas.openxmlformats.org/officeDocument/2006/relationships/tags" Target="../tags/tag254.xml"/><Relationship Id="rId87" Type="http://schemas.openxmlformats.org/officeDocument/2006/relationships/tags" Target="../tags/tag275.xml"/><Relationship Id="rId110" Type="http://schemas.openxmlformats.org/officeDocument/2006/relationships/tags" Target="../tags/tag298.xml"/><Relationship Id="rId115" Type="http://schemas.openxmlformats.org/officeDocument/2006/relationships/tags" Target="../tags/tag303.xml"/><Relationship Id="rId61" Type="http://schemas.openxmlformats.org/officeDocument/2006/relationships/tags" Target="../tags/tag249.xml"/><Relationship Id="rId82" Type="http://schemas.openxmlformats.org/officeDocument/2006/relationships/tags" Target="../tags/tag270.xml"/><Relationship Id="rId19" Type="http://schemas.openxmlformats.org/officeDocument/2006/relationships/tags" Target="../tags/tag207.xml"/><Relationship Id="rId14" Type="http://schemas.openxmlformats.org/officeDocument/2006/relationships/tags" Target="../tags/tag202.xml"/><Relationship Id="rId30" Type="http://schemas.openxmlformats.org/officeDocument/2006/relationships/tags" Target="../tags/tag218.xml"/><Relationship Id="rId35" Type="http://schemas.openxmlformats.org/officeDocument/2006/relationships/tags" Target="../tags/tag223.xml"/><Relationship Id="rId56" Type="http://schemas.openxmlformats.org/officeDocument/2006/relationships/tags" Target="../tags/tag244.xml"/><Relationship Id="rId77" Type="http://schemas.openxmlformats.org/officeDocument/2006/relationships/tags" Target="../tags/tag265.xml"/><Relationship Id="rId100" Type="http://schemas.openxmlformats.org/officeDocument/2006/relationships/tags" Target="../tags/tag288.xml"/><Relationship Id="rId105" Type="http://schemas.openxmlformats.org/officeDocument/2006/relationships/tags" Target="../tags/tag293.xml"/><Relationship Id="rId8" Type="http://schemas.openxmlformats.org/officeDocument/2006/relationships/tags" Target="../tags/tag196.xml"/><Relationship Id="rId51" Type="http://schemas.openxmlformats.org/officeDocument/2006/relationships/tags" Target="../tags/tag239.xml"/><Relationship Id="rId72" Type="http://schemas.openxmlformats.org/officeDocument/2006/relationships/tags" Target="../tags/tag260.xml"/><Relationship Id="rId93" Type="http://schemas.openxmlformats.org/officeDocument/2006/relationships/tags" Target="../tags/tag281.xml"/><Relationship Id="rId98" Type="http://schemas.openxmlformats.org/officeDocument/2006/relationships/tags" Target="../tags/tag286.xml"/><Relationship Id="rId3" Type="http://schemas.openxmlformats.org/officeDocument/2006/relationships/tags" Target="../tags/tag191.xml"/><Relationship Id="rId25" Type="http://schemas.openxmlformats.org/officeDocument/2006/relationships/tags" Target="../tags/tag213.xml"/><Relationship Id="rId46" Type="http://schemas.openxmlformats.org/officeDocument/2006/relationships/tags" Target="../tags/tag234.xml"/><Relationship Id="rId67" Type="http://schemas.openxmlformats.org/officeDocument/2006/relationships/tags" Target="../tags/tag255.xml"/><Relationship Id="rId116" Type="http://schemas.openxmlformats.org/officeDocument/2006/relationships/tags" Target="../tags/tag304.xml"/><Relationship Id="rId20" Type="http://schemas.openxmlformats.org/officeDocument/2006/relationships/tags" Target="../tags/tag208.xml"/><Relationship Id="rId41" Type="http://schemas.openxmlformats.org/officeDocument/2006/relationships/tags" Target="../tags/tag229.xml"/><Relationship Id="rId62" Type="http://schemas.openxmlformats.org/officeDocument/2006/relationships/tags" Target="../tags/tag250.xml"/><Relationship Id="rId83" Type="http://schemas.openxmlformats.org/officeDocument/2006/relationships/tags" Target="../tags/tag271.xml"/><Relationship Id="rId88" Type="http://schemas.openxmlformats.org/officeDocument/2006/relationships/tags" Target="../tags/tag276.xml"/><Relationship Id="rId111" Type="http://schemas.openxmlformats.org/officeDocument/2006/relationships/tags" Target="../tags/tag299.xml"/><Relationship Id="rId15" Type="http://schemas.openxmlformats.org/officeDocument/2006/relationships/tags" Target="../tags/tag203.xml"/><Relationship Id="rId36" Type="http://schemas.openxmlformats.org/officeDocument/2006/relationships/tags" Target="../tags/tag224.xml"/><Relationship Id="rId57" Type="http://schemas.openxmlformats.org/officeDocument/2006/relationships/tags" Target="../tags/tag245.xml"/><Relationship Id="rId106" Type="http://schemas.openxmlformats.org/officeDocument/2006/relationships/tags" Target="../tags/tag294.xml"/></Relationships>
</file>

<file path=ppt/slides/_rels/slide3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audio" Target="../media/audio2.wav"/><Relationship Id="rId1" Type="http://schemas.openxmlformats.org/officeDocument/2006/relationships/slideLayout" Target="../slideLayouts/slideLayout1.xml"/><Relationship Id="rId4" Type="http://schemas.openxmlformats.org/officeDocument/2006/relationships/image" Target="../media/image77.jpeg"/></Relationships>
</file>

<file path=ppt/slides/_rels/slide4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305.xml"/><Relationship Id="rId5" Type="http://schemas.openxmlformats.org/officeDocument/2006/relationships/image" Target="../media/image6.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06.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07.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audio" Target="../media/audio2.wav"/><Relationship Id="rId1" Type="http://schemas.openxmlformats.org/officeDocument/2006/relationships/slideLayout" Target="../slideLayouts/slideLayout1.xml"/><Relationship Id="rId4" Type="http://schemas.openxmlformats.org/officeDocument/2006/relationships/image" Target="../media/image84.jpeg"/></Relationships>
</file>

<file path=ppt/slides/_rels/slide46.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308.xml"/><Relationship Id="rId5" Type="http://schemas.openxmlformats.org/officeDocument/2006/relationships/image" Target="../media/image6.pn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09.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10.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55.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11.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1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13.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55.png"/></Relationships>
</file>

<file path=ppt/slides/_rels/slide5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6.png"/><Relationship Id="rId4" Type="http://schemas.openxmlformats.org/officeDocument/2006/relationships/audio" Target="../media/audio1.wav"/></Relationships>
</file>

<file path=ppt/slides/_rels/slide5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6.png"/><Relationship Id="rId4" Type="http://schemas.openxmlformats.org/officeDocument/2006/relationships/audio" Target="../media/audio1.wav"/></Relationships>
</file>

<file path=ppt/slides/_rels/slide5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6.png"/><Relationship Id="rId4" Type="http://schemas.openxmlformats.org/officeDocument/2006/relationships/audio" Target="../media/audio1.wav"/></Relationships>
</file>

<file path=ppt/slides/_rels/slide5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6.png"/><Relationship Id="rId4" Type="http://schemas.openxmlformats.org/officeDocument/2006/relationships/audio" Target="../media/audio1.wav"/></Relationships>
</file>

<file path=ppt/slides/_rels/slide59.xml.rels><?xml version="1.0" encoding="UTF-8" standalone="yes"?>
<Relationships xmlns="http://schemas.openxmlformats.org/package/2006/relationships"><Relationship Id="rId26" Type="http://schemas.openxmlformats.org/officeDocument/2006/relationships/tags" Target="../tags/tag339.xml"/><Relationship Id="rId117" Type="http://schemas.openxmlformats.org/officeDocument/2006/relationships/slideLayout" Target="../slideLayouts/slideLayout1.xml"/><Relationship Id="rId21" Type="http://schemas.openxmlformats.org/officeDocument/2006/relationships/tags" Target="../tags/tag334.xml"/><Relationship Id="rId42" Type="http://schemas.openxmlformats.org/officeDocument/2006/relationships/tags" Target="../tags/tag355.xml"/><Relationship Id="rId47" Type="http://schemas.openxmlformats.org/officeDocument/2006/relationships/tags" Target="../tags/tag360.xml"/><Relationship Id="rId63" Type="http://schemas.openxmlformats.org/officeDocument/2006/relationships/tags" Target="../tags/tag376.xml"/><Relationship Id="rId68" Type="http://schemas.openxmlformats.org/officeDocument/2006/relationships/tags" Target="../tags/tag381.xml"/><Relationship Id="rId84" Type="http://schemas.openxmlformats.org/officeDocument/2006/relationships/tags" Target="../tags/tag397.xml"/><Relationship Id="rId89" Type="http://schemas.openxmlformats.org/officeDocument/2006/relationships/tags" Target="../tags/tag402.xml"/><Relationship Id="rId112" Type="http://schemas.openxmlformats.org/officeDocument/2006/relationships/tags" Target="../tags/tag425.xml"/><Relationship Id="rId16" Type="http://schemas.openxmlformats.org/officeDocument/2006/relationships/tags" Target="../tags/tag329.xml"/><Relationship Id="rId107" Type="http://schemas.openxmlformats.org/officeDocument/2006/relationships/tags" Target="../tags/tag420.xml"/><Relationship Id="rId11" Type="http://schemas.openxmlformats.org/officeDocument/2006/relationships/tags" Target="../tags/tag324.xml"/><Relationship Id="rId32" Type="http://schemas.openxmlformats.org/officeDocument/2006/relationships/tags" Target="../tags/tag345.xml"/><Relationship Id="rId37" Type="http://schemas.openxmlformats.org/officeDocument/2006/relationships/tags" Target="../tags/tag350.xml"/><Relationship Id="rId53" Type="http://schemas.openxmlformats.org/officeDocument/2006/relationships/tags" Target="../tags/tag366.xml"/><Relationship Id="rId58" Type="http://schemas.openxmlformats.org/officeDocument/2006/relationships/tags" Target="../tags/tag371.xml"/><Relationship Id="rId74" Type="http://schemas.openxmlformats.org/officeDocument/2006/relationships/tags" Target="../tags/tag387.xml"/><Relationship Id="rId79" Type="http://schemas.openxmlformats.org/officeDocument/2006/relationships/tags" Target="../tags/tag392.xml"/><Relationship Id="rId102" Type="http://schemas.openxmlformats.org/officeDocument/2006/relationships/tags" Target="../tags/tag415.xml"/><Relationship Id="rId5" Type="http://schemas.openxmlformats.org/officeDocument/2006/relationships/tags" Target="../tags/tag318.xml"/><Relationship Id="rId90" Type="http://schemas.openxmlformats.org/officeDocument/2006/relationships/tags" Target="../tags/tag403.xml"/><Relationship Id="rId95" Type="http://schemas.openxmlformats.org/officeDocument/2006/relationships/tags" Target="../tags/tag408.xml"/><Relationship Id="rId22" Type="http://schemas.openxmlformats.org/officeDocument/2006/relationships/tags" Target="../tags/tag335.xml"/><Relationship Id="rId27" Type="http://schemas.openxmlformats.org/officeDocument/2006/relationships/tags" Target="../tags/tag340.xml"/><Relationship Id="rId43" Type="http://schemas.openxmlformats.org/officeDocument/2006/relationships/tags" Target="../tags/tag356.xml"/><Relationship Id="rId48" Type="http://schemas.openxmlformats.org/officeDocument/2006/relationships/tags" Target="../tags/tag361.xml"/><Relationship Id="rId64" Type="http://schemas.openxmlformats.org/officeDocument/2006/relationships/tags" Target="../tags/tag377.xml"/><Relationship Id="rId69" Type="http://schemas.openxmlformats.org/officeDocument/2006/relationships/tags" Target="../tags/tag382.xml"/><Relationship Id="rId113" Type="http://schemas.openxmlformats.org/officeDocument/2006/relationships/tags" Target="../tags/tag426.xml"/><Relationship Id="rId118" Type="http://schemas.openxmlformats.org/officeDocument/2006/relationships/image" Target="../media/image5.jpeg"/><Relationship Id="rId80" Type="http://schemas.openxmlformats.org/officeDocument/2006/relationships/tags" Target="../tags/tag393.xml"/><Relationship Id="rId85" Type="http://schemas.openxmlformats.org/officeDocument/2006/relationships/tags" Target="../tags/tag398.xml"/><Relationship Id="rId12" Type="http://schemas.openxmlformats.org/officeDocument/2006/relationships/tags" Target="../tags/tag325.xml"/><Relationship Id="rId17" Type="http://schemas.openxmlformats.org/officeDocument/2006/relationships/tags" Target="../tags/tag330.xml"/><Relationship Id="rId33" Type="http://schemas.openxmlformats.org/officeDocument/2006/relationships/tags" Target="../tags/tag346.xml"/><Relationship Id="rId38" Type="http://schemas.openxmlformats.org/officeDocument/2006/relationships/tags" Target="../tags/tag351.xml"/><Relationship Id="rId59" Type="http://schemas.openxmlformats.org/officeDocument/2006/relationships/tags" Target="../tags/tag372.xml"/><Relationship Id="rId103" Type="http://schemas.openxmlformats.org/officeDocument/2006/relationships/tags" Target="../tags/tag416.xml"/><Relationship Id="rId108" Type="http://schemas.openxmlformats.org/officeDocument/2006/relationships/tags" Target="../tags/tag421.xml"/><Relationship Id="rId54" Type="http://schemas.openxmlformats.org/officeDocument/2006/relationships/tags" Target="../tags/tag367.xml"/><Relationship Id="rId70" Type="http://schemas.openxmlformats.org/officeDocument/2006/relationships/tags" Target="../tags/tag383.xml"/><Relationship Id="rId75" Type="http://schemas.openxmlformats.org/officeDocument/2006/relationships/tags" Target="../tags/tag388.xml"/><Relationship Id="rId91" Type="http://schemas.openxmlformats.org/officeDocument/2006/relationships/tags" Target="../tags/tag404.xml"/><Relationship Id="rId96" Type="http://schemas.openxmlformats.org/officeDocument/2006/relationships/tags" Target="../tags/tag409.xml"/><Relationship Id="rId1" Type="http://schemas.openxmlformats.org/officeDocument/2006/relationships/tags" Target="../tags/tag314.xml"/><Relationship Id="rId6" Type="http://schemas.openxmlformats.org/officeDocument/2006/relationships/tags" Target="../tags/tag319.xml"/><Relationship Id="rId23" Type="http://schemas.openxmlformats.org/officeDocument/2006/relationships/tags" Target="../tags/tag336.xml"/><Relationship Id="rId28" Type="http://schemas.openxmlformats.org/officeDocument/2006/relationships/tags" Target="../tags/tag341.xml"/><Relationship Id="rId49" Type="http://schemas.openxmlformats.org/officeDocument/2006/relationships/tags" Target="../tags/tag362.xml"/><Relationship Id="rId114" Type="http://schemas.openxmlformats.org/officeDocument/2006/relationships/tags" Target="../tags/tag427.xml"/><Relationship Id="rId119" Type="http://schemas.openxmlformats.org/officeDocument/2006/relationships/image" Target="../media/image6.png"/><Relationship Id="rId10" Type="http://schemas.openxmlformats.org/officeDocument/2006/relationships/tags" Target="../tags/tag323.xml"/><Relationship Id="rId31" Type="http://schemas.openxmlformats.org/officeDocument/2006/relationships/tags" Target="../tags/tag344.xml"/><Relationship Id="rId44" Type="http://schemas.openxmlformats.org/officeDocument/2006/relationships/tags" Target="../tags/tag357.xml"/><Relationship Id="rId52" Type="http://schemas.openxmlformats.org/officeDocument/2006/relationships/tags" Target="../tags/tag365.xml"/><Relationship Id="rId60" Type="http://schemas.openxmlformats.org/officeDocument/2006/relationships/tags" Target="../tags/tag373.xml"/><Relationship Id="rId65" Type="http://schemas.openxmlformats.org/officeDocument/2006/relationships/tags" Target="../tags/tag378.xml"/><Relationship Id="rId73" Type="http://schemas.openxmlformats.org/officeDocument/2006/relationships/tags" Target="../tags/tag386.xml"/><Relationship Id="rId78" Type="http://schemas.openxmlformats.org/officeDocument/2006/relationships/tags" Target="../tags/tag391.xml"/><Relationship Id="rId81" Type="http://schemas.openxmlformats.org/officeDocument/2006/relationships/tags" Target="../tags/tag394.xml"/><Relationship Id="rId86" Type="http://schemas.openxmlformats.org/officeDocument/2006/relationships/tags" Target="../tags/tag399.xml"/><Relationship Id="rId94" Type="http://schemas.openxmlformats.org/officeDocument/2006/relationships/tags" Target="../tags/tag407.xml"/><Relationship Id="rId99" Type="http://schemas.openxmlformats.org/officeDocument/2006/relationships/tags" Target="../tags/tag412.xml"/><Relationship Id="rId101" Type="http://schemas.openxmlformats.org/officeDocument/2006/relationships/tags" Target="../tags/tag414.xml"/><Relationship Id="rId4" Type="http://schemas.openxmlformats.org/officeDocument/2006/relationships/tags" Target="../tags/tag317.xml"/><Relationship Id="rId9" Type="http://schemas.openxmlformats.org/officeDocument/2006/relationships/tags" Target="../tags/tag322.xml"/><Relationship Id="rId13" Type="http://schemas.openxmlformats.org/officeDocument/2006/relationships/tags" Target="../tags/tag326.xml"/><Relationship Id="rId18" Type="http://schemas.openxmlformats.org/officeDocument/2006/relationships/tags" Target="../tags/tag331.xml"/><Relationship Id="rId39" Type="http://schemas.openxmlformats.org/officeDocument/2006/relationships/tags" Target="../tags/tag352.xml"/><Relationship Id="rId109" Type="http://schemas.openxmlformats.org/officeDocument/2006/relationships/tags" Target="../tags/tag422.xml"/><Relationship Id="rId34" Type="http://schemas.openxmlformats.org/officeDocument/2006/relationships/tags" Target="../tags/tag347.xml"/><Relationship Id="rId50" Type="http://schemas.openxmlformats.org/officeDocument/2006/relationships/tags" Target="../tags/tag363.xml"/><Relationship Id="rId55" Type="http://schemas.openxmlformats.org/officeDocument/2006/relationships/tags" Target="../tags/tag368.xml"/><Relationship Id="rId76" Type="http://schemas.openxmlformats.org/officeDocument/2006/relationships/tags" Target="../tags/tag389.xml"/><Relationship Id="rId97" Type="http://schemas.openxmlformats.org/officeDocument/2006/relationships/tags" Target="../tags/tag410.xml"/><Relationship Id="rId104" Type="http://schemas.openxmlformats.org/officeDocument/2006/relationships/tags" Target="../tags/tag417.xml"/><Relationship Id="rId7" Type="http://schemas.openxmlformats.org/officeDocument/2006/relationships/tags" Target="../tags/tag320.xml"/><Relationship Id="rId71" Type="http://schemas.openxmlformats.org/officeDocument/2006/relationships/tags" Target="../tags/tag384.xml"/><Relationship Id="rId92" Type="http://schemas.openxmlformats.org/officeDocument/2006/relationships/tags" Target="../tags/tag405.xml"/><Relationship Id="rId2" Type="http://schemas.openxmlformats.org/officeDocument/2006/relationships/tags" Target="../tags/tag315.xml"/><Relationship Id="rId29" Type="http://schemas.openxmlformats.org/officeDocument/2006/relationships/tags" Target="../tags/tag342.xml"/><Relationship Id="rId24" Type="http://schemas.openxmlformats.org/officeDocument/2006/relationships/tags" Target="../tags/tag337.xml"/><Relationship Id="rId40" Type="http://schemas.openxmlformats.org/officeDocument/2006/relationships/tags" Target="../tags/tag353.xml"/><Relationship Id="rId45" Type="http://schemas.openxmlformats.org/officeDocument/2006/relationships/tags" Target="../tags/tag358.xml"/><Relationship Id="rId66" Type="http://schemas.openxmlformats.org/officeDocument/2006/relationships/tags" Target="../tags/tag379.xml"/><Relationship Id="rId87" Type="http://schemas.openxmlformats.org/officeDocument/2006/relationships/tags" Target="../tags/tag400.xml"/><Relationship Id="rId110" Type="http://schemas.openxmlformats.org/officeDocument/2006/relationships/tags" Target="../tags/tag423.xml"/><Relationship Id="rId115" Type="http://schemas.openxmlformats.org/officeDocument/2006/relationships/tags" Target="../tags/tag428.xml"/><Relationship Id="rId61" Type="http://schemas.openxmlformats.org/officeDocument/2006/relationships/tags" Target="../tags/tag374.xml"/><Relationship Id="rId82" Type="http://schemas.openxmlformats.org/officeDocument/2006/relationships/tags" Target="../tags/tag395.xml"/><Relationship Id="rId19" Type="http://schemas.openxmlformats.org/officeDocument/2006/relationships/tags" Target="../tags/tag332.xml"/><Relationship Id="rId14" Type="http://schemas.openxmlformats.org/officeDocument/2006/relationships/tags" Target="../tags/tag327.xml"/><Relationship Id="rId30" Type="http://schemas.openxmlformats.org/officeDocument/2006/relationships/tags" Target="../tags/tag343.xml"/><Relationship Id="rId35" Type="http://schemas.openxmlformats.org/officeDocument/2006/relationships/tags" Target="../tags/tag348.xml"/><Relationship Id="rId56" Type="http://schemas.openxmlformats.org/officeDocument/2006/relationships/tags" Target="../tags/tag369.xml"/><Relationship Id="rId77" Type="http://schemas.openxmlformats.org/officeDocument/2006/relationships/tags" Target="../tags/tag390.xml"/><Relationship Id="rId100" Type="http://schemas.openxmlformats.org/officeDocument/2006/relationships/tags" Target="../tags/tag413.xml"/><Relationship Id="rId105" Type="http://schemas.openxmlformats.org/officeDocument/2006/relationships/tags" Target="../tags/tag418.xml"/><Relationship Id="rId8" Type="http://schemas.openxmlformats.org/officeDocument/2006/relationships/tags" Target="../tags/tag321.xml"/><Relationship Id="rId51" Type="http://schemas.openxmlformats.org/officeDocument/2006/relationships/tags" Target="../tags/tag364.xml"/><Relationship Id="rId72" Type="http://schemas.openxmlformats.org/officeDocument/2006/relationships/tags" Target="../tags/tag385.xml"/><Relationship Id="rId93" Type="http://schemas.openxmlformats.org/officeDocument/2006/relationships/tags" Target="../tags/tag406.xml"/><Relationship Id="rId98" Type="http://schemas.openxmlformats.org/officeDocument/2006/relationships/tags" Target="../tags/tag411.xml"/><Relationship Id="rId3" Type="http://schemas.openxmlformats.org/officeDocument/2006/relationships/tags" Target="../tags/tag316.xml"/><Relationship Id="rId25" Type="http://schemas.openxmlformats.org/officeDocument/2006/relationships/tags" Target="../tags/tag338.xml"/><Relationship Id="rId46" Type="http://schemas.openxmlformats.org/officeDocument/2006/relationships/tags" Target="../tags/tag359.xml"/><Relationship Id="rId67" Type="http://schemas.openxmlformats.org/officeDocument/2006/relationships/tags" Target="../tags/tag380.xml"/><Relationship Id="rId116" Type="http://schemas.openxmlformats.org/officeDocument/2006/relationships/tags" Target="../tags/tag429.xml"/><Relationship Id="rId20" Type="http://schemas.openxmlformats.org/officeDocument/2006/relationships/tags" Target="../tags/tag333.xml"/><Relationship Id="rId41" Type="http://schemas.openxmlformats.org/officeDocument/2006/relationships/tags" Target="../tags/tag354.xml"/><Relationship Id="rId62" Type="http://schemas.openxmlformats.org/officeDocument/2006/relationships/tags" Target="../tags/tag375.xml"/><Relationship Id="rId83" Type="http://schemas.openxmlformats.org/officeDocument/2006/relationships/tags" Target="../tags/tag396.xml"/><Relationship Id="rId88" Type="http://schemas.openxmlformats.org/officeDocument/2006/relationships/tags" Target="../tags/tag401.xml"/><Relationship Id="rId111" Type="http://schemas.openxmlformats.org/officeDocument/2006/relationships/tags" Target="../tags/tag424.xml"/><Relationship Id="rId15" Type="http://schemas.openxmlformats.org/officeDocument/2006/relationships/tags" Target="../tags/tag328.xml"/><Relationship Id="rId36" Type="http://schemas.openxmlformats.org/officeDocument/2006/relationships/tags" Target="../tags/tag349.xml"/><Relationship Id="rId57" Type="http://schemas.openxmlformats.org/officeDocument/2006/relationships/tags" Target="../tags/tag370.xml"/><Relationship Id="rId106" Type="http://schemas.openxmlformats.org/officeDocument/2006/relationships/tags" Target="../tags/tag419.xml"/></Relationships>
</file>

<file path=ppt/slides/_rels/slide6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 Id="rId6" Type="http://schemas.openxmlformats.org/officeDocument/2006/relationships/image" Target="../media/image98.png"/><Relationship Id="rId5" Type="http://schemas.openxmlformats.org/officeDocument/2006/relationships/image" Target="../media/image72.pn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_rels/slide6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0.png"/></Relationships>
</file>

<file path=ppt/slides/_rels/slide6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0.png"/></Relationships>
</file>

<file path=ppt/slides/_rels/slide6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0.png"/></Relationships>
</file>

<file path=ppt/slides/_rels/slide6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0.png"/></Relationships>
</file>

<file path=ppt/slides/_rels/slide6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6.png"/><Relationship Id="rId4" Type="http://schemas.openxmlformats.org/officeDocument/2006/relationships/image" Target="../media/image100.png"/></Relationships>
</file>

<file path=ppt/slides/_rels/slide6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0.png"/></Relationships>
</file>

<file path=ppt/slides/_rels/slide6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00.png"/></Relationships>
</file>

<file path=ppt/slides/_rels/slide6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00.png"/></Relationships>
</file>

<file path=ppt/slides/_rels/slide7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00.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430.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audio" Target="../media/audio1.wav"/></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112.png"/><Relationship Id="rId5" Type="http://schemas.openxmlformats.org/officeDocument/2006/relationships/image" Target="../media/image3.png"/><Relationship Id="rId4" Type="http://schemas.openxmlformats.org/officeDocument/2006/relationships/image" Target="../media/image111.jpeg"/></Relationships>
</file>

<file path=ppt/slides/_rels/slide7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5.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6.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7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nvSpPr>
        <p:spPr>
          <a:xfrm>
            <a:off x="7544336" y="0"/>
            <a:ext cx="4647030" cy="6858000"/>
          </a:xfrm>
          <a:prstGeom prst="rect">
            <a:avLst/>
          </a:prstGeom>
          <a:gradFill flip="none" rotWithShape="1">
            <a:gsLst>
              <a:gs pos="0">
                <a:srgbClr val="E3C982"/>
              </a:gs>
              <a:gs pos="42100">
                <a:srgbClr val="B49256"/>
              </a:gs>
              <a:gs pos="100000">
                <a:srgbClr val="B29054"/>
              </a:gs>
            </a:gsLst>
            <a:lin ang="135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noFill/>
              <a:effectLst/>
              <a:uLnTx/>
              <a:uFillTx/>
              <a:latin typeface="方正兰亭黑简体" panose="02000000000000000000" charset="-122"/>
              <a:ea typeface="方正兰亭黑简体" panose="02000000000000000000" charset="-122"/>
              <a:cs typeface="+mn-cs"/>
            </a:endParaRPr>
          </a:p>
        </p:txBody>
      </p:sp>
      <p:sp>
        <p:nvSpPr>
          <p:cNvPr id="11" name="矩形 10"/>
          <p:cNvSpPr/>
          <p:nvPr/>
        </p:nvSpPr>
        <p:spPr>
          <a:xfrm>
            <a:off x="2914768" y="0"/>
            <a:ext cx="4647030" cy="6858024"/>
          </a:xfrm>
          <a:prstGeom prst="rect">
            <a:avLst/>
          </a:prstGeom>
          <a:gradFill>
            <a:gsLst>
              <a:gs pos="0">
                <a:schemeClr val="tx1">
                  <a:lumMod val="65000"/>
                  <a:lumOff val="35000"/>
                </a:schemeClr>
              </a:gs>
              <a:gs pos="42100">
                <a:schemeClr val="tx1">
                  <a:lumMod val="75000"/>
                  <a:lumOff val="25000"/>
                </a:schemeClr>
              </a:gs>
              <a:gs pos="100000">
                <a:schemeClr val="tx1">
                  <a:lumMod val="85000"/>
                  <a:lumOff val="15000"/>
                </a:schemeClr>
              </a:gs>
            </a:gsLst>
            <a:lin ang="135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elveticaExt-Normal"/>
              <a:ea typeface="OPPOSans B"/>
              <a:cs typeface="+mn-cs"/>
            </a:endParaRPr>
          </a:p>
        </p:txBody>
      </p:sp>
      <p:sp>
        <p:nvSpPr>
          <p:cNvPr id="8" name="文本框 7"/>
          <p:cNvSpPr txBox="1"/>
          <p:nvPr/>
        </p:nvSpPr>
        <p:spPr>
          <a:xfrm>
            <a:off x="238243" y="605882"/>
            <a:ext cx="267652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教学内容和目标</a:t>
            </a:r>
          </a:p>
        </p:txBody>
      </p:sp>
      <p:cxnSp>
        <p:nvCxnSpPr>
          <p:cNvPr id="104" name="直接连接符 103"/>
          <p:cNvCxnSpPr/>
          <p:nvPr/>
        </p:nvCxnSpPr>
        <p:spPr>
          <a:xfrm>
            <a:off x="800949" y="2826995"/>
            <a:ext cx="6681470" cy="0"/>
          </a:xfrm>
          <a:prstGeom prst="line">
            <a:avLst/>
          </a:prstGeom>
          <a:ln w="1270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982795" y="4270952"/>
            <a:ext cx="6681470" cy="0"/>
          </a:xfrm>
          <a:prstGeom prst="line">
            <a:avLst/>
          </a:prstGeom>
          <a:ln w="1270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800949" y="6582160"/>
            <a:ext cx="1078675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3469391" y="1480994"/>
            <a:ext cx="811831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746125" y="1773555"/>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75000"/>
                  </a:prst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主题</a:t>
            </a:r>
          </a:p>
        </p:txBody>
      </p:sp>
      <p:sp>
        <p:nvSpPr>
          <p:cNvPr id="58" name="文本框 57"/>
          <p:cNvSpPr txBox="1"/>
          <p:nvPr/>
        </p:nvSpPr>
        <p:spPr>
          <a:xfrm>
            <a:off x="3136968" y="1638528"/>
            <a:ext cx="6069330"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睡眠与健康</a:t>
            </a:r>
          </a:p>
        </p:txBody>
      </p:sp>
      <p:sp>
        <p:nvSpPr>
          <p:cNvPr id="19" name="文本框 18"/>
          <p:cNvSpPr txBox="1"/>
          <p:nvPr/>
        </p:nvSpPr>
        <p:spPr>
          <a:xfrm>
            <a:off x="746125" y="319468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75000"/>
                  </a:prst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语言点</a:t>
            </a:r>
          </a:p>
        </p:txBody>
      </p:sp>
      <p:sp>
        <p:nvSpPr>
          <p:cNvPr id="33" name="文本框 32"/>
          <p:cNvSpPr txBox="1"/>
          <p:nvPr/>
        </p:nvSpPr>
        <p:spPr>
          <a:xfrm>
            <a:off x="7930533" y="2066891"/>
            <a:ext cx="4012637"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2</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）辨析</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持续</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和</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继续</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的异同</a:t>
            </a:r>
          </a:p>
        </p:txBody>
      </p:sp>
      <p:sp>
        <p:nvSpPr>
          <p:cNvPr id="59" name="文本框 58"/>
          <p:cNvSpPr txBox="1"/>
          <p:nvPr/>
        </p:nvSpPr>
        <p:spPr>
          <a:xfrm>
            <a:off x="3157988" y="2072176"/>
            <a:ext cx="5035353"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lang="en-US" altLang="zh-CN"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1</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来</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过来、所、相当、</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数</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的意义和用法</a:t>
            </a:r>
          </a:p>
        </p:txBody>
      </p:sp>
      <p:sp>
        <p:nvSpPr>
          <p:cNvPr id="60" name="文本框 59"/>
          <p:cNvSpPr txBox="1"/>
          <p:nvPr/>
        </p:nvSpPr>
        <p:spPr>
          <a:xfrm>
            <a:off x="3157988" y="2443016"/>
            <a:ext cx="7933582"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lang="en-US" altLang="zh-CN"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3</a:t>
            </a:r>
            <a:r>
              <a:rPr kumimoji="0" lang="zh-CN" altLang="en-US" b="0" i="0" u="none" strike="noStrike" kern="1200" cap="none" spc="0" normalizeH="0" baseline="0" noProof="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lang="en-US" altLang="zh-CN"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享受 导致</a:t>
            </a:r>
            <a:r>
              <a:rPr lang="zh-CN" altLang="en-US"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情绪 记忆 避免 模仿 </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计算</a:t>
            </a:r>
            <a:r>
              <a:rPr lang="zh-CN" altLang="en-US"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过来</a:t>
            </a:r>
            <a:r>
              <a:rPr lang="zh-CN" altLang="en-US"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精神</a:t>
            </a:r>
            <a:r>
              <a:rPr lang="zh-CN" altLang="en-US"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光线 </a:t>
            </a:r>
            <a:r>
              <a:rPr lang="en-US" altLang="zh-CN"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a:t>
            </a:r>
            <a:r>
              <a:rPr lang="zh-CN" altLang="en-US"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等词语的搭配</a:t>
            </a:r>
          </a:p>
        </p:txBody>
      </p:sp>
      <p:sp>
        <p:nvSpPr>
          <p:cNvPr id="61" name="文本框 60"/>
          <p:cNvSpPr txBox="1"/>
          <p:nvPr/>
        </p:nvSpPr>
        <p:spPr>
          <a:xfrm>
            <a:off x="3157988" y="2820796"/>
            <a:ext cx="8398453" cy="646331"/>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1</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危害、</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规律</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、必要、浅、用途、状态、</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慌（张）</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采用</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、愿望、传统</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p:txBody>
      </p:sp>
      <p:sp>
        <p:nvSpPr>
          <p:cNvPr id="62" name="文本框 61"/>
          <p:cNvSpPr txBox="1"/>
          <p:nvPr/>
        </p:nvSpPr>
        <p:spPr>
          <a:xfrm>
            <a:off x="3166349" y="3495455"/>
            <a:ext cx="4123245"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2</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  理解本课</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5</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个非大纲词语的意义</a:t>
            </a:r>
          </a:p>
        </p:txBody>
      </p:sp>
      <p:sp>
        <p:nvSpPr>
          <p:cNvPr id="23" name="文本框 22"/>
          <p:cNvSpPr txBox="1"/>
          <p:nvPr/>
        </p:nvSpPr>
        <p:spPr>
          <a:xfrm>
            <a:off x="746125" y="4990465"/>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75000"/>
                  </a:prst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词汇</a:t>
            </a:r>
          </a:p>
        </p:txBody>
      </p:sp>
      <p:sp>
        <p:nvSpPr>
          <p:cNvPr id="63" name="文本框 62"/>
          <p:cNvSpPr txBox="1"/>
          <p:nvPr/>
        </p:nvSpPr>
        <p:spPr>
          <a:xfrm>
            <a:off x="3166349" y="4270952"/>
            <a:ext cx="992130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1</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  </a:t>
            </a:r>
            <a:r>
              <a:rPr lang="zh-CN" altLang="en-US" dirty="0">
                <a:solidFill>
                  <a:prstClr val="white"/>
                </a:solidFill>
                <a:latin typeface="黑体" panose="02010609060101010101" charset="-122"/>
                <a:ea typeface="思源黑体 CN Regular" panose="020B0500000000000000"/>
              </a:rPr>
              <a:t>本文重点介绍了闹钟对人体生理机能的不良影响，以及闹钟的危害。</a:t>
            </a:r>
            <a:r>
              <a:rPr lang="zh-CN" altLang="en-US" dirty="0">
                <a:solidFill>
                  <a:prstClr val="white"/>
                </a:solidFill>
                <a:ea typeface="思源黑体 CN Regular" panose="020B0500000000000000" pitchFamily="34" charset="-122"/>
              </a:rPr>
              <a:t>要求学生</a:t>
            </a:r>
            <a:endParaRPr lang="en-US" altLang="zh-CN" dirty="0">
              <a:solidFill>
                <a:prstClr val="white"/>
              </a:solidFill>
              <a:ea typeface="思源黑体 CN Regular" panose="020B05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prstClr val="white"/>
                </a:solidFill>
                <a:ea typeface="思源黑体 CN Regular" panose="020B0500000000000000" pitchFamily="34" charset="-122"/>
              </a:rPr>
              <a:t>           </a:t>
            </a:r>
            <a:endPar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p:txBody>
      </p:sp>
      <p:sp>
        <p:nvSpPr>
          <p:cNvPr id="64" name="文本框 63"/>
          <p:cNvSpPr txBox="1"/>
          <p:nvPr/>
        </p:nvSpPr>
        <p:spPr>
          <a:xfrm>
            <a:off x="3174199" y="5290841"/>
            <a:ext cx="5304657" cy="646331"/>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2</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  </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讨论如何提高睡眠质量</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，并完成命题写作。</a:t>
            </a:r>
            <a:endPar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  </a:t>
            </a:r>
            <a:endPar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p:txBody>
      </p:sp>
      <p:sp>
        <p:nvSpPr>
          <p:cNvPr id="73" name="文本框 72"/>
          <p:cNvSpPr txBox="1"/>
          <p:nvPr/>
        </p:nvSpPr>
        <p:spPr>
          <a:xfrm>
            <a:off x="3395611" y="855648"/>
            <a:ext cx="338328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mn-cs"/>
              </a:rPr>
              <a:t>学生能够了解并掌握</a:t>
            </a:r>
          </a:p>
        </p:txBody>
      </p:sp>
      <p:cxnSp>
        <p:nvCxnSpPr>
          <p:cNvPr id="85" name="直接连接符 84"/>
          <p:cNvCxnSpPr/>
          <p:nvPr/>
        </p:nvCxnSpPr>
        <p:spPr>
          <a:xfrm>
            <a:off x="7482419" y="2828986"/>
            <a:ext cx="4043680" cy="0"/>
          </a:xfrm>
          <a:prstGeom prst="line">
            <a:avLst/>
          </a:prstGeom>
          <a:ln w="127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7482419" y="4271440"/>
            <a:ext cx="4043680" cy="0"/>
          </a:xfrm>
          <a:prstGeom prst="line">
            <a:avLst/>
          </a:prstGeom>
          <a:ln w="127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2" name="图片 11" descr="C:\Users\Administrator\Desktop\我1.png我1"/>
          <p:cNvPicPr>
            <a:picLocks noChangeAspect="1"/>
          </p:cNvPicPr>
          <p:nvPr/>
        </p:nvPicPr>
        <p:blipFill>
          <a:blip r:embed="rId2"/>
          <a:srcRect/>
          <a:stretch>
            <a:fillRect/>
          </a:stretch>
        </p:blipFill>
        <p:spPr>
          <a:xfrm>
            <a:off x="10719753" y="0"/>
            <a:ext cx="1459230" cy="1459230"/>
          </a:xfrm>
          <a:prstGeom prst="rect">
            <a:avLst/>
          </a:prstGeom>
        </p:spPr>
      </p:pic>
      <p:sp>
        <p:nvSpPr>
          <p:cNvPr id="7" name="文本框 6"/>
          <p:cNvSpPr txBox="1"/>
          <p:nvPr/>
        </p:nvSpPr>
        <p:spPr>
          <a:xfrm>
            <a:off x="3157988" y="3184401"/>
            <a:ext cx="9012555"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等本课其他重点五级大纲词语的意义和用法。</a:t>
            </a:r>
          </a:p>
        </p:txBody>
      </p:sp>
      <p:sp>
        <p:nvSpPr>
          <p:cNvPr id="9" name="文本框 8"/>
          <p:cNvSpPr txBox="1"/>
          <p:nvPr/>
        </p:nvSpPr>
        <p:spPr>
          <a:xfrm>
            <a:off x="3166349" y="3881211"/>
            <a:ext cx="682430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3</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  了解并掌握</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扩展</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板块</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9</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个</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家居</a:t>
            </a:r>
            <a:r>
              <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类词语的意义和用法</a:t>
            </a:r>
          </a:p>
        </p:txBody>
      </p:sp>
      <p:sp>
        <p:nvSpPr>
          <p:cNvPr id="2" name="文本框 1"/>
          <p:cNvSpPr txBox="1"/>
          <p:nvPr/>
        </p:nvSpPr>
        <p:spPr>
          <a:xfrm>
            <a:off x="3174199" y="5690598"/>
            <a:ext cx="5304657" cy="646331"/>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lang="en-US" altLang="zh-CN"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3</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  技能训练：通多对比的方法阐述个人观点。</a:t>
            </a:r>
            <a:endPar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  </a:t>
            </a:r>
            <a:endPar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p:txBody>
      </p:sp>
      <p:sp>
        <p:nvSpPr>
          <p:cNvPr id="3" name="文本框 2"/>
          <p:cNvSpPr txBox="1"/>
          <p:nvPr/>
        </p:nvSpPr>
        <p:spPr>
          <a:xfrm>
            <a:off x="3917241" y="4624834"/>
            <a:ext cx="8263801" cy="646331"/>
          </a:xfrm>
          <a:prstGeom prst="rect">
            <a:avLst/>
          </a:prstGeom>
          <a:noFill/>
        </p:spPr>
        <p:txBody>
          <a:bodyPr wrap="none">
            <a:spAutoFit/>
          </a:bodyPr>
          <a:lstStyle/>
          <a:p>
            <a:pPr>
              <a:defRPr/>
            </a:pPr>
            <a:r>
              <a:rPr lang="zh-CN" altLang="en-US" dirty="0">
                <a:solidFill>
                  <a:prstClr val="white"/>
                </a:solidFill>
                <a:ea typeface="思源黑体 CN Regular" panose="020B0500000000000000" pitchFamily="34" charset="-122"/>
              </a:rPr>
              <a:t>阅读、理解</a:t>
            </a:r>
            <a:r>
              <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课文掌握文章大意，并能运用所学词语、语言点叙述自然醒和闹钟</a:t>
            </a:r>
            <a:endPar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p:txBody>
      </p:sp>
      <p:sp>
        <p:nvSpPr>
          <p:cNvPr id="4" name="文本框 3"/>
          <p:cNvSpPr txBox="1"/>
          <p:nvPr/>
        </p:nvSpPr>
        <p:spPr>
          <a:xfrm>
            <a:off x="3906907" y="4984410"/>
            <a:ext cx="295465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叫醒的过程，进行比较评价</a:t>
            </a:r>
            <a:endParaRPr kumimoji="0" lang="en-US" altLang="zh-CN"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  </a:t>
            </a:r>
            <a:endParaRPr kumimoji="0" lang="zh-CN" altLang="en-US"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3975" y="-110490"/>
            <a:ext cx="12245975" cy="8528685"/>
            <a:chOff x="-95" y="-188"/>
            <a:chExt cx="19285" cy="13431"/>
          </a:xfrm>
        </p:grpSpPr>
        <p:grpSp>
          <p:nvGrpSpPr>
            <p:cNvPr id="35" name="组合 34"/>
            <p:cNvGrpSpPr/>
            <p:nvPr/>
          </p:nvGrpSpPr>
          <p:grpSpPr>
            <a:xfrm>
              <a:off x="-95" y="-188"/>
              <a:ext cx="19285" cy="13431"/>
              <a:chOff x="-97" y="-188"/>
              <a:chExt cx="19285" cy="13431"/>
            </a:xfrm>
          </p:grpSpPr>
          <p:grpSp>
            <p:nvGrpSpPr>
              <p:cNvPr id="26" name="组合 25"/>
              <p:cNvGrpSpPr/>
              <p:nvPr/>
            </p:nvGrpSpPr>
            <p:grpSpPr>
              <a:xfrm>
                <a:off x="-97" y="-186"/>
                <a:ext cx="9664" cy="11216"/>
                <a:chOff x="1953" y="1163"/>
                <a:chExt cx="7302" cy="8474"/>
              </a:xfrm>
            </p:grpSpPr>
            <p:sp>
              <p:nvSpPr>
                <p:cNvPr id="8" name="矩形 7"/>
                <p:cNvSpPr/>
                <p:nvPr/>
              </p:nvSpPr>
              <p:spPr>
                <a:xfrm>
                  <a:off x="1964" y="3696"/>
                  <a:ext cx="7258" cy="3352"/>
                </a:xfrm>
                <a:prstGeom prst="rect">
                  <a:avLst/>
                </a:prstGeom>
                <a:solidFill>
                  <a:srgbClr val="25366A"/>
                </a:solidFill>
                <a:ln w="3810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3"/>
                <p:cNvSpPr txBox="1"/>
                <p:nvPr/>
              </p:nvSpPr>
              <p:spPr>
                <a:xfrm>
                  <a:off x="1975" y="4268"/>
                  <a:ext cx="7239" cy="1866"/>
                </a:xfrm>
                <a:prstGeom prst="rect">
                  <a:avLst/>
                </a:prstGeom>
                <a:noFill/>
              </p:spPr>
              <p:txBody>
                <a:bodyPr wrap="square" rtlCol="0">
                  <a:spAutoFit/>
                </a:bodyPr>
                <a:lstStyle/>
                <a:p>
                  <a:pPr algn="ctr"/>
                  <a:r>
                    <a:rPr lang="en-US" altLang="zh-CN" sz="9600" b="1" dirty="0">
                      <a:ln w="28575">
                        <a:noFill/>
                      </a:ln>
                      <a:solidFill>
                        <a:schemeClr val="bg1"/>
                      </a:solidFill>
                      <a:latin typeface="思源黑体 CN Heavy" panose="020B0A00000000000000" pitchFamily="34" charset="-122"/>
                      <a:ea typeface="思源黑体 CN Heavy" panose="020B0A00000000000000" pitchFamily="34" charset="-122"/>
                    </a:rPr>
                    <a:t>HSK 5</a:t>
                  </a:r>
                </a:p>
              </p:txBody>
            </p:sp>
            <p:sp>
              <p:nvSpPr>
                <p:cNvPr id="11" name="矩形 10"/>
                <p:cNvSpPr/>
                <p:nvPr/>
              </p:nvSpPr>
              <p:spPr>
                <a:xfrm>
                  <a:off x="1963" y="1163"/>
                  <a:ext cx="7258" cy="2637"/>
                </a:xfrm>
                <a:prstGeom prst="rect">
                  <a:avLst/>
                </a:prstGeom>
                <a:solidFill>
                  <a:srgbClr val="2536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3"/>
                <p:cNvSpPr txBox="1"/>
                <p:nvPr/>
              </p:nvSpPr>
              <p:spPr>
                <a:xfrm>
                  <a:off x="1964" y="1674"/>
                  <a:ext cx="7280" cy="1207"/>
                </a:xfrm>
                <a:prstGeom prst="rect">
                  <a:avLst/>
                </a:prstGeom>
                <a:noFill/>
              </p:spPr>
              <p:txBody>
                <a:bodyPr wrap="square" rtlCol="0">
                  <a:spAutoFit/>
                </a:bodyPr>
                <a:lstStyle/>
                <a:p>
                  <a:pPr algn="ctr"/>
                  <a:r>
                    <a:rPr lang="en-US" altLang="zh-CN" sz="6000" b="1" dirty="0">
                      <a:solidFill>
                        <a:schemeClr val="bg1"/>
                      </a:solidFill>
                      <a:latin typeface="思源黑体 CN Regular" panose="020B0500000000000000" pitchFamily="34" charset="-122"/>
                      <a:ea typeface="思源黑体 CN Regular" panose="020B0500000000000000" pitchFamily="34" charset="-122"/>
                    </a:rPr>
                    <a:t>Standard Course</a:t>
                  </a:r>
                </a:p>
              </p:txBody>
            </p:sp>
            <p:sp>
              <p:nvSpPr>
                <p:cNvPr id="12" name="矩形 11"/>
                <p:cNvSpPr/>
                <p:nvPr/>
              </p:nvSpPr>
              <p:spPr>
                <a:xfrm>
                  <a:off x="1953" y="7001"/>
                  <a:ext cx="7258" cy="2636"/>
                </a:xfrm>
                <a:prstGeom prst="rect">
                  <a:avLst/>
                </a:prstGeom>
                <a:solidFill>
                  <a:srgbClr val="25366A"/>
                </a:solidFill>
                <a:ln w="3810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3"/>
                <p:cNvSpPr txBox="1"/>
                <p:nvPr/>
              </p:nvSpPr>
              <p:spPr>
                <a:xfrm>
                  <a:off x="1975" y="7522"/>
                  <a:ext cx="7280" cy="1207"/>
                </a:xfrm>
                <a:prstGeom prst="rect">
                  <a:avLst/>
                </a:prstGeom>
                <a:noFill/>
              </p:spPr>
              <p:txBody>
                <a:bodyPr wrap="square" rtlCol="0">
                  <a:spAutoFit/>
                </a:bodyPr>
                <a:lstStyle/>
                <a:p>
                  <a:pPr algn="ctr"/>
                  <a:r>
                    <a:rPr lang="en-US" altLang="zh-CN" sz="6000" b="1" dirty="0">
                      <a:solidFill>
                        <a:schemeClr val="bg1"/>
                      </a:solidFill>
                      <a:latin typeface="思源黑体 CN Regular" panose="020B0500000000000000" pitchFamily="34" charset="-122"/>
                      <a:ea typeface="思源黑体 CN Regular" panose="020B0500000000000000" pitchFamily="34" charset="-122"/>
                    </a:rPr>
                    <a:t>Lesson 11</a:t>
                  </a:r>
                </a:p>
              </p:txBody>
            </p:sp>
            <p:cxnSp>
              <p:nvCxnSpPr>
                <p:cNvPr id="14" name="直接连接符 13"/>
                <p:cNvCxnSpPr/>
                <p:nvPr/>
              </p:nvCxnSpPr>
              <p:spPr>
                <a:xfrm>
                  <a:off x="1965" y="3800"/>
                  <a:ext cx="7235" cy="2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964" y="6960"/>
                  <a:ext cx="7235" cy="2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2" name="矩形 21"/>
              <p:cNvSpPr/>
              <p:nvPr/>
            </p:nvSpPr>
            <p:spPr>
              <a:xfrm>
                <a:off x="9524" y="-188"/>
                <a:ext cx="9664" cy="11219"/>
              </a:xfrm>
              <a:prstGeom prst="rect">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5130" y="77"/>
                <a:ext cx="13166" cy="13166"/>
              </a:xfrm>
              <a:prstGeom prst="rect">
                <a:avLst/>
              </a:prstGeom>
            </p:spPr>
          </p:pic>
        </p:grpSp>
        <p:pic>
          <p:nvPicPr>
            <p:cNvPr id="38" name="图片 37" descr="下一页按钮">
              <a:hlinkClick r:id="" action="ppaction://hlinkshowjump?jump=nextslide"/>
            </p:cNvPr>
            <p:cNvPicPr>
              <a:picLocks noChangeAspect="1"/>
            </p:cNvPicPr>
            <p:nvPr/>
          </p:nvPicPr>
          <p:blipFill>
            <a:blip r:embed="rId4"/>
            <a:stretch>
              <a:fillRect/>
            </a:stretch>
          </p:blipFill>
          <p:spPr>
            <a:xfrm>
              <a:off x="15610" y="8802"/>
              <a:ext cx="2899" cy="1498"/>
            </a:xfrm>
            <a:prstGeom prst="rect">
              <a:avLst/>
            </a:prstGeom>
          </p:spPr>
        </p:pic>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2" name="图片 601" descr="C:\Users\38577\Desktop\11.jpg11"/>
          <p:cNvPicPr>
            <a:picLocks noChangeAspect="1"/>
          </p:cNvPicPr>
          <p:nvPr/>
        </p:nvPicPr>
        <p:blipFill rotWithShape="1">
          <a:blip r:embed="rId118"/>
          <a:srcRect/>
          <a:stretch>
            <a:fillRect/>
          </a:stretch>
        </p:blipFill>
        <p:spPr>
          <a:xfrm>
            <a:off x="-190500" y="-578167"/>
            <a:ext cx="12573635" cy="8015605"/>
          </a:xfrm>
          <a:prstGeom prst="rect">
            <a:avLst/>
          </a:prstGeom>
        </p:spPr>
      </p:pic>
      <p:sp>
        <p:nvSpPr>
          <p:cNvPr id="34" name="PA-4-Point Star 33"/>
          <p:cNvSpPr/>
          <p:nvPr>
            <p:custDataLst>
              <p:tags r:id="rId1"/>
            </p:custDataLst>
          </p:nvPr>
        </p:nvSpPr>
        <p:spPr>
          <a:xfrm rot="8294776">
            <a:off x="5002837" y="21462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PA-4-Point Star 34"/>
          <p:cNvSpPr/>
          <p:nvPr>
            <p:custDataLst>
              <p:tags r:id="rId2"/>
            </p:custDataLst>
          </p:nvPr>
        </p:nvSpPr>
        <p:spPr>
          <a:xfrm rot="8294776">
            <a:off x="5483061" y="2369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PA-4-Point Star 35"/>
          <p:cNvSpPr/>
          <p:nvPr>
            <p:custDataLst>
              <p:tags r:id="rId3"/>
            </p:custDataLst>
          </p:nvPr>
        </p:nvSpPr>
        <p:spPr>
          <a:xfrm rot="8294776">
            <a:off x="5344914" y="2685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PA-4-Point Star 36"/>
          <p:cNvSpPr/>
          <p:nvPr>
            <p:custDataLst>
              <p:tags r:id="rId4"/>
            </p:custDataLst>
          </p:nvPr>
        </p:nvSpPr>
        <p:spPr>
          <a:xfrm rot="16200000">
            <a:off x="243104" y="-655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A-4-Point Star 77"/>
          <p:cNvSpPr/>
          <p:nvPr>
            <p:custDataLst>
              <p:tags r:id="rId5"/>
            </p:custDataLst>
          </p:nvPr>
        </p:nvSpPr>
        <p:spPr>
          <a:xfrm rot="16200000">
            <a:off x="6457747" y="229694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PA-4-Point Star 96"/>
          <p:cNvSpPr/>
          <p:nvPr>
            <p:custDataLst>
              <p:tags r:id="rId6"/>
            </p:custDataLst>
          </p:nvPr>
        </p:nvSpPr>
        <p:spPr>
          <a:xfrm rot="8294776">
            <a:off x="5628180" y="26272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PA-4-Point Star 97"/>
          <p:cNvSpPr/>
          <p:nvPr>
            <p:custDataLst>
              <p:tags r:id="rId7"/>
            </p:custDataLst>
          </p:nvPr>
        </p:nvSpPr>
        <p:spPr>
          <a:xfrm rot="16200000">
            <a:off x="11913218" y="758020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PA-4-Point Star 108"/>
          <p:cNvSpPr/>
          <p:nvPr>
            <p:custDataLst>
              <p:tags r:id="rId8"/>
            </p:custDataLst>
          </p:nvPr>
        </p:nvSpPr>
        <p:spPr>
          <a:xfrm rot="16200000">
            <a:off x="6141590" y="2473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PA-4-Point Star 133"/>
          <p:cNvSpPr/>
          <p:nvPr>
            <p:custDataLst>
              <p:tags r:id="rId9"/>
            </p:custDataLst>
          </p:nvPr>
        </p:nvSpPr>
        <p:spPr>
          <a:xfrm rot="16200000">
            <a:off x="4653787" y="3063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PA-4-Point Star 134"/>
          <p:cNvSpPr/>
          <p:nvPr>
            <p:custDataLst>
              <p:tags r:id="rId10"/>
            </p:custDataLst>
          </p:nvPr>
        </p:nvSpPr>
        <p:spPr>
          <a:xfrm rot="8294776">
            <a:off x="5693570" y="21922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PA-4-Point Star 135"/>
          <p:cNvSpPr/>
          <p:nvPr>
            <p:custDataLst>
              <p:tags r:id="rId11"/>
            </p:custDataLst>
          </p:nvPr>
        </p:nvSpPr>
        <p:spPr>
          <a:xfrm rot="8294776">
            <a:off x="5555423" y="25080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PA-4-Point Star 136"/>
          <p:cNvSpPr/>
          <p:nvPr>
            <p:custDataLst>
              <p:tags r:id="rId12"/>
            </p:custDataLst>
          </p:nvPr>
        </p:nvSpPr>
        <p:spPr>
          <a:xfrm rot="8294776">
            <a:off x="4594974" y="2672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PA-4-Point Star 138"/>
          <p:cNvSpPr/>
          <p:nvPr>
            <p:custDataLst>
              <p:tags r:id="rId13"/>
            </p:custDataLst>
          </p:nvPr>
        </p:nvSpPr>
        <p:spPr>
          <a:xfrm rot="16200000">
            <a:off x="6686518" y="4379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PA-4-Point Star 139"/>
          <p:cNvSpPr/>
          <p:nvPr>
            <p:custDataLst>
              <p:tags r:id="rId14"/>
            </p:custDataLst>
          </p:nvPr>
        </p:nvSpPr>
        <p:spPr>
          <a:xfrm rot="7352446">
            <a:off x="9882647" y="68728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PA-4-Point Star 140"/>
          <p:cNvSpPr/>
          <p:nvPr>
            <p:custDataLst>
              <p:tags r:id="rId15"/>
            </p:custDataLst>
          </p:nvPr>
        </p:nvSpPr>
        <p:spPr>
          <a:xfrm rot="7352446">
            <a:off x="9744500" y="718859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PA-4-Point Star 141"/>
          <p:cNvSpPr/>
          <p:nvPr>
            <p:custDataLst>
              <p:tags r:id="rId16"/>
            </p:custDataLst>
          </p:nvPr>
        </p:nvSpPr>
        <p:spPr>
          <a:xfrm rot="8294776">
            <a:off x="7009842" y="177126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PA-4-Point Star 153"/>
          <p:cNvSpPr/>
          <p:nvPr>
            <p:custDataLst>
              <p:tags r:id="rId17"/>
            </p:custDataLst>
          </p:nvPr>
        </p:nvSpPr>
        <p:spPr>
          <a:xfrm rot="13694776">
            <a:off x="-716950" y="47656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PA-4-Point Star 154"/>
          <p:cNvSpPr/>
          <p:nvPr>
            <p:custDataLst>
              <p:tags r:id="rId18"/>
            </p:custDataLst>
          </p:nvPr>
        </p:nvSpPr>
        <p:spPr>
          <a:xfrm rot="13694776">
            <a:off x="275801" y="-11363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PA-4-Point Star 155"/>
          <p:cNvSpPr/>
          <p:nvPr>
            <p:custDataLst>
              <p:tags r:id="rId19"/>
            </p:custDataLst>
          </p:nvPr>
        </p:nvSpPr>
        <p:spPr>
          <a:xfrm>
            <a:off x="506143" y="-49301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PA-4-Point Star 225"/>
          <p:cNvSpPr/>
          <p:nvPr>
            <p:custDataLst>
              <p:tags r:id="rId20"/>
            </p:custDataLst>
          </p:nvPr>
        </p:nvSpPr>
        <p:spPr>
          <a:xfrm rot="13694776">
            <a:off x="-209233" y="15781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PA-4-Point Star 236"/>
          <p:cNvSpPr/>
          <p:nvPr>
            <p:custDataLst>
              <p:tags r:id="rId21"/>
            </p:custDataLst>
          </p:nvPr>
        </p:nvSpPr>
        <p:spPr>
          <a:xfrm rot="13694776">
            <a:off x="5239957" y="26512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PA-4-Point Star 237"/>
          <p:cNvSpPr/>
          <p:nvPr>
            <p:custDataLst>
              <p:tags r:id="rId22"/>
            </p:custDataLst>
          </p:nvPr>
        </p:nvSpPr>
        <p:spPr>
          <a:xfrm>
            <a:off x="960449" y="-53828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PA-4-Point Star 238"/>
          <p:cNvSpPr/>
          <p:nvPr>
            <p:custDataLst>
              <p:tags r:id="rId23"/>
            </p:custDataLst>
          </p:nvPr>
        </p:nvSpPr>
        <p:spPr>
          <a:xfrm>
            <a:off x="0" y="-3738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PA-4-Point Star 239"/>
          <p:cNvSpPr/>
          <p:nvPr>
            <p:custDataLst>
              <p:tags r:id="rId24"/>
            </p:custDataLst>
          </p:nvPr>
        </p:nvSpPr>
        <p:spPr>
          <a:xfrm>
            <a:off x="5390375" y="71836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PA-4-Point Star 241"/>
          <p:cNvSpPr/>
          <p:nvPr>
            <p:custDataLst>
              <p:tags r:id="rId25"/>
            </p:custDataLst>
          </p:nvPr>
        </p:nvSpPr>
        <p:spPr>
          <a:xfrm rot="13694776">
            <a:off x="-209232" y="14334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PA-4-Point Star 242"/>
          <p:cNvSpPr/>
          <p:nvPr>
            <p:custDataLst>
              <p:tags r:id="rId26"/>
            </p:custDataLst>
          </p:nvPr>
        </p:nvSpPr>
        <p:spPr>
          <a:xfrm>
            <a:off x="-1098007" y="548865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PA-4-Point Star 243"/>
          <p:cNvSpPr/>
          <p:nvPr>
            <p:custDataLst>
              <p:tags r:id="rId27"/>
            </p:custDataLst>
          </p:nvPr>
        </p:nvSpPr>
        <p:spPr>
          <a:xfrm>
            <a:off x="3844446" y="708495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PA-4-Point Star 244"/>
          <p:cNvSpPr/>
          <p:nvPr>
            <p:custDataLst>
              <p:tags r:id="rId28"/>
            </p:custDataLst>
          </p:nvPr>
        </p:nvSpPr>
        <p:spPr>
          <a:xfrm rot="13694776">
            <a:off x="-696034" y="15781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PA-4-Point Star 245"/>
          <p:cNvSpPr/>
          <p:nvPr>
            <p:custDataLst>
              <p:tags r:id="rId29"/>
            </p:custDataLst>
          </p:nvPr>
        </p:nvSpPr>
        <p:spPr>
          <a:xfrm>
            <a:off x="-966438" y="55412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PA-4-Point Star 246"/>
          <p:cNvSpPr/>
          <p:nvPr>
            <p:custDataLst>
              <p:tags r:id="rId30"/>
            </p:custDataLst>
          </p:nvPr>
        </p:nvSpPr>
        <p:spPr>
          <a:xfrm>
            <a:off x="-1104585" y="58570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PA-4-Point Star 247"/>
          <p:cNvSpPr/>
          <p:nvPr>
            <p:custDataLst>
              <p:tags r:id="rId31"/>
            </p:custDataLst>
          </p:nvPr>
        </p:nvSpPr>
        <p:spPr>
          <a:xfrm>
            <a:off x="3837868" y="745334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PA-4-Point Star 251"/>
          <p:cNvSpPr/>
          <p:nvPr>
            <p:custDataLst>
              <p:tags r:id="rId32"/>
            </p:custDataLst>
          </p:nvPr>
        </p:nvSpPr>
        <p:spPr>
          <a:xfrm>
            <a:off x="10170037" y="-720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PA-4-Point Star 256"/>
          <p:cNvSpPr/>
          <p:nvPr>
            <p:custDataLst>
              <p:tags r:id="rId33"/>
            </p:custDataLst>
          </p:nvPr>
        </p:nvSpPr>
        <p:spPr>
          <a:xfrm>
            <a:off x="730203" y="-7027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PA-4-Point Star 261"/>
          <p:cNvSpPr/>
          <p:nvPr>
            <p:custDataLst>
              <p:tags r:id="rId34"/>
            </p:custDataLst>
          </p:nvPr>
        </p:nvSpPr>
        <p:spPr>
          <a:xfrm>
            <a:off x="10321341" y="-28909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PA-4-Point Star 264"/>
          <p:cNvSpPr/>
          <p:nvPr>
            <p:custDataLst>
              <p:tags r:id="rId35"/>
            </p:custDataLst>
          </p:nvPr>
        </p:nvSpPr>
        <p:spPr>
          <a:xfrm>
            <a:off x="4844366" y="74138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PA-4-Point Star 265"/>
          <p:cNvSpPr/>
          <p:nvPr>
            <p:custDataLst>
              <p:tags r:id="rId36"/>
            </p:custDataLst>
          </p:nvPr>
        </p:nvSpPr>
        <p:spPr>
          <a:xfrm>
            <a:off x="-913810" y="58241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PA-4-Point Star 266"/>
          <p:cNvSpPr/>
          <p:nvPr>
            <p:custDataLst>
              <p:tags r:id="rId37"/>
            </p:custDataLst>
          </p:nvPr>
        </p:nvSpPr>
        <p:spPr>
          <a:xfrm>
            <a:off x="9420098" y="-28251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PA-4-Point Star 267"/>
          <p:cNvSpPr/>
          <p:nvPr>
            <p:custDataLst>
              <p:tags r:id="rId38"/>
            </p:custDataLst>
          </p:nvPr>
        </p:nvSpPr>
        <p:spPr>
          <a:xfrm>
            <a:off x="4423348" y="70323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PA-4-Point Star 268"/>
          <p:cNvSpPr/>
          <p:nvPr>
            <p:custDataLst>
              <p:tags r:id="rId39"/>
            </p:custDataLst>
          </p:nvPr>
        </p:nvSpPr>
        <p:spPr>
          <a:xfrm>
            <a:off x="5456160" y="70783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PA-4-Point Star 383"/>
          <p:cNvSpPr/>
          <p:nvPr>
            <p:custDataLst>
              <p:tags r:id="rId40"/>
            </p:custDataLst>
          </p:nvPr>
        </p:nvSpPr>
        <p:spPr>
          <a:xfrm rot="8294776">
            <a:off x="6733943" y="16996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PA-4-Point Star 387"/>
          <p:cNvSpPr/>
          <p:nvPr>
            <p:custDataLst>
              <p:tags r:id="rId41"/>
            </p:custDataLst>
          </p:nvPr>
        </p:nvSpPr>
        <p:spPr>
          <a:xfrm rot="8294776">
            <a:off x="4805877" y="251540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2" name="PA-4-Point Star 391"/>
          <p:cNvSpPr/>
          <p:nvPr>
            <p:custDataLst>
              <p:tags r:id="rId42"/>
            </p:custDataLst>
          </p:nvPr>
        </p:nvSpPr>
        <p:spPr>
          <a:xfrm rot="16200000">
            <a:off x="657938" y="-6214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PA-4-Point Star 396"/>
          <p:cNvSpPr/>
          <p:nvPr>
            <p:custDataLst>
              <p:tags r:id="rId43"/>
            </p:custDataLst>
          </p:nvPr>
        </p:nvSpPr>
        <p:spPr>
          <a:xfrm rot="15257670">
            <a:off x="12926393" y="53587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2" name="PA-4-Point Star 401"/>
          <p:cNvSpPr/>
          <p:nvPr>
            <p:custDataLst>
              <p:tags r:id="rId44"/>
            </p:custDataLst>
          </p:nvPr>
        </p:nvSpPr>
        <p:spPr>
          <a:xfrm rot="8294776">
            <a:off x="5865005" y="26140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PA-4-Point Star 402"/>
          <p:cNvSpPr/>
          <p:nvPr>
            <p:custDataLst>
              <p:tags r:id="rId45"/>
            </p:custDataLst>
          </p:nvPr>
        </p:nvSpPr>
        <p:spPr>
          <a:xfrm rot="16200000">
            <a:off x="7095855" y="2250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PA-4-Point Star 403"/>
          <p:cNvSpPr/>
          <p:nvPr>
            <p:custDataLst>
              <p:tags r:id="rId46"/>
            </p:custDataLst>
          </p:nvPr>
        </p:nvSpPr>
        <p:spPr>
          <a:xfrm rot="16200000">
            <a:off x="6957708" y="2566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PA-4-Point Star 404"/>
          <p:cNvSpPr/>
          <p:nvPr>
            <p:custDataLst>
              <p:tags r:id="rId47"/>
            </p:custDataLst>
          </p:nvPr>
        </p:nvSpPr>
        <p:spPr>
          <a:xfrm rot="16200000">
            <a:off x="10446429" y="-3919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PA-4-Point Star 405"/>
          <p:cNvSpPr/>
          <p:nvPr>
            <p:custDataLst>
              <p:tags r:id="rId48"/>
            </p:custDataLst>
          </p:nvPr>
        </p:nvSpPr>
        <p:spPr>
          <a:xfrm rot="16200000">
            <a:off x="6495647"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PA-4-Point Star 407"/>
          <p:cNvSpPr/>
          <p:nvPr>
            <p:custDataLst>
              <p:tags r:id="rId49"/>
            </p:custDataLst>
          </p:nvPr>
        </p:nvSpPr>
        <p:spPr>
          <a:xfrm rot="16200000">
            <a:off x="657939" y="-76617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PA-4-Point Star 408"/>
          <p:cNvSpPr/>
          <p:nvPr>
            <p:custDataLst>
              <p:tags r:id="rId50"/>
            </p:custDataLst>
          </p:nvPr>
        </p:nvSpPr>
        <p:spPr>
          <a:xfrm rot="16200000">
            <a:off x="519792" y="-45040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PA-4-Point Star 411"/>
          <p:cNvSpPr/>
          <p:nvPr>
            <p:custDataLst>
              <p:tags r:id="rId51"/>
            </p:custDataLst>
          </p:nvPr>
        </p:nvSpPr>
        <p:spPr>
          <a:xfrm rot="16200000">
            <a:off x="651361" y="-397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PA-4-Point Star 412"/>
          <p:cNvSpPr/>
          <p:nvPr>
            <p:custDataLst>
              <p:tags r:id="rId52"/>
            </p:custDataLst>
          </p:nvPr>
        </p:nvSpPr>
        <p:spPr>
          <a:xfrm rot="16200000">
            <a:off x="9854371" y="-2867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PA-4-Point Star 414"/>
          <p:cNvSpPr/>
          <p:nvPr>
            <p:custDataLst>
              <p:tags r:id="rId53"/>
            </p:custDataLst>
          </p:nvPr>
        </p:nvSpPr>
        <p:spPr>
          <a:xfrm rot="16200000">
            <a:off x="12071102" y="73104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6" name="PA-4-Point Star 415"/>
          <p:cNvSpPr/>
          <p:nvPr>
            <p:custDataLst>
              <p:tags r:id="rId54"/>
            </p:custDataLst>
          </p:nvPr>
        </p:nvSpPr>
        <p:spPr>
          <a:xfrm rot="15257670">
            <a:off x="12919816" y="55823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7" name="PA-4-Point Star 416"/>
          <p:cNvSpPr/>
          <p:nvPr>
            <p:custDataLst>
              <p:tags r:id="rId55"/>
            </p:custDataLst>
          </p:nvPr>
        </p:nvSpPr>
        <p:spPr>
          <a:xfrm rot="15257670">
            <a:off x="12781669" y="589814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8" name="PA-4-Point Star 417"/>
          <p:cNvSpPr/>
          <p:nvPr>
            <p:custDataLst>
              <p:tags r:id="rId56"/>
            </p:custDataLst>
          </p:nvPr>
        </p:nvSpPr>
        <p:spPr>
          <a:xfrm rot="16200000">
            <a:off x="6416706" y="711362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3" name="PA-4-Point Star 422"/>
          <p:cNvSpPr/>
          <p:nvPr>
            <p:custDataLst>
              <p:tags r:id="rId57"/>
            </p:custDataLst>
          </p:nvPr>
        </p:nvSpPr>
        <p:spPr>
          <a:xfrm rot="16200000">
            <a:off x="6727462" y="2402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6" name="PA-4-Point Star 425"/>
          <p:cNvSpPr/>
          <p:nvPr>
            <p:custDataLst>
              <p:tags r:id="rId58"/>
            </p:custDataLst>
          </p:nvPr>
        </p:nvSpPr>
        <p:spPr>
          <a:xfrm rot="16200000">
            <a:off x="8113939" y="69952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PA-4-Point Star 426"/>
          <p:cNvSpPr/>
          <p:nvPr>
            <p:custDataLst>
              <p:tags r:id="rId59"/>
            </p:custDataLst>
          </p:nvPr>
        </p:nvSpPr>
        <p:spPr>
          <a:xfrm rot="16200000">
            <a:off x="2295770" y="70849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8" name="PA-4-Point Star 427"/>
          <p:cNvSpPr/>
          <p:nvPr>
            <p:custDataLst>
              <p:tags r:id="rId60"/>
            </p:custDataLst>
          </p:nvPr>
        </p:nvSpPr>
        <p:spPr>
          <a:xfrm rot="16200000">
            <a:off x="6977443" y="302057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9" name="PA-4-Point Star 428"/>
          <p:cNvSpPr/>
          <p:nvPr>
            <p:custDataLst>
              <p:tags r:id="rId61"/>
            </p:custDataLst>
          </p:nvPr>
        </p:nvSpPr>
        <p:spPr>
          <a:xfrm rot="16200000">
            <a:off x="7048234" y="7120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0" name="PA-4-Point Star 429"/>
          <p:cNvSpPr/>
          <p:nvPr>
            <p:custDataLst>
              <p:tags r:id="rId62"/>
            </p:custDataLst>
          </p:nvPr>
        </p:nvSpPr>
        <p:spPr>
          <a:xfrm rot="16200000">
            <a:off x="6910087" y="743596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1" name="PA-4-Point Star 430"/>
          <p:cNvSpPr/>
          <p:nvPr>
            <p:custDataLst>
              <p:tags r:id="rId63"/>
            </p:custDataLst>
          </p:nvPr>
        </p:nvSpPr>
        <p:spPr>
          <a:xfrm rot="16200000">
            <a:off x="5949638" y="76004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2" name="PA-4-Point Star 431"/>
          <p:cNvSpPr/>
          <p:nvPr>
            <p:custDataLst>
              <p:tags r:id="rId64"/>
            </p:custDataLst>
          </p:nvPr>
        </p:nvSpPr>
        <p:spPr>
          <a:xfrm rot="16200000">
            <a:off x="10045146" y="-3196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PA-4-Point Star 432"/>
          <p:cNvSpPr/>
          <p:nvPr>
            <p:custDataLst>
              <p:tags r:id="rId65"/>
            </p:custDataLst>
          </p:nvPr>
        </p:nvSpPr>
        <p:spPr>
          <a:xfrm rot="16200000">
            <a:off x="6076200" y="302715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4" name="PA-4-Point Star 433"/>
          <p:cNvSpPr/>
          <p:nvPr>
            <p:custDataLst>
              <p:tags r:id="rId66"/>
            </p:custDataLst>
          </p:nvPr>
        </p:nvSpPr>
        <p:spPr>
          <a:xfrm rot="16200000">
            <a:off x="5528620" y="72188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PA-4-Point Star 434"/>
          <p:cNvSpPr/>
          <p:nvPr>
            <p:custDataLst>
              <p:tags r:id="rId67"/>
            </p:custDataLst>
          </p:nvPr>
        </p:nvSpPr>
        <p:spPr>
          <a:xfrm rot="16200000">
            <a:off x="6561432" y="72649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PA-4-Point Star 435"/>
          <p:cNvSpPr/>
          <p:nvPr>
            <p:custDataLst>
              <p:tags r:id="rId68"/>
            </p:custDataLst>
          </p:nvPr>
        </p:nvSpPr>
        <p:spPr>
          <a:xfrm rot="16200000">
            <a:off x="7041656" y="748859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PA-4-Point Star 436"/>
          <p:cNvSpPr/>
          <p:nvPr>
            <p:custDataLst>
              <p:tags r:id="rId69"/>
            </p:custDataLst>
          </p:nvPr>
        </p:nvSpPr>
        <p:spPr>
          <a:xfrm rot="16200000">
            <a:off x="1703712" y="719021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8" name="PA-4-Point Star 437"/>
          <p:cNvSpPr/>
          <p:nvPr>
            <p:custDataLst>
              <p:tags r:id="rId70"/>
            </p:custDataLst>
          </p:nvPr>
        </p:nvSpPr>
        <p:spPr>
          <a:xfrm rot="7352446">
            <a:off x="9751474" y="728147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9" name="PA-4-Point Star 438"/>
          <p:cNvSpPr/>
          <p:nvPr>
            <p:custDataLst>
              <p:tags r:id="rId71"/>
            </p:custDataLst>
          </p:nvPr>
        </p:nvSpPr>
        <p:spPr>
          <a:xfrm rot="16200000">
            <a:off x="12475404" y="357659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 name="PA-4-Point Star 439"/>
          <p:cNvSpPr/>
          <p:nvPr>
            <p:custDataLst>
              <p:tags r:id="rId72"/>
            </p:custDataLst>
          </p:nvPr>
        </p:nvSpPr>
        <p:spPr>
          <a:xfrm rot="15257670">
            <a:off x="12722463" y="555606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PA-4-Point Star 440"/>
          <p:cNvSpPr/>
          <p:nvPr>
            <p:custDataLst>
              <p:tags r:id="rId73"/>
            </p:custDataLst>
          </p:nvPr>
        </p:nvSpPr>
        <p:spPr>
          <a:xfrm rot="16200000">
            <a:off x="8225770"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7" name="PA-4-Point Star 456"/>
          <p:cNvSpPr/>
          <p:nvPr>
            <p:custDataLst>
              <p:tags r:id="rId74"/>
            </p:custDataLst>
          </p:nvPr>
        </p:nvSpPr>
        <p:spPr>
          <a:xfrm rot="15257670">
            <a:off x="9567374" y="771427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PA-4-Point Star 462"/>
          <p:cNvSpPr/>
          <p:nvPr>
            <p:custDataLst>
              <p:tags r:id="rId75"/>
            </p:custDataLst>
          </p:nvPr>
        </p:nvSpPr>
        <p:spPr>
          <a:xfrm>
            <a:off x="3837967" y="6117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5" name="PA-4-Point Star 464"/>
          <p:cNvSpPr/>
          <p:nvPr>
            <p:custDataLst>
              <p:tags r:id="rId76"/>
            </p:custDataLst>
          </p:nvPr>
        </p:nvSpPr>
        <p:spPr>
          <a:xfrm rot="13694776">
            <a:off x="4739603" y="25385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6" name="PA-4-Point Star 465"/>
          <p:cNvSpPr/>
          <p:nvPr>
            <p:custDataLst>
              <p:tags r:id="rId77"/>
            </p:custDataLst>
          </p:nvPr>
        </p:nvSpPr>
        <p:spPr>
          <a:xfrm>
            <a:off x="-874734" y="53234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8" name="PA-4-Point Star 467"/>
          <p:cNvSpPr/>
          <p:nvPr>
            <p:custDataLst>
              <p:tags r:id="rId78"/>
            </p:custDataLst>
          </p:nvPr>
        </p:nvSpPr>
        <p:spPr>
          <a:xfrm>
            <a:off x="2292038" y="-37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9" name="PA-4-Point Star 468"/>
          <p:cNvSpPr/>
          <p:nvPr>
            <p:custDataLst>
              <p:tags r:id="rId79"/>
            </p:custDataLst>
          </p:nvPr>
        </p:nvSpPr>
        <p:spPr>
          <a:xfrm rot="13694776">
            <a:off x="-571439" y="10050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0" name="PA-4-Point Star 469"/>
          <p:cNvSpPr/>
          <p:nvPr>
            <p:custDataLst>
              <p:tags r:id="rId80"/>
            </p:custDataLst>
          </p:nvPr>
        </p:nvSpPr>
        <p:spPr>
          <a:xfrm rot="13694776">
            <a:off x="-709586" y="132078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2" name="PA-4-Point Star 471"/>
          <p:cNvSpPr/>
          <p:nvPr>
            <p:custDataLst>
              <p:tags r:id="rId81"/>
            </p:custDataLst>
          </p:nvPr>
        </p:nvSpPr>
        <p:spPr>
          <a:xfrm rot="13694776">
            <a:off x="-1058241" y="11497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PA-4-Point Star 472"/>
          <p:cNvSpPr/>
          <p:nvPr>
            <p:custDataLst>
              <p:tags r:id="rId82"/>
            </p:custDataLst>
          </p:nvPr>
        </p:nvSpPr>
        <p:spPr>
          <a:xfrm rot="13694776">
            <a:off x="-578017" y="137341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PA-4-Point Star 473"/>
          <p:cNvSpPr/>
          <p:nvPr>
            <p:custDataLst>
              <p:tags r:id="rId83"/>
            </p:custDataLst>
          </p:nvPr>
        </p:nvSpPr>
        <p:spPr>
          <a:xfrm>
            <a:off x="-347675" y="201672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PA-4-Point Star 480"/>
          <p:cNvSpPr/>
          <p:nvPr>
            <p:custDataLst>
              <p:tags r:id="rId84"/>
            </p:custDataLst>
          </p:nvPr>
        </p:nvSpPr>
        <p:spPr>
          <a:xfrm>
            <a:off x="4002426" y="-49141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2" name="PA-4-Point Star 481"/>
          <p:cNvSpPr/>
          <p:nvPr>
            <p:custDataLst>
              <p:tags r:id="rId85"/>
            </p:custDataLst>
          </p:nvPr>
        </p:nvSpPr>
        <p:spPr>
          <a:xfrm>
            <a:off x="3041977" y="-3269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3" name="PA-4-Point Star 482"/>
          <p:cNvSpPr/>
          <p:nvPr>
            <p:custDataLst>
              <p:tags r:id="rId86"/>
            </p:custDataLst>
          </p:nvPr>
        </p:nvSpPr>
        <p:spPr>
          <a:xfrm rot="13694776">
            <a:off x="4509357" y="2374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2" name="PA-4-Point Star 501"/>
          <p:cNvSpPr/>
          <p:nvPr>
            <p:custDataLst>
              <p:tags r:id="rId87"/>
            </p:custDataLst>
          </p:nvPr>
        </p:nvSpPr>
        <p:spPr>
          <a:xfrm rot="13694776">
            <a:off x="-999821" y="466694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3" name="PA-4-Point Star 502"/>
          <p:cNvSpPr/>
          <p:nvPr>
            <p:custDataLst>
              <p:tags r:id="rId88"/>
            </p:custDataLst>
          </p:nvPr>
        </p:nvSpPr>
        <p:spPr>
          <a:xfrm rot="13694776">
            <a:off x="4502780" y="25977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4" name="PA-4-Point Star 503"/>
          <p:cNvSpPr/>
          <p:nvPr>
            <p:custDataLst>
              <p:tags r:id="rId89"/>
            </p:custDataLst>
          </p:nvPr>
        </p:nvSpPr>
        <p:spPr>
          <a:xfrm>
            <a:off x="223272" y="-59169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5" name="PA-4-Point Star 504"/>
          <p:cNvSpPr/>
          <p:nvPr>
            <p:custDataLst>
              <p:tags r:id="rId90"/>
            </p:custDataLst>
          </p:nvPr>
        </p:nvSpPr>
        <p:spPr>
          <a:xfrm>
            <a:off x="-1249704" y="569838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PA-4-Point Star 528"/>
          <p:cNvSpPr/>
          <p:nvPr>
            <p:custDataLst>
              <p:tags r:id="rId91"/>
            </p:custDataLst>
          </p:nvPr>
        </p:nvSpPr>
        <p:spPr>
          <a:xfrm rot="13694776">
            <a:off x="4476465" y="243990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1" name="PA-4-Point Star 530"/>
          <p:cNvSpPr/>
          <p:nvPr>
            <p:custDataLst>
              <p:tags r:id="rId92"/>
            </p:custDataLst>
          </p:nvPr>
        </p:nvSpPr>
        <p:spPr>
          <a:xfrm>
            <a:off x="3153811" y="-4190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PA-4-Point Star 531"/>
          <p:cNvSpPr/>
          <p:nvPr>
            <p:custDataLst>
              <p:tags r:id="rId93"/>
            </p:custDataLst>
          </p:nvPr>
        </p:nvSpPr>
        <p:spPr>
          <a:xfrm>
            <a:off x="3634035" y="-1953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PA-4-Point Star 532"/>
          <p:cNvSpPr/>
          <p:nvPr>
            <p:custDataLst>
              <p:tags r:id="rId94"/>
            </p:custDataLst>
          </p:nvPr>
        </p:nvSpPr>
        <p:spPr>
          <a:xfrm rot="13694776">
            <a:off x="-966930" y="43511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PA-4-Point Star 533"/>
          <p:cNvSpPr/>
          <p:nvPr>
            <p:custDataLst>
              <p:tags r:id="rId95"/>
            </p:custDataLst>
          </p:nvPr>
        </p:nvSpPr>
        <p:spPr>
          <a:xfrm rot="13694776">
            <a:off x="-808262" y="110370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PA-4-Point Star 534"/>
          <p:cNvSpPr/>
          <p:nvPr>
            <p:custDataLst>
              <p:tags r:id="rId96"/>
            </p:custDataLst>
          </p:nvPr>
        </p:nvSpPr>
        <p:spPr>
          <a:xfrm>
            <a:off x="-651069" y="56062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9" name="PA-4-Point Star 538"/>
          <p:cNvSpPr/>
          <p:nvPr>
            <p:custDataLst>
              <p:tags r:id="rId97"/>
            </p:custDataLst>
          </p:nvPr>
        </p:nvSpPr>
        <p:spPr>
          <a:xfrm>
            <a:off x="328526" y="-6969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 name="PA-4-Point Star 541"/>
          <p:cNvSpPr/>
          <p:nvPr>
            <p:custDataLst>
              <p:tags r:id="rId98"/>
            </p:custDataLst>
          </p:nvPr>
        </p:nvSpPr>
        <p:spPr>
          <a:xfrm>
            <a:off x="2285459" y="5459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3" name="PA-4-Point Star 542"/>
          <p:cNvSpPr/>
          <p:nvPr>
            <p:custDataLst>
              <p:tags r:id="rId99"/>
            </p:custDataLst>
          </p:nvPr>
        </p:nvSpPr>
        <p:spPr>
          <a:xfrm rot="13694776">
            <a:off x="-1196389" y="11892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5" name="PA-4-Point Star 544"/>
          <p:cNvSpPr/>
          <p:nvPr>
            <p:custDataLst>
              <p:tags r:id="rId100"/>
            </p:custDataLst>
          </p:nvPr>
        </p:nvSpPr>
        <p:spPr>
          <a:xfrm>
            <a:off x="3120917" y="-2874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PA-4-Point Star 559"/>
          <p:cNvSpPr/>
          <p:nvPr>
            <p:custDataLst>
              <p:tags r:id="rId101"/>
            </p:custDataLst>
          </p:nvPr>
        </p:nvSpPr>
        <p:spPr>
          <a:xfrm>
            <a:off x="3361858"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PA-4-Point Star 560"/>
          <p:cNvSpPr/>
          <p:nvPr>
            <p:custDataLst>
              <p:tags r:id="rId102"/>
            </p:custDataLst>
          </p:nvPr>
        </p:nvSpPr>
        <p:spPr>
          <a:xfrm>
            <a:off x="2479263"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2" name="PA-4-Point Star 561"/>
          <p:cNvSpPr/>
          <p:nvPr>
            <p:custDataLst>
              <p:tags r:id="rId103"/>
            </p:custDataLst>
          </p:nvPr>
        </p:nvSpPr>
        <p:spPr>
          <a:xfrm>
            <a:off x="-694732" y="185261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PA-4-Point Star 567"/>
          <p:cNvSpPr/>
          <p:nvPr>
            <p:custDataLst>
              <p:tags r:id="rId104"/>
            </p:custDataLst>
          </p:nvPr>
        </p:nvSpPr>
        <p:spPr>
          <a:xfrm>
            <a:off x="-993911" y="177903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PA-4-Point Star 569"/>
          <p:cNvSpPr/>
          <p:nvPr>
            <p:custDataLst>
              <p:tags r:id="rId105"/>
            </p:custDataLst>
          </p:nvPr>
        </p:nvSpPr>
        <p:spPr>
          <a:xfrm>
            <a:off x="-811031" y="2152744"/>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PA-4-Point Star 570"/>
          <p:cNvSpPr/>
          <p:nvPr>
            <p:custDataLst>
              <p:tags r:id="rId106"/>
            </p:custDataLst>
          </p:nvPr>
        </p:nvSpPr>
        <p:spPr>
          <a:xfrm>
            <a:off x="-842836" y="278089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PA-4-Point Star 571"/>
          <p:cNvSpPr/>
          <p:nvPr>
            <p:custDataLst>
              <p:tags r:id="rId107"/>
            </p:custDataLst>
          </p:nvPr>
        </p:nvSpPr>
        <p:spPr>
          <a:xfrm>
            <a:off x="-1411295" y="7320855"/>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PA-4-Point Star 572"/>
          <p:cNvSpPr/>
          <p:nvPr>
            <p:custDataLst>
              <p:tags r:id="rId108"/>
            </p:custDataLst>
          </p:nvPr>
        </p:nvSpPr>
        <p:spPr>
          <a:xfrm>
            <a:off x="4225824" y="740226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PA-4-Point Star 586"/>
          <p:cNvSpPr/>
          <p:nvPr>
            <p:custDataLst>
              <p:tags r:id="rId109"/>
            </p:custDataLst>
          </p:nvPr>
        </p:nvSpPr>
        <p:spPr>
          <a:xfrm rot="8294776">
            <a:off x="-859688" y="4374360"/>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PA-4-Point Star 589"/>
          <p:cNvSpPr/>
          <p:nvPr>
            <p:custDataLst>
              <p:tags r:id="rId110"/>
            </p:custDataLst>
          </p:nvPr>
        </p:nvSpPr>
        <p:spPr>
          <a:xfrm rot="8294776">
            <a:off x="12236491" y="8201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PA-4-Point Star 590"/>
          <p:cNvSpPr/>
          <p:nvPr>
            <p:custDataLst>
              <p:tags r:id="rId111"/>
            </p:custDataLst>
          </p:nvPr>
        </p:nvSpPr>
        <p:spPr>
          <a:xfrm rot="16200000">
            <a:off x="12604980" y="172016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PA-4-Point Star 591"/>
          <p:cNvSpPr/>
          <p:nvPr>
            <p:custDataLst>
              <p:tags r:id="rId112"/>
            </p:custDataLst>
          </p:nvPr>
        </p:nvSpPr>
        <p:spPr>
          <a:xfrm rot="16200000">
            <a:off x="3004408" y="704445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PA-4-Point Star 595"/>
          <p:cNvSpPr/>
          <p:nvPr>
            <p:custDataLst>
              <p:tags r:id="rId113"/>
            </p:custDataLst>
          </p:nvPr>
        </p:nvSpPr>
        <p:spPr>
          <a:xfrm rot="8294776">
            <a:off x="12236490" y="2495122"/>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PA-4-Point Star 596"/>
          <p:cNvSpPr/>
          <p:nvPr>
            <p:custDataLst>
              <p:tags r:id="rId114"/>
            </p:custDataLst>
          </p:nvPr>
        </p:nvSpPr>
        <p:spPr>
          <a:xfrm rot="16200000">
            <a:off x="7117397" y="-6436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PA-4-Point Star 597"/>
          <p:cNvSpPr/>
          <p:nvPr>
            <p:custDataLst>
              <p:tags r:id="rId115"/>
            </p:custDataLst>
          </p:nvPr>
        </p:nvSpPr>
        <p:spPr>
          <a:xfrm rot="16200000">
            <a:off x="5058009" y="-715188"/>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PA-4-Point Star 598"/>
          <p:cNvSpPr/>
          <p:nvPr>
            <p:custDataLst>
              <p:tags r:id="rId116"/>
            </p:custDataLst>
          </p:nvPr>
        </p:nvSpPr>
        <p:spPr>
          <a:xfrm rot="16200000">
            <a:off x="3602920" y="-659529"/>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7"/>
          <p:cNvSpPr txBox="1"/>
          <p:nvPr/>
        </p:nvSpPr>
        <p:spPr>
          <a:xfrm>
            <a:off x="-48577" y="213995"/>
            <a:ext cx="508571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《HSK</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标准教程</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5--</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第十一课</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a:t>
            </a:r>
          </a:p>
        </p:txBody>
      </p:sp>
      <p:sp>
        <p:nvSpPr>
          <p:cNvPr id="12" name="文本框 11"/>
          <p:cNvSpPr txBox="1"/>
          <p:nvPr/>
        </p:nvSpPr>
        <p:spPr>
          <a:xfrm>
            <a:off x="238243" y="702214"/>
            <a:ext cx="4227632"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sym typeface="+mn-ea"/>
              </a:rPr>
              <a:t>HSK Standard  Course 5  Lesson 11</a:t>
            </a:r>
          </a:p>
        </p:txBody>
      </p:sp>
      <p:grpSp>
        <p:nvGrpSpPr>
          <p:cNvPr id="11" name="组合 10"/>
          <p:cNvGrpSpPr/>
          <p:nvPr/>
        </p:nvGrpSpPr>
        <p:grpSpPr>
          <a:xfrm>
            <a:off x="1201913" y="2576830"/>
            <a:ext cx="9659087" cy="2916646"/>
            <a:chOff x="1893" y="4058"/>
            <a:chExt cx="15211" cy="4593"/>
          </a:xfrm>
        </p:grpSpPr>
        <p:grpSp>
          <p:nvGrpSpPr>
            <p:cNvPr id="14" name="组合 13"/>
            <p:cNvGrpSpPr/>
            <p:nvPr/>
          </p:nvGrpSpPr>
          <p:grpSpPr>
            <a:xfrm>
              <a:off x="1893" y="4058"/>
              <a:ext cx="15211" cy="4593"/>
              <a:chOff x="-96" y="3669"/>
              <a:chExt cx="18916" cy="5713"/>
            </a:xfrm>
          </p:grpSpPr>
          <p:sp>
            <p:nvSpPr>
              <p:cNvPr id="10" name="圆角矩形 9"/>
              <p:cNvSpPr/>
              <p:nvPr/>
            </p:nvSpPr>
            <p:spPr>
              <a:xfrm>
                <a:off x="-96" y="3669"/>
                <a:ext cx="18744" cy="5713"/>
              </a:xfrm>
              <a:prstGeom prst="round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96" y="4499"/>
                <a:ext cx="18916" cy="2928"/>
                <a:chOff x="3051" y="4499"/>
                <a:chExt cx="18916" cy="2928"/>
              </a:xfrm>
            </p:grpSpPr>
            <p:grpSp>
              <p:nvGrpSpPr>
                <p:cNvPr id="3" name="组合 2"/>
                <p:cNvGrpSpPr/>
                <p:nvPr/>
              </p:nvGrpSpPr>
              <p:grpSpPr>
                <a:xfrm>
                  <a:off x="6731" y="6509"/>
                  <a:ext cx="13905" cy="918"/>
                  <a:chOff x="8865" y="6509"/>
                  <a:chExt cx="13905" cy="918"/>
                </a:xfrm>
              </p:grpSpPr>
              <p:sp>
                <p:nvSpPr>
                  <p:cNvPr id="15" name="矩形 14"/>
                  <p:cNvSpPr/>
                  <p:nvPr/>
                </p:nvSpPr>
                <p:spPr>
                  <a:xfrm>
                    <a:off x="8865" y="6525"/>
                    <a:ext cx="3417" cy="902"/>
                  </a:xfrm>
                  <a:prstGeom prst="rect">
                    <a:avLst/>
                  </a:prstGeom>
                </p:spPr>
                <p:txBody>
                  <a:bodyPr wrap="square">
                    <a:spAutoFit/>
                  </a:bodyPr>
                  <a:lstStyle/>
                  <a:p>
                    <a:pPr algn="l"/>
                    <a:r>
                      <a:rPr lang="en-US" altLang="zh-CN" sz="2400" dirty="0">
                        <a:solidFill>
                          <a:schemeClr val="bg1">
                            <a:lumMod val="50000"/>
                          </a:schemeClr>
                        </a:solidFill>
                        <a:latin typeface="华文细黑" panose="02010600040101010101" pitchFamily="2" charset="-122"/>
                        <a:ea typeface="华文细黑" panose="02010600040101010101" pitchFamily="2" charset="-122"/>
                      </a:rPr>
                      <a:t>Lesson 11</a:t>
                    </a:r>
                  </a:p>
                </p:txBody>
              </p:sp>
              <p:sp>
                <p:nvSpPr>
                  <p:cNvPr id="18" name="矩形 17"/>
                  <p:cNvSpPr/>
                  <p:nvPr/>
                </p:nvSpPr>
                <p:spPr>
                  <a:xfrm>
                    <a:off x="13974" y="6509"/>
                    <a:ext cx="8796" cy="904"/>
                  </a:xfrm>
                  <a:prstGeom prst="rect">
                    <a:avLst/>
                  </a:prstGeom>
                </p:spPr>
                <p:txBody>
                  <a:bodyPr wrap="square">
                    <a:spAutoFit/>
                  </a:bodyPr>
                  <a:lstStyle/>
                  <a:p>
                    <a:r>
                      <a:rPr lang="en-US" sz="2400" dirty="0">
                        <a:solidFill>
                          <a:schemeClr val="bg1">
                            <a:lumMod val="50000"/>
                          </a:schemeClr>
                        </a:solidFill>
                        <a:latin typeface="华文细黑" panose="02010600040101010101" pitchFamily="2" charset="-122"/>
                        <a:ea typeface="华文细黑" panose="02010600040101010101" pitchFamily="2" charset="-122"/>
                      </a:rPr>
                      <a:t>Harm of Alarm Clocks</a:t>
                    </a:r>
                  </a:p>
                </p:txBody>
              </p:sp>
            </p:grpSp>
            <p:sp>
              <p:nvSpPr>
                <p:cNvPr id="6" name="文本框 7"/>
                <p:cNvSpPr txBox="1"/>
                <p:nvPr/>
              </p:nvSpPr>
              <p:spPr>
                <a:xfrm>
                  <a:off x="3051" y="4499"/>
                  <a:ext cx="18916" cy="2338"/>
                </a:xfrm>
                <a:prstGeom prst="rect">
                  <a:avLst/>
                </a:prstGeom>
                <a:noFill/>
              </p:spPr>
              <p:txBody>
                <a:bodyPr wrap="square">
                  <a:spAutoFit/>
                </a:bodyPr>
                <a:lstStyle/>
                <a:p>
                  <a:pPr marL="0" marR="0" lvl="0" indent="0" algn="ctr" defTabSz="914400" rtl="0" fontAlgn="auto">
                    <a:lnSpc>
                      <a:spcPts val="9020"/>
                    </a:lnSpc>
                    <a:spcBef>
                      <a:spcPts val="0"/>
                    </a:spcBef>
                    <a:spcAft>
                      <a:spcPts val="0"/>
                    </a:spcAft>
                    <a:buClrTx/>
                    <a:buSzTx/>
                    <a:buFontTx/>
                    <a:buNone/>
                    <a:defRPr/>
                  </a:pPr>
                  <a:r>
                    <a:rPr kumimoji="0" lang="zh-CN" altLang="en-US"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第</a:t>
                  </a:r>
                  <a:r>
                    <a:rPr kumimoji="0" lang="en-US" altLang="zh-CN"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11</a:t>
                  </a:r>
                  <a:r>
                    <a:rPr kumimoji="0" lang="zh-CN" altLang="en-US"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课  闹钟的危害</a:t>
                  </a:r>
                </a:p>
              </p:txBody>
            </p:sp>
          </p:grpSp>
        </p:grpSp>
        <p:sp>
          <p:nvSpPr>
            <p:cNvPr id="7" name="矩形 6"/>
            <p:cNvSpPr/>
            <p:nvPr/>
          </p:nvSpPr>
          <p:spPr>
            <a:xfrm>
              <a:off x="2071" y="7368"/>
              <a:ext cx="14751" cy="1113"/>
            </a:xfrm>
            <a:prstGeom prst="rect">
              <a:avLst/>
            </a:prstGeom>
          </p:spPr>
          <p:txBody>
            <a:bodyPr wrap="square">
              <a:spAutoFit/>
            </a:bodyPr>
            <a:lstStyle/>
            <a:p>
              <a:pPr algn="ctr"/>
              <a:r>
                <a:rPr lang="en-US" altLang="zh-CN" sz="4000" b="1" noProof="0" dirty="0">
                  <a:ln>
                    <a:noFill/>
                  </a:ln>
                  <a:solidFill>
                    <a:srgbClr val="9F313C"/>
                  </a:solidFill>
                  <a:effectLst/>
                  <a:uLnTx/>
                  <a:uFillTx/>
                  <a:latin typeface="华文楷体" panose="02010600040101010101" charset="-122"/>
                  <a:ea typeface="华文楷体" panose="02010600040101010101" charset="-122"/>
                  <a:cs typeface="华文楷体" panose="02010600040101010101" charset="-122"/>
                  <a:sym typeface="+mn-ea"/>
                </a:rPr>
                <a:t>Part 1</a:t>
              </a:r>
              <a:endParaRPr lang="en-US" sz="4000" dirty="0">
                <a:solidFill>
                  <a:schemeClr val="bg1">
                    <a:lumMod val="50000"/>
                  </a:schemeClr>
                </a:solidFill>
                <a:latin typeface="华文细黑" panose="02010600040101010101" pitchFamily="2" charset="-122"/>
                <a:ea typeface="华文细黑" panose="02010600040101010101" pitchFamily="2" charset="-122"/>
              </a:endParaRPr>
            </a:p>
          </p:txBody>
        </p:sp>
      </p:grpSp>
      <p:pic>
        <p:nvPicPr>
          <p:cNvPr id="4" name="图片 3" descr="1"/>
          <p:cNvPicPr>
            <a:picLocks noChangeAspect="1"/>
          </p:cNvPicPr>
          <p:nvPr/>
        </p:nvPicPr>
        <p:blipFill>
          <a:blip r:embed="rId119"/>
          <a:stretch>
            <a:fillRect/>
          </a:stretch>
        </p:blipFill>
        <p:spPr>
          <a:xfrm>
            <a:off x="10681970" y="5398770"/>
            <a:ext cx="1459230" cy="1459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9700"/>
    </mc:Choice>
    <mc:Fallback xmlns="">
      <p:transition spd="slow" advTm="50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repeatCount="indefinite" fill="hold" grpId="0" nodeType="withEffect">
                                  <p:stCondLst>
                                    <p:cond delay="200"/>
                                  </p:stCondLst>
                                  <p:childTnLst>
                                    <p:set>
                                      <p:cBhvr>
                                        <p:cTn id="6" dur="5600" fill="hold">
                                          <p:stCondLst>
                                            <p:cond delay="0"/>
                                          </p:stCondLst>
                                        </p:cTn>
                                        <p:tgtEl>
                                          <p:spTgt spid="34"/>
                                        </p:tgtEl>
                                        <p:attrNameLst>
                                          <p:attrName>style.visibility</p:attrName>
                                        </p:attrNameLst>
                                      </p:cBhvr>
                                      <p:to>
                                        <p:strVal val="visible"/>
                                      </p:to>
                                    </p:set>
                                    <p:anim calcmode="lin" valueType="num">
                                      <p:cBhvr>
                                        <p:cTn id="7" dur="5600" fill="hold"/>
                                        <p:tgtEl>
                                          <p:spTgt spid="34"/>
                                        </p:tgtEl>
                                        <p:attrNameLst>
                                          <p:attrName>ppt_w</p:attrName>
                                        </p:attrNameLst>
                                      </p:cBhvr>
                                      <p:tavLst>
                                        <p:tav tm="0">
                                          <p:val>
                                            <p:fltVal val="0"/>
                                          </p:val>
                                        </p:tav>
                                        <p:tav tm="100000">
                                          <p:val>
                                            <p:strVal val="#ppt_w"/>
                                          </p:val>
                                        </p:tav>
                                      </p:tavLst>
                                    </p:anim>
                                    <p:anim calcmode="lin" valueType="num">
                                      <p:cBhvr>
                                        <p:cTn id="8" dur="5600" fill="hold"/>
                                        <p:tgtEl>
                                          <p:spTgt spid="34"/>
                                        </p:tgtEl>
                                        <p:attrNameLst>
                                          <p:attrName>ppt_h</p:attrName>
                                        </p:attrNameLst>
                                      </p:cBhvr>
                                      <p:tavLst>
                                        <p:tav tm="0">
                                          <p:val>
                                            <p:fltVal val="0"/>
                                          </p:val>
                                        </p:tav>
                                        <p:tav tm="100000">
                                          <p:val>
                                            <p:strVal val="#ppt_h"/>
                                          </p:val>
                                        </p:tav>
                                      </p:tavLst>
                                    </p:anim>
                                    <p:animEffect transition="in" filter="fade">
                                      <p:cBhvr>
                                        <p:cTn id="9" dur="5600"/>
                                        <p:tgtEl>
                                          <p:spTgt spid="34"/>
                                        </p:tgtEl>
                                      </p:cBhvr>
                                    </p:animEffect>
                                    <p:anim calcmode="lin" valueType="num">
                                      <p:cBhvr>
                                        <p:cTn id="10" dur="5600" fill="hold"/>
                                        <p:tgtEl>
                                          <p:spTgt spid="34"/>
                                        </p:tgtEl>
                                        <p:attrNameLst>
                                          <p:attrName>ppt_x</p:attrName>
                                        </p:attrNameLst>
                                      </p:cBhvr>
                                      <p:tavLst>
                                        <p:tav tm="0">
                                          <p:val>
                                            <p:fltVal val="0.5"/>
                                          </p:val>
                                        </p:tav>
                                        <p:tav tm="100000">
                                          <p:val>
                                            <p:strVal val="#ppt_x"/>
                                          </p:val>
                                        </p:tav>
                                      </p:tavLst>
                                    </p:anim>
                                    <p:anim calcmode="lin" valueType="num">
                                      <p:cBhvr>
                                        <p:cTn id="11" dur="5600" fill="hold"/>
                                        <p:tgtEl>
                                          <p:spTgt spid="34"/>
                                        </p:tgtEl>
                                        <p:attrNameLst>
                                          <p:attrName>ppt_y</p:attrName>
                                        </p:attrNameLst>
                                      </p:cBhvr>
                                      <p:tavLst>
                                        <p:tav tm="0">
                                          <p:val>
                                            <p:fltVal val="0.5"/>
                                          </p:val>
                                        </p:tav>
                                        <p:tav tm="100000">
                                          <p:val>
                                            <p:strVal val="#ppt_y"/>
                                          </p:val>
                                        </p:tav>
                                      </p:tavLst>
                                    </p:anim>
                                  </p:childTnLst>
                                </p:cTn>
                              </p:par>
                              <p:par>
                                <p:cTn id="12" presetID="53" presetClass="entr" presetSubtype="528" repeatCount="indefinite" fill="hold" grpId="0" nodeType="withEffect">
                                  <p:stCondLst>
                                    <p:cond delay="500"/>
                                  </p:stCondLst>
                                  <p:childTnLst>
                                    <p:set>
                                      <p:cBhvr>
                                        <p:cTn id="13" dur="5600" fill="hold">
                                          <p:stCondLst>
                                            <p:cond delay="0"/>
                                          </p:stCondLst>
                                        </p:cTn>
                                        <p:tgtEl>
                                          <p:spTgt spid="35"/>
                                        </p:tgtEl>
                                        <p:attrNameLst>
                                          <p:attrName>style.visibility</p:attrName>
                                        </p:attrNameLst>
                                      </p:cBhvr>
                                      <p:to>
                                        <p:strVal val="visible"/>
                                      </p:to>
                                    </p:set>
                                    <p:anim calcmode="lin" valueType="num">
                                      <p:cBhvr>
                                        <p:cTn id="14" dur="5600" fill="hold"/>
                                        <p:tgtEl>
                                          <p:spTgt spid="35"/>
                                        </p:tgtEl>
                                        <p:attrNameLst>
                                          <p:attrName>ppt_w</p:attrName>
                                        </p:attrNameLst>
                                      </p:cBhvr>
                                      <p:tavLst>
                                        <p:tav tm="0">
                                          <p:val>
                                            <p:fltVal val="0"/>
                                          </p:val>
                                        </p:tav>
                                        <p:tav tm="100000">
                                          <p:val>
                                            <p:strVal val="#ppt_w"/>
                                          </p:val>
                                        </p:tav>
                                      </p:tavLst>
                                    </p:anim>
                                    <p:anim calcmode="lin" valueType="num">
                                      <p:cBhvr>
                                        <p:cTn id="15" dur="5600" fill="hold"/>
                                        <p:tgtEl>
                                          <p:spTgt spid="35"/>
                                        </p:tgtEl>
                                        <p:attrNameLst>
                                          <p:attrName>ppt_h</p:attrName>
                                        </p:attrNameLst>
                                      </p:cBhvr>
                                      <p:tavLst>
                                        <p:tav tm="0">
                                          <p:val>
                                            <p:fltVal val="0"/>
                                          </p:val>
                                        </p:tav>
                                        <p:tav tm="100000">
                                          <p:val>
                                            <p:strVal val="#ppt_h"/>
                                          </p:val>
                                        </p:tav>
                                      </p:tavLst>
                                    </p:anim>
                                    <p:animEffect transition="in" filter="fade">
                                      <p:cBhvr>
                                        <p:cTn id="16" dur="5600"/>
                                        <p:tgtEl>
                                          <p:spTgt spid="35"/>
                                        </p:tgtEl>
                                      </p:cBhvr>
                                    </p:animEffect>
                                    <p:anim calcmode="lin" valueType="num">
                                      <p:cBhvr>
                                        <p:cTn id="17" dur="5600" fill="hold"/>
                                        <p:tgtEl>
                                          <p:spTgt spid="35"/>
                                        </p:tgtEl>
                                        <p:attrNameLst>
                                          <p:attrName>ppt_x</p:attrName>
                                        </p:attrNameLst>
                                      </p:cBhvr>
                                      <p:tavLst>
                                        <p:tav tm="0">
                                          <p:val>
                                            <p:fltVal val="0.5"/>
                                          </p:val>
                                        </p:tav>
                                        <p:tav tm="100000">
                                          <p:val>
                                            <p:strVal val="#ppt_x"/>
                                          </p:val>
                                        </p:tav>
                                      </p:tavLst>
                                    </p:anim>
                                    <p:anim calcmode="lin" valueType="num">
                                      <p:cBhvr>
                                        <p:cTn id="18" dur="5600" fill="hold"/>
                                        <p:tgtEl>
                                          <p:spTgt spid="35"/>
                                        </p:tgtEl>
                                        <p:attrNameLst>
                                          <p:attrName>ppt_y</p:attrName>
                                        </p:attrNameLst>
                                      </p:cBhvr>
                                      <p:tavLst>
                                        <p:tav tm="0">
                                          <p:val>
                                            <p:fltVal val="0.5"/>
                                          </p:val>
                                        </p:tav>
                                        <p:tav tm="100000">
                                          <p:val>
                                            <p:strVal val="#ppt_y"/>
                                          </p:val>
                                        </p:tav>
                                      </p:tavLst>
                                    </p:anim>
                                  </p:childTnLst>
                                </p:cTn>
                              </p:par>
                              <p:par>
                                <p:cTn id="19" presetID="53" presetClass="entr" presetSubtype="528" repeatCount="indefinite" fill="hold" grpId="0" nodeType="withEffect">
                                  <p:stCondLst>
                                    <p:cond delay="507"/>
                                  </p:stCondLst>
                                  <p:childTnLst>
                                    <p:set>
                                      <p:cBhvr>
                                        <p:cTn id="20" dur="6400" fill="hold">
                                          <p:stCondLst>
                                            <p:cond delay="0"/>
                                          </p:stCondLst>
                                        </p:cTn>
                                        <p:tgtEl>
                                          <p:spTgt spid="36"/>
                                        </p:tgtEl>
                                        <p:attrNameLst>
                                          <p:attrName>style.visibility</p:attrName>
                                        </p:attrNameLst>
                                      </p:cBhvr>
                                      <p:to>
                                        <p:strVal val="visible"/>
                                      </p:to>
                                    </p:set>
                                    <p:anim calcmode="lin" valueType="num">
                                      <p:cBhvr>
                                        <p:cTn id="21" dur="6400" fill="hold"/>
                                        <p:tgtEl>
                                          <p:spTgt spid="36"/>
                                        </p:tgtEl>
                                        <p:attrNameLst>
                                          <p:attrName>ppt_w</p:attrName>
                                        </p:attrNameLst>
                                      </p:cBhvr>
                                      <p:tavLst>
                                        <p:tav tm="0">
                                          <p:val>
                                            <p:fltVal val="0"/>
                                          </p:val>
                                        </p:tav>
                                        <p:tav tm="100000">
                                          <p:val>
                                            <p:strVal val="#ppt_w"/>
                                          </p:val>
                                        </p:tav>
                                      </p:tavLst>
                                    </p:anim>
                                    <p:anim calcmode="lin" valueType="num">
                                      <p:cBhvr>
                                        <p:cTn id="22" dur="6400" fill="hold"/>
                                        <p:tgtEl>
                                          <p:spTgt spid="36"/>
                                        </p:tgtEl>
                                        <p:attrNameLst>
                                          <p:attrName>ppt_h</p:attrName>
                                        </p:attrNameLst>
                                      </p:cBhvr>
                                      <p:tavLst>
                                        <p:tav tm="0">
                                          <p:val>
                                            <p:fltVal val="0"/>
                                          </p:val>
                                        </p:tav>
                                        <p:tav tm="100000">
                                          <p:val>
                                            <p:strVal val="#ppt_h"/>
                                          </p:val>
                                        </p:tav>
                                      </p:tavLst>
                                    </p:anim>
                                    <p:animEffect transition="in" filter="fade">
                                      <p:cBhvr>
                                        <p:cTn id="23" dur="6400"/>
                                        <p:tgtEl>
                                          <p:spTgt spid="36"/>
                                        </p:tgtEl>
                                      </p:cBhvr>
                                    </p:animEffect>
                                    <p:anim calcmode="lin" valueType="num">
                                      <p:cBhvr>
                                        <p:cTn id="24" dur="6400" fill="hold"/>
                                        <p:tgtEl>
                                          <p:spTgt spid="36"/>
                                        </p:tgtEl>
                                        <p:attrNameLst>
                                          <p:attrName>ppt_x</p:attrName>
                                        </p:attrNameLst>
                                      </p:cBhvr>
                                      <p:tavLst>
                                        <p:tav tm="0">
                                          <p:val>
                                            <p:fltVal val="0.5"/>
                                          </p:val>
                                        </p:tav>
                                        <p:tav tm="100000">
                                          <p:val>
                                            <p:strVal val="#ppt_x"/>
                                          </p:val>
                                        </p:tav>
                                      </p:tavLst>
                                    </p:anim>
                                    <p:anim calcmode="lin" valueType="num">
                                      <p:cBhvr>
                                        <p:cTn id="25" dur="6400" fill="hold"/>
                                        <p:tgtEl>
                                          <p:spTgt spid="36"/>
                                        </p:tgtEl>
                                        <p:attrNameLst>
                                          <p:attrName>ppt_y</p:attrName>
                                        </p:attrNameLst>
                                      </p:cBhvr>
                                      <p:tavLst>
                                        <p:tav tm="0">
                                          <p:val>
                                            <p:fltVal val="0.5"/>
                                          </p:val>
                                        </p:tav>
                                        <p:tav tm="100000">
                                          <p:val>
                                            <p:strVal val="#ppt_y"/>
                                          </p:val>
                                        </p:tav>
                                      </p:tavLst>
                                    </p:anim>
                                  </p:childTnLst>
                                </p:cTn>
                              </p:par>
                              <p:par>
                                <p:cTn id="26" presetID="53" presetClass="entr" presetSubtype="528" repeatCount="indefinite" fill="hold" grpId="0" nodeType="withEffect">
                                  <p:stCondLst>
                                    <p:cond delay="300"/>
                                  </p:stCondLst>
                                  <p:childTnLst>
                                    <p:set>
                                      <p:cBhvr>
                                        <p:cTn id="27" dur="5800" fill="hold">
                                          <p:stCondLst>
                                            <p:cond delay="0"/>
                                          </p:stCondLst>
                                        </p:cTn>
                                        <p:tgtEl>
                                          <p:spTgt spid="37"/>
                                        </p:tgtEl>
                                        <p:attrNameLst>
                                          <p:attrName>style.visibility</p:attrName>
                                        </p:attrNameLst>
                                      </p:cBhvr>
                                      <p:to>
                                        <p:strVal val="visible"/>
                                      </p:to>
                                    </p:set>
                                    <p:anim calcmode="lin" valueType="num">
                                      <p:cBhvr>
                                        <p:cTn id="28" dur="5800" fill="hold"/>
                                        <p:tgtEl>
                                          <p:spTgt spid="37"/>
                                        </p:tgtEl>
                                        <p:attrNameLst>
                                          <p:attrName>ppt_w</p:attrName>
                                        </p:attrNameLst>
                                      </p:cBhvr>
                                      <p:tavLst>
                                        <p:tav tm="0">
                                          <p:val>
                                            <p:fltVal val="0"/>
                                          </p:val>
                                        </p:tav>
                                        <p:tav tm="100000">
                                          <p:val>
                                            <p:strVal val="#ppt_w"/>
                                          </p:val>
                                        </p:tav>
                                      </p:tavLst>
                                    </p:anim>
                                    <p:anim calcmode="lin" valueType="num">
                                      <p:cBhvr>
                                        <p:cTn id="29" dur="5800" fill="hold"/>
                                        <p:tgtEl>
                                          <p:spTgt spid="37"/>
                                        </p:tgtEl>
                                        <p:attrNameLst>
                                          <p:attrName>ppt_h</p:attrName>
                                        </p:attrNameLst>
                                      </p:cBhvr>
                                      <p:tavLst>
                                        <p:tav tm="0">
                                          <p:val>
                                            <p:fltVal val="0"/>
                                          </p:val>
                                        </p:tav>
                                        <p:tav tm="100000">
                                          <p:val>
                                            <p:strVal val="#ppt_h"/>
                                          </p:val>
                                        </p:tav>
                                      </p:tavLst>
                                    </p:anim>
                                    <p:animEffect transition="in" filter="fade">
                                      <p:cBhvr>
                                        <p:cTn id="30" dur="5800"/>
                                        <p:tgtEl>
                                          <p:spTgt spid="37"/>
                                        </p:tgtEl>
                                      </p:cBhvr>
                                    </p:animEffect>
                                    <p:anim calcmode="lin" valueType="num">
                                      <p:cBhvr>
                                        <p:cTn id="31" dur="5800" fill="hold"/>
                                        <p:tgtEl>
                                          <p:spTgt spid="37"/>
                                        </p:tgtEl>
                                        <p:attrNameLst>
                                          <p:attrName>ppt_x</p:attrName>
                                        </p:attrNameLst>
                                      </p:cBhvr>
                                      <p:tavLst>
                                        <p:tav tm="0">
                                          <p:val>
                                            <p:fltVal val="0.5"/>
                                          </p:val>
                                        </p:tav>
                                        <p:tav tm="100000">
                                          <p:val>
                                            <p:strVal val="#ppt_x"/>
                                          </p:val>
                                        </p:tav>
                                      </p:tavLst>
                                    </p:anim>
                                    <p:anim calcmode="lin" valueType="num">
                                      <p:cBhvr>
                                        <p:cTn id="32" dur="5800" fill="hold"/>
                                        <p:tgtEl>
                                          <p:spTgt spid="37"/>
                                        </p:tgtEl>
                                        <p:attrNameLst>
                                          <p:attrName>ppt_y</p:attrName>
                                        </p:attrNameLst>
                                      </p:cBhvr>
                                      <p:tavLst>
                                        <p:tav tm="0">
                                          <p:val>
                                            <p:fltVal val="0.5"/>
                                          </p:val>
                                        </p:tav>
                                        <p:tav tm="100000">
                                          <p:val>
                                            <p:strVal val="#ppt_y"/>
                                          </p:val>
                                        </p:tav>
                                      </p:tavLst>
                                    </p:anim>
                                  </p:childTnLst>
                                </p:cTn>
                              </p:par>
                              <p:par>
                                <p:cTn id="33" presetID="53" presetClass="entr" presetSubtype="528" repeatCount="indefinite" fill="hold" grpId="0" nodeType="withEffect">
                                  <p:stCondLst>
                                    <p:cond delay="100"/>
                                  </p:stCondLst>
                                  <p:childTnLst>
                                    <p:set>
                                      <p:cBhvr>
                                        <p:cTn id="34" dur="6000" fill="hold">
                                          <p:stCondLst>
                                            <p:cond delay="0"/>
                                          </p:stCondLst>
                                        </p:cTn>
                                        <p:tgtEl>
                                          <p:spTgt spid="78"/>
                                        </p:tgtEl>
                                        <p:attrNameLst>
                                          <p:attrName>style.visibility</p:attrName>
                                        </p:attrNameLst>
                                      </p:cBhvr>
                                      <p:to>
                                        <p:strVal val="visible"/>
                                      </p:to>
                                    </p:set>
                                    <p:anim calcmode="lin" valueType="num">
                                      <p:cBhvr>
                                        <p:cTn id="35" dur="6000" fill="hold"/>
                                        <p:tgtEl>
                                          <p:spTgt spid="78"/>
                                        </p:tgtEl>
                                        <p:attrNameLst>
                                          <p:attrName>ppt_w</p:attrName>
                                        </p:attrNameLst>
                                      </p:cBhvr>
                                      <p:tavLst>
                                        <p:tav tm="0">
                                          <p:val>
                                            <p:fltVal val="0"/>
                                          </p:val>
                                        </p:tav>
                                        <p:tav tm="100000">
                                          <p:val>
                                            <p:strVal val="#ppt_w"/>
                                          </p:val>
                                        </p:tav>
                                      </p:tavLst>
                                    </p:anim>
                                    <p:anim calcmode="lin" valueType="num">
                                      <p:cBhvr>
                                        <p:cTn id="36" dur="6000" fill="hold"/>
                                        <p:tgtEl>
                                          <p:spTgt spid="78"/>
                                        </p:tgtEl>
                                        <p:attrNameLst>
                                          <p:attrName>ppt_h</p:attrName>
                                        </p:attrNameLst>
                                      </p:cBhvr>
                                      <p:tavLst>
                                        <p:tav tm="0">
                                          <p:val>
                                            <p:fltVal val="0"/>
                                          </p:val>
                                        </p:tav>
                                        <p:tav tm="100000">
                                          <p:val>
                                            <p:strVal val="#ppt_h"/>
                                          </p:val>
                                        </p:tav>
                                      </p:tavLst>
                                    </p:anim>
                                    <p:animEffect transition="in" filter="fade">
                                      <p:cBhvr>
                                        <p:cTn id="37" dur="6000"/>
                                        <p:tgtEl>
                                          <p:spTgt spid="78"/>
                                        </p:tgtEl>
                                      </p:cBhvr>
                                    </p:animEffect>
                                    <p:anim calcmode="lin" valueType="num">
                                      <p:cBhvr>
                                        <p:cTn id="38" dur="6000" fill="hold"/>
                                        <p:tgtEl>
                                          <p:spTgt spid="78"/>
                                        </p:tgtEl>
                                        <p:attrNameLst>
                                          <p:attrName>ppt_x</p:attrName>
                                        </p:attrNameLst>
                                      </p:cBhvr>
                                      <p:tavLst>
                                        <p:tav tm="0">
                                          <p:val>
                                            <p:fltVal val="0.5"/>
                                          </p:val>
                                        </p:tav>
                                        <p:tav tm="100000">
                                          <p:val>
                                            <p:strVal val="#ppt_x"/>
                                          </p:val>
                                        </p:tav>
                                      </p:tavLst>
                                    </p:anim>
                                    <p:anim calcmode="lin" valueType="num">
                                      <p:cBhvr>
                                        <p:cTn id="39" dur="6000" fill="hold"/>
                                        <p:tgtEl>
                                          <p:spTgt spid="78"/>
                                        </p:tgtEl>
                                        <p:attrNameLst>
                                          <p:attrName>ppt_y</p:attrName>
                                        </p:attrNameLst>
                                      </p:cBhvr>
                                      <p:tavLst>
                                        <p:tav tm="0">
                                          <p:val>
                                            <p:fltVal val="0.5"/>
                                          </p:val>
                                        </p:tav>
                                        <p:tav tm="100000">
                                          <p:val>
                                            <p:strVal val="#ppt_y"/>
                                          </p:val>
                                        </p:tav>
                                      </p:tavLst>
                                    </p:anim>
                                  </p:childTnLst>
                                </p:cTn>
                              </p:par>
                              <p:par>
                                <p:cTn id="40" presetID="53" presetClass="entr" presetSubtype="528" repeatCount="indefinite" fill="hold" grpId="0" nodeType="withEffect">
                                  <p:stCondLst>
                                    <p:cond delay="300"/>
                                  </p:stCondLst>
                                  <p:childTnLst>
                                    <p:set>
                                      <p:cBhvr>
                                        <p:cTn id="41" dur="6800" fill="hold">
                                          <p:stCondLst>
                                            <p:cond delay="0"/>
                                          </p:stCondLst>
                                        </p:cTn>
                                        <p:tgtEl>
                                          <p:spTgt spid="97"/>
                                        </p:tgtEl>
                                        <p:attrNameLst>
                                          <p:attrName>style.visibility</p:attrName>
                                        </p:attrNameLst>
                                      </p:cBhvr>
                                      <p:to>
                                        <p:strVal val="visible"/>
                                      </p:to>
                                    </p:set>
                                    <p:anim calcmode="lin" valueType="num">
                                      <p:cBhvr>
                                        <p:cTn id="42" dur="6800" fill="hold"/>
                                        <p:tgtEl>
                                          <p:spTgt spid="97"/>
                                        </p:tgtEl>
                                        <p:attrNameLst>
                                          <p:attrName>ppt_w</p:attrName>
                                        </p:attrNameLst>
                                      </p:cBhvr>
                                      <p:tavLst>
                                        <p:tav tm="0">
                                          <p:val>
                                            <p:fltVal val="0"/>
                                          </p:val>
                                        </p:tav>
                                        <p:tav tm="100000">
                                          <p:val>
                                            <p:strVal val="#ppt_w"/>
                                          </p:val>
                                        </p:tav>
                                      </p:tavLst>
                                    </p:anim>
                                    <p:anim calcmode="lin" valueType="num">
                                      <p:cBhvr>
                                        <p:cTn id="43" dur="6800" fill="hold"/>
                                        <p:tgtEl>
                                          <p:spTgt spid="97"/>
                                        </p:tgtEl>
                                        <p:attrNameLst>
                                          <p:attrName>ppt_h</p:attrName>
                                        </p:attrNameLst>
                                      </p:cBhvr>
                                      <p:tavLst>
                                        <p:tav tm="0">
                                          <p:val>
                                            <p:fltVal val="0"/>
                                          </p:val>
                                        </p:tav>
                                        <p:tav tm="100000">
                                          <p:val>
                                            <p:strVal val="#ppt_h"/>
                                          </p:val>
                                        </p:tav>
                                      </p:tavLst>
                                    </p:anim>
                                    <p:animEffect transition="in" filter="fade">
                                      <p:cBhvr>
                                        <p:cTn id="44" dur="6800"/>
                                        <p:tgtEl>
                                          <p:spTgt spid="97"/>
                                        </p:tgtEl>
                                      </p:cBhvr>
                                    </p:animEffect>
                                    <p:anim calcmode="lin" valueType="num">
                                      <p:cBhvr>
                                        <p:cTn id="45" dur="6800" fill="hold"/>
                                        <p:tgtEl>
                                          <p:spTgt spid="97"/>
                                        </p:tgtEl>
                                        <p:attrNameLst>
                                          <p:attrName>ppt_x</p:attrName>
                                        </p:attrNameLst>
                                      </p:cBhvr>
                                      <p:tavLst>
                                        <p:tav tm="0">
                                          <p:val>
                                            <p:fltVal val="0.5"/>
                                          </p:val>
                                        </p:tav>
                                        <p:tav tm="100000">
                                          <p:val>
                                            <p:strVal val="#ppt_x"/>
                                          </p:val>
                                        </p:tav>
                                      </p:tavLst>
                                    </p:anim>
                                    <p:anim calcmode="lin" valueType="num">
                                      <p:cBhvr>
                                        <p:cTn id="46" dur="6800" fill="hold"/>
                                        <p:tgtEl>
                                          <p:spTgt spid="97"/>
                                        </p:tgtEl>
                                        <p:attrNameLst>
                                          <p:attrName>ppt_y</p:attrName>
                                        </p:attrNameLst>
                                      </p:cBhvr>
                                      <p:tavLst>
                                        <p:tav tm="0">
                                          <p:val>
                                            <p:fltVal val="0.5"/>
                                          </p:val>
                                        </p:tav>
                                        <p:tav tm="100000">
                                          <p:val>
                                            <p:strVal val="#ppt_y"/>
                                          </p:val>
                                        </p:tav>
                                      </p:tavLst>
                                    </p:anim>
                                  </p:childTnLst>
                                </p:cTn>
                              </p:par>
                              <p:par>
                                <p:cTn id="47" presetID="53" presetClass="entr" presetSubtype="528" repeatCount="indefinite" fill="hold" grpId="0" nodeType="withEffect">
                                  <p:stCondLst>
                                    <p:cond delay="244"/>
                                  </p:stCondLst>
                                  <p:childTnLst>
                                    <p:set>
                                      <p:cBhvr>
                                        <p:cTn id="48" dur="1" fill="hold">
                                          <p:stCondLst>
                                            <p:cond delay="0"/>
                                          </p:stCondLst>
                                        </p:cTn>
                                        <p:tgtEl>
                                          <p:spTgt spid="98"/>
                                        </p:tgtEl>
                                        <p:attrNameLst>
                                          <p:attrName>style.visibility</p:attrName>
                                        </p:attrNameLst>
                                      </p:cBhvr>
                                      <p:to>
                                        <p:strVal val="visible"/>
                                      </p:to>
                                    </p:set>
                                    <p:anim calcmode="lin" valueType="num">
                                      <p:cBhvr>
                                        <p:cTn id="49" dur="5153" fill="hold"/>
                                        <p:tgtEl>
                                          <p:spTgt spid="98"/>
                                        </p:tgtEl>
                                        <p:attrNameLst>
                                          <p:attrName>ppt_w</p:attrName>
                                        </p:attrNameLst>
                                      </p:cBhvr>
                                      <p:tavLst>
                                        <p:tav tm="0">
                                          <p:val>
                                            <p:fltVal val="0"/>
                                          </p:val>
                                        </p:tav>
                                        <p:tav tm="100000">
                                          <p:val>
                                            <p:strVal val="#ppt_w"/>
                                          </p:val>
                                        </p:tav>
                                      </p:tavLst>
                                    </p:anim>
                                    <p:anim calcmode="lin" valueType="num">
                                      <p:cBhvr>
                                        <p:cTn id="50" dur="5153" fill="hold"/>
                                        <p:tgtEl>
                                          <p:spTgt spid="98"/>
                                        </p:tgtEl>
                                        <p:attrNameLst>
                                          <p:attrName>ppt_h</p:attrName>
                                        </p:attrNameLst>
                                      </p:cBhvr>
                                      <p:tavLst>
                                        <p:tav tm="0">
                                          <p:val>
                                            <p:fltVal val="0"/>
                                          </p:val>
                                        </p:tav>
                                        <p:tav tm="100000">
                                          <p:val>
                                            <p:strVal val="#ppt_h"/>
                                          </p:val>
                                        </p:tav>
                                      </p:tavLst>
                                    </p:anim>
                                    <p:animEffect transition="in" filter="fade">
                                      <p:cBhvr>
                                        <p:cTn id="51" dur="5153"/>
                                        <p:tgtEl>
                                          <p:spTgt spid="98"/>
                                        </p:tgtEl>
                                      </p:cBhvr>
                                    </p:animEffect>
                                    <p:anim calcmode="lin" valueType="num">
                                      <p:cBhvr>
                                        <p:cTn id="52" dur="5153" fill="hold"/>
                                        <p:tgtEl>
                                          <p:spTgt spid="98"/>
                                        </p:tgtEl>
                                        <p:attrNameLst>
                                          <p:attrName>ppt_x</p:attrName>
                                        </p:attrNameLst>
                                      </p:cBhvr>
                                      <p:tavLst>
                                        <p:tav tm="0">
                                          <p:val>
                                            <p:fltVal val="0.5"/>
                                          </p:val>
                                        </p:tav>
                                        <p:tav tm="100000">
                                          <p:val>
                                            <p:strVal val="#ppt_x"/>
                                          </p:val>
                                        </p:tav>
                                      </p:tavLst>
                                    </p:anim>
                                    <p:anim calcmode="lin" valueType="num">
                                      <p:cBhvr>
                                        <p:cTn id="53" dur="5153" fill="hold"/>
                                        <p:tgtEl>
                                          <p:spTgt spid="98"/>
                                        </p:tgtEl>
                                        <p:attrNameLst>
                                          <p:attrName>ppt_y</p:attrName>
                                        </p:attrNameLst>
                                      </p:cBhvr>
                                      <p:tavLst>
                                        <p:tav tm="0">
                                          <p:val>
                                            <p:fltVal val="0.5"/>
                                          </p:val>
                                        </p:tav>
                                        <p:tav tm="100000">
                                          <p:val>
                                            <p:strVal val="#ppt_y"/>
                                          </p:val>
                                        </p:tav>
                                      </p:tavLst>
                                    </p:anim>
                                  </p:childTnLst>
                                </p:cTn>
                              </p:par>
                              <p:par>
                                <p:cTn id="54" presetID="53" presetClass="entr" presetSubtype="528" repeatCount="indefinite" fill="hold" grpId="0" nodeType="withEffect">
                                  <p:stCondLst>
                                    <p:cond delay="1334"/>
                                  </p:stCondLst>
                                  <p:childTnLst>
                                    <p:set>
                                      <p:cBhvr>
                                        <p:cTn id="55" dur="1" fill="hold">
                                          <p:stCondLst>
                                            <p:cond delay="0"/>
                                          </p:stCondLst>
                                        </p:cTn>
                                        <p:tgtEl>
                                          <p:spTgt spid="109"/>
                                        </p:tgtEl>
                                        <p:attrNameLst>
                                          <p:attrName>style.visibility</p:attrName>
                                        </p:attrNameLst>
                                      </p:cBhvr>
                                      <p:to>
                                        <p:strVal val="visible"/>
                                      </p:to>
                                    </p:set>
                                    <p:anim calcmode="lin" valueType="num">
                                      <p:cBhvr>
                                        <p:cTn id="56" dur="6175" fill="hold"/>
                                        <p:tgtEl>
                                          <p:spTgt spid="109"/>
                                        </p:tgtEl>
                                        <p:attrNameLst>
                                          <p:attrName>ppt_w</p:attrName>
                                        </p:attrNameLst>
                                      </p:cBhvr>
                                      <p:tavLst>
                                        <p:tav tm="0">
                                          <p:val>
                                            <p:fltVal val="0"/>
                                          </p:val>
                                        </p:tav>
                                        <p:tav tm="100000">
                                          <p:val>
                                            <p:strVal val="#ppt_w"/>
                                          </p:val>
                                        </p:tav>
                                      </p:tavLst>
                                    </p:anim>
                                    <p:anim calcmode="lin" valueType="num">
                                      <p:cBhvr>
                                        <p:cTn id="57" dur="6175" fill="hold"/>
                                        <p:tgtEl>
                                          <p:spTgt spid="109"/>
                                        </p:tgtEl>
                                        <p:attrNameLst>
                                          <p:attrName>ppt_h</p:attrName>
                                        </p:attrNameLst>
                                      </p:cBhvr>
                                      <p:tavLst>
                                        <p:tav tm="0">
                                          <p:val>
                                            <p:fltVal val="0"/>
                                          </p:val>
                                        </p:tav>
                                        <p:tav tm="100000">
                                          <p:val>
                                            <p:strVal val="#ppt_h"/>
                                          </p:val>
                                        </p:tav>
                                      </p:tavLst>
                                    </p:anim>
                                    <p:animEffect transition="in" filter="fade">
                                      <p:cBhvr>
                                        <p:cTn id="58" dur="6175"/>
                                        <p:tgtEl>
                                          <p:spTgt spid="109"/>
                                        </p:tgtEl>
                                      </p:cBhvr>
                                    </p:animEffect>
                                    <p:anim calcmode="lin" valueType="num">
                                      <p:cBhvr>
                                        <p:cTn id="59" dur="6175" fill="hold"/>
                                        <p:tgtEl>
                                          <p:spTgt spid="109"/>
                                        </p:tgtEl>
                                        <p:attrNameLst>
                                          <p:attrName>ppt_x</p:attrName>
                                        </p:attrNameLst>
                                      </p:cBhvr>
                                      <p:tavLst>
                                        <p:tav tm="0">
                                          <p:val>
                                            <p:fltVal val="0.5"/>
                                          </p:val>
                                        </p:tav>
                                        <p:tav tm="100000">
                                          <p:val>
                                            <p:strVal val="#ppt_x"/>
                                          </p:val>
                                        </p:tav>
                                      </p:tavLst>
                                    </p:anim>
                                    <p:anim calcmode="lin" valueType="num">
                                      <p:cBhvr>
                                        <p:cTn id="60" dur="6175" fill="hold"/>
                                        <p:tgtEl>
                                          <p:spTgt spid="109"/>
                                        </p:tgtEl>
                                        <p:attrNameLst>
                                          <p:attrName>ppt_y</p:attrName>
                                        </p:attrNameLst>
                                      </p:cBhvr>
                                      <p:tavLst>
                                        <p:tav tm="0">
                                          <p:val>
                                            <p:fltVal val="0.5"/>
                                          </p:val>
                                        </p:tav>
                                        <p:tav tm="100000">
                                          <p:val>
                                            <p:strVal val="#ppt_y"/>
                                          </p:val>
                                        </p:tav>
                                      </p:tavLst>
                                    </p:anim>
                                  </p:childTnLst>
                                </p:cTn>
                              </p:par>
                              <p:par>
                                <p:cTn id="61" presetID="53" presetClass="entr" presetSubtype="528" repeatCount="indefinite" fill="hold" grpId="0" nodeType="withEffect">
                                  <p:stCondLst>
                                    <p:cond delay="1892"/>
                                  </p:stCondLst>
                                  <p:childTnLst>
                                    <p:set>
                                      <p:cBhvr>
                                        <p:cTn id="62" dur="1" fill="hold">
                                          <p:stCondLst>
                                            <p:cond delay="0"/>
                                          </p:stCondLst>
                                        </p:cTn>
                                        <p:tgtEl>
                                          <p:spTgt spid="134"/>
                                        </p:tgtEl>
                                        <p:attrNameLst>
                                          <p:attrName>style.visibility</p:attrName>
                                        </p:attrNameLst>
                                      </p:cBhvr>
                                      <p:to>
                                        <p:strVal val="visible"/>
                                      </p:to>
                                    </p:set>
                                    <p:anim calcmode="lin" valueType="num">
                                      <p:cBhvr>
                                        <p:cTn id="63" dur="5142" fill="hold"/>
                                        <p:tgtEl>
                                          <p:spTgt spid="134"/>
                                        </p:tgtEl>
                                        <p:attrNameLst>
                                          <p:attrName>ppt_w</p:attrName>
                                        </p:attrNameLst>
                                      </p:cBhvr>
                                      <p:tavLst>
                                        <p:tav tm="0">
                                          <p:val>
                                            <p:fltVal val="0"/>
                                          </p:val>
                                        </p:tav>
                                        <p:tav tm="100000">
                                          <p:val>
                                            <p:strVal val="#ppt_w"/>
                                          </p:val>
                                        </p:tav>
                                      </p:tavLst>
                                    </p:anim>
                                    <p:anim calcmode="lin" valueType="num">
                                      <p:cBhvr>
                                        <p:cTn id="64" dur="5142" fill="hold"/>
                                        <p:tgtEl>
                                          <p:spTgt spid="134"/>
                                        </p:tgtEl>
                                        <p:attrNameLst>
                                          <p:attrName>ppt_h</p:attrName>
                                        </p:attrNameLst>
                                      </p:cBhvr>
                                      <p:tavLst>
                                        <p:tav tm="0">
                                          <p:val>
                                            <p:fltVal val="0"/>
                                          </p:val>
                                        </p:tav>
                                        <p:tav tm="100000">
                                          <p:val>
                                            <p:strVal val="#ppt_h"/>
                                          </p:val>
                                        </p:tav>
                                      </p:tavLst>
                                    </p:anim>
                                    <p:animEffect transition="in" filter="fade">
                                      <p:cBhvr>
                                        <p:cTn id="65" dur="5142"/>
                                        <p:tgtEl>
                                          <p:spTgt spid="134"/>
                                        </p:tgtEl>
                                      </p:cBhvr>
                                    </p:animEffect>
                                    <p:anim calcmode="lin" valueType="num">
                                      <p:cBhvr>
                                        <p:cTn id="66" dur="5142" fill="hold"/>
                                        <p:tgtEl>
                                          <p:spTgt spid="134"/>
                                        </p:tgtEl>
                                        <p:attrNameLst>
                                          <p:attrName>ppt_x</p:attrName>
                                        </p:attrNameLst>
                                      </p:cBhvr>
                                      <p:tavLst>
                                        <p:tav tm="0">
                                          <p:val>
                                            <p:fltVal val="0.5"/>
                                          </p:val>
                                        </p:tav>
                                        <p:tav tm="100000">
                                          <p:val>
                                            <p:strVal val="#ppt_x"/>
                                          </p:val>
                                        </p:tav>
                                      </p:tavLst>
                                    </p:anim>
                                    <p:anim calcmode="lin" valueType="num">
                                      <p:cBhvr>
                                        <p:cTn id="67" dur="5142" fill="hold"/>
                                        <p:tgtEl>
                                          <p:spTgt spid="134"/>
                                        </p:tgtEl>
                                        <p:attrNameLst>
                                          <p:attrName>ppt_y</p:attrName>
                                        </p:attrNameLst>
                                      </p:cBhvr>
                                      <p:tavLst>
                                        <p:tav tm="0">
                                          <p:val>
                                            <p:fltVal val="0.5"/>
                                          </p:val>
                                        </p:tav>
                                        <p:tav tm="100000">
                                          <p:val>
                                            <p:strVal val="#ppt_y"/>
                                          </p:val>
                                        </p:tav>
                                      </p:tavLst>
                                    </p:anim>
                                  </p:childTnLst>
                                </p:cTn>
                              </p:par>
                              <p:par>
                                <p:cTn id="68" presetID="53" presetClass="entr" presetSubtype="528" repeatCount="indefinite" fill="hold" grpId="0" nodeType="withEffect">
                                  <p:stCondLst>
                                    <p:cond delay="907"/>
                                  </p:stCondLst>
                                  <p:childTnLst>
                                    <p:set>
                                      <p:cBhvr>
                                        <p:cTn id="69" dur="1" fill="hold">
                                          <p:stCondLst>
                                            <p:cond delay="0"/>
                                          </p:stCondLst>
                                        </p:cTn>
                                        <p:tgtEl>
                                          <p:spTgt spid="135"/>
                                        </p:tgtEl>
                                        <p:attrNameLst>
                                          <p:attrName>style.visibility</p:attrName>
                                        </p:attrNameLst>
                                      </p:cBhvr>
                                      <p:to>
                                        <p:strVal val="visible"/>
                                      </p:to>
                                    </p:set>
                                    <p:anim calcmode="lin" valueType="num">
                                      <p:cBhvr>
                                        <p:cTn id="70" dur="5232" fill="hold"/>
                                        <p:tgtEl>
                                          <p:spTgt spid="135"/>
                                        </p:tgtEl>
                                        <p:attrNameLst>
                                          <p:attrName>ppt_w</p:attrName>
                                        </p:attrNameLst>
                                      </p:cBhvr>
                                      <p:tavLst>
                                        <p:tav tm="0">
                                          <p:val>
                                            <p:fltVal val="0"/>
                                          </p:val>
                                        </p:tav>
                                        <p:tav tm="100000">
                                          <p:val>
                                            <p:strVal val="#ppt_w"/>
                                          </p:val>
                                        </p:tav>
                                      </p:tavLst>
                                    </p:anim>
                                    <p:anim calcmode="lin" valueType="num">
                                      <p:cBhvr>
                                        <p:cTn id="71" dur="5232" fill="hold"/>
                                        <p:tgtEl>
                                          <p:spTgt spid="135"/>
                                        </p:tgtEl>
                                        <p:attrNameLst>
                                          <p:attrName>ppt_h</p:attrName>
                                        </p:attrNameLst>
                                      </p:cBhvr>
                                      <p:tavLst>
                                        <p:tav tm="0">
                                          <p:val>
                                            <p:fltVal val="0"/>
                                          </p:val>
                                        </p:tav>
                                        <p:tav tm="100000">
                                          <p:val>
                                            <p:strVal val="#ppt_h"/>
                                          </p:val>
                                        </p:tav>
                                      </p:tavLst>
                                    </p:anim>
                                    <p:animEffect transition="in" filter="fade">
                                      <p:cBhvr>
                                        <p:cTn id="72" dur="5232"/>
                                        <p:tgtEl>
                                          <p:spTgt spid="135"/>
                                        </p:tgtEl>
                                      </p:cBhvr>
                                    </p:animEffect>
                                    <p:anim calcmode="lin" valueType="num">
                                      <p:cBhvr>
                                        <p:cTn id="73" dur="5232" fill="hold"/>
                                        <p:tgtEl>
                                          <p:spTgt spid="135"/>
                                        </p:tgtEl>
                                        <p:attrNameLst>
                                          <p:attrName>ppt_x</p:attrName>
                                        </p:attrNameLst>
                                      </p:cBhvr>
                                      <p:tavLst>
                                        <p:tav tm="0">
                                          <p:val>
                                            <p:fltVal val="0.5"/>
                                          </p:val>
                                        </p:tav>
                                        <p:tav tm="100000">
                                          <p:val>
                                            <p:strVal val="#ppt_x"/>
                                          </p:val>
                                        </p:tav>
                                      </p:tavLst>
                                    </p:anim>
                                    <p:anim calcmode="lin" valueType="num">
                                      <p:cBhvr>
                                        <p:cTn id="74" dur="5232" fill="hold"/>
                                        <p:tgtEl>
                                          <p:spTgt spid="135"/>
                                        </p:tgtEl>
                                        <p:attrNameLst>
                                          <p:attrName>ppt_y</p:attrName>
                                        </p:attrNameLst>
                                      </p:cBhvr>
                                      <p:tavLst>
                                        <p:tav tm="0">
                                          <p:val>
                                            <p:fltVal val="0.5"/>
                                          </p:val>
                                        </p:tav>
                                        <p:tav tm="100000">
                                          <p:val>
                                            <p:strVal val="#ppt_y"/>
                                          </p:val>
                                        </p:tav>
                                      </p:tavLst>
                                    </p:anim>
                                  </p:childTnLst>
                                </p:cTn>
                              </p:par>
                              <p:par>
                                <p:cTn id="75" presetID="53" presetClass="entr" presetSubtype="528" repeatCount="indefinite" fill="hold" grpId="0" nodeType="withEffect">
                                  <p:stCondLst>
                                    <p:cond delay="317"/>
                                  </p:stCondLst>
                                  <p:childTnLst>
                                    <p:set>
                                      <p:cBhvr>
                                        <p:cTn id="76" dur="1" fill="hold">
                                          <p:stCondLst>
                                            <p:cond delay="0"/>
                                          </p:stCondLst>
                                        </p:cTn>
                                        <p:tgtEl>
                                          <p:spTgt spid="136"/>
                                        </p:tgtEl>
                                        <p:attrNameLst>
                                          <p:attrName>style.visibility</p:attrName>
                                        </p:attrNameLst>
                                      </p:cBhvr>
                                      <p:to>
                                        <p:strVal val="visible"/>
                                      </p:to>
                                    </p:set>
                                    <p:anim calcmode="lin" valueType="num">
                                      <p:cBhvr>
                                        <p:cTn id="77" dur="5737" fill="hold"/>
                                        <p:tgtEl>
                                          <p:spTgt spid="136"/>
                                        </p:tgtEl>
                                        <p:attrNameLst>
                                          <p:attrName>ppt_w</p:attrName>
                                        </p:attrNameLst>
                                      </p:cBhvr>
                                      <p:tavLst>
                                        <p:tav tm="0">
                                          <p:val>
                                            <p:fltVal val="0"/>
                                          </p:val>
                                        </p:tav>
                                        <p:tav tm="100000">
                                          <p:val>
                                            <p:strVal val="#ppt_w"/>
                                          </p:val>
                                        </p:tav>
                                      </p:tavLst>
                                    </p:anim>
                                    <p:anim calcmode="lin" valueType="num">
                                      <p:cBhvr>
                                        <p:cTn id="78" dur="5737" fill="hold"/>
                                        <p:tgtEl>
                                          <p:spTgt spid="136"/>
                                        </p:tgtEl>
                                        <p:attrNameLst>
                                          <p:attrName>ppt_h</p:attrName>
                                        </p:attrNameLst>
                                      </p:cBhvr>
                                      <p:tavLst>
                                        <p:tav tm="0">
                                          <p:val>
                                            <p:fltVal val="0"/>
                                          </p:val>
                                        </p:tav>
                                        <p:tav tm="100000">
                                          <p:val>
                                            <p:strVal val="#ppt_h"/>
                                          </p:val>
                                        </p:tav>
                                      </p:tavLst>
                                    </p:anim>
                                    <p:animEffect transition="in" filter="fade">
                                      <p:cBhvr>
                                        <p:cTn id="79" dur="5737"/>
                                        <p:tgtEl>
                                          <p:spTgt spid="136"/>
                                        </p:tgtEl>
                                      </p:cBhvr>
                                    </p:animEffect>
                                    <p:anim calcmode="lin" valueType="num">
                                      <p:cBhvr>
                                        <p:cTn id="80" dur="5737" fill="hold"/>
                                        <p:tgtEl>
                                          <p:spTgt spid="136"/>
                                        </p:tgtEl>
                                        <p:attrNameLst>
                                          <p:attrName>ppt_x</p:attrName>
                                        </p:attrNameLst>
                                      </p:cBhvr>
                                      <p:tavLst>
                                        <p:tav tm="0">
                                          <p:val>
                                            <p:fltVal val="0.5"/>
                                          </p:val>
                                        </p:tav>
                                        <p:tav tm="100000">
                                          <p:val>
                                            <p:strVal val="#ppt_x"/>
                                          </p:val>
                                        </p:tav>
                                      </p:tavLst>
                                    </p:anim>
                                    <p:anim calcmode="lin" valueType="num">
                                      <p:cBhvr>
                                        <p:cTn id="81" dur="5737" fill="hold"/>
                                        <p:tgtEl>
                                          <p:spTgt spid="136"/>
                                        </p:tgtEl>
                                        <p:attrNameLst>
                                          <p:attrName>ppt_y</p:attrName>
                                        </p:attrNameLst>
                                      </p:cBhvr>
                                      <p:tavLst>
                                        <p:tav tm="0">
                                          <p:val>
                                            <p:fltVal val="0.5"/>
                                          </p:val>
                                        </p:tav>
                                        <p:tav tm="100000">
                                          <p:val>
                                            <p:strVal val="#ppt_y"/>
                                          </p:val>
                                        </p:tav>
                                      </p:tavLst>
                                    </p:anim>
                                  </p:childTnLst>
                                </p:cTn>
                              </p:par>
                              <p:par>
                                <p:cTn id="82" presetID="53" presetClass="entr" presetSubtype="528" repeatCount="indefinite" fill="hold" grpId="0" nodeType="withEffect">
                                  <p:stCondLst>
                                    <p:cond delay="1699"/>
                                  </p:stCondLst>
                                  <p:childTnLst>
                                    <p:set>
                                      <p:cBhvr>
                                        <p:cTn id="83" dur="1" fill="hold">
                                          <p:stCondLst>
                                            <p:cond delay="0"/>
                                          </p:stCondLst>
                                        </p:cTn>
                                        <p:tgtEl>
                                          <p:spTgt spid="137"/>
                                        </p:tgtEl>
                                        <p:attrNameLst>
                                          <p:attrName>style.visibility</p:attrName>
                                        </p:attrNameLst>
                                      </p:cBhvr>
                                      <p:to>
                                        <p:strVal val="visible"/>
                                      </p:to>
                                    </p:set>
                                    <p:anim calcmode="lin" valueType="num">
                                      <p:cBhvr>
                                        <p:cTn id="84" dur="6663" fill="hold"/>
                                        <p:tgtEl>
                                          <p:spTgt spid="137"/>
                                        </p:tgtEl>
                                        <p:attrNameLst>
                                          <p:attrName>ppt_w</p:attrName>
                                        </p:attrNameLst>
                                      </p:cBhvr>
                                      <p:tavLst>
                                        <p:tav tm="0">
                                          <p:val>
                                            <p:fltVal val="0"/>
                                          </p:val>
                                        </p:tav>
                                        <p:tav tm="100000">
                                          <p:val>
                                            <p:strVal val="#ppt_w"/>
                                          </p:val>
                                        </p:tav>
                                      </p:tavLst>
                                    </p:anim>
                                    <p:anim calcmode="lin" valueType="num">
                                      <p:cBhvr>
                                        <p:cTn id="85" dur="6663" fill="hold"/>
                                        <p:tgtEl>
                                          <p:spTgt spid="137"/>
                                        </p:tgtEl>
                                        <p:attrNameLst>
                                          <p:attrName>ppt_h</p:attrName>
                                        </p:attrNameLst>
                                      </p:cBhvr>
                                      <p:tavLst>
                                        <p:tav tm="0">
                                          <p:val>
                                            <p:fltVal val="0"/>
                                          </p:val>
                                        </p:tav>
                                        <p:tav tm="100000">
                                          <p:val>
                                            <p:strVal val="#ppt_h"/>
                                          </p:val>
                                        </p:tav>
                                      </p:tavLst>
                                    </p:anim>
                                    <p:animEffect transition="in" filter="fade">
                                      <p:cBhvr>
                                        <p:cTn id="86" dur="6663"/>
                                        <p:tgtEl>
                                          <p:spTgt spid="137"/>
                                        </p:tgtEl>
                                      </p:cBhvr>
                                    </p:animEffect>
                                    <p:anim calcmode="lin" valueType="num">
                                      <p:cBhvr>
                                        <p:cTn id="87" dur="6663" fill="hold"/>
                                        <p:tgtEl>
                                          <p:spTgt spid="137"/>
                                        </p:tgtEl>
                                        <p:attrNameLst>
                                          <p:attrName>ppt_x</p:attrName>
                                        </p:attrNameLst>
                                      </p:cBhvr>
                                      <p:tavLst>
                                        <p:tav tm="0">
                                          <p:val>
                                            <p:fltVal val="0.5"/>
                                          </p:val>
                                        </p:tav>
                                        <p:tav tm="100000">
                                          <p:val>
                                            <p:strVal val="#ppt_x"/>
                                          </p:val>
                                        </p:tav>
                                      </p:tavLst>
                                    </p:anim>
                                    <p:anim calcmode="lin" valueType="num">
                                      <p:cBhvr>
                                        <p:cTn id="88" dur="6663" fill="hold"/>
                                        <p:tgtEl>
                                          <p:spTgt spid="137"/>
                                        </p:tgtEl>
                                        <p:attrNameLst>
                                          <p:attrName>ppt_y</p:attrName>
                                        </p:attrNameLst>
                                      </p:cBhvr>
                                      <p:tavLst>
                                        <p:tav tm="0">
                                          <p:val>
                                            <p:fltVal val="0.5"/>
                                          </p:val>
                                        </p:tav>
                                        <p:tav tm="100000">
                                          <p:val>
                                            <p:strVal val="#ppt_y"/>
                                          </p:val>
                                        </p:tav>
                                      </p:tavLst>
                                    </p:anim>
                                  </p:childTnLst>
                                </p:cTn>
                              </p:par>
                              <p:par>
                                <p:cTn id="89" presetID="53" presetClass="entr" presetSubtype="528" repeatCount="indefinite" fill="hold" grpId="0" nodeType="withEffect">
                                  <p:stCondLst>
                                    <p:cond delay="1993"/>
                                  </p:stCondLst>
                                  <p:childTnLst>
                                    <p:set>
                                      <p:cBhvr>
                                        <p:cTn id="90" dur="1" fill="hold">
                                          <p:stCondLst>
                                            <p:cond delay="0"/>
                                          </p:stCondLst>
                                        </p:cTn>
                                        <p:tgtEl>
                                          <p:spTgt spid="139"/>
                                        </p:tgtEl>
                                        <p:attrNameLst>
                                          <p:attrName>style.visibility</p:attrName>
                                        </p:attrNameLst>
                                      </p:cBhvr>
                                      <p:to>
                                        <p:strVal val="visible"/>
                                      </p:to>
                                    </p:set>
                                    <p:anim calcmode="lin" valueType="num">
                                      <p:cBhvr>
                                        <p:cTn id="91" dur="5240" fill="hold"/>
                                        <p:tgtEl>
                                          <p:spTgt spid="139"/>
                                        </p:tgtEl>
                                        <p:attrNameLst>
                                          <p:attrName>ppt_w</p:attrName>
                                        </p:attrNameLst>
                                      </p:cBhvr>
                                      <p:tavLst>
                                        <p:tav tm="0">
                                          <p:val>
                                            <p:fltVal val="0"/>
                                          </p:val>
                                        </p:tav>
                                        <p:tav tm="100000">
                                          <p:val>
                                            <p:strVal val="#ppt_w"/>
                                          </p:val>
                                        </p:tav>
                                      </p:tavLst>
                                    </p:anim>
                                    <p:anim calcmode="lin" valueType="num">
                                      <p:cBhvr>
                                        <p:cTn id="92" dur="5240" fill="hold"/>
                                        <p:tgtEl>
                                          <p:spTgt spid="139"/>
                                        </p:tgtEl>
                                        <p:attrNameLst>
                                          <p:attrName>ppt_h</p:attrName>
                                        </p:attrNameLst>
                                      </p:cBhvr>
                                      <p:tavLst>
                                        <p:tav tm="0">
                                          <p:val>
                                            <p:fltVal val="0"/>
                                          </p:val>
                                        </p:tav>
                                        <p:tav tm="100000">
                                          <p:val>
                                            <p:strVal val="#ppt_h"/>
                                          </p:val>
                                        </p:tav>
                                      </p:tavLst>
                                    </p:anim>
                                    <p:animEffect transition="in" filter="fade">
                                      <p:cBhvr>
                                        <p:cTn id="93" dur="5240"/>
                                        <p:tgtEl>
                                          <p:spTgt spid="139"/>
                                        </p:tgtEl>
                                      </p:cBhvr>
                                    </p:animEffect>
                                    <p:anim calcmode="lin" valueType="num">
                                      <p:cBhvr>
                                        <p:cTn id="94" dur="5240" fill="hold"/>
                                        <p:tgtEl>
                                          <p:spTgt spid="139"/>
                                        </p:tgtEl>
                                        <p:attrNameLst>
                                          <p:attrName>ppt_x</p:attrName>
                                        </p:attrNameLst>
                                      </p:cBhvr>
                                      <p:tavLst>
                                        <p:tav tm="0">
                                          <p:val>
                                            <p:fltVal val="0.5"/>
                                          </p:val>
                                        </p:tav>
                                        <p:tav tm="100000">
                                          <p:val>
                                            <p:strVal val="#ppt_x"/>
                                          </p:val>
                                        </p:tav>
                                      </p:tavLst>
                                    </p:anim>
                                    <p:anim calcmode="lin" valueType="num">
                                      <p:cBhvr>
                                        <p:cTn id="95" dur="5240" fill="hold"/>
                                        <p:tgtEl>
                                          <p:spTgt spid="139"/>
                                        </p:tgtEl>
                                        <p:attrNameLst>
                                          <p:attrName>ppt_y</p:attrName>
                                        </p:attrNameLst>
                                      </p:cBhvr>
                                      <p:tavLst>
                                        <p:tav tm="0">
                                          <p:val>
                                            <p:fltVal val="0.5"/>
                                          </p:val>
                                        </p:tav>
                                        <p:tav tm="100000">
                                          <p:val>
                                            <p:strVal val="#ppt_y"/>
                                          </p:val>
                                        </p:tav>
                                      </p:tavLst>
                                    </p:anim>
                                  </p:childTnLst>
                                </p:cTn>
                              </p:par>
                              <p:par>
                                <p:cTn id="96" presetID="53" presetClass="entr" presetSubtype="528" repeatCount="indefinite" fill="hold" grpId="0" nodeType="withEffect">
                                  <p:stCondLst>
                                    <p:cond delay="1408"/>
                                  </p:stCondLst>
                                  <p:childTnLst>
                                    <p:set>
                                      <p:cBhvr>
                                        <p:cTn id="97" dur="1" fill="hold">
                                          <p:stCondLst>
                                            <p:cond delay="0"/>
                                          </p:stCondLst>
                                        </p:cTn>
                                        <p:tgtEl>
                                          <p:spTgt spid="140"/>
                                        </p:tgtEl>
                                        <p:attrNameLst>
                                          <p:attrName>style.visibility</p:attrName>
                                        </p:attrNameLst>
                                      </p:cBhvr>
                                      <p:to>
                                        <p:strVal val="visible"/>
                                      </p:to>
                                    </p:set>
                                    <p:anim calcmode="lin" valueType="num">
                                      <p:cBhvr>
                                        <p:cTn id="98" dur="7466" fill="hold"/>
                                        <p:tgtEl>
                                          <p:spTgt spid="140"/>
                                        </p:tgtEl>
                                        <p:attrNameLst>
                                          <p:attrName>ppt_w</p:attrName>
                                        </p:attrNameLst>
                                      </p:cBhvr>
                                      <p:tavLst>
                                        <p:tav tm="0">
                                          <p:val>
                                            <p:fltVal val="0"/>
                                          </p:val>
                                        </p:tav>
                                        <p:tav tm="100000">
                                          <p:val>
                                            <p:strVal val="#ppt_w"/>
                                          </p:val>
                                        </p:tav>
                                      </p:tavLst>
                                    </p:anim>
                                    <p:anim calcmode="lin" valueType="num">
                                      <p:cBhvr>
                                        <p:cTn id="99" dur="7466" fill="hold"/>
                                        <p:tgtEl>
                                          <p:spTgt spid="140"/>
                                        </p:tgtEl>
                                        <p:attrNameLst>
                                          <p:attrName>ppt_h</p:attrName>
                                        </p:attrNameLst>
                                      </p:cBhvr>
                                      <p:tavLst>
                                        <p:tav tm="0">
                                          <p:val>
                                            <p:fltVal val="0"/>
                                          </p:val>
                                        </p:tav>
                                        <p:tav tm="100000">
                                          <p:val>
                                            <p:strVal val="#ppt_h"/>
                                          </p:val>
                                        </p:tav>
                                      </p:tavLst>
                                    </p:anim>
                                    <p:animEffect transition="in" filter="fade">
                                      <p:cBhvr>
                                        <p:cTn id="100" dur="7466"/>
                                        <p:tgtEl>
                                          <p:spTgt spid="140"/>
                                        </p:tgtEl>
                                      </p:cBhvr>
                                    </p:animEffect>
                                    <p:anim calcmode="lin" valueType="num">
                                      <p:cBhvr>
                                        <p:cTn id="101" dur="7466" fill="hold"/>
                                        <p:tgtEl>
                                          <p:spTgt spid="140"/>
                                        </p:tgtEl>
                                        <p:attrNameLst>
                                          <p:attrName>ppt_x</p:attrName>
                                        </p:attrNameLst>
                                      </p:cBhvr>
                                      <p:tavLst>
                                        <p:tav tm="0">
                                          <p:val>
                                            <p:fltVal val="0.5"/>
                                          </p:val>
                                        </p:tav>
                                        <p:tav tm="100000">
                                          <p:val>
                                            <p:strVal val="#ppt_x"/>
                                          </p:val>
                                        </p:tav>
                                      </p:tavLst>
                                    </p:anim>
                                    <p:anim calcmode="lin" valueType="num">
                                      <p:cBhvr>
                                        <p:cTn id="102" dur="7466" fill="hold"/>
                                        <p:tgtEl>
                                          <p:spTgt spid="140"/>
                                        </p:tgtEl>
                                        <p:attrNameLst>
                                          <p:attrName>ppt_y</p:attrName>
                                        </p:attrNameLst>
                                      </p:cBhvr>
                                      <p:tavLst>
                                        <p:tav tm="0">
                                          <p:val>
                                            <p:fltVal val="0.5"/>
                                          </p:val>
                                        </p:tav>
                                        <p:tav tm="100000">
                                          <p:val>
                                            <p:strVal val="#ppt_y"/>
                                          </p:val>
                                        </p:tav>
                                      </p:tavLst>
                                    </p:anim>
                                  </p:childTnLst>
                                </p:cTn>
                              </p:par>
                              <p:par>
                                <p:cTn id="103" presetID="53" presetClass="entr" presetSubtype="528" repeatCount="indefinite" fill="hold" grpId="0" nodeType="withEffect">
                                  <p:stCondLst>
                                    <p:cond delay="1034"/>
                                  </p:stCondLst>
                                  <p:childTnLst>
                                    <p:set>
                                      <p:cBhvr>
                                        <p:cTn id="104" dur="1" fill="hold">
                                          <p:stCondLst>
                                            <p:cond delay="0"/>
                                          </p:stCondLst>
                                        </p:cTn>
                                        <p:tgtEl>
                                          <p:spTgt spid="141"/>
                                        </p:tgtEl>
                                        <p:attrNameLst>
                                          <p:attrName>style.visibility</p:attrName>
                                        </p:attrNameLst>
                                      </p:cBhvr>
                                      <p:to>
                                        <p:strVal val="visible"/>
                                      </p:to>
                                    </p:set>
                                    <p:anim calcmode="lin" valueType="num">
                                      <p:cBhvr>
                                        <p:cTn id="105" dur="6672" fill="hold"/>
                                        <p:tgtEl>
                                          <p:spTgt spid="141"/>
                                        </p:tgtEl>
                                        <p:attrNameLst>
                                          <p:attrName>ppt_w</p:attrName>
                                        </p:attrNameLst>
                                      </p:cBhvr>
                                      <p:tavLst>
                                        <p:tav tm="0">
                                          <p:val>
                                            <p:fltVal val="0"/>
                                          </p:val>
                                        </p:tav>
                                        <p:tav tm="100000">
                                          <p:val>
                                            <p:strVal val="#ppt_w"/>
                                          </p:val>
                                        </p:tav>
                                      </p:tavLst>
                                    </p:anim>
                                    <p:anim calcmode="lin" valueType="num">
                                      <p:cBhvr>
                                        <p:cTn id="106" dur="6672" fill="hold"/>
                                        <p:tgtEl>
                                          <p:spTgt spid="141"/>
                                        </p:tgtEl>
                                        <p:attrNameLst>
                                          <p:attrName>ppt_h</p:attrName>
                                        </p:attrNameLst>
                                      </p:cBhvr>
                                      <p:tavLst>
                                        <p:tav tm="0">
                                          <p:val>
                                            <p:fltVal val="0"/>
                                          </p:val>
                                        </p:tav>
                                        <p:tav tm="100000">
                                          <p:val>
                                            <p:strVal val="#ppt_h"/>
                                          </p:val>
                                        </p:tav>
                                      </p:tavLst>
                                    </p:anim>
                                    <p:animEffect transition="in" filter="fade">
                                      <p:cBhvr>
                                        <p:cTn id="107" dur="6672"/>
                                        <p:tgtEl>
                                          <p:spTgt spid="141"/>
                                        </p:tgtEl>
                                      </p:cBhvr>
                                    </p:animEffect>
                                    <p:anim calcmode="lin" valueType="num">
                                      <p:cBhvr>
                                        <p:cTn id="108" dur="6672" fill="hold"/>
                                        <p:tgtEl>
                                          <p:spTgt spid="141"/>
                                        </p:tgtEl>
                                        <p:attrNameLst>
                                          <p:attrName>ppt_x</p:attrName>
                                        </p:attrNameLst>
                                      </p:cBhvr>
                                      <p:tavLst>
                                        <p:tav tm="0">
                                          <p:val>
                                            <p:fltVal val="0.5"/>
                                          </p:val>
                                        </p:tav>
                                        <p:tav tm="100000">
                                          <p:val>
                                            <p:strVal val="#ppt_x"/>
                                          </p:val>
                                        </p:tav>
                                      </p:tavLst>
                                    </p:anim>
                                    <p:anim calcmode="lin" valueType="num">
                                      <p:cBhvr>
                                        <p:cTn id="109" dur="6672" fill="hold"/>
                                        <p:tgtEl>
                                          <p:spTgt spid="141"/>
                                        </p:tgtEl>
                                        <p:attrNameLst>
                                          <p:attrName>ppt_y</p:attrName>
                                        </p:attrNameLst>
                                      </p:cBhvr>
                                      <p:tavLst>
                                        <p:tav tm="0">
                                          <p:val>
                                            <p:fltVal val="0.5"/>
                                          </p:val>
                                        </p:tav>
                                        <p:tav tm="100000">
                                          <p:val>
                                            <p:strVal val="#ppt_y"/>
                                          </p:val>
                                        </p:tav>
                                      </p:tavLst>
                                    </p:anim>
                                  </p:childTnLst>
                                </p:cTn>
                              </p:par>
                              <p:par>
                                <p:cTn id="110" presetID="53" presetClass="entr" presetSubtype="528" repeatCount="indefinite" fill="hold" grpId="0" nodeType="withEffect">
                                  <p:stCondLst>
                                    <p:cond delay="57"/>
                                  </p:stCondLst>
                                  <p:childTnLst>
                                    <p:set>
                                      <p:cBhvr>
                                        <p:cTn id="111" dur="1" fill="hold">
                                          <p:stCondLst>
                                            <p:cond delay="0"/>
                                          </p:stCondLst>
                                        </p:cTn>
                                        <p:tgtEl>
                                          <p:spTgt spid="142"/>
                                        </p:tgtEl>
                                        <p:attrNameLst>
                                          <p:attrName>style.visibility</p:attrName>
                                        </p:attrNameLst>
                                      </p:cBhvr>
                                      <p:to>
                                        <p:strVal val="visible"/>
                                      </p:to>
                                    </p:set>
                                    <p:anim calcmode="lin" valueType="num">
                                      <p:cBhvr>
                                        <p:cTn id="112" dur="5637" fill="hold"/>
                                        <p:tgtEl>
                                          <p:spTgt spid="142"/>
                                        </p:tgtEl>
                                        <p:attrNameLst>
                                          <p:attrName>ppt_w</p:attrName>
                                        </p:attrNameLst>
                                      </p:cBhvr>
                                      <p:tavLst>
                                        <p:tav tm="0">
                                          <p:val>
                                            <p:fltVal val="0"/>
                                          </p:val>
                                        </p:tav>
                                        <p:tav tm="100000">
                                          <p:val>
                                            <p:strVal val="#ppt_w"/>
                                          </p:val>
                                        </p:tav>
                                      </p:tavLst>
                                    </p:anim>
                                    <p:anim calcmode="lin" valueType="num">
                                      <p:cBhvr>
                                        <p:cTn id="113" dur="5637" fill="hold"/>
                                        <p:tgtEl>
                                          <p:spTgt spid="142"/>
                                        </p:tgtEl>
                                        <p:attrNameLst>
                                          <p:attrName>ppt_h</p:attrName>
                                        </p:attrNameLst>
                                      </p:cBhvr>
                                      <p:tavLst>
                                        <p:tav tm="0">
                                          <p:val>
                                            <p:fltVal val="0"/>
                                          </p:val>
                                        </p:tav>
                                        <p:tav tm="100000">
                                          <p:val>
                                            <p:strVal val="#ppt_h"/>
                                          </p:val>
                                        </p:tav>
                                      </p:tavLst>
                                    </p:anim>
                                    <p:animEffect transition="in" filter="fade">
                                      <p:cBhvr>
                                        <p:cTn id="114" dur="5637"/>
                                        <p:tgtEl>
                                          <p:spTgt spid="142"/>
                                        </p:tgtEl>
                                      </p:cBhvr>
                                    </p:animEffect>
                                    <p:anim calcmode="lin" valueType="num">
                                      <p:cBhvr>
                                        <p:cTn id="115" dur="5637" fill="hold"/>
                                        <p:tgtEl>
                                          <p:spTgt spid="142"/>
                                        </p:tgtEl>
                                        <p:attrNameLst>
                                          <p:attrName>ppt_x</p:attrName>
                                        </p:attrNameLst>
                                      </p:cBhvr>
                                      <p:tavLst>
                                        <p:tav tm="0">
                                          <p:val>
                                            <p:fltVal val="0.5"/>
                                          </p:val>
                                        </p:tav>
                                        <p:tav tm="100000">
                                          <p:val>
                                            <p:strVal val="#ppt_x"/>
                                          </p:val>
                                        </p:tav>
                                      </p:tavLst>
                                    </p:anim>
                                    <p:anim calcmode="lin" valueType="num">
                                      <p:cBhvr>
                                        <p:cTn id="116" dur="5637" fill="hold"/>
                                        <p:tgtEl>
                                          <p:spTgt spid="142"/>
                                        </p:tgtEl>
                                        <p:attrNameLst>
                                          <p:attrName>ppt_y</p:attrName>
                                        </p:attrNameLst>
                                      </p:cBhvr>
                                      <p:tavLst>
                                        <p:tav tm="0">
                                          <p:val>
                                            <p:fltVal val="0.5"/>
                                          </p:val>
                                        </p:tav>
                                        <p:tav tm="100000">
                                          <p:val>
                                            <p:strVal val="#ppt_y"/>
                                          </p:val>
                                        </p:tav>
                                      </p:tavLst>
                                    </p:anim>
                                  </p:childTnLst>
                                </p:cTn>
                              </p:par>
                              <p:par>
                                <p:cTn id="117" presetID="53" presetClass="entr" presetSubtype="528" repeatCount="indefinite" fill="hold" grpId="0" nodeType="withEffect">
                                  <p:stCondLst>
                                    <p:cond delay="1978"/>
                                  </p:stCondLst>
                                  <p:childTnLst>
                                    <p:set>
                                      <p:cBhvr>
                                        <p:cTn id="118" dur="1" fill="hold">
                                          <p:stCondLst>
                                            <p:cond delay="0"/>
                                          </p:stCondLst>
                                        </p:cTn>
                                        <p:tgtEl>
                                          <p:spTgt spid="154"/>
                                        </p:tgtEl>
                                        <p:attrNameLst>
                                          <p:attrName>style.visibility</p:attrName>
                                        </p:attrNameLst>
                                      </p:cBhvr>
                                      <p:to>
                                        <p:strVal val="visible"/>
                                      </p:to>
                                    </p:set>
                                    <p:anim calcmode="lin" valueType="num">
                                      <p:cBhvr>
                                        <p:cTn id="119" dur="6440" fill="hold"/>
                                        <p:tgtEl>
                                          <p:spTgt spid="154"/>
                                        </p:tgtEl>
                                        <p:attrNameLst>
                                          <p:attrName>ppt_w</p:attrName>
                                        </p:attrNameLst>
                                      </p:cBhvr>
                                      <p:tavLst>
                                        <p:tav tm="0">
                                          <p:val>
                                            <p:fltVal val="0"/>
                                          </p:val>
                                        </p:tav>
                                        <p:tav tm="100000">
                                          <p:val>
                                            <p:strVal val="#ppt_w"/>
                                          </p:val>
                                        </p:tav>
                                      </p:tavLst>
                                    </p:anim>
                                    <p:anim calcmode="lin" valueType="num">
                                      <p:cBhvr>
                                        <p:cTn id="120" dur="6440" fill="hold"/>
                                        <p:tgtEl>
                                          <p:spTgt spid="154"/>
                                        </p:tgtEl>
                                        <p:attrNameLst>
                                          <p:attrName>ppt_h</p:attrName>
                                        </p:attrNameLst>
                                      </p:cBhvr>
                                      <p:tavLst>
                                        <p:tav tm="0">
                                          <p:val>
                                            <p:fltVal val="0"/>
                                          </p:val>
                                        </p:tav>
                                        <p:tav tm="100000">
                                          <p:val>
                                            <p:strVal val="#ppt_h"/>
                                          </p:val>
                                        </p:tav>
                                      </p:tavLst>
                                    </p:anim>
                                    <p:animEffect transition="in" filter="fade">
                                      <p:cBhvr>
                                        <p:cTn id="121" dur="6440"/>
                                        <p:tgtEl>
                                          <p:spTgt spid="154"/>
                                        </p:tgtEl>
                                      </p:cBhvr>
                                    </p:animEffect>
                                    <p:anim calcmode="lin" valueType="num">
                                      <p:cBhvr>
                                        <p:cTn id="122" dur="6440" fill="hold"/>
                                        <p:tgtEl>
                                          <p:spTgt spid="154"/>
                                        </p:tgtEl>
                                        <p:attrNameLst>
                                          <p:attrName>ppt_x</p:attrName>
                                        </p:attrNameLst>
                                      </p:cBhvr>
                                      <p:tavLst>
                                        <p:tav tm="0">
                                          <p:val>
                                            <p:fltVal val="0.5"/>
                                          </p:val>
                                        </p:tav>
                                        <p:tav tm="100000">
                                          <p:val>
                                            <p:strVal val="#ppt_x"/>
                                          </p:val>
                                        </p:tav>
                                      </p:tavLst>
                                    </p:anim>
                                    <p:anim calcmode="lin" valueType="num">
                                      <p:cBhvr>
                                        <p:cTn id="123" dur="6440" fill="hold"/>
                                        <p:tgtEl>
                                          <p:spTgt spid="154"/>
                                        </p:tgtEl>
                                        <p:attrNameLst>
                                          <p:attrName>ppt_y</p:attrName>
                                        </p:attrNameLst>
                                      </p:cBhvr>
                                      <p:tavLst>
                                        <p:tav tm="0">
                                          <p:val>
                                            <p:fltVal val="0.5"/>
                                          </p:val>
                                        </p:tav>
                                        <p:tav tm="100000">
                                          <p:val>
                                            <p:strVal val="#ppt_y"/>
                                          </p:val>
                                        </p:tav>
                                      </p:tavLst>
                                    </p:anim>
                                  </p:childTnLst>
                                </p:cTn>
                              </p:par>
                              <p:par>
                                <p:cTn id="124" presetID="53" presetClass="entr" presetSubtype="528" repeatCount="indefinite" fill="hold" grpId="0" nodeType="withEffect">
                                  <p:stCondLst>
                                    <p:cond delay="136"/>
                                  </p:stCondLst>
                                  <p:childTnLst>
                                    <p:set>
                                      <p:cBhvr>
                                        <p:cTn id="125" dur="1" fill="hold">
                                          <p:stCondLst>
                                            <p:cond delay="0"/>
                                          </p:stCondLst>
                                        </p:cTn>
                                        <p:tgtEl>
                                          <p:spTgt spid="155"/>
                                        </p:tgtEl>
                                        <p:attrNameLst>
                                          <p:attrName>style.visibility</p:attrName>
                                        </p:attrNameLst>
                                      </p:cBhvr>
                                      <p:to>
                                        <p:strVal val="visible"/>
                                      </p:to>
                                    </p:set>
                                    <p:anim calcmode="lin" valueType="num">
                                      <p:cBhvr>
                                        <p:cTn id="126" dur="6172" fill="hold"/>
                                        <p:tgtEl>
                                          <p:spTgt spid="155"/>
                                        </p:tgtEl>
                                        <p:attrNameLst>
                                          <p:attrName>ppt_w</p:attrName>
                                        </p:attrNameLst>
                                      </p:cBhvr>
                                      <p:tavLst>
                                        <p:tav tm="0">
                                          <p:val>
                                            <p:fltVal val="0"/>
                                          </p:val>
                                        </p:tav>
                                        <p:tav tm="100000">
                                          <p:val>
                                            <p:strVal val="#ppt_w"/>
                                          </p:val>
                                        </p:tav>
                                      </p:tavLst>
                                    </p:anim>
                                    <p:anim calcmode="lin" valueType="num">
                                      <p:cBhvr>
                                        <p:cTn id="127" dur="6172" fill="hold"/>
                                        <p:tgtEl>
                                          <p:spTgt spid="155"/>
                                        </p:tgtEl>
                                        <p:attrNameLst>
                                          <p:attrName>ppt_h</p:attrName>
                                        </p:attrNameLst>
                                      </p:cBhvr>
                                      <p:tavLst>
                                        <p:tav tm="0">
                                          <p:val>
                                            <p:fltVal val="0"/>
                                          </p:val>
                                        </p:tav>
                                        <p:tav tm="100000">
                                          <p:val>
                                            <p:strVal val="#ppt_h"/>
                                          </p:val>
                                        </p:tav>
                                      </p:tavLst>
                                    </p:anim>
                                    <p:animEffect transition="in" filter="fade">
                                      <p:cBhvr>
                                        <p:cTn id="128" dur="6172"/>
                                        <p:tgtEl>
                                          <p:spTgt spid="155"/>
                                        </p:tgtEl>
                                      </p:cBhvr>
                                    </p:animEffect>
                                    <p:anim calcmode="lin" valueType="num">
                                      <p:cBhvr>
                                        <p:cTn id="129" dur="6172" fill="hold"/>
                                        <p:tgtEl>
                                          <p:spTgt spid="155"/>
                                        </p:tgtEl>
                                        <p:attrNameLst>
                                          <p:attrName>ppt_x</p:attrName>
                                        </p:attrNameLst>
                                      </p:cBhvr>
                                      <p:tavLst>
                                        <p:tav tm="0">
                                          <p:val>
                                            <p:fltVal val="0.5"/>
                                          </p:val>
                                        </p:tav>
                                        <p:tav tm="100000">
                                          <p:val>
                                            <p:strVal val="#ppt_x"/>
                                          </p:val>
                                        </p:tav>
                                      </p:tavLst>
                                    </p:anim>
                                    <p:anim calcmode="lin" valueType="num">
                                      <p:cBhvr>
                                        <p:cTn id="130" dur="6172" fill="hold"/>
                                        <p:tgtEl>
                                          <p:spTgt spid="155"/>
                                        </p:tgtEl>
                                        <p:attrNameLst>
                                          <p:attrName>ppt_y</p:attrName>
                                        </p:attrNameLst>
                                      </p:cBhvr>
                                      <p:tavLst>
                                        <p:tav tm="0">
                                          <p:val>
                                            <p:fltVal val="0.5"/>
                                          </p:val>
                                        </p:tav>
                                        <p:tav tm="100000">
                                          <p:val>
                                            <p:strVal val="#ppt_y"/>
                                          </p:val>
                                        </p:tav>
                                      </p:tavLst>
                                    </p:anim>
                                  </p:childTnLst>
                                </p:cTn>
                              </p:par>
                              <p:par>
                                <p:cTn id="131" presetID="53" presetClass="entr" presetSubtype="528" repeatCount="indefinite" fill="hold" grpId="0" nodeType="withEffect">
                                  <p:stCondLst>
                                    <p:cond delay="177"/>
                                  </p:stCondLst>
                                  <p:childTnLst>
                                    <p:set>
                                      <p:cBhvr>
                                        <p:cTn id="132" dur="1" fill="hold">
                                          <p:stCondLst>
                                            <p:cond delay="0"/>
                                          </p:stCondLst>
                                        </p:cTn>
                                        <p:tgtEl>
                                          <p:spTgt spid="156"/>
                                        </p:tgtEl>
                                        <p:attrNameLst>
                                          <p:attrName>style.visibility</p:attrName>
                                        </p:attrNameLst>
                                      </p:cBhvr>
                                      <p:to>
                                        <p:strVal val="visible"/>
                                      </p:to>
                                    </p:set>
                                    <p:anim calcmode="lin" valueType="num">
                                      <p:cBhvr>
                                        <p:cTn id="133" dur="6180" fill="hold"/>
                                        <p:tgtEl>
                                          <p:spTgt spid="156"/>
                                        </p:tgtEl>
                                        <p:attrNameLst>
                                          <p:attrName>ppt_w</p:attrName>
                                        </p:attrNameLst>
                                      </p:cBhvr>
                                      <p:tavLst>
                                        <p:tav tm="0">
                                          <p:val>
                                            <p:fltVal val="0"/>
                                          </p:val>
                                        </p:tav>
                                        <p:tav tm="100000">
                                          <p:val>
                                            <p:strVal val="#ppt_w"/>
                                          </p:val>
                                        </p:tav>
                                      </p:tavLst>
                                    </p:anim>
                                    <p:anim calcmode="lin" valueType="num">
                                      <p:cBhvr>
                                        <p:cTn id="134" dur="6180" fill="hold"/>
                                        <p:tgtEl>
                                          <p:spTgt spid="156"/>
                                        </p:tgtEl>
                                        <p:attrNameLst>
                                          <p:attrName>ppt_h</p:attrName>
                                        </p:attrNameLst>
                                      </p:cBhvr>
                                      <p:tavLst>
                                        <p:tav tm="0">
                                          <p:val>
                                            <p:fltVal val="0"/>
                                          </p:val>
                                        </p:tav>
                                        <p:tav tm="100000">
                                          <p:val>
                                            <p:strVal val="#ppt_h"/>
                                          </p:val>
                                        </p:tav>
                                      </p:tavLst>
                                    </p:anim>
                                    <p:animEffect transition="in" filter="fade">
                                      <p:cBhvr>
                                        <p:cTn id="135" dur="6180"/>
                                        <p:tgtEl>
                                          <p:spTgt spid="156"/>
                                        </p:tgtEl>
                                      </p:cBhvr>
                                    </p:animEffect>
                                    <p:anim calcmode="lin" valueType="num">
                                      <p:cBhvr>
                                        <p:cTn id="136" dur="6180" fill="hold"/>
                                        <p:tgtEl>
                                          <p:spTgt spid="156"/>
                                        </p:tgtEl>
                                        <p:attrNameLst>
                                          <p:attrName>ppt_x</p:attrName>
                                        </p:attrNameLst>
                                      </p:cBhvr>
                                      <p:tavLst>
                                        <p:tav tm="0">
                                          <p:val>
                                            <p:fltVal val="0.5"/>
                                          </p:val>
                                        </p:tav>
                                        <p:tav tm="100000">
                                          <p:val>
                                            <p:strVal val="#ppt_x"/>
                                          </p:val>
                                        </p:tav>
                                      </p:tavLst>
                                    </p:anim>
                                    <p:anim calcmode="lin" valueType="num">
                                      <p:cBhvr>
                                        <p:cTn id="137" dur="6180" fill="hold"/>
                                        <p:tgtEl>
                                          <p:spTgt spid="156"/>
                                        </p:tgtEl>
                                        <p:attrNameLst>
                                          <p:attrName>ppt_y</p:attrName>
                                        </p:attrNameLst>
                                      </p:cBhvr>
                                      <p:tavLst>
                                        <p:tav tm="0">
                                          <p:val>
                                            <p:fltVal val="0.5"/>
                                          </p:val>
                                        </p:tav>
                                        <p:tav tm="100000">
                                          <p:val>
                                            <p:strVal val="#ppt_y"/>
                                          </p:val>
                                        </p:tav>
                                      </p:tavLst>
                                    </p:anim>
                                  </p:childTnLst>
                                </p:cTn>
                              </p:par>
                              <p:par>
                                <p:cTn id="138" presetID="53" presetClass="entr" presetSubtype="528" repeatCount="indefinite" fill="hold" grpId="0" nodeType="withEffect">
                                  <p:stCondLst>
                                    <p:cond delay="1791"/>
                                  </p:stCondLst>
                                  <p:childTnLst>
                                    <p:set>
                                      <p:cBhvr>
                                        <p:cTn id="139" dur="1" fill="hold">
                                          <p:stCondLst>
                                            <p:cond delay="0"/>
                                          </p:stCondLst>
                                        </p:cTn>
                                        <p:tgtEl>
                                          <p:spTgt spid="226"/>
                                        </p:tgtEl>
                                        <p:attrNameLst>
                                          <p:attrName>style.visibility</p:attrName>
                                        </p:attrNameLst>
                                      </p:cBhvr>
                                      <p:to>
                                        <p:strVal val="visible"/>
                                      </p:to>
                                    </p:set>
                                    <p:anim calcmode="lin" valueType="num">
                                      <p:cBhvr>
                                        <p:cTn id="140" dur="5546" fill="hold"/>
                                        <p:tgtEl>
                                          <p:spTgt spid="226"/>
                                        </p:tgtEl>
                                        <p:attrNameLst>
                                          <p:attrName>ppt_w</p:attrName>
                                        </p:attrNameLst>
                                      </p:cBhvr>
                                      <p:tavLst>
                                        <p:tav tm="0">
                                          <p:val>
                                            <p:fltVal val="0"/>
                                          </p:val>
                                        </p:tav>
                                        <p:tav tm="100000">
                                          <p:val>
                                            <p:strVal val="#ppt_w"/>
                                          </p:val>
                                        </p:tav>
                                      </p:tavLst>
                                    </p:anim>
                                    <p:anim calcmode="lin" valueType="num">
                                      <p:cBhvr>
                                        <p:cTn id="141" dur="5546" fill="hold"/>
                                        <p:tgtEl>
                                          <p:spTgt spid="226"/>
                                        </p:tgtEl>
                                        <p:attrNameLst>
                                          <p:attrName>ppt_h</p:attrName>
                                        </p:attrNameLst>
                                      </p:cBhvr>
                                      <p:tavLst>
                                        <p:tav tm="0">
                                          <p:val>
                                            <p:fltVal val="0"/>
                                          </p:val>
                                        </p:tav>
                                        <p:tav tm="100000">
                                          <p:val>
                                            <p:strVal val="#ppt_h"/>
                                          </p:val>
                                        </p:tav>
                                      </p:tavLst>
                                    </p:anim>
                                    <p:animEffect transition="in" filter="fade">
                                      <p:cBhvr>
                                        <p:cTn id="142" dur="5546"/>
                                        <p:tgtEl>
                                          <p:spTgt spid="226"/>
                                        </p:tgtEl>
                                      </p:cBhvr>
                                    </p:animEffect>
                                    <p:anim calcmode="lin" valueType="num">
                                      <p:cBhvr>
                                        <p:cTn id="143" dur="5546" fill="hold"/>
                                        <p:tgtEl>
                                          <p:spTgt spid="226"/>
                                        </p:tgtEl>
                                        <p:attrNameLst>
                                          <p:attrName>ppt_x</p:attrName>
                                        </p:attrNameLst>
                                      </p:cBhvr>
                                      <p:tavLst>
                                        <p:tav tm="0">
                                          <p:val>
                                            <p:fltVal val="0.5"/>
                                          </p:val>
                                        </p:tav>
                                        <p:tav tm="100000">
                                          <p:val>
                                            <p:strVal val="#ppt_x"/>
                                          </p:val>
                                        </p:tav>
                                      </p:tavLst>
                                    </p:anim>
                                    <p:anim calcmode="lin" valueType="num">
                                      <p:cBhvr>
                                        <p:cTn id="144" dur="5546" fill="hold"/>
                                        <p:tgtEl>
                                          <p:spTgt spid="226"/>
                                        </p:tgtEl>
                                        <p:attrNameLst>
                                          <p:attrName>ppt_y</p:attrName>
                                        </p:attrNameLst>
                                      </p:cBhvr>
                                      <p:tavLst>
                                        <p:tav tm="0">
                                          <p:val>
                                            <p:fltVal val="0.5"/>
                                          </p:val>
                                        </p:tav>
                                        <p:tav tm="100000">
                                          <p:val>
                                            <p:strVal val="#ppt_y"/>
                                          </p:val>
                                        </p:tav>
                                      </p:tavLst>
                                    </p:anim>
                                  </p:childTnLst>
                                </p:cTn>
                              </p:par>
                              <p:par>
                                <p:cTn id="145" presetID="53" presetClass="entr" presetSubtype="528" repeatCount="indefinite" fill="hold" grpId="0" nodeType="withEffect">
                                  <p:stCondLst>
                                    <p:cond delay="731"/>
                                  </p:stCondLst>
                                  <p:childTnLst>
                                    <p:set>
                                      <p:cBhvr>
                                        <p:cTn id="146" dur="1" fill="hold">
                                          <p:stCondLst>
                                            <p:cond delay="0"/>
                                          </p:stCondLst>
                                        </p:cTn>
                                        <p:tgtEl>
                                          <p:spTgt spid="237"/>
                                        </p:tgtEl>
                                        <p:attrNameLst>
                                          <p:attrName>style.visibility</p:attrName>
                                        </p:attrNameLst>
                                      </p:cBhvr>
                                      <p:to>
                                        <p:strVal val="visible"/>
                                      </p:to>
                                    </p:set>
                                    <p:anim calcmode="lin" valueType="num">
                                      <p:cBhvr>
                                        <p:cTn id="147" dur="6797" fill="hold"/>
                                        <p:tgtEl>
                                          <p:spTgt spid="237"/>
                                        </p:tgtEl>
                                        <p:attrNameLst>
                                          <p:attrName>ppt_w</p:attrName>
                                        </p:attrNameLst>
                                      </p:cBhvr>
                                      <p:tavLst>
                                        <p:tav tm="0">
                                          <p:val>
                                            <p:fltVal val="0"/>
                                          </p:val>
                                        </p:tav>
                                        <p:tav tm="100000">
                                          <p:val>
                                            <p:strVal val="#ppt_w"/>
                                          </p:val>
                                        </p:tav>
                                      </p:tavLst>
                                    </p:anim>
                                    <p:anim calcmode="lin" valueType="num">
                                      <p:cBhvr>
                                        <p:cTn id="148" dur="6797" fill="hold"/>
                                        <p:tgtEl>
                                          <p:spTgt spid="237"/>
                                        </p:tgtEl>
                                        <p:attrNameLst>
                                          <p:attrName>ppt_h</p:attrName>
                                        </p:attrNameLst>
                                      </p:cBhvr>
                                      <p:tavLst>
                                        <p:tav tm="0">
                                          <p:val>
                                            <p:fltVal val="0"/>
                                          </p:val>
                                        </p:tav>
                                        <p:tav tm="100000">
                                          <p:val>
                                            <p:strVal val="#ppt_h"/>
                                          </p:val>
                                        </p:tav>
                                      </p:tavLst>
                                    </p:anim>
                                    <p:animEffect transition="in" filter="fade">
                                      <p:cBhvr>
                                        <p:cTn id="149" dur="6797"/>
                                        <p:tgtEl>
                                          <p:spTgt spid="237"/>
                                        </p:tgtEl>
                                      </p:cBhvr>
                                    </p:animEffect>
                                    <p:anim calcmode="lin" valueType="num">
                                      <p:cBhvr>
                                        <p:cTn id="150" dur="6797" fill="hold"/>
                                        <p:tgtEl>
                                          <p:spTgt spid="237"/>
                                        </p:tgtEl>
                                        <p:attrNameLst>
                                          <p:attrName>ppt_x</p:attrName>
                                        </p:attrNameLst>
                                      </p:cBhvr>
                                      <p:tavLst>
                                        <p:tav tm="0">
                                          <p:val>
                                            <p:fltVal val="0.5"/>
                                          </p:val>
                                        </p:tav>
                                        <p:tav tm="100000">
                                          <p:val>
                                            <p:strVal val="#ppt_x"/>
                                          </p:val>
                                        </p:tav>
                                      </p:tavLst>
                                    </p:anim>
                                    <p:anim calcmode="lin" valueType="num">
                                      <p:cBhvr>
                                        <p:cTn id="151" dur="6797" fill="hold"/>
                                        <p:tgtEl>
                                          <p:spTgt spid="237"/>
                                        </p:tgtEl>
                                        <p:attrNameLst>
                                          <p:attrName>ppt_y</p:attrName>
                                        </p:attrNameLst>
                                      </p:cBhvr>
                                      <p:tavLst>
                                        <p:tav tm="0">
                                          <p:val>
                                            <p:fltVal val="0.5"/>
                                          </p:val>
                                        </p:tav>
                                        <p:tav tm="100000">
                                          <p:val>
                                            <p:strVal val="#ppt_y"/>
                                          </p:val>
                                        </p:tav>
                                      </p:tavLst>
                                    </p:anim>
                                  </p:childTnLst>
                                </p:cTn>
                              </p:par>
                              <p:par>
                                <p:cTn id="152" presetID="53" presetClass="entr" presetSubtype="528" repeatCount="indefinite" fill="hold" grpId="0" nodeType="withEffect">
                                  <p:stCondLst>
                                    <p:cond delay="1855"/>
                                  </p:stCondLst>
                                  <p:childTnLst>
                                    <p:set>
                                      <p:cBhvr>
                                        <p:cTn id="153" dur="1" fill="hold">
                                          <p:stCondLst>
                                            <p:cond delay="0"/>
                                          </p:stCondLst>
                                        </p:cTn>
                                        <p:tgtEl>
                                          <p:spTgt spid="238"/>
                                        </p:tgtEl>
                                        <p:attrNameLst>
                                          <p:attrName>style.visibility</p:attrName>
                                        </p:attrNameLst>
                                      </p:cBhvr>
                                      <p:to>
                                        <p:strVal val="visible"/>
                                      </p:to>
                                    </p:set>
                                    <p:anim calcmode="lin" valueType="num">
                                      <p:cBhvr>
                                        <p:cTn id="154" dur="7034" fill="hold"/>
                                        <p:tgtEl>
                                          <p:spTgt spid="238"/>
                                        </p:tgtEl>
                                        <p:attrNameLst>
                                          <p:attrName>ppt_w</p:attrName>
                                        </p:attrNameLst>
                                      </p:cBhvr>
                                      <p:tavLst>
                                        <p:tav tm="0">
                                          <p:val>
                                            <p:fltVal val="0"/>
                                          </p:val>
                                        </p:tav>
                                        <p:tav tm="100000">
                                          <p:val>
                                            <p:strVal val="#ppt_w"/>
                                          </p:val>
                                        </p:tav>
                                      </p:tavLst>
                                    </p:anim>
                                    <p:anim calcmode="lin" valueType="num">
                                      <p:cBhvr>
                                        <p:cTn id="155" dur="7034" fill="hold"/>
                                        <p:tgtEl>
                                          <p:spTgt spid="238"/>
                                        </p:tgtEl>
                                        <p:attrNameLst>
                                          <p:attrName>ppt_h</p:attrName>
                                        </p:attrNameLst>
                                      </p:cBhvr>
                                      <p:tavLst>
                                        <p:tav tm="0">
                                          <p:val>
                                            <p:fltVal val="0"/>
                                          </p:val>
                                        </p:tav>
                                        <p:tav tm="100000">
                                          <p:val>
                                            <p:strVal val="#ppt_h"/>
                                          </p:val>
                                        </p:tav>
                                      </p:tavLst>
                                    </p:anim>
                                    <p:animEffect transition="in" filter="fade">
                                      <p:cBhvr>
                                        <p:cTn id="156" dur="7034"/>
                                        <p:tgtEl>
                                          <p:spTgt spid="238"/>
                                        </p:tgtEl>
                                      </p:cBhvr>
                                    </p:animEffect>
                                    <p:anim calcmode="lin" valueType="num">
                                      <p:cBhvr>
                                        <p:cTn id="157" dur="7034" fill="hold"/>
                                        <p:tgtEl>
                                          <p:spTgt spid="238"/>
                                        </p:tgtEl>
                                        <p:attrNameLst>
                                          <p:attrName>ppt_x</p:attrName>
                                        </p:attrNameLst>
                                      </p:cBhvr>
                                      <p:tavLst>
                                        <p:tav tm="0">
                                          <p:val>
                                            <p:fltVal val="0.5"/>
                                          </p:val>
                                        </p:tav>
                                        <p:tav tm="100000">
                                          <p:val>
                                            <p:strVal val="#ppt_x"/>
                                          </p:val>
                                        </p:tav>
                                      </p:tavLst>
                                    </p:anim>
                                    <p:anim calcmode="lin" valueType="num">
                                      <p:cBhvr>
                                        <p:cTn id="158" dur="7034" fill="hold"/>
                                        <p:tgtEl>
                                          <p:spTgt spid="238"/>
                                        </p:tgtEl>
                                        <p:attrNameLst>
                                          <p:attrName>ppt_y</p:attrName>
                                        </p:attrNameLst>
                                      </p:cBhvr>
                                      <p:tavLst>
                                        <p:tav tm="0">
                                          <p:val>
                                            <p:fltVal val="0.5"/>
                                          </p:val>
                                        </p:tav>
                                        <p:tav tm="100000">
                                          <p:val>
                                            <p:strVal val="#ppt_y"/>
                                          </p:val>
                                        </p:tav>
                                      </p:tavLst>
                                    </p:anim>
                                  </p:childTnLst>
                                </p:cTn>
                              </p:par>
                              <p:par>
                                <p:cTn id="159" presetID="53" presetClass="entr" presetSubtype="528" repeatCount="indefinite" fill="hold" grpId="0" nodeType="withEffect">
                                  <p:stCondLst>
                                    <p:cond delay="560"/>
                                  </p:stCondLst>
                                  <p:childTnLst>
                                    <p:set>
                                      <p:cBhvr>
                                        <p:cTn id="160" dur="1" fill="hold">
                                          <p:stCondLst>
                                            <p:cond delay="0"/>
                                          </p:stCondLst>
                                        </p:cTn>
                                        <p:tgtEl>
                                          <p:spTgt spid="239"/>
                                        </p:tgtEl>
                                        <p:attrNameLst>
                                          <p:attrName>style.visibility</p:attrName>
                                        </p:attrNameLst>
                                      </p:cBhvr>
                                      <p:to>
                                        <p:strVal val="visible"/>
                                      </p:to>
                                    </p:set>
                                    <p:anim calcmode="lin" valueType="num">
                                      <p:cBhvr>
                                        <p:cTn id="161" dur="6907" fill="hold"/>
                                        <p:tgtEl>
                                          <p:spTgt spid="239"/>
                                        </p:tgtEl>
                                        <p:attrNameLst>
                                          <p:attrName>ppt_w</p:attrName>
                                        </p:attrNameLst>
                                      </p:cBhvr>
                                      <p:tavLst>
                                        <p:tav tm="0">
                                          <p:val>
                                            <p:fltVal val="0"/>
                                          </p:val>
                                        </p:tav>
                                        <p:tav tm="100000">
                                          <p:val>
                                            <p:strVal val="#ppt_w"/>
                                          </p:val>
                                        </p:tav>
                                      </p:tavLst>
                                    </p:anim>
                                    <p:anim calcmode="lin" valueType="num">
                                      <p:cBhvr>
                                        <p:cTn id="162" dur="6907" fill="hold"/>
                                        <p:tgtEl>
                                          <p:spTgt spid="239"/>
                                        </p:tgtEl>
                                        <p:attrNameLst>
                                          <p:attrName>ppt_h</p:attrName>
                                        </p:attrNameLst>
                                      </p:cBhvr>
                                      <p:tavLst>
                                        <p:tav tm="0">
                                          <p:val>
                                            <p:fltVal val="0"/>
                                          </p:val>
                                        </p:tav>
                                        <p:tav tm="100000">
                                          <p:val>
                                            <p:strVal val="#ppt_h"/>
                                          </p:val>
                                        </p:tav>
                                      </p:tavLst>
                                    </p:anim>
                                    <p:animEffect transition="in" filter="fade">
                                      <p:cBhvr>
                                        <p:cTn id="163" dur="6907"/>
                                        <p:tgtEl>
                                          <p:spTgt spid="239"/>
                                        </p:tgtEl>
                                      </p:cBhvr>
                                    </p:animEffect>
                                    <p:anim calcmode="lin" valueType="num">
                                      <p:cBhvr>
                                        <p:cTn id="164" dur="6907" fill="hold"/>
                                        <p:tgtEl>
                                          <p:spTgt spid="239"/>
                                        </p:tgtEl>
                                        <p:attrNameLst>
                                          <p:attrName>ppt_x</p:attrName>
                                        </p:attrNameLst>
                                      </p:cBhvr>
                                      <p:tavLst>
                                        <p:tav tm="0">
                                          <p:val>
                                            <p:fltVal val="0.5"/>
                                          </p:val>
                                        </p:tav>
                                        <p:tav tm="100000">
                                          <p:val>
                                            <p:strVal val="#ppt_x"/>
                                          </p:val>
                                        </p:tav>
                                      </p:tavLst>
                                    </p:anim>
                                    <p:anim calcmode="lin" valueType="num">
                                      <p:cBhvr>
                                        <p:cTn id="165" dur="6907" fill="hold"/>
                                        <p:tgtEl>
                                          <p:spTgt spid="239"/>
                                        </p:tgtEl>
                                        <p:attrNameLst>
                                          <p:attrName>ppt_y</p:attrName>
                                        </p:attrNameLst>
                                      </p:cBhvr>
                                      <p:tavLst>
                                        <p:tav tm="0">
                                          <p:val>
                                            <p:fltVal val="0.5"/>
                                          </p:val>
                                        </p:tav>
                                        <p:tav tm="100000">
                                          <p:val>
                                            <p:strVal val="#ppt_y"/>
                                          </p:val>
                                        </p:tav>
                                      </p:tavLst>
                                    </p:anim>
                                  </p:childTnLst>
                                </p:cTn>
                              </p:par>
                              <p:par>
                                <p:cTn id="166" presetID="53" presetClass="entr" presetSubtype="528" repeatCount="indefinite" fill="hold" grpId="0" nodeType="withEffect">
                                  <p:stCondLst>
                                    <p:cond delay="595"/>
                                  </p:stCondLst>
                                  <p:childTnLst>
                                    <p:set>
                                      <p:cBhvr>
                                        <p:cTn id="167" dur="1" fill="hold">
                                          <p:stCondLst>
                                            <p:cond delay="0"/>
                                          </p:stCondLst>
                                        </p:cTn>
                                        <p:tgtEl>
                                          <p:spTgt spid="240"/>
                                        </p:tgtEl>
                                        <p:attrNameLst>
                                          <p:attrName>style.visibility</p:attrName>
                                        </p:attrNameLst>
                                      </p:cBhvr>
                                      <p:to>
                                        <p:strVal val="visible"/>
                                      </p:to>
                                    </p:set>
                                    <p:anim calcmode="lin" valueType="num">
                                      <p:cBhvr>
                                        <p:cTn id="168" dur="5060" fill="hold"/>
                                        <p:tgtEl>
                                          <p:spTgt spid="240"/>
                                        </p:tgtEl>
                                        <p:attrNameLst>
                                          <p:attrName>ppt_w</p:attrName>
                                        </p:attrNameLst>
                                      </p:cBhvr>
                                      <p:tavLst>
                                        <p:tav tm="0">
                                          <p:val>
                                            <p:fltVal val="0"/>
                                          </p:val>
                                        </p:tav>
                                        <p:tav tm="100000">
                                          <p:val>
                                            <p:strVal val="#ppt_w"/>
                                          </p:val>
                                        </p:tav>
                                      </p:tavLst>
                                    </p:anim>
                                    <p:anim calcmode="lin" valueType="num">
                                      <p:cBhvr>
                                        <p:cTn id="169" dur="5060" fill="hold"/>
                                        <p:tgtEl>
                                          <p:spTgt spid="240"/>
                                        </p:tgtEl>
                                        <p:attrNameLst>
                                          <p:attrName>ppt_h</p:attrName>
                                        </p:attrNameLst>
                                      </p:cBhvr>
                                      <p:tavLst>
                                        <p:tav tm="0">
                                          <p:val>
                                            <p:fltVal val="0"/>
                                          </p:val>
                                        </p:tav>
                                        <p:tav tm="100000">
                                          <p:val>
                                            <p:strVal val="#ppt_h"/>
                                          </p:val>
                                        </p:tav>
                                      </p:tavLst>
                                    </p:anim>
                                    <p:animEffect transition="in" filter="fade">
                                      <p:cBhvr>
                                        <p:cTn id="170" dur="5060"/>
                                        <p:tgtEl>
                                          <p:spTgt spid="240"/>
                                        </p:tgtEl>
                                      </p:cBhvr>
                                    </p:animEffect>
                                    <p:anim calcmode="lin" valueType="num">
                                      <p:cBhvr>
                                        <p:cTn id="171" dur="5060" fill="hold"/>
                                        <p:tgtEl>
                                          <p:spTgt spid="240"/>
                                        </p:tgtEl>
                                        <p:attrNameLst>
                                          <p:attrName>ppt_x</p:attrName>
                                        </p:attrNameLst>
                                      </p:cBhvr>
                                      <p:tavLst>
                                        <p:tav tm="0">
                                          <p:val>
                                            <p:fltVal val="0.5"/>
                                          </p:val>
                                        </p:tav>
                                        <p:tav tm="100000">
                                          <p:val>
                                            <p:strVal val="#ppt_x"/>
                                          </p:val>
                                        </p:tav>
                                      </p:tavLst>
                                    </p:anim>
                                    <p:anim calcmode="lin" valueType="num">
                                      <p:cBhvr>
                                        <p:cTn id="172" dur="5060" fill="hold"/>
                                        <p:tgtEl>
                                          <p:spTgt spid="240"/>
                                        </p:tgtEl>
                                        <p:attrNameLst>
                                          <p:attrName>ppt_y</p:attrName>
                                        </p:attrNameLst>
                                      </p:cBhvr>
                                      <p:tavLst>
                                        <p:tav tm="0">
                                          <p:val>
                                            <p:fltVal val="0.5"/>
                                          </p:val>
                                        </p:tav>
                                        <p:tav tm="100000">
                                          <p:val>
                                            <p:strVal val="#ppt_y"/>
                                          </p:val>
                                        </p:tav>
                                      </p:tavLst>
                                    </p:anim>
                                  </p:childTnLst>
                                </p:cTn>
                              </p:par>
                              <p:par>
                                <p:cTn id="173" presetID="53" presetClass="entr" presetSubtype="528" repeatCount="indefinite" fill="hold" grpId="0" nodeType="withEffect">
                                  <p:stCondLst>
                                    <p:cond delay="1481"/>
                                  </p:stCondLst>
                                  <p:childTnLst>
                                    <p:set>
                                      <p:cBhvr>
                                        <p:cTn id="174" dur="1" fill="hold">
                                          <p:stCondLst>
                                            <p:cond delay="0"/>
                                          </p:stCondLst>
                                        </p:cTn>
                                        <p:tgtEl>
                                          <p:spTgt spid="242"/>
                                        </p:tgtEl>
                                        <p:attrNameLst>
                                          <p:attrName>style.visibility</p:attrName>
                                        </p:attrNameLst>
                                      </p:cBhvr>
                                      <p:to>
                                        <p:strVal val="visible"/>
                                      </p:to>
                                    </p:set>
                                    <p:anim calcmode="lin" valueType="num">
                                      <p:cBhvr>
                                        <p:cTn id="175" dur="5366" fill="hold"/>
                                        <p:tgtEl>
                                          <p:spTgt spid="242"/>
                                        </p:tgtEl>
                                        <p:attrNameLst>
                                          <p:attrName>ppt_w</p:attrName>
                                        </p:attrNameLst>
                                      </p:cBhvr>
                                      <p:tavLst>
                                        <p:tav tm="0">
                                          <p:val>
                                            <p:fltVal val="0"/>
                                          </p:val>
                                        </p:tav>
                                        <p:tav tm="100000">
                                          <p:val>
                                            <p:strVal val="#ppt_w"/>
                                          </p:val>
                                        </p:tav>
                                      </p:tavLst>
                                    </p:anim>
                                    <p:anim calcmode="lin" valueType="num">
                                      <p:cBhvr>
                                        <p:cTn id="176" dur="5366" fill="hold"/>
                                        <p:tgtEl>
                                          <p:spTgt spid="242"/>
                                        </p:tgtEl>
                                        <p:attrNameLst>
                                          <p:attrName>ppt_h</p:attrName>
                                        </p:attrNameLst>
                                      </p:cBhvr>
                                      <p:tavLst>
                                        <p:tav tm="0">
                                          <p:val>
                                            <p:fltVal val="0"/>
                                          </p:val>
                                        </p:tav>
                                        <p:tav tm="100000">
                                          <p:val>
                                            <p:strVal val="#ppt_h"/>
                                          </p:val>
                                        </p:tav>
                                      </p:tavLst>
                                    </p:anim>
                                    <p:animEffect transition="in" filter="fade">
                                      <p:cBhvr>
                                        <p:cTn id="177" dur="5366"/>
                                        <p:tgtEl>
                                          <p:spTgt spid="242"/>
                                        </p:tgtEl>
                                      </p:cBhvr>
                                    </p:animEffect>
                                    <p:anim calcmode="lin" valueType="num">
                                      <p:cBhvr>
                                        <p:cTn id="178" dur="5366" fill="hold"/>
                                        <p:tgtEl>
                                          <p:spTgt spid="242"/>
                                        </p:tgtEl>
                                        <p:attrNameLst>
                                          <p:attrName>ppt_x</p:attrName>
                                        </p:attrNameLst>
                                      </p:cBhvr>
                                      <p:tavLst>
                                        <p:tav tm="0">
                                          <p:val>
                                            <p:fltVal val="0.5"/>
                                          </p:val>
                                        </p:tav>
                                        <p:tav tm="100000">
                                          <p:val>
                                            <p:strVal val="#ppt_x"/>
                                          </p:val>
                                        </p:tav>
                                      </p:tavLst>
                                    </p:anim>
                                    <p:anim calcmode="lin" valueType="num">
                                      <p:cBhvr>
                                        <p:cTn id="179" dur="5366" fill="hold"/>
                                        <p:tgtEl>
                                          <p:spTgt spid="242"/>
                                        </p:tgtEl>
                                        <p:attrNameLst>
                                          <p:attrName>ppt_y</p:attrName>
                                        </p:attrNameLst>
                                      </p:cBhvr>
                                      <p:tavLst>
                                        <p:tav tm="0">
                                          <p:val>
                                            <p:fltVal val="0.5"/>
                                          </p:val>
                                        </p:tav>
                                        <p:tav tm="100000">
                                          <p:val>
                                            <p:strVal val="#ppt_y"/>
                                          </p:val>
                                        </p:tav>
                                      </p:tavLst>
                                    </p:anim>
                                  </p:childTnLst>
                                </p:cTn>
                              </p:par>
                              <p:par>
                                <p:cTn id="180" presetID="53" presetClass="entr" presetSubtype="528" repeatCount="indefinite" fill="hold" grpId="0" nodeType="withEffect">
                                  <p:stCondLst>
                                    <p:cond delay="1091"/>
                                  </p:stCondLst>
                                  <p:childTnLst>
                                    <p:set>
                                      <p:cBhvr>
                                        <p:cTn id="181" dur="1" fill="hold">
                                          <p:stCondLst>
                                            <p:cond delay="0"/>
                                          </p:stCondLst>
                                        </p:cTn>
                                        <p:tgtEl>
                                          <p:spTgt spid="243"/>
                                        </p:tgtEl>
                                        <p:attrNameLst>
                                          <p:attrName>style.visibility</p:attrName>
                                        </p:attrNameLst>
                                      </p:cBhvr>
                                      <p:to>
                                        <p:strVal val="visible"/>
                                      </p:to>
                                    </p:set>
                                    <p:anim calcmode="lin" valueType="num">
                                      <p:cBhvr>
                                        <p:cTn id="182" dur="5755" fill="hold"/>
                                        <p:tgtEl>
                                          <p:spTgt spid="243"/>
                                        </p:tgtEl>
                                        <p:attrNameLst>
                                          <p:attrName>ppt_w</p:attrName>
                                        </p:attrNameLst>
                                      </p:cBhvr>
                                      <p:tavLst>
                                        <p:tav tm="0">
                                          <p:val>
                                            <p:fltVal val="0"/>
                                          </p:val>
                                        </p:tav>
                                        <p:tav tm="100000">
                                          <p:val>
                                            <p:strVal val="#ppt_w"/>
                                          </p:val>
                                        </p:tav>
                                      </p:tavLst>
                                    </p:anim>
                                    <p:anim calcmode="lin" valueType="num">
                                      <p:cBhvr>
                                        <p:cTn id="183" dur="5755" fill="hold"/>
                                        <p:tgtEl>
                                          <p:spTgt spid="243"/>
                                        </p:tgtEl>
                                        <p:attrNameLst>
                                          <p:attrName>ppt_h</p:attrName>
                                        </p:attrNameLst>
                                      </p:cBhvr>
                                      <p:tavLst>
                                        <p:tav tm="0">
                                          <p:val>
                                            <p:fltVal val="0"/>
                                          </p:val>
                                        </p:tav>
                                        <p:tav tm="100000">
                                          <p:val>
                                            <p:strVal val="#ppt_h"/>
                                          </p:val>
                                        </p:tav>
                                      </p:tavLst>
                                    </p:anim>
                                    <p:animEffect transition="in" filter="fade">
                                      <p:cBhvr>
                                        <p:cTn id="184" dur="5755"/>
                                        <p:tgtEl>
                                          <p:spTgt spid="243"/>
                                        </p:tgtEl>
                                      </p:cBhvr>
                                    </p:animEffect>
                                    <p:anim calcmode="lin" valueType="num">
                                      <p:cBhvr>
                                        <p:cTn id="185" dur="5755" fill="hold"/>
                                        <p:tgtEl>
                                          <p:spTgt spid="243"/>
                                        </p:tgtEl>
                                        <p:attrNameLst>
                                          <p:attrName>ppt_x</p:attrName>
                                        </p:attrNameLst>
                                      </p:cBhvr>
                                      <p:tavLst>
                                        <p:tav tm="0">
                                          <p:val>
                                            <p:fltVal val="0.5"/>
                                          </p:val>
                                        </p:tav>
                                        <p:tav tm="100000">
                                          <p:val>
                                            <p:strVal val="#ppt_x"/>
                                          </p:val>
                                        </p:tav>
                                      </p:tavLst>
                                    </p:anim>
                                    <p:anim calcmode="lin" valueType="num">
                                      <p:cBhvr>
                                        <p:cTn id="186" dur="5755" fill="hold"/>
                                        <p:tgtEl>
                                          <p:spTgt spid="243"/>
                                        </p:tgtEl>
                                        <p:attrNameLst>
                                          <p:attrName>ppt_y</p:attrName>
                                        </p:attrNameLst>
                                      </p:cBhvr>
                                      <p:tavLst>
                                        <p:tav tm="0">
                                          <p:val>
                                            <p:fltVal val="0.5"/>
                                          </p:val>
                                        </p:tav>
                                        <p:tav tm="100000">
                                          <p:val>
                                            <p:strVal val="#ppt_y"/>
                                          </p:val>
                                        </p:tav>
                                      </p:tavLst>
                                    </p:anim>
                                  </p:childTnLst>
                                </p:cTn>
                              </p:par>
                              <p:par>
                                <p:cTn id="187" presetID="53" presetClass="entr" presetSubtype="528" repeatCount="indefinite" fill="hold" grpId="0" nodeType="withEffect">
                                  <p:stCondLst>
                                    <p:cond delay="334"/>
                                  </p:stCondLst>
                                  <p:childTnLst>
                                    <p:set>
                                      <p:cBhvr>
                                        <p:cTn id="188" dur="1" fill="hold">
                                          <p:stCondLst>
                                            <p:cond delay="0"/>
                                          </p:stCondLst>
                                        </p:cTn>
                                        <p:tgtEl>
                                          <p:spTgt spid="244"/>
                                        </p:tgtEl>
                                        <p:attrNameLst>
                                          <p:attrName>style.visibility</p:attrName>
                                        </p:attrNameLst>
                                      </p:cBhvr>
                                      <p:to>
                                        <p:strVal val="visible"/>
                                      </p:to>
                                    </p:set>
                                    <p:anim calcmode="lin" valueType="num">
                                      <p:cBhvr>
                                        <p:cTn id="189" dur="7460" fill="hold"/>
                                        <p:tgtEl>
                                          <p:spTgt spid="244"/>
                                        </p:tgtEl>
                                        <p:attrNameLst>
                                          <p:attrName>ppt_w</p:attrName>
                                        </p:attrNameLst>
                                      </p:cBhvr>
                                      <p:tavLst>
                                        <p:tav tm="0">
                                          <p:val>
                                            <p:fltVal val="0"/>
                                          </p:val>
                                        </p:tav>
                                        <p:tav tm="100000">
                                          <p:val>
                                            <p:strVal val="#ppt_w"/>
                                          </p:val>
                                        </p:tav>
                                      </p:tavLst>
                                    </p:anim>
                                    <p:anim calcmode="lin" valueType="num">
                                      <p:cBhvr>
                                        <p:cTn id="190" dur="7460" fill="hold"/>
                                        <p:tgtEl>
                                          <p:spTgt spid="244"/>
                                        </p:tgtEl>
                                        <p:attrNameLst>
                                          <p:attrName>ppt_h</p:attrName>
                                        </p:attrNameLst>
                                      </p:cBhvr>
                                      <p:tavLst>
                                        <p:tav tm="0">
                                          <p:val>
                                            <p:fltVal val="0"/>
                                          </p:val>
                                        </p:tav>
                                        <p:tav tm="100000">
                                          <p:val>
                                            <p:strVal val="#ppt_h"/>
                                          </p:val>
                                        </p:tav>
                                      </p:tavLst>
                                    </p:anim>
                                    <p:animEffect transition="in" filter="fade">
                                      <p:cBhvr>
                                        <p:cTn id="191" dur="7460"/>
                                        <p:tgtEl>
                                          <p:spTgt spid="244"/>
                                        </p:tgtEl>
                                      </p:cBhvr>
                                    </p:animEffect>
                                    <p:anim calcmode="lin" valueType="num">
                                      <p:cBhvr>
                                        <p:cTn id="192" dur="7460" fill="hold"/>
                                        <p:tgtEl>
                                          <p:spTgt spid="244"/>
                                        </p:tgtEl>
                                        <p:attrNameLst>
                                          <p:attrName>ppt_x</p:attrName>
                                        </p:attrNameLst>
                                      </p:cBhvr>
                                      <p:tavLst>
                                        <p:tav tm="0">
                                          <p:val>
                                            <p:fltVal val="0.5"/>
                                          </p:val>
                                        </p:tav>
                                        <p:tav tm="100000">
                                          <p:val>
                                            <p:strVal val="#ppt_x"/>
                                          </p:val>
                                        </p:tav>
                                      </p:tavLst>
                                    </p:anim>
                                    <p:anim calcmode="lin" valueType="num">
                                      <p:cBhvr>
                                        <p:cTn id="193" dur="7460" fill="hold"/>
                                        <p:tgtEl>
                                          <p:spTgt spid="244"/>
                                        </p:tgtEl>
                                        <p:attrNameLst>
                                          <p:attrName>ppt_y</p:attrName>
                                        </p:attrNameLst>
                                      </p:cBhvr>
                                      <p:tavLst>
                                        <p:tav tm="0">
                                          <p:val>
                                            <p:fltVal val="0.5"/>
                                          </p:val>
                                        </p:tav>
                                        <p:tav tm="100000">
                                          <p:val>
                                            <p:strVal val="#ppt_y"/>
                                          </p:val>
                                        </p:tav>
                                      </p:tavLst>
                                    </p:anim>
                                  </p:childTnLst>
                                </p:cTn>
                              </p:par>
                              <p:par>
                                <p:cTn id="194" presetID="53" presetClass="entr" presetSubtype="528" repeatCount="indefinite" fill="hold" grpId="0" nodeType="withEffect">
                                  <p:stCondLst>
                                    <p:cond delay="1852"/>
                                  </p:stCondLst>
                                  <p:childTnLst>
                                    <p:set>
                                      <p:cBhvr>
                                        <p:cTn id="195" dur="1" fill="hold">
                                          <p:stCondLst>
                                            <p:cond delay="0"/>
                                          </p:stCondLst>
                                        </p:cTn>
                                        <p:tgtEl>
                                          <p:spTgt spid="245"/>
                                        </p:tgtEl>
                                        <p:attrNameLst>
                                          <p:attrName>style.visibility</p:attrName>
                                        </p:attrNameLst>
                                      </p:cBhvr>
                                      <p:to>
                                        <p:strVal val="visible"/>
                                      </p:to>
                                    </p:set>
                                    <p:anim calcmode="lin" valueType="num">
                                      <p:cBhvr>
                                        <p:cTn id="196" dur="5254" fill="hold"/>
                                        <p:tgtEl>
                                          <p:spTgt spid="245"/>
                                        </p:tgtEl>
                                        <p:attrNameLst>
                                          <p:attrName>ppt_w</p:attrName>
                                        </p:attrNameLst>
                                      </p:cBhvr>
                                      <p:tavLst>
                                        <p:tav tm="0">
                                          <p:val>
                                            <p:fltVal val="0"/>
                                          </p:val>
                                        </p:tav>
                                        <p:tav tm="100000">
                                          <p:val>
                                            <p:strVal val="#ppt_w"/>
                                          </p:val>
                                        </p:tav>
                                      </p:tavLst>
                                    </p:anim>
                                    <p:anim calcmode="lin" valueType="num">
                                      <p:cBhvr>
                                        <p:cTn id="197" dur="5254" fill="hold"/>
                                        <p:tgtEl>
                                          <p:spTgt spid="245"/>
                                        </p:tgtEl>
                                        <p:attrNameLst>
                                          <p:attrName>ppt_h</p:attrName>
                                        </p:attrNameLst>
                                      </p:cBhvr>
                                      <p:tavLst>
                                        <p:tav tm="0">
                                          <p:val>
                                            <p:fltVal val="0"/>
                                          </p:val>
                                        </p:tav>
                                        <p:tav tm="100000">
                                          <p:val>
                                            <p:strVal val="#ppt_h"/>
                                          </p:val>
                                        </p:tav>
                                      </p:tavLst>
                                    </p:anim>
                                    <p:animEffect transition="in" filter="fade">
                                      <p:cBhvr>
                                        <p:cTn id="198" dur="5254"/>
                                        <p:tgtEl>
                                          <p:spTgt spid="245"/>
                                        </p:tgtEl>
                                      </p:cBhvr>
                                    </p:animEffect>
                                    <p:anim calcmode="lin" valueType="num">
                                      <p:cBhvr>
                                        <p:cTn id="199" dur="5254" fill="hold"/>
                                        <p:tgtEl>
                                          <p:spTgt spid="245"/>
                                        </p:tgtEl>
                                        <p:attrNameLst>
                                          <p:attrName>ppt_x</p:attrName>
                                        </p:attrNameLst>
                                      </p:cBhvr>
                                      <p:tavLst>
                                        <p:tav tm="0">
                                          <p:val>
                                            <p:fltVal val="0.5"/>
                                          </p:val>
                                        </p:tav>
                                        <p:tav tm="100000">
                                          <p:val>
                                            <p:strVal val="#ppt_x"/>
                                          </p:val>
                                        </p:tav>
                                      </p:tavLst>
                                    </p:anim>
                                    <p:anim calcmode="lin" valueType="num">
                                      <p:cBhvr>
                                        <p:cTn id="200" dur="5254" fill="hold"/>
                                        <p:tgtEl>
                                          <p:spTgt spid="245"/>
                                        </p:tgtEl>
                                        <p:attrNameLst>
                                          <p:attrName>ppt_y</p:attrName>
                                        </p:attrNameLst>
                                      </p:cBhvr>
                                      <p:tavLst>
                                        <p:tav tm="0">
                                          <p:val>
                                            <p:fltVal val="0.5"/>
                                          </p:val>
                                        </p:tav>
                                        <p:tav tm="100000">
                                          <p:val>
                                            <p:strVal val="#ppt_y"/>
                                          </p:val>
                                        </p:tav>
                                      </p:tavLst>
                                    </p:anim>
                                  </p:childTnLst>
                                </p:cTn>
                              </p:par>
                              <p:par>
                                <p:cTn id="201" presetID="53" presetClass="entr" presetSubtype="528" repeatCount="indefinite" fill="hold" grpId="0" nodeType="withEffect">
                                  <p:stCondLst>
                                    <p:cond delay="657"/>
                                  </p:stCondLst>
                                  <p:childTnLst>
                                    <p:set>
                                      <p:cBhvr>
                                        <p:cTn id="202" dur="1" fill="hold">
                                          <p:stCondLst>
                                            <p:cond delay="0"/>
                                          </p:stCondLst>
                                        </p:cTn>
                                        <p:tgtEl>
                                          <p:spTgt spid="246"/>
                                        </p:tgtEl>
                                        <p:attrNameLst>
                                          <p:attrName>style.visibility</p:attrName>
                                        </p:attrNameLst>
                                      </p:cBhvr>
                                      <p:to>
                                        <p:strVal val="visible"/>
                                      </p:to>
                                    </p:set>
                                    <p:anim calcmode="lin" valueType="num">
                                      <p:cBhvr>
                                        <p:cTn id="203" dur="6642" fill="hold"/>
                                        <p:tgtEl>
                                          <p:spTgt spid="246"/>
                                        </p:tgtEl>
                                        <p:attrNameLst>
                                          <p:attrName>ppt_w</p:attrName>
                                        </p:attrNameLst>
                                      </p:cBhvr>
                                      <p:tavLst>
                                        <p:tav tm="0">
                                          <p:val>
                                            <p:fltVal val="0"/>
                                          </p:val>
                                        </p:tav>
                                        <p:tav tm="100000">
                                          <p:val>
                                            <p:strVal val="#ppt_w"/>
                                          </p:val>
                                        </p:tav>
                                      </p:tavLst>
                                    </p:anim>
                                    <p:anim calcmode="lin" valueType="num">
                                      <p:cBhvr>
                                        <p:cTn id="204" dur="6642" fill="hold"/>
                                        <p:tgtEl>
                                          <p:spTgt spid="246"/>
                                        </p:tgtEl>
                                        <p:attrNameLst>
                                          <p:attrName>ppt_h</p:attrName>
                                        </p:attrNameLst>
                                      </p:cBhvr>
                                      <p:tavLst>
                                        <p:tav tm="0">
                                          <p:val>
                                            <p:fltVal val="0"/>
                                          </p:val>
                                        </p:tav>
                                        <p:tav tm="100000">
                                          <p:val>
                                            <p:strVal val="#ppt_h"/>
                                          </p:val>
                                        </p:tav>
                                      </p:tavLst>
                                    </p:anim>
                                    <p:animEffect transition="in" filter="fade">
                                      <p:cBhvr>
                                        <p:cTn id="205" dur="6642"/>
                                        <p:tgtEl>
                                          <p:spTgt spid="246"/>
                                        </p:tgtEl>
                                      </p:cBhvr>
                                    </p:animEffect>
                                    <p:anim calcmode="lin" valueType="num">
                                      <p:cBhvr>
                                        <p:cTn id="206" dur="6642" fill="hold"/>
                                        <p:tgtEl>
                                          <p:spTgt spid="246"/>
                                        </p:tgtEl>
                                        <p:attrNameLst>
                                          <p:attrName>ppt_x</p:attrName>
                                        </p:attrNameLst>
                                      </p:cBhvr>
                                      <p:tavLst>
                                        <p:tav tm="0">
                                          <p:val>
                                            <p:fltVal val="0.5"/>
                                          </p:val>
                                        </p:tav>
                                        <p:tav tm="100000">
                                          <p:val>
                                            <p:strVal val="#ppt_x"/>
                                          </p:val>
                                        </p:tav>
                                      </p:tavLst>
                                    </p:anim>
                                    <p:anim calcmode="lin" valueType="num">
                                      <p:cBhvr>
                                        <p:cTn id="207" dur="6642" fill="hold"/>
                                        <p:tgtEl>
                                          <p:spTgt spid="246"/>
                                        </p:tgtEl>
                                        <p:attrNameLst>
                                          <p:attrName>ppt_y</p:attrName>
                                        </p:attrNameLst>
                                      </p:cBhvr>
                                      <p:tavLst>
                                        <p:tav tm="0">
                                          <p:val>
                                            <p:fltVal val="0.5"/>
                                          </p:val>
                                        </p:tav>
                                        <p:tav tm="100000">
                                          <p:val>
                                            <p:strVal val="#ppt_y"/>
                                          </p:val>
                                        </p:tav>
                                      </p:tavLst>
                                    </p:anim>
                                  </p:childTnLst>
                                </p:cTn>
                              </p:par>
                              <p:par>
                                <p:cTn id="208" presetID="53" presetClass="entr" presetSubtype="528" repeatCount="indefinite" fill="hold" grpId="0" nodeType="withEffect">
                                  <p:stCondLst>
                                    <p:cond delay="1083"/>
                                  </p:stCondLst>
                                  <p:childTnLst>
                                    <p:set>
                                      <p:cBhvr>
                                        <p:cTn id="209" dur="1" fill="hold">
                                          <p:stCondLst>
                                            <p:cond delay="0"/>
                                          </p:stCondLst>
                                        </p:cTn>
                                        <p:tgtEl>
                                          <p:spTgt spid="247"/>
                                        </p:tgtEl>
                                        <p:attrNameLst>
                                          <p:attrName>style.visibility</p:attrName>
                                        </p:attrNameLst>
                                      </p:cBhvr>
                                      <p:to>
                                        <p:strVal val="visible"/>
                                      </p:to>
                                    </p:set>
                                    <p:anim calcmode="lin" valueType="num">
                                      <p:cBhvr>
                                        <p:cTn id="210" dur="5889" fill="hold"/>
                                        <p:tgtEl>
                                          <p:spTgt spid="247"/>
                                        </p:tgtEl>
                                        <p:attrNameLst>
                                          <p:attrName>ppt_w</p:attrName>
                                        </p:attrNameLst>
                                      </p:cBhvr>
                                      <p:tavLst>
                                        <p:tav tm="0">
                                          <p:val>
                                            <p:fltVal val="0"/>
                                          </p:val>
                                        </p:tav>
                                        <p:tav tm="100000">
                                          <p:val>
                                            <p:strVal val="#ppt_w"/>
                                          </p:val>
                                        </p:tav>
                                      </p:tavLst>
                                    </p:anim>
                                    <p:anim calcmode="lin" valueType="num">
                                      <p:cBhvr>
                                        <p:cTn id="211" dur="5889" fill="hold"/>
                                        <p:tgtEl>
                                          <p:spTgt spid="247"/>
                                        </p:tgtEl>
                                        <p:attrNameLst>
                                          <p:attrName>ppt_h</p:attrName>
                                        </p:attrNameLst>
                                      </p:cBhvr>
                                      <p:tavLst>
                                        <p:tav tm="0">
                                          <p:val>
                                            <p:fltVal val="0"/>
                                          </p:val>
                                        </p:tav>
                                        <p:tav tm="100000">
                                          <p:val>
                                            <p:strVal val="#ppt_h"/>
                                          </p:val>
                                        </p:tav>
                                      </p:tavLst>
                                    </p:anim>
                                    <p:animEffect transition="in" filter="fade">
                                      <p:cBhvr>
                                        <p:cTn id="212" dur="5889"/>
                                        <p:tgtEl>
                                          <p:spTgt spid="247"/>
                                        </p:tgtEl>
                                      </p:cBhvr>
                                    </p:animEffect>
                                    <p:anim calcmode="lin" valueType="num">
                                      <p:cBhvr>
                                        <p:cTn id="213" dur="5889" fill="hold"/>
                                        <p:tgtEl>
                                          <p:spTgt spid="247"/>
                                        </p:tgtEl>
                                        <p:attrNameLst>
                                          <p:attrName>ppt_x</p:attrName>
                                        </p:attrNameLst>
                                      </p:cBhvr>
                                      <p:tavLst>
                                        <p:tav tm="0">
                                          <p:val>
                                            <p:fltVal val="0.5"/>
                                          </p:val>
                                        </p:tav>
                                        <p:tav tm="100000">
                                          <p:val>
                                            <p:strVal val="#ppt_x"/>
                                          </p:val>
                                        </p:tav>
                                      </p:tavLst>
                                    </p:anim>
                                    <p:anim calcmode="lin" valueType="num">
                                      <p:cBhvr>
                                        <p:cTn id="214" dur="5889" fill="hold"/>
                                        <p:tgtEl>
                                          <p:spTgt spid="247"/>
                                        </p:tgtEl>
                                        <p:attrNameLst>
                                          <p:attrName>ppt_y</p:attrName>
                                        </p:attrNameLst>
                                      </p:cBhvr>
                                      <p:tavLst>
                                        <p:tav tm="0">
                                          <p:val>
                                            <p:fltVal val="0.5"/>
                                          </p:val>
                                        </p:tav>
                                        <p:tav tm="100000">
                                          <p:val>
                                            <p:strVal val="#ppt_y"/>
                                          </p:val>
                                        </p:tav>
                                      </p:tavLst>
                                    </p:anim>
                                  </p:childTnLst>
                                </p:cTn>
                              </p:par>
                              <p:par>
                                <p:cTn id="215" presetID="53" presetClass="entr" presetSubtype="528" repeatCount="indefinite" fill="hold" grpId="0" nodeType="withEffect">
                                  <p:stCondLst>
                                    <p:cond delay="854"/>
                                  </p:stCondLst>
                                  <p:childTnLst>
                                    <p:set>
                                      <p:cBhvr>
                                        <p:cTn id="216" dur="1" fill="hold">
                                          <p:stCondLst>
                                            <p:cond delay="0"/>
                                          </p:stCondLst>
                                        </p:cTn>
                                        <p:tgtEl>
                                          <p:spTgt spid="248"/>
                                        </p:tgtEl>
                                        <p:attrNameLst>
                                          <p:attrName>style.visibility</p:attrName>
                                        </p:attrNameLst>
                                      </p:cBhvr>
                                      <p:to>
                                        <p:strVal val="visible"/>
                                      </p:to>
                                    </p:set>
                                    <p:anim calcmode="lin" valueType="num">
                                      <p:cBhvr>
                                        <p:cTn id="217" dur="5408" fill="hold"/>
                                        <p:tgtEl>
                                          <p:spTgt spid="248"/>
                                        </p:tgtEl>
                                        <p:attrNameLst>
                                          <p:attrName>ppt_w</p:attrName>
                                        </p:attrNameLst>
                                      </p:cBhvr>
                                      <p:tavLst>
                                        <p:tav tm="0">
                                          <p:val>
                                            <p:fltVal val="0"/>
                                          </p:val>
                                        </p:tav>
                                        <p:tav tm="100000">
                                          <p:val>
                                            <p:strVal val="#ppt_w"/>
                                          </p:val>
                                        </p:tav>
                                      </p:tavLst>
                                    </p:anim>
                                    <p:anim calcmode="lin" valueType="num">
                                      <p:cBhvr>
                                        <p:cTn id="218" dur="5408" fill="hold"/>
                                        <p:tgtEl>
                                          <p:spTgt spid="248"/>
                                        </p:tgtEl>
                                        <p:attrNameLst>
                                          <p:attrName>ppt_h</p:attrName>
                                        </p:attrNameLst>
                                      </p:cBhvr>
                                      <p:tavLst>
                                        <p:tav tm="0">
                                          <p:val>
                                            <p:fltVal val="0"/>
                                          </p:val>
                                        </p:tav>
                                        <p:tav tm="100000">
                                          <p:val>
                                            <p:strVal val="#ppt_h"/>
                                          </p:val>
                                        </p:tav>
                                      </p:tavLst>
                                    </p:anim>
                                    <p:animEffect transition="in" filter="fade">
                                      <p:cBhvr>
                                        <p:cTn id="219" dur="5408"/>
                                        <p:tgtEl>
                                          <p:spTgt spid="248"/>
                                        </p:tgtEl>
                                      </p:cBhvr>
                                    </p:animEffect>
                                    <p:anim calcmode="lin" valueType="num">
                                      <p:cBhvr>
                                        <p:cTn id="220" dur="5408" fill="hold"/>
                                        <p:tgtEl>
                                          <p:spTgt spid="248"/>
                                        </p:tgtEl>
                                        <p:attrNameLst>
                                          <p:attrName>ppt_x</p:attrName>
                                        </p:attrNameLst>
                                      </p:cBhvr>
                                      <p:tavLst>
                                        <p:tav tm="0">
                                          <p:val>
                                            <p:fltVal val="0.5"/>
                                          </p:val>
                                        </p:tav>
                                        <p:tav tm="100000">
                                          <p:val>
                                            <p:strVal val="#ppt_x"/>
                                          </p:val>
                                        </p:tav>
                                      </p:tavLst>
                                    </p:anim>
                                    <p:anim calcmode="lin" valueType="num">
                                      <p:cBhvr>
                                        <p:cTn id="221" dur="5408" fill="hold"/>
                                        <p:tgtEl>
                                          <p:spTgt spid="248"/>
                                        </p:tgtEl>
                                        <p:attrNameLst>
                                          <p:attrName>ppt_y</p:attrName>
                                        </p:attrNameLst>
                                      </p:cBhvr>
                                      <p:tavLst>
                                        <p:tav tm="0">
                                          <p:val>
                                            <p:fltVal val="0.5"/>
                                          </p:val>
                                        </p:tav>
                                        <p:tav tm="100000">
                                          <p:val>
                                            <p:strVal val="#ppt_y"/>
                                          </p:val>
                                        </p:tav>
                                      </p:tavLst>
                                    </p:anim>
                                  </p:childTnLst>
                                </p:cTn>
                              </p:par>
                              <p:par>
                                <p:cTn id="222" presetID="53" presetClass="entr" presetSubtype="528" repeatCount="indefinite" fill="hold" grpId="0" nodeType="withEffect">
                                  <p:stCondLst>
                                    <p:cond delay="793"/>
                                  </p:stCondLst>
                                  <p:childTnLst>
                                    <p:set>
                                      <p:cBhvr>
                                        <p:cTn id="223" dur="1" fill="hold">
                                          <p:stCondLst>
                                            <p:cond delay="0"/>
                                          </p:stCondLst>
                                        </p:cTn>
                                        <p:tgtEl>
                                          <p:spTgt spid="252"/>
                                        </p:tgtEl>
                                        <p:attrNameLst>
                                          <p:attrName>style.visibility</p:attrName>
                                        </p:attrNameLst>
                                      </p:cBhvr>
                                      <p:to>
                                        <p:strVal val="visible"/>
                                      </p:to>
                                    </p:set>
                                    <p:anim calcmode="lin" valueType="num">
                                      <p:cBhvr>
                                        <p:cTn id="224" dur="5173" fill="hold"/>
                                        <p:tgtEl>
                                          <p:spTgt spid="252"/>
                                        </p:tgtEl>
                                        <p:attrNameLst>
                                          <p:attrName>ppt_w</p:attrName>
                                        </p:attrNameLst>
                                      </p:cBhvr>
                                      <p:tavLst>
                                        <p:tav tm="0">
                                          <p:val>
                                            <p:fltVal val="0"/>
                                          </p:val>
                                        </p:tav>
                                        <p:tav tm="100000">
                                          <p:val>
                                            <p:strVal val="#ppt_w"/>
                                          </p:val>
                                        </p:tav>
                                      </p:tavLst>
                                    </p:anim>
                                    <p:anim calcmode="lin" valueType="num">
                                      <p:cBhvr>
                                        <p:cTn id="225" dur="5173" fill="hold"/>
                                        <p:tgtEl>
                                          <p:spTgt spid="252"/>
                                        </p:tgtEl>
                                        <p:attrNameLst>
                                          <p:attrName>ppt_h</p:attrName>
                                        </p:attrNameLst>
                                      </p:cBhvr>
                                      <p:tavLst>
                                        <p:tav tm="0">
                                          <p:val>
                                            <p:fltVal val="0"/>
                                          </p:val>
                                        </p:tav>
                                        <p:tav tm="100000">
                                          <p:val>
                                            <p:strVal val="#ppt_h"/>
                                          </p:val>
                                        </p:tav>
                                      </p:tavLst>
                                    </p:anim>
                                    <p:animEffect transition="in" filter="fade">
                                      <p:cBhvr>
                                        <p:cTn id="226" dur="5173"/>
                                        <p:tgtEl>
                                          <p:spTgt spid="252"/>
                                        </p:tgtEl>
                                      </p:cBhvr>
                                    </p:animEffect>
                                    <p:anim calcmode="lin" valueType="num">
                                      <p:cBhvr>
                                        <p:cTn id="227" dur="5173" fill="hold"/>
                                        <p:tgtEl>
                                          <p:spTgt spid="252"/>
                                        </p:tgtEl>
                                        <p:attrNameLst>
                                          <p:attrName>ppt_x</p:attrName>
                                        </p:attrNameLst>
                                      </p:cBhvr>
                                      <p:tavLst>
                                        <p:tav tm="0">
                                          <p:val>
                                            <p:fltVal val="0.5"/>
                                          </p:val>
                                        </p:tav>
                                        <p:tav tm="100000">
                                          <p:val>
                                            <p:strVal val="#ppt_x"/>
                                          </p:val>
                                        </p:tav>
                                      </p:tavLst>
                                    </p:anim>
                                    <p:anim calcmode="lin" valueType="num">
                                      <p:cBhvr>
                                        <p:cTn id="228" dur="5173" fill="hold"/>
                                        <p:tgtEl>
                                          <p:spTgt spid="252"/>
                                        </p:tgtEl>
                                        <p:attrNameLst>
                                          <p:attrName>ppt_y</p:attrName>
                                        </p:attrNameLst>
                                      </p:cBhvr>
                                      <p:tavLst>
                                        <p:tav tm="0">
                                          <p:val>
                                            <p:fltVal val="0.5"/>
                                          </p:val>
                                        </p:tav>
                                        <p:tav tm="100000">
                                          <p:val>
                                            <p:strVal val="#ppt_y"/>
                                          </p:val>
                                        </p:tav>
                                      </p:tavLst>
                                    </p:anim>
                                  </p:childTnLst>
                                </p:cTn>
                              </p:par>
                              <p:par>
                                <p:cTn id="229" presetID="53" presetClass="entr" presetSubtype="528" repeatCount="indefinite" fill="hold" grpId="0" nodeType="withEffect">
                                  <p:stCondLst>
                                    <p:cond delay="367"/>
                                  </p:stCondLst>
                                  <p:childTnLst>
                                    <p:set>
                                      <p:cBhvr>
                                        <p:cTn id="230" dur="1" fill="hold">
                                          <p:stCondLst>
                                            <p:cond delay="0"/>
                                          </p:stCondLst>
                                        </p:cTn>
                                        <p:tgtEl>
                                          <p:spTgt spid="257"/>
                                        </p:tgtEl>
                                        <p:attrNameLst>
                                          <p:attrName>style.visibility</p:attrName>
                                        </p:attrNameLst>
                                      </p:cBhvr>
                                      <p:to>
                                        <p:strVal val="visible"/>
                                      </p:to>
                                    </p:set>
                                    <p:anim calcmode="lin" valueType="num">
                                      <p:cBhvr>
                                        <p:cTn id="231" dur="6982" fill="hold"/>
                                        <p:tgtEl>
                                          <p:spTgt spid="257"/>
                                        </p:tgtEl>
                                        <p:attrNameLst>
                                          <p:attrName>ppt_w</p:attrName>
                                        </p:attrNameLst>
                                      </p:cBhvr>
                                      <p:tavLst>
                                        <p:tav tm="0">
                                          <p:val>
                                            <p:fltVal val="0"/>
                                          </p:val>
                                        </p:tav>
                                        <p:tav tm="100000">
                                          <p:val>
                                            <p:strVal val="#ppt_w"/>
                                          </p:val>
                                        </p:tav>
                                      </p:tavLst>
                                    </p:anim>
                                    <p:anim calcmode="lin" valueType="num">
                                      <p:cBhvr>
                                        <p:cTn id="232" dur="6982" fill="hold"/>
                                        <p:tgtEl>
                                          <p:spTgt spid="257"/>
                                        </p:tgtEl>
                                        <p:attrNameLst>
                                          <p:attrName>ppt_h</p:attrName>
                                        </p:attrNameLst>
                                      </p:cBhvr>
                                      <p:tavLst>
                                        <p:tav tm="0">
                                          <p:val>
                                            <p:fltVal val="0"/>
                                          </p:val>
                                        </p:tav>
                                        <p:tav tm="100000">
                                          <p:val>
                                            <p:strVal val="#ppt_h"/>
                                          </p:val>
                                        </p:tav>
                                      </p:tavLst>
                                    </p:anim>
                                    <p:animEffect transition="in" filter="fade">
                                      <p:cBhvr>
                                        <p:cTn id="233" dur="6982"/>
                                        <p:tgtEl>
                                          <p:spTgt spid="257"/>
                                        </p:tgtEl>
                                      </p:cBhvr>
                                    </p:animEffect>
                                    <p:anim calcmode="lin" valueType="num">
                                      <p:cBhvr>
                                        <p:cTn id="234" dur="6982" fill="hold"/>
                                        <p:tgtEl>
                                          <p:spTgt spid="257"/>
                                        </p:tgtEl>
                                        <p:attrNameLst>
                                          <p:attrName>ppt_x</p:attrName>
                                        </p:attrNameLst>
                                      </p:cBhvr>
                                      <p:tavLst>
                                        <p:tav tm="0">
                                          <p:val>
                                            <p:fltVal val="0.5"/>
                                          </p:val>
                                        </p:tav>
                                        <p:tav tm="100000">
                                          <p:val>
                                            <p:strVal val="#ppt_x"/>
                                          </p:val>
                                        </p:tav>
                                      </p:tavLst>
                                    </p:anim>
                                    <p:anim calcmode="lin" valueType="num">
                                      <p:cBhvr>
                                        <p:cTn id="235" dur="6982" fill="hold"/>
                                        <p:tgtEl>
                                          <p:spTgt spid="257"/>
                                        </p:tgtEl>
                                        <p:attrNameLst>
                                          <p:attrName>ppt_y</p:attrName>
                                        </p:attrNameLst>
                                      </p:cBhvr>
                                      <p:tavLst>
                                        <p:tav tm="0">
                                          <p:val>
                                            <p:fltVal val="0.5"/>
                                          </p:val>
                                        </p:tav>
                                        <p:tav tm="100000">
                                          <p:val>
                                            <p:strVal val="#ppt_y"/>
                                          </p:val>
                                        </p:tav>
                                      </p:tavLst>
                                    </p:anim>
                                  </p:childTnLst>
                                </p:cTn>
                              </p:par>
                              <p:par>
                                <p:cTn id="236" presetID="53" presetClass="entr" presetSubtype="528" repeatCount="indefinite" fill="hold" grpId="0" nodeType="withEffect">
                                  <p:stCondLst>
                                    <p:cond delay="232"/>
                                  </p:stCondLst>
                                  <p:childTnLst>
                                    <p:set>
                                      <p:cBhvr>
                                        <p:cTn id="237" dur="1" fill="hold">
                                          <p:stCondLst>
                                            <p:cond delay="0"/>
                                          </p:stCondLst>
                                        </p:cTn>
                                        <p:tgtEl>
                                          <p:spTgt spid="262"/>
                                        </p:tgtEl>
                                        <p:attrNameLst>
                                          <p:attrName>style.visibility</p:attrName>
                                        </p:attrNameLst>
                                      </p:cBhvr>
                                      <p:to>
                                        <p:strVal val="visible"/>
                                      </p:to>
                                    </p:set>
                                    <p:anim calcmode="lin" valueType="num">
                                      <p:cBhvr>
                                        <p:cTn id="238" dur="6854" fill="hold"/>
                                        <p:tgtEl>
                                          <p:spTgt spid="262"/>
                                        </p:tgtEl>
                                        <p:attrNameLst>
                                          <p:attrName>ppt_w</p:attrName>
                                        </p:attrNameLst>
                                      </p:cBhvr>
                                      <p:tavLst>
                                        <p:tav tm="0">
                                          <p:val>
                                            <p:fltVal val="0"/>
                                          </p:val>
                                        </p:tav>
                                        <p:tav tm="100000">
                                          <p:val>
                                            <p:strVal val="#ppt_w"/>
                                          </p:val>
                                        </p:tav>
                                      </p:tavLst>
                                    </p:anim>
                                    <p:anim calcmode="lin" valueType="num">
                                      <p:cBhvr>
                                        <p:cTn id="239" dur="6854" fill="hold"/>
                                        <p:tgtEl>
                                          <p:spTgt spid="262"/>
                                        </p:tgtEl>
                                        <p:attrNameLst>
                                          <p:attrName>ppt_h</p:attrName>
                                        </p:attrNameLst>
                                      </p:cBhvr>
                                      <p:tavLst>
                                        <p:tav tm="0">
                                          <p:val>
                                            <p:fltVal val="0"/>
                                          </p:val>
                                        </p:tav>
                                        <p:tav tm="100000">
                                          <p:val>
                                            <p:strVal val="#ppt_h"/>
                                          </p:val>
                                        </p:tav>
                                      </p:tavLst>
                                    </p:anim>
                                    <p:animEffect transition="in" filter="fade">
                                      <p:cBhvr>
                                        <p:cTn id="240" dur="6854"/>
                                        <p:tgtEl>
                                          <p:spTgt spid="262"/>
                                        </p:tgtEl>
                                      </p:cBhvr>
                                    </p:animEffect>
                                    <p:anim calcmode="lin" valueType="num">
                                      <p:cBhvr>
                                        <p:cTn id="241" dur="6854" fill="hold"/>
                                        <p:tgtEl>
                                          <p:spTgt spid="262"/>
                                        </p:tgtEl>
                                        <p:attrNameLst>
                                          <p:attrName>ppt_x</p:attrName>
                                        </p:attrNameLst>
                                      </p:cBhvr>
                                      <p:tavLst>
                                        <p:tav tm="0">
                                          <p:val>
                                            <p:fltVal val="0.5"/>
                                          </p:val>
                                        </p:tav>
                                        <p:tav tm="100000">
                                          <p:val>
                                            <p:strVal val="#ppt_x"/>
                                          </p:val>
                                        </p:tav>
                                      </p:tavLst>
                                    </p:anim>
                                    <p:anim calcmode="lin" valueType="num">
                                      <p:cBhvr>
                                        <p:cTn id="242" dur="6854" fill="hold"/>
                                        <p:tgtEl>
                                          <p:spTgt spid="262"/>
                                        </p:tgtEl>
                                        <p:attrNameLst>
                                          <p:attrName>ppt_y</p:attrName>
                                        </p:attrNameLst>
                                      </p:cBhvr>
                                      <p:tavLst>
                                        <p:tav tm="0">
                                          <p:val>
                                            <p:fltVal val="0.5"/>
                                          </p:val>
                                        </p:tav>
                                        <p:tav tm="100000">
                                          <p:val>
                                            <p:strVal val="#ppt_y"/>
                                          </p:val>
                                        </p:tav>
                                      </p:tavLst>
                                    </p:anim>
                                  </p:childTnLst>
                                </p:cTn>
                              </p:par>
                              <p:par>
                                <p:cTn id="243" presetID="53" presetClass="entr" presetSubtype="528" repeatCount="indefinite" fill="hold" grpId="0" nodeType="withEffect">
                                  <p:stCondLst>
                                    <p:cond delay="1449"/>
                                  </p:stCondLst>
                                  <p:childTnLst>
                                    <p:set>
                                      <p:cBhvr>
                                        <p:cTn id="244" dur="1" fill="hold">
                                          <p:stCondLst>
                                            <p:cond delay="0"/>
                                          </p:stCondLst>
                                        </p:cTn>
                                        <p:tgtEl>
                                          <p:spTgt spid="265"/>
                                        </p:tgtEl>
                                        <p:attrNameLst>
                                          <p:attrName>style.visibility</p:attrName>
                                        </p:attrNameLst>
                                      </p:cBhvr>
                                      <p:to>
                                        <p:strVal val="visible"/>
                                      </p:to>
                                    </p:set>
                                    <p:anim calcmode="lin" valueType="num">
                                      <p:cBhvr>
                                        <p:cTn id="245" dur="7040" fill="hold"/>
                                        <p:tgtEl>
                                          <p:spTgt spid="265"/>
                                        </p:tgtEl>
                                        <p:attrNameLst>
                                          <p:attrName>ppt_w</p:attrName>
                                        </p:attrNameLst>
                                      </p:cBhvr>
                                      <p:tavLst>
                                        <p:tav tm="0">
                                          <p:val>
                                            <p:fltVal val="0"/>
                                          </p:val>
                                        </p:tav>
                                        <p:tav tm="100000">
                                          <p:val>
                                            <p:strVal val="#ppt_w"/>
                                          </p:val>
                                        </p:tav>
                                      </p:tavLst>
                                    </p:anim>
                                    <p:anim calcmode="lin" valueType="num">
                                      <p:cBhvr>
                                        <p:cTn id="246" dur="7040" fill="hold"/>
                                        <p:tgtEl>
                                          <p:spTgt spid="265"/>
                                        </p:tgtEl>
                                        <p:attrNameLst>
                                          <p:attrName>ppt_h</p:attrName>
                                        </p:attrNameLst>
                                      </p:cBhvr>
                                      <p:tavLst>
                                        <p:tav tm="0">
                                          <p:val>
                                            <p:fltVal val="0"/>
                                          </p:val>
                                        </p:tav>
                                        <p:tav tm="100000">
                                          <p:val>
                                            <p:strVal val="#ppt_h"/>
                                          </p:val>
                                        </p:tav>
                                      </p:tavLst>
                                    </p:anim>
                                    <p:animEffect transition="in" filter="fade">
                                      <p:cBhvr>
                                        <p:cTn id="247" dur="7040"/>
                                        <p:tgtEl>
                                          <p:spTgt spid="265"/>
                                        </p:tgtEl>
                                      </p:cBhvr>
                                    </p:animEffect>
                                    <p:anim calcmode="lin" valueType="num">
                                      <p:cBhvr>
                                        <p:cTn id="248" dur="7040" fill="hold"/>
                                        <p:tgtEl>
                                          <p:spTgt spid="265"/>
                                        </p:tgtEl>
                                        <p:attrNameLst>
                                          <p:attrName>ppt_x</p:attrName>
                                        </p:attrNameLst>
                                      </p:cBhvr>
                                      <p:tavLst>
                                        <p:tav tm="0">
                                          <p:val>
                                            <p:fltVal val="0.5"/>
                                          </p:val>
                                        </p:tav>
                                        <p:tav tm="100000">
                                          <p:val>
                                            <p:strVal val="#ppt_x"/>
                                          </p:val>
                                        </p:tav>
                                      </p:tavLst>
                                    </p:anim>
                                    <p:anim calcmode="lin" valueType="num">
                                      <p:cBhvr>
                                        <p:cTn id="249" dur="7040" fill="hold"/>
                                        <p:tgtEl>
                                          <p:spTgt spid="265"/>
                                        </p:tgtEl>
                                        <p:attrNameLst>
                                          <p:attrName>ppt_y</p:attrName>
                                        </p:attrNameLst>
                                      </p:cBhvr>
                                      <p:tavLst>
                                        <p:tav tm="0">
                                          <p:val>
                                            <p:fltVal val="0.5"/>
                                          </p:val>
                                        </p:tav>
                                        <p:tav tm="100000">
                                          <p:val>
                                            <p:strVal val="#ppt_y"/>
                                          </p:val>
                                        </p:tav>
                                      </p:tavLst>
                                    </p:anim>
                                  </p:childTnLst>
                                </p:cTn>
                              </p:par>
                              <p:par>
                                <p:cTn id="250" presetID="53" presetClass="entr" presetSubtype="528" repeatCount="indefinite" fill="hold" grpId="0" nodeType="withEffect">
                                  <p:stCondLst>
                                    <p:cond delay="1214"/>
                                  </p:stCondLst>
                                  <p:childTnLst>
                                    <p:set>
                                      <p:cBhvr>
                                        <p:cTn id="251" dur="1" fill="hold">
                                          <p:stCondLst>
                                            <p:cond delay="0"/>
                                          </p:stCondLst>
                                        </p:cTn>
                                        <p:tgtEl>
                                          <p:spTgt spid="266"/>
                                        </p:tgtEl>
                                        <p:attrNameLst>
                                          <p:attrName>style.visibility</p:attrName>
                                        </p:attrNameLst>
                                      </p:cBhvr>
                                      <p:to>
                                        <p:strVal val="visible"/>
                                      </p:to>
                                    </p:set>
                                    <p:anim calcmode="lin" valueType="num">
                                      <p:cBhvr>
                                        <p:cTn id="252" dur="6173" fill="hold"/>
                                        <p:tgtEl>
                                          <p:spTgt spid="266"/>
                                        </p:tgtEl>
                                        <p:attrNameLst>
                                          <p:attrName>ppt_w</p:attrName>
                                        </p:attrNameLst>
                                      </p:cBhvr>
                                      <p:tavLst>
                                        <p:tav tm="0">
                                          <p:val>
                                            <p:fltVal val="0"/>
                                          </p:val>
                                        </p:tav>
                                        <p:tav tm="100000">
                                          <p:val>
                                            <p:strVal val="#ppt_w"/>
                                          </p:val>
                                        </p:tav>
                                      </p:tavLst>
                                    </p:anim>
                                    <p:anim calcmode="lin" valueType="num">
                                      <p:cBhvr>
                                        <p:cTn id="253" dur="6173" fill="hold"/>
                                        <p:tgtEl>
                                          <p:spTgt spid="266"/>
                                        </p:tgtEl>
                                        <p:attrNameLst>
                                          <p:attrName>ppt_h</p:attrName>
                                        </p:attrNameLst>
                                      </p:cBhvr>
                                      <p:tavLst>
                                        <p:tav tm="0">
                                          <p:val>
                                            <p:fltVal val="0"/>
                                          </p:val>
                                        </p:tav>
                                        <p:tav tm="100000">
                                          <p:val>
                                            <p:strVal val="#ppt_h"/>
                                          </p:val>
                                        </p:tav>
                                      </p:tavLst>
                                    </p:anim>
                                    <p:animEffect transition="in" filter="fade">
                                      <p:cBhvr>
                                        <p:cTn id="254" dur="6173"/>
                                        <p:tgtEl>
                                          <p:spTgt spid="266"/>
                                        </p:tgtEl>
                                      </p:cBhvr>
                                    </p:animEffect>
                                    <p:anim calcmode="lin" valueType="num">
                                      <p:cBhvr>
                                        <p:cTn id="255" dur="6173" fill="hold"/>
                                        <p:tgtEl>
                                          <p:spTgt spid="266"/>
                                        </p:tgtEl>
                                        <p:attrNameLst>
                                          <p:attrName>ppt_x</p:attrName>
                                        </p:attrNameLst>
                                      </p:cBhvr>
                                      <p:tavLst>
                                        <p:tav tm="0">
                                          <p:val>
                                            <p:fltVal val="0.5"/>
                                          </p:val>
                                        </p:tav>
                                        <p:tav tm="100000">
                                          <p:val>
                                            <p:strVal val="#ppt_x"/>
                                          </p:val>
                                        </p:tav>
                                      </p:tavLst>
                                    </p:anim>
                                    <p:anim calcmode="lin" valueType="num">
                                      <p:cBhvr>
                                        <p:cTn id="256" dur="6173" fill="hold"/>
                                        <p:tgtEl>
                                          <p:spTgt spid="266"/>
                                        </p:tgtEl>
                                        <p:attrNameLst>
                                          <p:attrName>ppt_y</p:attrName>
                                        </p:attrNameLst>
                                      </p:cBhvr>
                                      <p:tavLst>
                                        <p:tav tm="0">
                                          <p:val>
                                            <p:fltVal val="0.5"/>
                                          </p:val>
                                        </p:tav>
                                        <p:tav tm="100000">
                                          <p:val>
                                            <p:strVal val="#ppt_y"/>
                                          </p:val>
                                        </p:tav>
                                      </p:tavLst>
                                    </p:anim>
                                  </p:childTnLst>
                                </p:cTn>
                              </p:par>
                              <p:par>
                                <p:cTn id="257" presetID="53" presetClass="entr" presetSubtype="528" repeatCount="indefinite" fill="hold" grpId="0" nodeType="withEffect">
                                  <p:stCondLst>
                                    <p:cond delay="1303"/>
                                  </p:stCondLst>
                                  <p:childTnLst>
                                    <p:set>
                                      <p:cBhvr>
                                        <p:cTn id="258" dur="1" fill="hold">
                                          <p:stCondLst>
                                            <p:cond delay="0"/>
                                          </p:stCondLst>
                                        </p:cTn>
                                        <p:tgtEl>
                                          <p:spTgt spid="267"/>
                                        </p:tgtEl>
                                        <p:attrNameLst>
                                          <p:attrName>style.visibility</p:attrName>
                                        </p:attrNameLst>
                                      </p:cBhvr>
                                      <p:to>
                                        <p:strVal val="visible"/>
                                      </p:to>
                                    </p:set>
                                    <p:anim calcmode="lin" valueType="num">
                                      <p:cBhvr>
                                        <p:cTn id="259" dur="6273" fill="hold"/>
                                        <p:tgtEl>
                                          <p:spTgt spid="267"/>
                                        </p:tgtEl>
                                        <p:attrNameLst>
                                          <p:attrName>ppt_w</p:attrName>
                                        </p:attrNameLst>
                                      </p:cBhvr>
                                      <p:tavLst>
                                        <p:tav tm="0">
                                          <p:val>
                                            <p:fltVal val="0"/>
                                          </p:val>
                                        </p:tav>
                                        <p:tav tm="100000">
                                          <p:val>
                                            <p:strVal val="#ppt_w"/>
                                          </p:val>
                                        </p:tav>
                                      </p:tavLst>
                                    </p:anim>
                                    <p:anim calcmode="lin" valueType="num">
                                      <p:cBhvr>
                                        <p:cTn id="260" dur="6273" fill="hold"/>
                                        <p:tgtEl>
                                          <p:spTgt spid="267"/>
                                        </p:tgtEl>
                                        <p:attrNameLst>
                                          <p:attrName>ppt_h</p:attrName>
                                        </p:attrNameLst>
                                      </p:cBhvr>
                                      <p:tavLst>
                                        <p:tav tm="0">
                                          <p:val>
                                            <p:fltVal val="0"/>
                                          </p:val>
                                        </p:tav>
                                        <p:tav tm="100000">
                                          <p:val>
                                            <p:strVal val="#ppt_h"/>
                                          </p:val>
                                        </p:tav>
                                      </p:tavLst>
                                    </p:anim>
                                    <p:animEffect transition="in" filter="fade">
                                      <p:cBhvr>
                                        <p:cTn id="261" dur="6273"/>
                                        <p:tgtEl>
                                          <p:spTgt spid="267"/>
                                        </p:tgtEl>
                                      </p:cBhvr>
                                    </p:animEffect>
                                    <p:anim calcmode="lin" valueType="num">
                                      <p:cBhvr>
                                        <p:cTn id="262" dur="6273" fill="hold"/>
                                        <p:tgtEl>
                                          <p:spTgt spid="267"/>
                                        </p:tgtEl>
                                        <p:attrNameLst>
                                          <p:attrName>ppt_x</p:attrName>
                                        </p:attrNameLst>
                                      </p:cBhvr>
                                      <p:tavLst>
                                        <p:tav tm="0">
                                          <p:val>
                                            <p:fltVal val="0.5"/>
                                          </p:val>
                                        </p:tav>
                                        <p:tav tm="100000">
                                          <p:val>
                                            <p:strVal val="#ppt_x"/>
                                          </p:val>
                                        </p:tav>
                                      </p:tavLst>
                                    </p:anim>
                                    <p:anim calcmode="lin" valueType="num">
                                      <p:cBhvr>
                                        <p:cTn id="263" dur="6273" fill="hold"/>
                                        <p:tgtEl>
                                          <p:spTgt spid="267"/>
                                        </p:tgtEl>
                                        <p:attrNameLst>
                                          <p:attrName>ppt_y</p:attrName>
                                        </p:attrNameLst>
                                      </p:cBhvr>
                                      <p:tavLst>
                                        <p:tav tm="0">
                                          <p:val>
                                            <p:fltVal val="0.5"/>
                                          </p:val>
                                        </p:tav>
                                        <p:tav tm="100000">
                                          <p:val>
                                            <p:strVal val="#ppt_y"/>
                                          </p:val>
                                        </p:tav>
                                      </p:tavLst>
                                    </p:anim>
                                  </p:childTnLst>
                                </p:cTn>
                              </p:par>
                              <p:par>
                                <p:cTn id="264" presetID="53" presetClass="entr" presetSubtype="528" repeatCount="indefinite" fill="hold" grpId="0" nodeType="withEffect">
                                  <p:stCondLst>
                                    <p:cond delay="1802"/>
                                  </p:stCondLst>
                                  <p:childTnLst>
                                    <p:set>
                                      <p:cBhvr>
                                        <p:cTn id="265" dur="1" fill="hold">
                                          <p:stCondLst>
                                            <p:cond delay="0"/>
                                          </p:stCondLst>
                                        </p:cTn>
                                        <p:tgtEl>
                                          <p:spTgt spid="268"/>
                                        </p:tgtEl>
                                        <p:attrNameLst>
                                          <p:attrName>style.visibility</p:attrName>
                                        </p:attrNameLst>
                                      </p:cBhvr>
                                      <p:to>
                                        <p:strVal val="visible"/>
                                      </p:to>
                                    </p:set>
                                    <p:anim calcmode="lin" valueType="num">
                                      <p:cBhvr>
                                        <p:cTn id="266" dur="6866" fill="hold"/>
                                        <p:tgtEl>
                                          <p:spTgt spid="268"/>
                                        </p:tgtEl>
                                        <p:attrNameLst>
                                          <p:attrName>ppt_w</p:attrName>
                                        </p:attrNameLst>
                                      </p:cBhvr>
                                      <p:tavLst>
                                        <p:tav tm="0">
                                          <p:val>
                                            <p:fltVal val="0"/>
                                          </p:val>
                                        </p:tav>
                                        <p:tav tm="100000">
                                          <p:val>
                                            <p:strVal val="#ppt_w"/>
                                          </p:val>
                                        </p:tav>
                                      </p:tavLst>
                                    </p:anim>
                                    <p:anim calcmode="lin" valueType="num">
                                      <p:cBhvr>
                                        <p:cTn id="267" dur="6866" fill="hold"/>
                                        <p:tgtEl>
                                          <p:spTgt spid="268"/>
                                        </p:tgtEl>
                                        <p:attrNameLst>
                                          <p:attrName>ppt_h</p:attrName>
                                        </p:attrNameLst>
                                      </p:cBhvr>
                                      <p:tavLst>
                                        <p:tav tm="0">
                                          <p:val>
                                            <p:fltVal val="0"/>
                                          </p:val>
                                        </p:tav>
                                        <p:tav tm="100000">
                                          <p:val>
                                            <p:strVal val="#ppt_h"/>
                                          </p:val>
                                        </p:tav>
                                      </p:tavLst>
                                    </p:anim>
                                    <p:animEffect transition="in" filter="fade">
                                      <p:cBhvr>
                                        <p:cTn id="268" dur="6866"/>
                                        <p:tgtEl>
                                          <p:spTgt spid="268"/>
                                        </p:tgtEl>
                                      </p:cBhvr>
                                    </p:animEffect>
                                    <p:anim calcmode="lin" valueType="num">
                                      <p:cBhvr>
                                        <p:cTn id="269" dur="6866" fill="hold"/>
                                        <p:tgtEl>
                                          <p:spTgt spid="268"/>
                                        </p:tgtEl>
                                        <p:attrNameLst>
                                          <p:attrName>ppt_x</p:attrName>
                                        </p:attrNameLst>
                                      </p:cBhvr>
                                      <p:tavLst>
                                        <p:tav tm="0">
                                          <p:val>
                                            <p:fltVal val="0.5"/>
                                          </p:val>
                                        </p:tav>
                                        <p:tav tm="100000">
                                          <p:val>
                                            <p:strVal val="#ppt_x"/>
                                          </p:val>
                                        </p:tav>
                                      </p:tavLst>
                                    </p:anim>
                                    <p:anim calcmode="lin" valueType="num">
                                      <p:cBhvr>
                                        <p:cTn id="270" dur="6866" fill="hold"/>
                                        <p:tgtEl>
                                          <p:spTgt spid="268"/>
                                        </p:tgtEl>
                                        <p:attrNameLst>
                                          <p:attrName>ppt_y</p:attrName>
                                        </p:attrNameLst>
                                      </p:cBhvr>
                                      <p:tavLst>
                                        <p:tav tm="0">
                                          <p:val>
                                            <p:fltVal val="0.5"/>
                                          </p:val>
                                        </p:tav>
                                        <p:tav tm="100000">
                                          <p:val>
                                            <p:strVal val="#ppt_y"/>
                                          </p:val>
                                        </p:tav>
                                      </p:tavLst>
                                    </p:anim>
                                  </p:childTnLst>
                                </p:cTn>
                              </p:par>
                              <p:par>
                                <p:cTn id="271" presetID="53" presetClass="entr" presetSubtype="528" repeatCount="indefinite" fill="hold" grpId="0" nodeType="withEffect">
                                  <p:stCondLst>
                                    <p:cond delay="1083"/>
                                  </p:stCondLst>
                                  <p:childTnLst>
                                    <p:set>
                                      <p:cBhvr>
                                        <p:cTn id="272" dur="1" fill="hold">
                                          <p:stCondLst>
                                            <p:cond delay="0"/>
                                          </p:stCondLst>
                                        </p:cTn>
                                        <p:tgtEl>
                                          <p:spTgt spid="269"/>
                                        </p:tgtEl>
                                        <p:attrNameLst>
                                          <p:attrName>style.visibility</p:attrName>
                                        </p:attrNameLst>
                                      </p:cBhvr>
                                      <p:to>
                                        <p:strVal val="visible"/>
                                      </p:to>
                                    </p:set>
                                    <p:anim calcmode="lin" valueType="num">
                                      <p:cBhvr>
                                        <p:cTn id="273" dur="5969" fill="hold"/>
                                        <p:tgtEl>
                                          <p:spTgt spid="269"/>
                                        </p:tgtEl>
                                        <p:attrNameLst>
                                          <p:attrName>ppt_w</p:attrName>
                                        </p:attrNameLst>
                                      </p:cBhvr>
                                      <p:tavLst>
                                        <p:tav tm="0">
                                          <p:val>
                                            <p:fltVal val="0"/>
                                          </p:val>
                                        </p:tav>
                                        <p:tav tm="100000">
                                          <p:val>
                                            <p:strVal val="#ppt_w"/>
                                          </p:val>
                                        </p:tav>
                                      </p:tavLst>
                                    </p:anim>
                                    <p:anim calcmode="lin" valueType="num">
                                      <p:cBhvr>
                                        <p:cTn id="274" dur="5969" fill="hold"/>
                                        <p:tgtEl>
                                          <p:spTgt spid="269"/>
                                        </p:tgtEl>
                                        <p:attrNameLst>
                                          <p:attrName>ppt_h</p:attrName>
                                        </p:attrNameLst>
                                      </p:cBhvr>
                                      <p:tavLst>
                                        <p:tav tm="0">
                                          <p:val>
                                            <p:fltVal val="0"/>
                                          </p:val>
                                        </p:tav>
                                        <p:tav tm="100000">
                                          <p:val>
                                            <p:strVal val="#ppt_h"/>
                                          </p:val>
                                        </p:tav>
                                      </p:tavLst>
                                    </p:anim>
                                    <p:animEffect transition="in" filter="fade">
                                      <p:cBhvr>
                                        <p:cTn id="275" dur="5969"/>
                                        <p:tgtEl>
                                          <p:spTgt spid="269"/>
                                        </p:tgtEl>
                                      </p:cBhvr>
                                    </p:animEffect>
                                    <p:anim calcmode="lin" valueType="num">
                                      <p:cBhvr>
                                        <p:cTn id="276" dur="5969" fill="hold"/>
                                        <p:tgtEl>
                                          <p:spTgt spid="269"/>
                                        </p:tgtEl>
                                        <p:attrNameLst>
                                          <p:attrName>ppt_x</p:attrName>
                                        </p:attrNameLst>
                                      </p:cBhvr>
                                      <p:tavLst>
                                        <p:tav tm="0">
                                          <p:val>
                                            <p:fltVal val="0.5"/>
                                          </p:val>
                                        </p:tav>
                                        <p:tav tm="100000">
                                          <p:val>
                                            <p:strVal val="#ppt_x"/>
                                          </p:val>
                                        </p:tav>
                                      </p:tavLst>
                                    </p:anim>
                                    <p:anim calcmode="lin" valueType="num">
                                      <p:cBhvr>
                                        <p:cTn id="277" dur="5969" fill="hold"/>
                                        <p:tgtEl>
                                          <p:spTgt spid="269"/>
                                        </p:tgtEl>
                                        <p:attrNameLst>
                                          <p:attrName>ppt_y</p:attrName>
                                        </p:attrNameLst>
                                      </p:cBhvr>
                                      <p:tavLst>
                                        <p:tav tm="0">
                                          <p:val>
                                            <p:fltVal val="0.5"/>
                                          </p:val>
                                        </p:tav>
                                        <p:tav tm="100000">
                                          <p:val>
                                            <p:strVal val="#ppt_y"/>
                                          </p:val>
                                        </p:tav>
                                      </p:tavLst>
                                    </p:anim>
                                  </p:childTnLst>
                                </p:cTn>
                              </p:par>
                              <p:par>
                                <p:cTn id="278" presetID="53" presetClass="entr" presetSubtype="528" repeatCount="indefinite" fill="hold" grpId="0" nodeType="withEffect">
                                  <p:stCondLst>
                                    <p:cond delay="1270"/>
                                  </p:stCondLst>
                                  <p:childTnLst>
                                    <p:set>
                                      <p:cBhvr>
                                        <p:cTn id="279" dur="1" fill="hold">
                                          <p:stCondLst>
                                            <p:cond delay="0"/>
                                          </p:stCondLst>
                                        </p:cTn>
                                        <p:tgtEl>
                                          <p:spTgt spid="384"/>
                                        </p:tgtEl>
                                        <p:attrNameLst>
                                          <p:attrName>style.visibility</p:attrName>
                                        </p:attrNameLst>
                                      </p:cBhvr>
                                      <p:to>
                                        <p:strVal val="visible"/>
                                      </p:to>
                                    </p:set>
                                    <p:anim calcmode="lin" valueType="num">
                                      <p:cBhvr>
                                        <p:cTn id="280" dur="7002" fill="hold"/>
                                        <p:tgtEl>
                                          <p:spTgt spid="384"/>
                                        </p:tgtEl>
                                        <p:attrNameLst>
                                          <p:attrName>ppt_w</p:attrName>
                                        </p:attrNameLst>
                                      </p:cBhvr>
                                      <p:tavLst>
                                        <p:tav tm="0">
                                          <p:val>
                                            <p:fltVal val="0"/>
                                          </p:val>
                                        </p:tav>
                                        <p:tav tm="100000">
                                          <p:val>
                                            <p:strVal val="#ppt_w"/>
                                          </p:val>
                                        </p:tav>
                                      </p:tavLst>
                                    </p:anim>
                                    <p:anim calcmode="lin" valueType="num">
                                      <p:cBhvr>
                                        <p:cTn id="281" dur="7002" fill="hold"/>
                                        <p:tgtEl>
                                          <p:spTgt spid="384"/>
                                        </p:tgtEl>
                                        <p:attrNameLst>
                                          <p:attrName>ppt_h</p:attrName>
                                        </p:attrNameLst>
                                      </p:cBhvr>
                                      <p:tavLst>
                                        <p:tav tm="0">
                                          <p:val>
                                            <p:fltVal val="0"/>
                                          </p:val>
                                        </p:tav>
                                        <p:tav tm="100000">
                                          <p:val>
                                            <p:strVal val="#ppt_h"/>
                                          </p:val>
                                        </p:tav>
                                      </p:tavLst>
                                    </p:anim>
                                    <p:animEffect transition="in" filter="fade">
                                      <p:cBhvr>
                                        <p:cTn id="282" dur="7002"/>
                                        <p:tgtEl>
                                          <p:spTgt spid="384"/>
                                        </p:tgtEl>
                                      </p:cBhvr>
                                    </p:animEffect>
                                    <p:anim calcmode="lin" valueType="num">
                                      <p:cBhvr>
                                        <p:cTn id="283" dur="7002" fill="hold"/>
                                        <p:tgtEl>
                                          <p:spTgt spid="384"/>
                                        </p:tgtEl>
                                        <p:attrNameLst>
                                          <p:attrName>ppt_x</p:attrName>
                                        </p:attrNameLst>
                                      </p:cBhvr>
                                      <p:tavLst>
                                        <p:tav tm="0">
                                          <p:val>
                                            <p:fltVal val="0.5"/>
                                          </p:val>
                                        </p:tav>
                                        <p:tav tm="100000">
                                          <p:val>
                                            <p:strVal val="#ppt_x"/>
                                          </p:val>
                                        </p:tav>
                                      </p:tavLst>
                                    </p:anim>
                                    <p:anim calcmode="lin" valueType="num">
                                      <p:cBhvr>
                                        <p:cTn id="284" dur="7002" fill="hold"/>
                                        <p:tgtEl>
                                          <p:spTgt spid="384"/>
                                        </p:tgtEl>
                                        <p:attrNameLst>
                                          <p:attrName>ppt_y</p:attrName>
                                        </p:attrNameLst>
                                      </p:cBhvr>
                                      <p:tavLst>
                                        <p:tav tm="0">
                                          <p:val>
                                            <p:fltVal val="0.5"/>
                                          </p:val>
                                        </p:tav>
                                        <p:tav tm="100000">
                                          <p:val>
                                            <p:strVal val="#ppt_y"/>
                                          </p:val>
                                        </p:tav>
                                      </p:tavLst>
                                    </p:anim>
                                  </p:childTnLst>
                                </p:cTn>
                              </p:par>
                              <p:par>
                                <p:cTn id="285" presetID="53" presetClass="entr" presetSubtype="528" repeatCount="indefinite" fill="hold" grpId="0" nodeType="withEffect">
                                  <p:stCondLst>
                                    <p:cond delay="1739"/>
                                  </p:stCondLst>
                                  <p:childTnLst>
                                    <p:set>
                                      <p:cBhvr>
                                        <p:cTn id="286" dur="1" fill="hold">
                                          <p:stCondLst>
                                            <p:cond delay="0"/>
                                          </p:stCondLst>
                                        </p:cTn>
                                        <p:tgtEl>
                                          <p:spTgt spid="388"/>
                                        </p:tgtEl>
                                        <p:attrNameLst>
                                          <p:attrName>style.visibility</p:attrName>
                                        </p:attrNameLst>
                                      </p:cBhvr>
                                      <p:to>
                                        <p:strVal val="visible"/>
                                      </p:to>
                                    </p:set>
                                    <p:anim calcmode="lin" valueType="num">
                                      <p:cBhvr>
                                        <p:cTn id="287" dur="7370" fill="hold"/>
                                        <p:tgtEl>
                                          <p:spTgt spid="388"/>
                                        </p:tgtEl>
                                        <p:attrNameLst>
                                          <p:attrName>ppt_w</p:attrName>
                                        </p:attrNameLst>
                                      </p:cBhvr>
                                      <p:tavLst>
                                        <p:tav tm="0">
                                          <p:val>
                                            <p:fltVal val="0"/>
                                          </p:val>
                                        </p:tav>
                                        <p:tav tm="100000">
                                          <p:val>
                                            <p:strVal val="#ppt_w"/>
                                          </p:val>
                                        </p:tav>
                                      </p:tavLst>
                                    </p:anim>
                                    <p:anim calcmode="lin" valueType="num">
                                      <p:cBhvr>
                                        <p:cTn id="288" dur="7370" fill="hold"/>
                                        <p:tgtEl>
                                          <p:spTgt spid="388"/>
                                        </p:tgtEl>
                                        <p:attrNameLst>
                                          <p:attrName>ppt_h</p:attrName>
                                        </p:attrNameLst>
                                      </p:cBhvr>
                                      <p:tavLst>
                                        <p:tav tm="0">
                                          <p:val>
                                            <p:fltVal val="0"/>
                                          </p:val>
                                        </p:tav>
                                        <p:tav tm="100000">
                                          <p:val>
                                            <p:strVal val="#ppt_h"/>
                                          </p:val>
                                        </p:tav>
                                      </p:tavLst>
                                    </p:anim>
                                    <p:animEffect transition="in" filter="fade">
                                      <p:cBhvr>
                                        <p:cTn id="289" dur="7370"/>
                                        <p:tgtEl>
                                          <p:spTgt spid="388"/>
                                        </p:tgtEl>
                                      </p:cBhvr>
                                    </p:animEffect>
                                    <p:anim calcmode="lin" valueType="num">
                                      <p:cBhvr>
                                        <p:cTn id="290" dur="7370" fill="hold"/>
                                        <p:tgtEl>
                                          <p:spTgt spid="388"/>
                                        </p:tgtEl>
                                        <p:attrNameLst>
                                          <p:attrName>ppt_x</p:attrName>
                                        </p:attrNameLst>
                                      </p:cBhvr>
                                      <p:tavLst>
                                        <p:tav tm="0">
                                          <p:val>
                                            <p:fltVal val="0.5"/>
                                          </p:val>
                                        </p:tav>
                                        <p:tav tm="100000">
                                          <p:val>
                                            <p:strVal val="#ppt_x"/>
                                          </p:val>
                                        </p:tav>
                                      </p:tavLst>
                                    </p:anim>
                                    <p:anim calcmode="lin" valueType="num">
                                      <p:cBhvr>
                                        <p:cTn id="291" dur="7370" fill="hold"/>
                                        <p:tgtEl>
                                          <p:spTgt spid="388"/>
                                        </p:tgtEl>
                                        <p:attrNameLst>
                                          <p:attrName>ppt_y</p:attrName>
                                        </p:attrNameLst>
                                      </p:cBhvr>
                                      <p:tavLst>
                                        <p:tav tm="0">
                                          <p:val>
                                            <p:fltVal val="0.5"/>
                                          </p:val>
                                        </p:tav>
                                        <p:tav tm="100000">
                                          <p:val>
                                            <p:strVal val="#ppt_y"/>
                                          </p:val>
                                        </p:tav>
                                      </p:tavLst>
                                    </p:anim>
                                  </p:childTnLst>
                                </p:cTn>
                              </p:par>
                              <p:par>
                                <p:cTn id="292" presetID="53" presetClass="entr" presetSubtype="528" repeatCount="indefinite" fill="hold" grpId="0" nodeType="withEffect">
                                  <p:stCondLst>
                                    <p:cond delay="1018"/>
                                  </p:stCondLst>
                                  <p:childTnLst>
                                    <p:set>
                                      <p:cBhvr>
                                        <p:cTn id="293" dur="1" fill="hold">
                                          <p:stCondLst>
                                            <p:cond delay="0"/>
                                          </p:stCondLst>
                                        </p:cTn>
                                        <p:tgtEl>
                                          <p:spTgt spid="392"/>
                                        </p:tgtEl>
                                        <p:attrNameLst>
                                          <p:attrName>style.visibility</p:attrName>
                                        </p:attrNameLst>
                                      </p:cBhvr>
                                      <p:to>
                                        <p:strVal val="visible"/>
                                      </p:to>
                                    </p:set>
                                    <p:anim calcmode="lin" valueType="num">
                                      <p:cBhvr>
                                        <p:cTn id="294" dur="5261" fill="hold"/>
                                        <p:tgtEl>
                                          <p:spTgt spid="392"/>
                                        </p:tgtEl>
                                        <p:attrNameLst>
                                          <p:attrName>ppt_w</p:attrName>
                                        </p:attrNameLst>
                                      </p:cBhvr>
                                      <p:tavLst>
                                        <p:tav tm="0">
                                          <p:val>
                                            <p:fltVal val="0"/>
                                          </p:val>
                                        </p:tav>
                                        <p:tav tm="100000">
                                          <p:val>
                                            <p:strVal val="#ppt_w"/>
                                          </p:val>
                                        </p:tav>
                                      </p:tavLst>
                                    </p:anim>
                                    <p:anim calcmode="lin" valueType="num">
                                      <p:cBhvr>
                                        <p:cTn id="295" dur="5261" fill="hold"/>
                                        <p:tgtEl>
                                          <p:spTgt spid="392"/>
                                        </p:tgtEl>
                                        <p:attrNameLst>
                                          <p:attrName>ppt_h</p:attrName>
                                        </p:attrNameLst>
                                      </p:cBhvr>
                                      <p:tavLst>
                                        <p:tav tm="0">
                                          <p:val>
                                            <p:fltVal val="0"/>
                                          </p:val>
                                        </p:tav>
                                        <p:tav tm="100000">
                                          <p:val>
                                            <p:strVal val="#ppt_h"/>
                                          </p:val>
                                        </p:tav>
                                      </p:tavLst>
                                    </p:anim>
                                    <p:animEffect transition="in" filter="fade">
                                      <p:cBhvr>
                                        <p:cTn id="296" dur="5261"/>
                                        <p:tgtEl>
                                          <p:spTgt spid="392"/>
                                        </p:tgtEl>
                                      </p:cBhvr>
                                    </p:animEffect>
                                    <p:anim calcmode="lin" valueType="num">
                                      <p:cBhvr>
                                        <p:cTn id="297" dur="5261" fill="hold"/>
                                        <p:tgtEl>
                                          <p:spTgt spid="392"/>
                                        </p:tgtEl>
                                        <p:attrNameLst>
                                          <p:attrName>ppt_x</p:attrName>
                                        </p:attrNameLst>
                                      </p:cBhvr>
                                      <p:tavLst>
                                        <p:tav tm="0">
                                          <p:val>
                                            <p:fltVal val="0.5"/>
                                          </p:val>
                                        </p:tav>
                                        <p:tav tm="100000">
                                          <p:val>
                                            <p:strVal val="#ppt_x"/>
                                          </p:val>
                                        </p:tav>
                                      </p:tavLst>
                                    </p:anim>
                                    <p:anim calcmode="lin" valueType="num">
                                      <p:cBhvr>
                                        <p:cTn id="298" dur="5261" fill="hold"/>
                                        <p:tgtEl>
                                          <p:spTgt spid="392"/>
                                        </p:tgtEl>
                                        <p:attrNameLst>
                                          <p:attrName>ppt_y</p:attrName>
                                        </p:attrNameLst>
                                      </p:cBhvr>
                                      <p:tavLst>
                                        <p:tav tm="0">
                                          <p:val>
                                            <p:fltVal val="0.5"/>
                                          </p:val>
                                        </p:tav>
                                        <p:tav tm="100000">
                                          <p:val>
                                            <p:strVal val="#ppt_y"/>
                                          </p:val>
                                        </p:tav>
                                      </p:tavLst>
                                    </p:anim>
                                  </p:childTnLst>
                                </p:cTn>
                              </p:par>
                              <p:par>
                                <p:cTn id="299" presetID="53" presetClass="entr" presetSubtype="528" repeatCount="indefinite" fill="hold" grpId="0" nodeType="withEffect">
                                  <p:stCondLst>
                                    <p:cond delay="630"/>
                                  </p:stCondLst>
                                  <p:childTnLst>
                                    <p:set>
                                      <p:cBhvr>
                                        <p:cTn id="300" dur="1" fill="hold">
                                          <p:stCondLst>
                                            <p:cond delay="0"/>
                                          </p:stCondLst>
                                        </p:cTn>
                                        <p:tgtEl>
                                          <p:spTgt spid="397"/>
                                        </p:tgtEl>
                                        <p:attrNameLst>
                                          <p:attrName>style.visibility</p:attrName>
                                        </p:attrNameLst>
                                      </p:cBhvr>
                                      <p:to>
                                        <p:strVal val="visible"/>
                                      </p:to>
                                    </p:set>
                                    <p:anim calcmode="lin" valueType="num">
                                      <p:cBhvr>
                                        <p:cTn id="301" dur="6177" fill="hold"/>
                                        <p:tgtEl>
                                          <p:spTgt spid="397"/>
                                        </p:tgtEl>
                                        <p:attrNameLst>
                                          <p:attrName>ppt_w</p:attrName>
                                        </p:attrNameLst>
                                      </p:cBhvr>
                                      <p:tavLst>
                                        <p:tav tm="0">
                                          <p:val>
                                            <p:fltVal val="0"/>
                                          </p:val>
                                        </p:tav>
                                        <p:tav tm="100000">
                                          <p:val>
                                            <p:strVal val="#ppt_w"/>
                                          </p:val>
                                        </p:tav>
                                      </p:tavLst>
                                    </p:anim>
                                    <p:anim calcmode="lin" valueType="num">
                                      <p:cBhvr>
                                        <p:cTn id="302" dur="6177" fill="hold"/>
                                        <p:tgtEl>
                                          <p:spTgt spid="397"/>
                                        </p:tgtEl>
                                        <p:attrNameLst>
                                          <p:attrName>ppt_h</p:attrName>
                                        </p:attrNameLst>
                                      </p:cBhvr>
                                      <p:tavLst>
                                        <p:tav tm="0">
                                          <p:val>
                                            <p:fltVal val="0"/>
                                          </p:val>
                                        </p:tav>
                                        <p:tav tm="100000">
                                          <p:val>
                                            <p:strVal val="#ppt_h"/>
                                          </p:val>
                                        </p:tav>
                                      </p:tavLst>
                                    </p:anim>
                                    <p:animEffect transition="in" filter="fade">
                                      <p:cBhvr>
                                        <p:cTn id="303" dur="6177"/>
                                        <p:tgtEl>
                                          <p:spTgt spid="397"/>
                                        </p:tgtEl>
                                      </p:cBhvr>
                                    </p:animEffect>
                                    <p:anim calcmode="lin" valueType="num">
                                      <p:cBhvr>
                                        <p:cTn id="304" dur="6177" fill="hold"/>
                                        <p:tgtEl>
                                          <p:spTgt spid="397"/>
                                        </p:tgtEl>
                                        <p:attrNameLst>
                                          <p:attrName>ppt_x</p:attrName>
                                        </p:attrNameLst>
                                      </p:cBhvr>
                                      <p:tavLst>
                                        <p:tav tm="0">
                                          <p:val>
                                            <p:fltVal val="0.5"/>
                                          </p:val>
                                        </p:tav>
                                        <p:tav tm="100000">
                                          <p:val>
                                            <p:strVal val="#ppt_x"/>
                                          </p:val>
                                        </p:tav>
                                      </p:tavLst>
                                    </p:anim>
                                    <p:anim calcmode="lin" valueType="num">
                                      <p:cBhvr>
                                        <p:cTn id="305" dur="6177" fill="hold"/>
                                        <p:tgtEl>
                                          <p:spTgt spid="397"/>
                                        </p:tgtEl>
                                        <p:attrNameLst>
                                          <p:attrName>ppt_y</p:attrName>
                                        </p:attrNameLst>
                                      </p:cBhvr>
                                      <p:tavLst>
                                        <p:tav tm="0">
                                          <p:val>
                                            <p:fltVal val="0.5"/>
                                          </p:val>
                                        </p:tav>
                                        <p:tav tm="100000">
                                          <p:val>
                                            <p:strVal val="#ppt_y"/>
                                          </p:val>
                                        </p:tav>
                                      </p:tavLst>
                                    </p:anim>
                                  </p:childTnLst>
                                </p:cTn>
                              </p:par>
                              <p:par>
                                <p:cTn id="306" presetID="53" presetClass="entr" presetSubtype="528" repeatCount="indefinite" fill="hold" grpId="0" nodeType="withEffect">
                                  <p:stCondLst>
                                    <p:cond delay="1490"/>
                                  </p:stCondLst>
                                  <p:childTnLst>
                                    <p:set>
                                      <p:cBhvr>
                                        <p:cTn id="307" dur="1" fill="hold">
                                          <p:stCondLst>
                                            <p:cond delay="0"/>
                                          </p:stCondLst>
                                        </p:cTn>
                                        <p:tgtEl>
                                          <p:spTgt spid="402"/>
                                        </p:tgtEl>
                                        <p:attrNameLst>
                                          <p:attrName>style.visibility</p:attrName>
                                        </p:attrNameLst>
                                      </p:cBhvr>
                                      <p:to>
                                        <p:strVal val="visible"/>
                                      </p:to>
                                    </p:set>
                                    <p:anim calcmode="lin" valueType="num">
                                      <p:cBhvr>
                                        <p:cTn id="308" dur="5255" fill="hold"/>
                                        <p:tgtEl>
                                          <p:spTgt spid="402"/>
                                        </p:tgtEl>
                                        <p:attrNameLst>
                                          <p:attrName>ppt_w</p:attrName>
                                        </p:attrNameLst>
                                      </p:cBhvr>
                                      <p:tavLst>
                                        <p:tav tm="0">
                                          <p:val>
                                            <p:fltVal val="0"/>
                                          </p:val>
                                        </p:tav>
                                        <p:tav tm="100000">
                                          <p:val>
                                            <p:strVal val="#ppt_w"/>
                                          </p:val>
                                        </p:tav>
                                      </p:tavLst>
                                    </p:anim>
                                    <p:anim calcmode="lin" valueType="num">
                                      <p:cBhvr>
                                        <p:cTn id="309" dur="5255" fill="hold"/>
                                        <p:tgtEl>
                                          <p:spTgt spid="402"/>
                                        </p:tgtEl>
                                        <p:attrNameLst>
                                          <p:attrName>ppt_h</p:attrName>
                                        </p:attrNameLst>
                                      </p:cBhvr>
                                      <p:tavLst>
                                        <p:tav tm="0">
                                          <p:val>
                                            <p:fltVal val="0"/>
                                          </p:val>
                                        </p:tav>
                                        <p:tav tm="100000">
                                          <p:val>
                                            <p:strVal val="#ppt_h"/>
                                          </p:val>
                                        </p:tav>
                                      </p:tavLst>
                                    </p:anim>
                                    <p:animEffect transition="in" filter="fade">
                                      <p:cBhvr>
                                        <p:cTn id="310" dur="5255"/>
                                        <p:tgtEl>
                                          <p:spTgt spid="402"/>
                                        </p:tgtEl>
                                      </p:cBhvr>
                                    </p:animEffect>
                                    <p:anim calcmode="lin" valueType="num">
                                      <p:cBhvr>
                                        <p:cTn id="311" dur="5255" fill="hold"/>
                                        <p:tgtEl>
                                          <p:spTgt spid="402"/>
                                        </p:tgtEl>
                                        <p:attrNameLst>
                                          <p:attrName>ppt_x</p:attrName>
                                        </p:attrNameLst>
                                      </p:cBhvr>
                                      <p:tavLst>
                                        <p:tav tm="0">
                                          <p:val>
                                            <p:fltVal val="0.5"/>
                                          </p:val>
                                        </p:tav>
                                        <p:tav tm="100000">
                                          <p:val>
                                            <p:strVal val="#ppt_x"/>
                                          </p:val>
                                        </p:tav>
                                      </p:tavLst>
                                    </p:anim>
                                    <p:anim calcmode="lin" valueType="num">
                                      <p:cBhvr>
                                        <p:cTn id="312" dur="5255" fill="hold"/>
                                        <p:tgtEl>
                                          <p:spTgt spid="402"/>
                                        </p:tgtEl>
                                        <p:attrNameLst>
                                          <p:attrName>ppt_y</p:attrName>
                                        </p:attrNameLst>
                                      </p:cBhvr>
                                      <p:tavLst>
                                        <p:tav tm="0">
                                          <p:val>
                                            <p:fltVal val="0.5"/>
                                          </p:val>
                                        </p:tav>
                                        <p:tav tm="100000">
                                          <p:val>
                                            <p:strVal val="#ppt_y"/>
                                          </p:val>
                                        </p:tav>
                                      </p:tavLst>
                                    </p:anim>
                                  </p:childTnLst>
                                </p:cTn>
                              </p:par>
                              <p:par>
                                <p:cTn id="313" presetID="53" presetClass="entr" presetSubtype="528" repeatCount="indefinite" fill="hold" grpId="0" nodeType="withEffect">
                                  <p:stCondLst>
                                    <p:cond delay="633"/>
                                  </p:stCondLst>
                                  <p:childTnLst>
                                    <p:set>
                                      <p:cBhvr>
                                        <p:cTn id="314" dur="1" fill="hold">
                                          <p:stCondLst>
                                            <p:cond delay="0"/>
                                          </p:stCondLst>
                                        </p:cTn>
                                        <p:tgtEl>
                                          <p:spTgt spid="403"/>
                                        </p:tgtEl>
                                        <p:attrNameLst>
                                          <p:attrName>style.visibility</p:attrName>
                                        </p:attrNameLst>
                                      </p:cBhvr>
                                      <p:to>
                                        <p:strVal val="visible"/>
                                      </p:to>
                                    </p:set>
                                    <p:anim calcmode="lin" valueType="num">
                                      <p:cBhvr>
                                        <p:cTn id="315" dur="5534" fill="hold"/>
                                        <p:tgtEl>
                                          <p:spTgt spid="403"/>
                                        </p:tgtEl>
                                        <p:attrNameLst>
                                          <p:attrName>ppt_w</p:attrName>
                                        </p:attrNameLst>
                                      </p:cBhvr>
                                      <p:tavLst>
                                        <p:tav tm="0">
                                          <p:val>
                                            <p:fltVal val="0"/>
                                          </p:val>
                                        </p:tav>
                                        <p:tav tm="100000">
                                          <p:val>
                                            <p:strVal val="#ppt_w"/>
                                          </p:val>
                                        </p:tav>
                                      </p:tavLst>
                                    </p:anim>
                                    <p:anim calcmode="lin" valueType="num">
                                      <p:cBhvr>
                                        <p:cTn id="316" dur="5534" fill="hold"/>
                                        <p:tgtEl>
                                          <p:spTgt spid="403"/>
                                        </p:tgtEl>
                                        <p:attrNameLst>
                                          <p:attrName>ppt_h</p:attrName>
                                        </p:attrNameLst>
                                      </p:cBhvr>
                                      <p:tavLst>
                                        <p:tav tm="0">
                                          <p:val>
                                            <p:fltVal val="0"/>
                                          </p:val>
                                        </p:tav>
                                        <p:tav tm="100000">
                                          <p:val>
                                            <p:strVal val="#ppt_h"/>
                                          </p:val>
                                        </p:tav>
                                      </p:tavLst>
                                    </p:anim>
                                    <p:animEffect transition="in" filter="fade">
                                      <p:cBhvr>
                                        <p:cTn id="317" dur="5534"/>
                                        <p:tgtEl>
                                          <p:spTgt spid="403"/>
                                        </p:tgtEl>
                                      </p:cBhvr>
                                    </p:animEffect>
                                    <p:anim calcmode="lin" valueType="num">
                                      <p:cBhvr>
                                        <p:cTn id="318" dur="5534" fill="hold"/>
                                        <p:tgtEl>
                                          <p:spTgt spid="403"/>
                                        </p:tgtEl>
                                        <p:attrNameLst>
                                          <p:attrName>ppt_x</p:attrName>
                                        </p:attrNameLst>
                                      </p:cBhvr>
                                      <p:tavLst>
                                        <p:tav tm="0">
                                          <p:val>
                                            <p:fltVal val="0.5"/>
                                          </p:val>
                                        </p:tav>
                                        <p:tav tm="100000">
                                          <p:val>
                                            <p:strVal val="#ppt_x"/>
                                          </p:val>
                                        </p:tav>
                                      </p:tavLst>
                                    </p:anim>
                                    <p:anim calcmode="lin" valueType="num">
                                      <p:cBhvr>
                                        <p:cTn id="319" dur="5534" fill="hold"/>
                                        <p:tgtEl>
                                          <p:spTgt spid="403"/>
                                        </p:tgtEl>
                                        <p:attrNameLst>
                                          <p:attrName>ppt_y</p:attrName>
                                        </p:attrNameLst>
                                      </p:cBhvr>
                                      <p:tavLst>
                                        <p:tav tm="0">
                                          <p:val>
                                            <p:fltVal val="0.5"/>
                                          </p:val>
                                        </p:tav>
                                        <p:tav tm="100000">
                                          <p:val>
                                            <p:strVal val="#ppt_y"/>
                                          </p:val>
                                        </p:tav>
                                      </p:tavLst>
                                    </p:anim>
                                  </p:childTnLst>
                                </p:cTn>
                              </p:par>
                              <p:par>
                                <p:cTn id="320" presetID="53" presetClass="entr" presetSubtype="528" repeatCount="indefinite" fill="hold" grpId="0" nodeType="withEffect">
                                  <p:stCondLst>
                                    <p:cond delay="377"/>
                                  </p:stCondLst>
                                  <p:childTnLst>
                                    <p:set>
                                      <p:cBhvr>
                                        <p:cTn id="321" dur="1" fill="hold">
                                          <p:stCondLst>
                                            <p:cond delay="0"/>
                                          </p:stCondLst>
                                        </p:cTn>
                                        <p:tgtEl>
                                          <p:spTgt spid="404"/>
                                        </p:tgtEl>
                                        <p:attrNameLst>
                                          <p:attrName>style.visibility</p:attrName>
                                        </p:attrNameLst>
                                      </p:cBhvr>
                                      <p:to>
                                        <p:strVal val="visible"/>
                                      </p:to>
                                    </p:set>
                                    <p:anim calcmode="lin" valueType="num">
                                      <p:cBhvr>
                                        <p:cTn id="322" dur="6932" fill="hold"/>
                                        <p:tgtEl>
                                          <p:spTgt spid="404"/>
                                        </p:tgtEl>
                                        <p:attrNameLst>
                                          <p:attrName>ppt_w</p:attrName>
                                        </p:attrNameLst>
                                      </p:cBhvr>
                                      <p:tavLst>
                                        <p:tav tm="0">
                                          <p:val>
                                            <p:fltVal val="0"/>
                                          </p:val>
                                        </p:tav>
                                        <p:tav tm="100000">
                                          <p:val>
                                            <p:strVal val="#ppt_w"/>
                                          </p:val>
                                        </p:tav>
                                      </p:tavLst>
                                    </p:anim>
                                    <p:anim calcmode="lin" valueType="num">
                                      <p:cBhvr>
                                        <p:cTn id="323" dur="6932" fill="hold"/>
                                        <p:tgtEl>
                                          <p:spTgt spid="404"/>
                                        </p:tgtEl>
                                        <p:attrNameLst>
                                          <p:attrName>ppt_h</p:attrName>
                                        </p:attrNameLst>
                                      </p:cBhvr>
                                      <p:tavLst>
                                        <p:tav tm="0">
                                          <p:val>
                                            <p:fltVal val="0"/>
                                          </p:val>
                                        </p:tav>
                                        <p:tav tm="100000">
                                          <p:val>
                                            <p:strVal val="#ppt_h"/>
                                          </p:val>
                                        </p:tav>
                                      </p:tavLst>
                                    </p:anim>
                                    <p:animEffect transition="in" filter="fade">
                                      <p:cBhvr>
                                        <p:cTn id="324" dur="6932"/>
                                        <p:tgtEl>
                                          <p:spTgt spid="404"/>
                                        </p:tgtEl>
                                      </p:cBhvr>
                                    </p:animEffect>
                                    <p:anim calcmode="lin" valueType="num">
                                      <p:cBhvr>
                                        <p:cTn id="325" dur="6932" fill="hold"/>
                                        <p:tgtEl>
                                          <p:spTgt spid="404"/>
                                        </p:tgtEl>
                                        <p:attrNameLst>
                                          <p:attrName>ppt_x</p:attrName>
                                        </p:attrNameLst>
                                      </p:cBhvr>
                                      <p:tavLst>
                                        <p:tav tm="0">
                                          <p:val>
                                            <p:fltVal val="0.5"/>
                                          </p:val>
                                        </p:tav>
                                        <p:tav tm="100000">
                                          <p:val>
                                            <p:strVal val="#ppt_x"/>
                                          </p:val>
                                        </p:tav>
                                      </p:tavLst>
                                    </p:anim>
                                    <p:anim calcmode="lin" valueType="num">
                                      <p:cBhvr>
                                        <p:cTn id="326" dur="6932" fill="hold"/>
                                        <p:tgtEl>
                                          <p:spTgt spid="404"/>
                                        </p:tgtEl>
                                        <p:attrNameLst>
                                          <p:attrName>ppt_y</p:attrName>
                                        </p:attrNameLst>
                                      </p:cBhvr>
                                      <p:tavLst>
                                        <p:tav tm="0">
                                          <p:val>
                                            <p:fltVal val="0.5"/>
                                          </p:val>
                                        </p:tav>
                                        <p:tav tm="100000">
                                          <p:val>
                                            <p:strVal val="#ppt_y"/>
                                          </p:val>
                                        </p:tav>
                                      </p:tavLst>
                                    </p:anim>
                                  </p:childTnLst>
                                </p:cTn>
                              </p:par>
                              <p:par>
                                <p:cTn id="327" presetID="53" presetClass="entr" presetSubtype="528" repeatCount="indefinite" fill="hold" grpId="0" nodeType="withEffect">
                                  <p:stCondLst>
                                    <p:cond delay="1461"/>
                                  </p:stCondLst>
                                  <p:childTnLst>
                                    <p:set>
                                      <p:cBhvr>
                                        <p:cTn id="328" dur="1" fill="hold">
                                          <p:stCondLst>
                                            <p:cond delay="0"/>
                                          </p:stCondLst>
                                        </p:cTn>
                                        <p:tgtEl>
                                          <p:spTgt spid="405"/>
                                        </p:tgtEl>
                                        <p:attrNameLst>
                                          <p:attrName>style.visibility</p:attrName>
                                        </p:attrNameLst>
                                      </p:cBhvr>
                                      <p:to>
                                        <p:strVal val="visible"/>
                                      </p:to>
                                    </p:set>
                                    <p:anim calcmode="lin" valueType="num">
                                      <p:cBhvr>
                                        <p:cTn id="329" dur="7218" fill="hold"/>
                                        <p:tgtEl>
                                          <p:spTgt spid="405"/>
                                        </p:tgtEl>
                                        <p:attrNameLst>
                                          <p:attrName>ppt_w</p:attrName>
                                        </p:attrNameLst>
                                      </p:cBhvr>
                                      <p:tavLst>
                                        <p:tav tm="0">
                                          <p:val>
                                            <p:fltVal val="0"/>
                                          </p:val>
                                        </p:tav>
                                        <p:tav tm="100000">
                                          <p:val>
                                            <p:strVal val="#ppt_w"/>
                                          </p:val>
                                        </p:tav>
                                      </p:tavLst>
                                    </p:anim>
                                    <p:anim calcmode="lin" valueType="num">
                                      <p:cBhvr>
                                        <p:cTn id="330" dur="7218" fill="hold"/>
                                        <p:tgtEl>
                                          <p:spTgt spid="405"/>
                                        </p:tgtEl>
                                        <p:attrNameLst>
                                          <p:attrName>ppt_h</p:attrName>
                                        </p:attrNameLst>
                                      </p:cBhvr>
                                      <p:tavLst>
                                        <p:tav tm="0">
                                          <p:val>
                                            <p:fltVal val="0"/>
                                          </p:val>
                                        </p:tav>
                                        <p:tav tm="100000">
                                          <p:val>
                                            <p:strVal val="#ppt_h"/>
                                          </p:val>
                                        </p:tav>
                                      </p:tavLst>
                                    </p:anim>
                                    <p:animEffect transition="in" filter="fade">
                                      <p:cBhvr>
                                        <p:cTn id="331" dur="7218"/>
                                        <p:tgtEl>
                                          <p:spTgt spid="405"/>
                                        </p:tgtEl>
                                      </p:cBhvr>
                                    </p:animEffect>
                                    <p:anim calcmode="lin" valueType="num">
                                      <p:cBhvr>
                                        <p:cTn id="332" dur="7218" fill="hold"/>
                                        <p:tgtEl>
                                          <p:spTgt spid="405"/>
                                        </p:tgtEl>
                                        <p:attrNameLst>
                                          <p:attrName>ppt_x</p:attrName>
                                        </p:attrNameLst>
                                      </p:cBhvr>
                                      <p:tavLst>
                                        <p:tav tm="0">
                                          <p:val>
                                            <p:fltVal val="0.5"/>
                                          </p:val>
                                        </p:tav>
                                        <p:tav tm="100000">
                                          <p:val>
                                            <p:strVal val="#ppt_x"/>
                                          </p:val>
                                        </p:tav>
                                      </p:tavLst>
                                    </p:anim>
                                    <p:anim calcmode="lin" valueType="num">
                                      <p:cBhvr>
                                        <p:cTn id="333" dur="7218" fill="hold"/>
                                        <p:tgtEl>
                                          <p:spTgt spid="405"/>
                                        </p:tgtEl>
                                        <p:attrNameLst>
                                          <p:attrName>ppt_y</p:attrName>
                                        </p:attrNameLst>
                                      </p:cBhvr>
                                      <p:tavLst>
                                        <p:tav tm="0">
                                          <p:val>
                                            <p:fltVal val="0.5"/>
                                          </p:val>
                                        </p:tav>
                                        <p:tav tm="100000">
                                          <p:val>
                                            <p:strVal val="#ppt_y"/>
                                          </p:val>
                                        </p:tav>
                                      </p:tavLst>
                                    </p:anim>
                                  </p:childTnLst>
                                </p:cTn>
                              </p:par>
                              <p:par>
                                <p:cTn id="334" presetID="53" presetClass="entr" presetSubtype="528" repeatCount="indefinite" fill="hold" grpId="0" nodeType="withEffect">
                                  <p:stCondLst>
                                    <p:cond delay="1078"/>
                                  </p:stCondLst>
                                  <p:childTnLst>
                                    <p:set>
                                      <p:cBhvr>
                                        <p:cTn id="335" dur="1" fill="hold">
                                          <p:stCondLst>
                                            <p:cond delay="0"/>
                                          </p:stCondLst>
                                        </p:cTn>
                                        <p:tgtEl>
                                          <p:spTgt spid="406"/>
                                        </p:tgtEl>
                                        <p:attrNameLst>
                                          <p:attrName>style.visibility</p:attrName>
                                        </p:attrNameLst>
                                      </p:cBhvr>
                                      <p:to>
                                        <p:strVal val="visible"/>
                                      </p:to>
                                    </p:set>
                                    <p:anim calcmode="lin" valueType="num">
                                      <p:cBhvr>
                                        <p:cTn id="336" dur="6826" fill="hold"/>
                                        <p:tgtEl>
                                          <p:spTgt spid="406"/>
                                        </p:tgtEl>
                                        <p:attrNameLst>
                                          <p:attrName>ppt_w</p:attrName>
                                        </p:attrNameLst>
                                      </p:cBhvr>
                                      <p:tavLst>
                                        <p:tav tm="0">
                                          <p:val>
                                            <p:fltVal val="0"/>
                                          </p:val>
                                        </p:tav>
                                        <p:tav tm="100000">
                                          <p:val>
                                            <p:strVal val="#ppt_w"/>
                                          </p:val>
                                        </p:tav>
                                      </p:tavLst>
                                    </p:anim>
                                    <p:anim calcmode="lin" valueType="num">
                                      <p:cBhvr>
                                        <p:cTn id="337" dur="6826" fill="hold"/>
                                        <p:tgtEl>
                                          <p:spTgt spid="406"/>
                                        </p:tgtEl>
                                        <p:attrNameLst>
                                          <p:attrName>ppt_h</p:attrName>
                                        </p:attrNameLst>
                                      </p:cBhvr>
                                      <p:tavLst>
                                        <p:tav tm="0">
                                          <p:val>
                                            <p:fltVal val="0"/>
                                          </p:val>
                                        </p:tav>
                                        <p:tav tm="100000">
                                          <p:val>
                                            <p:strVal val="#ppt_h"/>
                                          </p:val>
                                        </p:tav>
                                      </p:tavLst>
                                    </p:anim>
                                    <p:animEffect transition="in" filter="fade">
                                      <p:cBhvr>
                                        <p:cTn id="338" dur="6826"/>
                                        <p:tgtEl>
                                          <p:spTgt spid="406"/>
                                        </p:tgtEl>
                                      </p:cBhvr>
                                    </p:animEffect>
                                    <p:anim calcmode="lin" valueType="num">
                                      <p:cBhvr>
                                        <p:cTn id="339" dur="6826" fill="hold"/>
                                        <p:tgtEl>
                                          <p:spTgt spid="406"/>
                                        </p:tgtEl>
                                        <p:attrNameLst>
                                          <p:attrName>ppt_x</p:attrName>
                                        </p:attrNameLst>
                                      </p:cBhvr>
                                      <p:tavLst>
                                        <p:tav tm="0">
                                          <p:val>
                                            <p:fltVal val="0.5"/>
                                          </p:val>
                                        </p:tav>
                                        <p:tav tm="100000">
                                          <p:val>
                                            <p:strVal val="#ppt_x"/>
                                          </p:val>
                                        </p:tav>
                                      </p:tavLst>
                                    </p:anim>
                                    <p:anim calcmode="lin" valueType="num">
                                      <p:cBhvr>
                                        <p:cTn id="340" dur="6826" fill="hold"/>
                                        <p:tgtEl>
                                          <p:spTgt spid="406"/>
                                        </p:tgtEl>
                                        <p:attrNameLst>
                                          <p:attrName>ppt_y</p:attrName>
                                        </p:attrNameLst>
                                      </p:cBhvr>
                                      <p:tavLst>
                                        <p:tav tm="0">
                                          <p:val>
                                            <p:fltVal val="0.5"/>
                                          </p:val>
                                        </p:tav>
                                        <p:tav tm="100000">
                                          <p:val>
                                            <p:strVal val="#ppt_y"/>
                                          </p:val>
                                        </p:tav>
                                      </p:tavLst>
                                    </p:anim>
                                  </p:childTnLst>
                                </p:cTn>
                              </p:par>
                              <p:par>
                                <p:cTn id="341" presetID="53" presetClass="entr" presetSubtype="528" repeatCount="indefinite" fill="hold" grpId="0" nodeType="withEffect">
                                  <p:stCondLst>
                                    <p:cond delay="1447"/>
                                  </p:stCondLst>
                                  <p:childTnLst>
                                    <p:set>
                                      <p:cBhvr>
                                        <p:cTn id="342" dur="1" fill="hold">
                                          <p:stCondLst>
                                            <p:cond delay="0"/>
                                          </p:stCondLst>
                                        </p:cTn>
                                        <p:tgtEl>
                                          <p:spTgt spid="408"/>
                                        </p:tgtEl>
                                        <p:attrNameLst>
                                          <p:attrName>style.visibility</p:attrName>
                                        </p:attrNameLst>
                                      </p:cBhvr>
                                      <p:to>
                                        <p:strVal val="visible"/>
                                      </p:to>
                                    </p:set>
                                    <p:anim calcmode="lin" valueType="num">
                                      <p:cBhvr>
                                        <p:cTn id="343" dur="5322" fill="hold"/>
                                        <p:tgtEl>
                                          <p:spTgt spid="408"/>
                                        </p:tgtEl>
                                        <p:attrNameLst>
                                          <p:attrName>ppt_w</p:attrName>
                                        </p:attrNameLst>
                                      </p:cBhvr>
                                      <p:tavLst>
                                        <p:tav tm="0">
                                          <p:val>
                                            <p:fltVal val="0"/>
                                          </p:val>
                                        </p:tav>
                                        <p:tav tm="100000">
                                          <p:val>
                                            <p:strVal val="#ppt_w"/>
                                          </p:val>
                                        </p:tav>
                                      </p:tavLst>
                                    </p:anim>
                                    <p:anim calcmode="lin" valueType="num">
                                      <p:cBhvr>
                                        <p:cTn id="344" dur="5322" fill="hold"/>
                                        <p:tgtEl>
                                          <p:spTgt spid="408"/>
                                        </p:tgtEl>
                                        <p:attrNameLst>
                                          <p:attrName>ppt_h</p:attrName>
                                        </p:attrNameLst>
                                      </p:cBhvr>
                                      <p:tavLst>
                                        <p:tav tm="0">
                                          <p:val>
                                            <p:fltVal val="0"/>
                                          </p:val>
                                        </p:tav>
                                        <p:tav tm="100000">
                                          <p:val>
                                            <p:strVal val="#ppt_h"/>
                                          </p:val>
                                        </p:tav>
                                      </p:tavLst>
                                    </p:anim>
                                    <p:animEffect transition="in" filter="fade">
                                      <p:cBhvr>
                                        <p:cTn id="345" dur="5322"/>
                                        <p:tgtEl>
                                          <p:spTgt spid="408"/>
                                        </p:tgtEl>
                                      </p:cBhvr>
                                    </p:animEffect>
                                    <p:anim calcmode="lin" valueType="num">
                                      <p:cBhvr>
                                        <p:cTn id="346" dur="5322" fill="hold"/>
                                        <p:tgtEl>
                                          <p:spTgt spid="408"/>
                                        </p:tgtEl>
                                        <p:attrNameLst>
                                          <p:attrName>ppt_x</p:attrName>
                                        </p:attrNameLst>
                                      </p:cBhvr>
                                      <p:tavLst>
                                        <p:tav tm="0">
                                          <p:val>
                                            <p:fltVal val="0.5"/>
                                          </p:val>
                                        </p:tav>
                                        <p:tav tm="100000">
                                          <p:val>
                                            <p:strVal val="#ppt_x"/>
                                          </p:val>
                                        </p:tav>
                                      </p:tavLst>
                                    </p:anim>
                                    <p:anim calcmode="lin" valueType="num">
                                      <p:cBhvr>
                                        <p:cTn id="347" dur="5322" fill="hold"/>
                                        <p:tgtEl>
                                          <p:spTgt spid="408"/>
                                        </p:tgtEl>
                                        <p:attrNameLst>
                                          <p:attrName>ppt_y</p:attrName>
                                        </p:attrNameLst>
                                      </p:cBhvr>
                                      <p:tavLst>
                                        <p:tav tm="0">
                                          <p:val>
                                            <p:fltVal val="0.5"/>
                                          </p:val>
                                        </p:tav>
                                        <p:tav tm="100000">
                                          <p:val>
                                            <p:strVal val="#ppt_y"/>
                                          </p:val>
                                        </p:tav>
                                      </p:tavLst>
                                    </p:anim>
                                  </p:childTnLst>
                                </p:cTn>
                              </p:par>
                              <p:par>
                                <p:cTn id="348" presetID="53" presetClass="entr" presetSubtype="528" repeatCount="indefinite" fill="hold" grpId="0" nodeType="withEffect">
                                  <p:stCondLst>
                                    <p:cond delay="1654"/>
                                  </p:stCondLst>
                                  <p:childTnLst>
                                    <p:set>
                                      <p:cBhvr>
                                        <p:cTn id="349" dur="1" fill="hold">
                                          <p:stCondLst>
                                            <p:cond delay="0"/>
                                          </p:stCondLst>
                                        </p:cTn>
                                        <p:tgtEl>
                                          <p:spTgt spid="409"/>
                                        </p:tgtEl>
                                        <p:attrNameLst>
                                          <p:attrName>style.visibility</p:attrName>
                                        </p:attrNameLst>
                                      </p:cBhvr>
                                      <p:to>
                                        <p:strVal val="visible"/>
                                      </p:to>
                                    </p:set>
                                    <p:anim calcmode="lin" valueType="num">
                                      <p:cBhvr>
                                        <p:cTn id="350" dur="6922" fill="hold"/>
                                        <p:tgtEl>
                                          <p:spTgt spid="409"/>
                                        </p:tgtEl>
                                        <p:attrNameLst>
                                          <p:attrName>ppt_w</p:attrName>
                                        </p:attrNameLst>
                                      </p:cBhvr>
                                      <p:tavLst>
                                        <p:tav tm="0">
                                          <p:val>
                                            <p:fltVal val="0"/>
                                          </p:val>
                                        </p:tav>
                                        <p:tav tm="100000">
                                          <p:val>
                                            <p:strVal val="#ppt_w"/>
                                          </p:val>
                                        </p:tav>
                                      </p:tavLst>
                                    </p:anim>
                                    <p:anim calcmode="lin" valueType="num">
                                      <p:cBhvr>
                                        <p:cTn id="351" dur="6922" fill="hold"/>
                                        <p:tgtEl>
                                          <p:spTgt spid="409"/>
                                        </p:tgtEl>
                                        <p:attrNameLst>
                                          <p:attrName>ppt_h</p:attrName>
                                        </p:attrNameLst>
                                      </p:cBhvr>
                                      <p:tavLst>
                                        <p:tav tm="0">
                                          <p:val>
                                            <p:fltVal val="0"/>
                                          </p:val>
                                        </p:tav>
                                        <p:tav tm="100000">
                                          <p:val>
                                            <p:strVal val="#ppt_h"/>
                                          </p:val>
                                        </p:tav>
                                      </p:tavLst>
                                    </p:anim>
                                    <p:animEffect transition="in" filter="fade">
                                      <p:cBhvr>
                                        <p:cTn id="352" dur="6922"/>
                                        <p:tgtEl>
                                          <p:spTgt spid="409"/>
                                        </p:tgtEl>
                                      </p:cBhvr>
                                    </p:animEffect>
                                    <p:anim calcmode="lin" valueType="num">
                                      <p:cBhvr>
                                        <p:cTn id="353" dur="6922" fill="hold"/>
                                        <p:tgtEl>
                                          <p:spTgt spid="409"/>
                                        </p:tgtEl>
                                        <p:attrNameLst>
                                          <p:attrName>ppt_x</p:attrName>
                                        </p:attrNameLst>
                                      </p:cBhvr>
                                      <p:tavLst>
                                        <p:tav tm="0">
                                          <p:val>
                                            <p:fltVal val="0.5"/>
                                          </p:val>
                                        </p:tav>
                                        <p:tav tm="100000">
                                          <p:val>
                                            <p:strVal val="#ppt_x"/>
                                          </p:val>
                                        </p:tav>
                                      </p:tavLst>
                                    </p:anim>
                                    <p:anim calcmode="lin" valueType="num">
                                      <p:cBhvr>
                                        <p:cTn id="354" dur="6922" fill="hold"/>
                                        <p:tgtEl>
                                          <p:spTgt spid="409"/>
                                        </p:tgtEl>
                                        <p:attrNameLst>
                                          <p:attrName>ppt_y</p:attrName>
                                        </p:attrNameLst>
                                      </p:cBhvr>
                                      <p:tavLst>
                                        <p:tav tm="0">
                                          <p:val>
                                            <p:fltVal val="0.5"/>
                                          </p:val>
                                        </p:tav>
                                        <p:tav tm="100000">
                                          <p:val>
                                            <p:strVal val="#ppt_y"/>
                                          </p:val>
                                        </p:tav>
                                      </p:tavLst>
                                    </p:anim>
                                  </p:childTnLst>
                                </p:cTn>
                              </p:par>
                              <p:par>
                                <p:cTn id="355" presetID="53" presetClass="entr" presetSubtype="528" repeatCount="indefinite" fill="hold" grpId="0" nodeType="withEffect">
                                  <p:stCondLst>
                                    <p:cond delay="487"/>
                                  </p:stCondLst>
                                  <p:childTnLst>
                                    <p:set>
                                      <p:cBhvr>
                                        <p:cTn id="356" dur="1" fill="hold">
                                          <p:stCondLst>
                                            <p:cond delay="0"/>
                                          </p:stCondLst>
                                        </p:cTn>
                                        <p:tgtEl>
                                          <p:spTgt spid="412"/>
                                        </p:tgtEl>
                                        <p:attrNameLst>
                                          <p:attrName>style.visibility</p:attrName>
                                        </p:attrNameLst>
                                      </p:cBhvr>
                                      <p:to>
                                        <p:strVal val="visible"/>
                                      </p:to>
                                    </p:set>
                                    <p:anim calcmode="lin" valueType="num">
                                      <p:cBhvr>
                                        <p:cTn id="357" dur="7039" fill="hold"/>
                                        <p:tgtEl>
                                          <p:spTgt spid="412"/>
                                        </p:tgtEl>
                                        <p:attrNameLst>
                                          <p:attrName>ppt_w</p:attrName>
                                        </p:attrNameLst>
                                      </p:cBhvr>
                                      <p:tavLst>
                                        <p:tav tm="0">
                                          <p:val>
                                            <p:fltVal val="0"/>
                                          </p:val>
                                        </p:tav>
                                        <p:tav tm="100000">
                                          <p:val>
                                            <p:strVal val="#ppt_w"/>
                                          </p:val>
                                        </p:tav>
                                      </p:tavLst>
                                    </p:anim>
                                    <p:anim calcmode="lin" valueType="num">
                                      <p:cBhvr>
                                        <p:cTn id="358" dur="7039" fill="hold"/>
                                        <p:tgtEl>
                                          <p:spTgt spid="412"/>
                                        </p:tgtEl>
                                        <p:attrNameLst>
                                          <p:attrName>ppt_h</p:attrName>
                                        </p:attrNameLst>
                                      </p:cBhvr>
                                      <p:tavLst>
                                        <p:tav tm="0">
                                          <p:val>
                                            <p:fltVal val="0"/>
                                          </p:val>
                                        </p:tav>
                                        <p:tav tm="100000">
                                          <p:val>
                                            <p:strVal val="#ppt_h"/>
                                          </p:val>
                                        </p:tav>
                                      </p:tavLst>
                                    </p:anim>
                                    <p:animEffect transition="in" filter="fade">
                                      <p:cBhvr>
                                        <p:cTn id="359" dur="7039"/>
                                        <p:tgtEl>
                                          <p:spTgt spid="412"/>
                                        </p:tgtEl>
                                      </p:cBhvr>
                                    </p:animEffect>
                                    <p:anim calcmode="lin" valueType="num">
                                      <p:cBhvr>
                                        <p:cTn id="360" dur="7039" fill="hold"/>
                                        <p:tgtEl>
                                          <p:spTgt spid="412"/>
                                        </p:tgtEl>
                                        <p:attrNameLst>
                                          <p:attrName>ppt_x</p:attrName>
                                        </p:attrNameLst>
                                      </p:cBhvr>
                                      <p:tavLst>
                                        <p:tav tm="0">
                                          <p:val>
                                            <p:fltVal val="0.5"/>
                                          </p:val>
                                        </p:tav>
                                        <p:tav tm="100000">
                                          <p:val>
                                            <p:strVal val="#ppt_x"/>
                                          </p:val>
                                        </p:tav>
                                      </p:tavLst>
                                    </p:anim>
                                    <p:anim calcmode="lin" valueType="num">
                                      <p:cBhvr>
                                        <p:cTn id="361" dur="7039" fill="hold"/>
                                        <p:tgtEl>
                                          <p:spTgt spid="412"/>
                                        </p:tgtEl>
                                        <p:attrNameLst>
                                          <p:attrName>ppt_y</p:attrName>
                                        </p:attrNameLst>
                                      </p:cBhvr>
                                      <p:tavLst>
                                        <p:tav tm="0">
                                          <p:val>
                                            <p:fltVal val="0.5"/>
                                          </p:val>
                                        </p:tav>
                                        <p:tav tm="100000">
                                          <p:val>
                                            <p:strVal val="#ppt_y"/>
                                          </p:val>
                                        </p:tav>
                                      </p:tavLst>
                                    </p:anim>
                                  </p:childTnLst>
                                </p:cTn>
                              </p:par>
                              <p:par>
                                <p:cTn id="362" presetID="53" presetClass="entr" presetSubtype="528" repeatCount="indefinite" fill="hold" grpId="0" nodeType="withEffect">
                                  <p:stCondLst>
                                    <p:cond delay="1043"/>
                                  </p:stCondLst>
                                  <p:childTnLst>
                                    <p:set>
                                      <p:cBhvr>
                                        <p:cTn id="363" dur="1" fill="hold">
                                          <p:stCondLst>
                                            <p:cond delay="0"/>
                                          </p:stCondLst>
                                        </p:cTn>
                                        <p:tgtEl>
                                          <p:spTgt spid="413"/>
                                        </p:tgtEl>
                                        <p:attrNameLst>
                                          <p:attrName>style.visibility</p:attrName>
                                        </p:attrNameLst>
                                      </p:cBhvr>
                                      <p:to>
                                        <p:strVal val="visible"/>
                                      </p:to>
                                    </p:set>
                                    <p:anim calcmode="lin" valueType="num">
                                      <p:cBhvr>
                                        <p:cTn id="364" dur="6539" fill="hold"/>
                                        <p:tgtEl>
                                          <p:spTgt spid="413"/>
                                        </p:tgtEl>
                                        <p:attrNameLst>
                                          <p:attrName>ppt_w</p:attrName>
                                        </p:attrNameLst>
                                      </p:cBhvr>
                                      <p:tavLst>
                                        <p:tav tm="0">
                                          <p:val>
                                            <p:fltVal val="0"/>
                                          </p:val>
                                        </p:tav>
                                        <p:tav tm="100000">
                                          <p:val>
                                            <p:strVal val="#ppt_w"/>
                                          </p:val>
                                        </p:tav>
                                      </p:tavLst>
                                    </p:anim>
                                    <p:anim calcmode="lin" valueType="num">
                                      <p:cBhvr>
                                        <p:cTn id="365" dur="6539" fill="hold"/>
                                        <p:tgtEl>
                                          <p:spTgt spid="413"/>
                                        </p:tgtEl>
                                        <p:attrNameLst>
                                          <p:attrName>ppt_h</p:attrName>
                                        </p:attrNameLst>
                                      </p:cBhvr>
                                      <p:tavLst>
                                        <p:tav tm="0">
                                          <p:val>
                                            <p:fltVal val="0"/>
                                          </p:val>
                                        </p:tav>
                                        <p:tav tm="100000">
                                          <p:val>
                                            <p:strVal val="#ppt_h"/>
                                          </p:val>
                                        </p:tav>
                                      </p:tavLst>
                                    </p:anim>
                                    <p:animEffect transition="in" filter="fade">
                                      <p:cBhvr>
                                        <p:cTn id="366" dur="6539"/>
                                        <p:tgtEl>
                                          <p:spTgt spid="413"/>
                                        </p:tgtEl>
                                      </p:cBhvr>
                                    </p:animEffect>
                                    <p:anim calcmode="lin" valueType="num">
                                      <p:cBhvr>
                                        <p:cTn id="367" dur="6539" fill="hold"/>
                                        <p:tgtEl>
                                          <p:spTgt spid="413"/>
                                        </p:tgtEl>
                                        <p:attrNameLst>
                                          <p:attrName>ppt_x</p:attrName>
                                        </p:attrNameLst>
                                      </p:cBhvr>
                                      <p:tavLst>
                                        <p:tav tm="0">
                                          <p:val>
                                            <p:fltVal val="0.5"/>
                                          </p:val>
                                        </p:tav>
                                        <p:tav tm="100000">
                                          <p:val>
                                            <p:strVal val="#ppt_x"/>
                                          </p:val>
                                        </p:tav>
                                      </p:tavLst>
                                    </p:anim>
                                    <p:anim calcmode="lin" valueType="num">
                                      <p:cBhvr>
                                        <p:cTn id="368" dur="6539" fill="hold"/>
                                        <p:tgtEl>
                                          <p:spTgt spid="413"/>
                                        </p:tgtEl>
                                        <p:attrNameLst>
                                          <p:attrName>ppt_y</p:attrName>
                                        </p:attrNameLst>
                                      </p:cBhvr>
                                      <p:tavLst>
                                        <p:tav tm="0">
                                          <p:val>
                                            <p:fltVal val="0.5"/>
                                          </p:val>
                                        </p:tav>
                                        <p:tav tm="100000">
                                          <p:val>
                                            <p:strVal val="#ppt_y"/>
                                          </p:val>
                                        </p:tav>
                                      </p:tavLst>
                                    </p:anim>
                                  </p:childTnLst>
                                </p:cTn>
                              </p:par>
                              <p:par>
                                <p:cTn id="369" presetID="53" presetClass="entr" presetSubtype="528" repeatCount="indefinite" fill="hold" grpId="0" nodeType="withEffect">
                                  <p:stCondLst>
                                    <p:cond delay="502"/>
                                  </p:stCondLst>
                                  <p:childTnLst>
                                    <p:set>
                                      <p:cBhvr>
                                        <p:cTn id="370" dur="1" fill="hold">
                                          <p:stCondLst>
                                            <p:cond delay="0"/>
                                          </p:stCondLst>
                                        </p:cTn>
                                        <p:tgtEl>
                                          <p:spTgt spid="415"/>
                                        </p:tgtEl>
                                        <p:attrNameLst>
                                          <p:attrName>style.visibility</p:attrName>
                                        </p:attrNameLst>
                                      </p:cBhvr>
                                      <p:to>
                                        <p:strVal val="visible"/>
                                      </p:to>
                                    </p:set>
                                    <p:anim calcmode="lin" valueType="num">
                                      <p:cBhvr>
                                        <p:cTn id="371" dur="5392" fill="hold"/>
                                        <p:tgtEl>
                                          <p:spTgt spid="415"/>
                                        </p:tgtEl>
                                        <p:attrNameLst>
                                          <p:attrName>ppt_w</p:attrName>
                                        </p:attrNameLst>
                                      </p:cBhvr>
                                      <p:tavLst>
                                        <p:tav tm="0">
                                          <p:val>
                                            <p:fltVal val="0"/>
                                          </p:val>
                                        </p:tav>
                                        <p:tav tm="100000">
                                          <p:val>
                                            <p:strVal val="#ppt_w"/>
                                          </p:val>
                                        </p:tav>
                                      </p:tavLst>
                                    </p:anim>
                                    <p:anim calcmode="lin" valueType="num">
                                      <p:cBhvr>
                                        <p:cTn id="372" dur="5392" fill="hold"/>
                                        <p:tgtEl>
                                          <p:spTgt spid="415"/>
                                        </p:tgtEl>
                                        <p:attrNameLst>
                                          <p:attrName>ppt_h</p:attrName>
                                        </p:attrNameLst>
                                      </p:cBhvr>
                                      <p:tavLst>
                                        <p:tav tm="0">
                                          <p:val>
                                            <p:fltVal val="0"/>
                                          </p:val>
                                        </p:tav>
                                        <p:tav tm="100000">
                                          <p:val>
                                            <p:strVal val="#ppt_h"/>
                                          </p:val>
                                        </p:tav>
                                      </p:tavLst>
                                    </p:anim>
                                    <p:animEffect transition="in" filter="fade">
                                      <p:cBhvr>
                                        <p:cTn id="373" dur="5392"/>
                                        <p:tgtEl>
                                          <p:spTgt spid="415"/>
                                        </p:tgtEl>
                                      </p:cBhvr>
                                    </p:animEffect>
                                    <p:anim calcmode="lin" valueType="num">
                                      <p:cBhvr>
                                        <p:cTn id="374" dur="5392" fill="hold"/>
                                        <p:tgtEl>
                                          <p:spTgt spid="415"/>
                                        </p:tgtEl>
                                        <p:attrNameLst>
                                          <p:attrName>ppt_x</p:attrName>
                                        </p:attrNameLst>
                                      </p:cBhvr>
                                      <p:tavLst>
                                        <p:tav tm="0">
                                          <p:val>
                                            <p:fltVal val="0.5"/>
                                          </p:val>
                                        </p:tav>
                                        <p:tav tm="100000">
                                          <p:val>
                                            <p:strVal val="#ppt_x"/>
                                          </p:val>
                                        </p:tav>
                                      </p:tavLst>
                                    </p:anim>
                                    <p:anim calcmode="lin" valueType="num">
                                      <p:cBhvr>
                                        <p:cTn id="375" dur="5392" fill="hold"/>
                                        <p:tgtEl>
                                          <p:spTgt spid="415"/>
                                        </p:tgtEl>
                                        <p:attrNameLst>
                                          <p:attrName>ppt_y</p:attrName>
                                        </p:attrNameLst>
                                      </p:cBhvr>
                                      <p:tavLst>
                                        <p:tav tm="0">
                                          <p:val>
                                            <p:fltVal val="0.5"/>
                                          </p:val>
                                        </p:tav>
                                        <p:tav tm="100000">
                                          <p:val>
                                            <p:strVal val="#ppt_y"/>
                                          </p:val>
                                        </p:tav>
                                      </p:tavLst>
                                    </p:anim>
                                  </p:childTnLst>
                                </p:cTn>
                              </p:par>
                              <p:par>
                                <p:cTn id="376" presetID="53" presetClass="entr" presetSubtype="528" repeatCount="indefinite" fill="hold" grpId="0" nodeType="withEffect">
                                  <p:stCondLst>
                                    <p:cond delay="820"/>
                                  </p:stCondLst>
                                  <p:childTnLst>
                                    <p:set>
                                      <p:cBhvr>
                                        <p:cTn id="377" dur="1" fill="hold">
                                          <p:stCondLst>
                                            <p:cond delay="0"/>
                                          </p:stCondLst>
                                        </p:cTn>
                                        <p:tgtEl>
                                          <p:spTgt spid="416"/>
                                        </p:tgtEl>
                                        <p:attrNameLst>
                                          <p:attrName>style.visibility</p:attrName>
                                        </p:attrNameLst>
                                      </p:cBhvr>
                                      <p:to>
                                        <p:strVal val="visible"/>
                                      </p:to>
                                    </p:set>
                                    <p:anim calcmode="lin" valueType="num">
                                      <p:cBhvr>
                                        <p:cTn id="378" dur="5326" fill="hold"/>
                                        <p:tgtEl>
                                          <p:spTgt spid="416"/>
                                        </p:tgtEl>
                                        <p:attrNameLst>
                                          <p:attrName>ppt_w</p:attrName>
                                        </p:attrNameLst>
                                      </p:cBhvr>
                                      <p:tavLst>
                                        <p:tav tm="0">
                                          <p:val>
                                            <p:fltVal val="0"/>
                                          </p:val>
                                        </p:tav>
                                        <p:tav tm="100000">
                                          <p:val>
                                            <p:strVal val="#ppt_w"/>
                                          </p:val>
                                        </p:tav>
                                      </p:tavLst>
                                    </p:anim>
                                    <p:anim calcmode="lin" valueType="num">
                                      <p:cBhvr>
                                        <p:cTn id="379" dur="5326" fill="hold"/>
                                        <p:tgtEl>
                                          <p:spTgt spid="416"/>
                                        </p:tgtEl>
                                        <p:attrNameLst>
                                          <p:attrName>ppt_h</p:attrName>
                                        </p:attrNameLst>
                                      </p:cBhvr>
                                      <p:tavLst>
                                        <p:tav tm="0">
                                          <p:val>
                                            <p:fltVal val="0"/>
                                          </p:val>
                                        </p:tav>
                                        <p:tav tm="100000">
                                          <p:val>
                                            <p:strVal val="#ppt_h"/>
                                          </p:val>
                                        </p:tav>
                                      </p:tavLst>
                                    </p:anim>
                                    <p:animEffect transition="in" filter="fade">
                                      <p:cBhvr>
                                        <p:cTn id="380" dur="5326"/>
                                        <p:tgtEl>
                                          <p:spTgt spid="416"/>
                                        </p:tgtEl>
                                      </p:cBhvr>
                                    </p:animEffect>
                                    <p:anim calcmode="lin" valueType="num">
                                      <p:cBhvr>
                                        <p:cTn id="381" dur="5326" fill="hold"/>
                                        <p:tgtEl>
                                          <p:spTgt spid="416"/>
                                        </p:tgtEl>
                                        <p:attrNameLst>
                                          <p:attrName>ppt_x</p:attrName>
                                        </p:attrNameLst>
                                      </p:cBhvr>
                                      <p:tavLst>
                                        <p:tav tm="0">
                                          <p:val>
                                            <p:fltVal val="0.5"/>
                                          </p:val>
                                        </p:tav>
                                        <p:tav tm="100000">
                                          <p:val>
                                            <p:strVal val="#ppt_x"/>
                                          </p:val>
                                        </p:tav>
                                      </p:tavLst>
                                    </p:anim>
                                    <p:anim calcmode="lin" valueType="num">
                                      <p:cBhvr>
                                        <p:cTn id="382" dur="5326" fill="hold"/>
                                        <p:tgtEl>
                                          <p:spTgt spid="416"/>
                                        </p:tgtEl>
                                        <p:attrNameLst>
                                          <p:attrName>ppt_y</p:attrName>
                                        </p:attrNameLst>
                                      </p:cBhvr>
                                      <p:tavLst>
                                        <p:tav tm="0">
                                          <p:val>
                                            <p:fltVal val="0.5"/>
                                          </p:val>
                                        </p:tav>
                                        <p:tav tm="100000">
                                          <p:val>
                                            <p:strVal val="#ppt_y"/>
                                          </p:val>
                                        </p:tav>
                                      </p:tavLst>
                                    </p:anim>
                                  </p:childTnLst>
                                </p:cTn>
                              </p:par>
                              <p:par>
                                <p:cTn id="383" presetID="53" presetClass="entr" presetSubtype="528" repeatCount="indefinite" fill="hold" grpId="0" nodeType="withEffect">
                                  <p:stCondLst>
                                    <p:cond delay="1436"/>
                                  </p:stCondLst>
                                  <p:childTnLst>
                                    <p:set>
                                      <p:cBhvr>
                                        <p:cTn id="384" dur="1" fill="hold">
                                          <p:stCondLst>
                                            <p:cond delay="0"/>
                                          </p:stCondLst>
                                        </p:cTn>
                                        <p:tgtEl>
                                          <p:spTgt spid="417"/>
                                        </p:tgtEl>
                                        <p:attrNameLst>
                                          <p:attrName>style.visibility</p:attrName>
                                        </p:attrNameLst>
                                      </p:cBhvr>
                                      <p:to>
                                        <p:strVal val="visible"/>
                                      </p:to>
                                    </p:set>
                                    <p:anim calcmode="lin" valueType="num">
                                      <p:cBhvr>
                                        <p:cTn id="385" dur="5561" fill="hold"/>
                                        <p:tgtEl>
                                          <p:spTgt spid="417"/>
                                        </p:tgtEl>
                                        <p:attrNameLst>
                                          <p:attrName>ppt_w</p:attrName>
                                        </p:attrNameLst>
                                      </p:cBhvr>
                                      <p:tavLst>
                                        <p:tav tm="0">
                                          <p:val>
                                            <p:fltVal val="0"/>
                                          </p:val>
                                        </p:tav>
                                        <p:tav tm="100000">
                                          <p:val>
                                            <p:strVal val="#ppt_w"/>
                                          </p:val>
                                        </p:tav>
                                      </p:tavLst>
                                    </p:anim>
                                    <p:anim calcmode="lin" valueType="num">
                                      <p:cBhvr>
                                        <p:cTn id="386" dur="5561" fill="hold"/>
                                        <p:tgtEl>
                                          <p:spTgt spid="417"/>
                                        </p:tgtEl>
                                        <p:attrNameLst>
                                          <p:attrName>ppt_h</p:attrName>
                                        </p:attrNameLst>
                                      </p:cBhvr>
                                      <p:tavLst>
                                        <p:tav tm="0">
                                          <p:val>
                                            <p:fltVal val="0"/>
                                          </p:val>
                                        </p:tav>
                                        <p:tav tm="100000">
                                          <p:val>
                                            <p:strVal val="#ppt_h"/>
                                          </p:val>
                                        </p:tav>
                                      </p:tavLst>
                                    </p:anim>
                                    <p:animEffect transition="in" filter="fade">
                                      <p:cBhvr>
                                        <p:cTn id="387" dur="5561"/>
                                        <p:tgtEl>
                                          <p:spTgt spid="417"/>
                                        </p:tgtEl>
                                      </p:cBhvr>
                                    </p:animEffect>
                                    <p:anim calcmode="lin" valueType="num">
                                      <p:cBhvr>
                                        <p:cTn id="388" dur="5561" fill="hold"/>
                                        <p:tgtEl>
                                          <p:spTgt spid="417"/>
                                        </p:tgtEl>
                                        <p:attrNameLst>
                                          <p:attrName>ppt_x</p:attrName>
                                        </p:attrNameLst>
                                      </p:cBhvr>
                                      <p:tavLst>
                                        <p:tav tm="0">
                                          <p:val>
                                            <p:fltVal val="0.5"/>
                                          </p:val>
                                        </p:tav>
                                        <p:tav tm="100000">
                                          <p:val>
                                            <p:strVal val="#ppt_x"/>
                                          </p:val>
                                        </p:tav>
                                      </p:tavLst>
                                    </p:anim>
                                    <p:anim calcmode="lin" valueType="num">
                                      <p:cBhvr>
                                        <p:cTn id="389" dur="5561" fill="hold"/>
                                        <p:tgtEl>
                                          <p:spTgt spid="417"/>
                                        </p:tgtEl>
                                        <p:attrNameLst>
                                          <p:attrName>ppt_y</p:attrName>
                                        </p:attrNameLst>
                                      </p:cBhvr>
                                      <p:tavLst>
                                        <p:tav tm="0">
                                          <p:val>
                                            <p:fltVal val="0.5"/>
                                          </p:val>
                                        </p:tav>
                                        <p:tav tm="100000">
                                          <p:val>
                                            <p:strVal val="#ppt_y"/>
                                          </p:val>
                                        </p:tav>
                                      </p:tavLst>
                                    </p:anim>
                                  </p:childTnLst>
                                </p:cTn>
                              </p:par>
                              <p:par>
                                <p:cTn id="390" presetID="53" presetClass="entr" presetSubtype="528" repeatCount="indefinite" fill="hold" grpId="0" nodeType="withEffect">
                                  <p:stCondLst>
                                    <p:cond delay="1228"/>
                                  </p:stCondLst>
                                  <p:childTnLst>
                                    <p:set>
                                      <p:cBhvr>
                                        <p:cTn id="391" dur="1" fill="hold">
                                          <p:stCondLst>
                                            <p:cond delay="0"/>
                                          </p:stCondLst>
                                        </p:cTn>
                                        <p:tgtEl>
                                          <p:spTgt spid="418"/>
                                        </p:tgtEl>
                                        <p:attrNameLst>
                                          <p:attrName>style.visibility</p:attrName>
                                        </p:attrNameLst>
                                      </p:cBhvr>
                                      <p:to>
                                        <p:strVal val="visible"/>
                                      </p:to>
                                    </p:set>
                                    <p:anim calcmode="lin" valueType="num">
                                      <p:cBhvr>
                                        <p:cTn id="392" dur="6911" fill="hold"/>
                                        <p:tgtEl>
                                          <p:spTgt spid="418"/>
                                        </p:tgtEl>
                                        <p:attrNameLst>
                                          <p:attrName>ppt_w</p:attrName>
                                        </p:attrNameLst>
                                      </p:cBhvr>
                                      <p:tavLst>
                                        <p:tav tm="0">
                                          <p:val>
                                            <p:fltVal val="0"/>
                                          </p:val>
                                        </p:tav>
                                        <p:tav tm="100000">
                                          <p:val>
                                            <p:strVal val="#ppt_w"/>
                                          </p:val>
                                        </p:tav>
                                      </p:tavLst>
                                    </p:anim>
                                    <p:anim calcmode="lin" valueType="num">
                                      <p:cBhvr>
                                        <p:cTn id="393" dur="6911" fill="hold"/>
                                        <p:tgtEl>
                                          <p:spTgt spid="418"/>
                                        </p:tgtEl>
                                        <p:attrNameLst>
                                          <p:attrName>ppt_h</p:attrName>
                                        </p:attrNameLst>
                                      </p:cBhvr>
                                      <p:tavLst>
                                        <p:tav tm="0">
                                          <p:val>
                                            <p:fltVal val="0"/>
                                          </p:val>
                                        </p:tav>
                                        <p:tav tm="100000">
                                          <p:val>
                                            <p:strVal val="#ppt_h"/>
                                          </p:val>
                                        </p:tav>
                                      </p:tavLst>
                                    </p:anim>
                                    <p:animEffect transition="in" filter="fade">
                                      <p:cBhvr>
                                        <p:cTn id="394" dur="6911"/>
                                        <p:tgtEl>
                                          <p:spTgt spid="418"/>
                                        </p:tgtEl>
                                      </p:cBhvr>
                                    </p:animEffect>
                                    <p:anim calcmode="lin" valueType="num">
                                      <p:cBhvr>
                                        <p:cTn id="395" dur="6911" fill="hold"/>
                                        <p:tgtEl>
                                          <p:spTgt spid="418"/>
                                        </p:tgtEl>
                                        <p:attrNameLst>
                                          <p:attrName>ppt_x</p:attrName>
                                        </p:attrNameLst>
                                      </p:cBhvr>
                                      <p:tavLst>
                                        <p:tav tm="0">
                                          <p:val>
                                            <p:fltVal val="0.5"/>
                                          </p:val>
                                        </p:tav>
                                        <p:tav tm="100000">
                                          <p:val>
                                            <p:strVal val="#ppt_x"/>
                                          </p:val>
                                        </p:tav>
                                      </p:tavLst>
                                    </p:anim>
                                    <p:anim calcmode="lin" valueType="num">
                                      <p:cBhvr>
                                        <p:cTn id="396" dur="6911" fill="hold"/>
                                        <p:tgtEl>
                                          <p:spTgt spid="418"/>
                                        </p:tgtEl>
                                        <p:attrNameLst>
                                          <p:attrName>ppt_y</p:attrName>
                                        </p:attrNameLst>
                                      </p:cBhvr>
                                      <p:tavLst>
                                        <p:tav tm="0">
                                          <p:val>
                                            <p:fltVal val="0.5"/>
                                          </p:val>
                                        </p:tav>
                                        <p:tav tm="100000">
                                          <p:val>
                                            <p:strVal val="#ppt_y"/>
                                          </p:val>
                                        </p:tav>
                                      </p:tavLst>
                                    </p:anim>
                                  </p:childTnLst>
                                </p:cTn>
                              </p:par>
                              <p:par>
                                <p:cTn id="397" presetID="53" presetClass="entr" presetSubtype="528" repeatCount="indefinite" fill="hold" grpId="0" nodeType="withEffect">
                                  <p:stCondLst>
                                    <p:cond delay="904"/>
                                  </p:stCondLst>
                                  <p:childTnLst>
                                    <p:set>
                                      <p:cBhvr>
                                        <p:cTn id="398" dur="1" fill="hold">
                                          <p:stCondLst>
                                            <p:cond delay="0"/>
                                          </p:stCondLst>
                                        </p:cTn>
                                        <p:tgtEl>
                                          <p:spTgt spid="423"/>
                                        </p:tgtEl>
                                        <p:attrNameLst>
                                          <p:attrName>style.visibility</p:attrName>
                                        </p:attrNameLst>
                                      </p:cBhvr>
                                      <p:to>
                                        <p:strVal val="visible"/>
                                      </p:to>
                                    </p:set>
                                    <p:anim calcmode="lin" valueType="num">
                                      <p:cBhvr>
                                        <p:cTn id="399" dur="5869" fill="hold"/>
                                        <p:tgtEl>
                                          <p:spTgt spid="423"/>
                                        </p:tgtEl>
                                        <p:attrNameLst>
                                          <p:attrName>ppt_w</p:attrName>
                                        </p:attrNameLst>
                                      </p:cBhvr>
                                      <p:tavLst>
                                        <p:tav tm="0">
                                          <p:val>
                                            <p:fltVal val="0"/>
                                          </p:val>
                                        </p:tav>
                                        <p:tav tm="100000">
                                          <p:val>
                                            <p:strVal val="#ppt_w"/>
                                          </p:val>
                                        </p:tav>
                                      </p:tavLst>
                                    </p:anim>
                                    <p:anim calcmode="lin" valueType="num">
                                      <p:cBhvr>
                                        <p:cTn id="400" dur="5869" fill="hold"/>
                                        <p:tgtEl>
                                          <p:spTgt spid="423"/>
                                        </p:tgtEl>
                                        <p:attrNameLst>
                                          <p:attrName>ppt_h</p:attrName>
                                        </p:attrNameLst>
                                      </p:cBhvr>
                                      <p:tavLst>
                                        <p:tav tm="0">
                                          <p:val>
                                            <p:fltVal val="0"/>
                                          </p:val>
                                        </p:tav>
                                        <p:tav tm="100000">
                                          <p:val>
                                            <p:strVal val="#ppt_h"/>
                                          </p:val>
                                        </p:tav>
                                      </p:tavLst>
                                    </p:anim>
                                    <p:animEffect transition="in" filter="fade">
                                      <p:cBhvr>
                                        <p:cTn id="401" dur="5869"/>
                                        <p:tgtEl>
                                          <p:spTgt spid="423"/>
                                        </p:tgtEl>
                                      </p:cBhvr>
                                    </p:animEffect>
                                    <p:anim calcmode="lin" valueType="num">
                                      <p:cBhvr>
                                        <p:cTn id="402" dur="5869" fill="hold"/>
                                        <p:tgtEl>
                                          <p:spTgt spid="423"/>
                                        </p:tgtEl>
                                        <p:attrNameLst>
                                          <p:attrName>ppt_x</p:attrName>
                                        </p:attrNameLst>
                                      </p:cBhvr>
                                      <p:tavLst>
                                        <p:tav tm="0">
                                          <p:val>
                                            <p:fltVal val="0.5"/>
                                          </p:val>
                                        </p:tav>
                                        <p:tav tm="100000">
                                          <p:val>
                                            <p:strVal val="#ppt_x"/>
                                          </p:val>
                                        </p:tav>
                                      </p:tavLst>
                                    </p:anim>
                                    <p:anim calcmode="lin" valueType="num">
                                      <p:cBhvr>
                                        <p:cTn id="403" dur="5869" fill="hold"/>
                                        <p:tgtEl>
                                          <p:spTgt spid="423"/>
                                        </p:tgtEl>
                                        <p:attrNameLst>
                                          <p:attrName>ppt_y</p:attrName>
                                        </p:attrNameLst>
                                      </p:cBhvr>
                                      <p:tavLst>
                                        <p:tav tm="0">
                                          <p:val>
                                            <p:fltVal val="0.5"/>
                                          </p:val>
                                        </p:tav>
                                        <p:tav tm="100000">
                                          <p:val>
                                            <p:strVal val="#ppt_y"/>
                                          </p:val>
                                        </p:tav>
                                      </p:tavLst>
                                    </p:anim>
                                  </p:childTnLst>
                                </p:cTn>
                              </p:par>
                              <p:par>
                                <p:cTn id="404" presetID="53" presetClass="entr" presetSubtype="528" repeatCount="indefinite" fill="hold" grpId="0" nodeType="withEffect">
                                  <p:stCondLst>
                                    <p:cond delay="603"/>
                                  </p:stCondLst>
                                  <p:childTnLst>
                                    <p:set>
                                      <p:cBhvr>
                                        <p:cTn id="405" dur="1" fill="hold">
                                          <p:stCondLst>
                                            <p:cond delay="0"/>
                                          </p:stCondLst>
                                        </p:cTn>
                                        <p:tgtEl>
                                          <p:spTgt spid="426"/>
                                        </p:tgtEl>
                                        <p:attrNameLst>
                                          <p:attrName>style.visibility</p:attrName>
                                        </p:attrNameLst>
                                      </p:cBhvr>
                                      <p:to>
                                        <p:strVal val="visible"/>
                                      </p:to>
                                    </p:set>
                                    <p:anim calcmode="lin" valueType="num">
                                      <p:cBhvr>
                                        <p:cTn id="406" dur="6813" fill="hold"/>
                                        <p:tgtEl>
                                          <p:spTgt spid="426"/>
                                        </p:tgtEl>
                                        <p:attrNameLst>
                                          <p:attrName>ppt_w</p:attrName>
                                        </p:attrNameLst>
                                      </p:cBhvr>
                                      <p:tavLst>
                                        <p:tav tm="0">
                                          <p:val>
                                            <p:fltVal val="0"/>
                                          </p:val>
                                        </p:tav>
                                        <p:tav tm="100000">
                                          <p:val>
                                            <p:strVal val="#ppt_w"/>
                                          </p:val>
                                        </p:tav>
                                      </p:tavLst>
                                    </p:anim>
                                    <p:anim calcmode="lin" valueType="num">
                                      <p:cBhvr>
                                        <p:cTn id="407" dur="6813" fill="hold"/>
                                        <p:tgtEl>
                                          <p:spTgt spid="426"/>
                                        </p:tgtEl>
                                        <p:attrNameLst>
                                          <p:attrName>ppt_h</p:attrName>
                                        </p:attrNameLst>
                                      </p:cBhvr>
                                      <p:tavLst>
                                        <p:tav tm="0">
                                          <p:val>
                                            <p:fltVal val="0"/>
                                          </p:val>
                                        </p:tav>
                                        <p:tav tm="100000">
                                          <p:val>
                                            <p:strVal val="#ppt_h"/>
                                          </p:val>
                                        </p:tav>
                                      </p:tavLst>
                                    </p:anim>
                                    <p:animEffect transition="in" filter="fade">
                                      <p:cBhvr>
                                        <p:cTn id="408" dur="6813"/>
                                        <p:tgtEl>
                                          <p:spTgt spid="426"/>
                                        </p:tgtEl>
                                      </p:cBhvr>
                                    </p:animEffect>
                                    <p:anim calcmode="lin" valueType="num">
                                      <p:cBhvr>
                                        <p:cTn id="409" dur="6813" fill="hold"/>
                                        <p:tgtEl>
                                          <p:spTgt spid="426"/>
                                        </p:tgtEl>
                                        <p:attrNameLst>
                                          <p:attrName>ppt_x</p:attrName>
                                        </p:attrNameLst>
                                      </p:cBhvr>
                                      <p:tavLst>
                                        <p:tav tm="0">
                                          <p:val>
                                            <p:fltVal val="0.5"/>
                                          </p:val>
                                        </p:tav>
                                        <p:tav tm="100000">
                                          <p:val>
                                            <p:strVal val="#ppt_x"/>
                                          </p:val>
                                        </p:tav>
                                      </p:tavLst>
                                    </p:anim>
                                    <p:anim calcmode="lin" valueType="num">
                                      <p:cBhvr>
                                        <p:cTn id="410" dur="6813" fill="hold"/>
                                        <p:tgtEl>
                                          <p:spTgt spid="426"/>
                                        </p:tgtEl>
                                        <p:attrNameLst>
                                          <p:attrName>ppt_y</p:attrName>
                                        </p:attrNameLst>
                                      </p:cBhvr>
                                      <p:tavLst>
                                        <p:tav tm="0">
                                          <p:val>
                                            <p:fltVal val="0.5"/>
                                          </p:val>
                                        </p:tav>
                                        <p:tav tm="100000">
                                          <p:val>
                                            <p:strVal val="#ppt_y"/>
                                          </p:val>
                                        </p:tav>
                                      </p:tavLst>
                                    </p:anim>
                                  </p:childTnLst>
                                </p:cTn>
                              </p:par>
                              <p:par>
                                <p:cTn id="411" presetID="53" presetClass="entr" presetSubtype="528" repeatCount="indefinite" fill="hold" grpId="0" nodeType="withEffect">
                                  <p:stCondLst>
                                    <p:cond delay="857"/>
                                  </p:stCondLst>
                                  <p:childTnLst>
                                    <p:set>
                                      <p:cBhvr>
                                        <p:cTn id="412" dur="1" fill="hold">
                                          <p:stCondLst>
                                            <p:cond delay="0"/>
                                          </p:stCondLst>
                                        </p:cTn>
                                        <p:tgtEl>
                                          <p:spTgt spid="427"/>
                                        </p:tgtEl>
                                        <p:attrNameLst>
                                          <p:attrName>style.visibility</p:attrName>
                                        </p:attrNameLst>
                                      </p:cBhvr>
                                      <p:to>
                                        <p:strVal val="visible"/>
                                      </p:to>
                                    </p:set>
                                    <p:anim calcmode="lin" valueType="num">
                                      <p:cBhvr>
                                        <p:cTn id="413" dur="5399" fill="hold"/>
                                        <p:tgtEl>
                                          <p:spTgt spid="427"/>
                                        </p:tgtEl>
                                        <p:attrNameLst>
                                          <p:attrName>ppt_w</p:attrName>
                                        </p:attrNameLst>
                                      </p:cBhvr>
                                      <p:tavLst>
                                        <p:tav tm="0">
                                          <p:val>
                                            <p:fltVal val="0"/>
                                          </p:val>
                                        </p:tav>
                                        <p:tav tm="100000">
                                          <p:val>
                                            <p:strVal val="#ppt_w"/>
                                          </p:val>
                                        </p:tav>
                                      </p:tavLst>
                                    </p:anim>
                                    <p:anim calcmode="lin" valueType="num">
                                      <p:cBhvr>
                                        <p:cTn id="414" dur="5399" fill="hold"/>
                                        <p:tgtEl>
                                          <p:spTgt spid="427"/>
                                        </p:tgtEl>
                                        <p:attrNameLst>
                                          <p:attrName>ppt_h</p:attrName>
                                        </p:attrNameLst>
                                      </p:cBhvr>
                                      <p:tavLst>
                                        <p:tav tm="0">
                                          <p:val>
                                            <p:fltVal val="0"/>
                                          </p:val>
                                        </p:tav>
                                        <p:tav tm="100000">
                                          <p:val>
                                            <p:strVal val="#ppt_h"/>
                                          </p:val>
                                        </p:tav>
                                      </p:tavLst>
                                    </p:anim>
                                    <p:animEffect transition="in" filter="fade">
                                      <p:cBhvr>
                                        <p:cTn id="415" dur="5399"/>
                                        <p:tgtEl>
                                          <p:spTgt spid="427"/>
                                        </p:tgtEl>
                                      </p:cBhvr>
                                    </p:animEffect>
                                    <p:anim calcmode="lin" valueType="num">
                                      <p:cBhvr>
                                        <p:cTn id="416" dur="5399" fill="hold"/>
                                        <p:tgtEl>
                                          <p:spTgt spid="427"/>
                                        </p:tgtEl>
                                        <p:attrNameLst>
                                          <p:attrName>ppt_x</p:attrName>
                                        </p:attrNameLst>
                                      </p:cBhvr>
                                      <p:tavLst>
                                        <p:tav tm="0">
                                          <p:val>
                                            <p:fltVal val="0.5"/>
                                          </p:val>
                                        </p:tav>
                                        <p:tav tm="100000">
                                          <p:val>
                                            <p:strVal val="#ppt_x"/>
                                          </p:val>
                                        </p:tav>
                                      </p:tavLst>
                                    </p:anim>
                                    <p:anim calcmode="lin" valueType="num">
                                      <p:cBhvr>
                                        <p:cTn id="417" dur="5399" fill="hold"/>
                                        <p:tgtEl>
                                          <p:spTgt spid="427"/>
                                        </p:tgtEl>
                                        <p:attrNameLst>
                                          <p:attrName>ppt_y</p:attrName>
                                        </p:attrNameLst>
                                      </p:cBhvr>
                                      <p:tavLst>
                                        <p:tav tm="0">
                                          <p:val>
                                            <p:fltVal val="0.5"/>
                                          </p:val>
                                        </p:tav>
                                        <p:tav tm="100000">
                                          <p:val>
                                            <p:strVal val="#ppt_y"/>
                                          </p:val>
                                        </p:tav>
                                      </p:tavLst>
                                    </p:anim>
                                  </p:childTnLst>
                                </p:cTn>
                              </p:par>
                              <p:par>
                                <p:cTn id="418" presetID="53" presetClass="entr" presetSubtype="528" repeatCount="indefinite" fill="hold" grpId="0" nodeType="withEffect">
                                  <p:stCondLst>
                                    <p:cond delay="1332"/>
                                  </p:stCondLst>
                                  <p:childTnLst>
                                    <p:set>
                                      <p:cBhvr>
                                        <p:cTn id="419" dur="1" fill="hold">
                                          <p:stCondLst>
                                            <p:cond delay="0"/>
                                          </p:stCondLst>
                                        </p:cTn>
                                        <p:tgtEl>
                                          <p:spTgt spid="428"/>
                                        </p:tgtEl>
                                        <p:attrNameLst>
                                          <p:attrName>style.visibility</p:attrName>
                                        </p:attrNameLst>
                                      </p:cBhvr>
                                      <p:to>
                                        <p:strVal val="visible"/>
                                      </p:to>
                                    </p:set>
                                    <p:anim calcmode="lin" valueType="num">
                                      <p:cBhvr>
                                        <p:cTn id="420" dur="6980" fill="hold"/>
                                        <p:tgtEl>
                                          <p:spTgt spid="428"/>
                                        </p:tgtEl>
                                        <p:attrNameLst>
                                          <p:attrName>ppt_w</p:attrName>
                                        </p:attrNameLst>
                                      </p:cBhvr>
                                      <p:tavLst>
                                        <p:tav tm="0">
                                          <p:val>
                                            <p:fltVal val="0"/>
                                          </p:val>
                                        </p:tav>
                                        <p:tav tm="100000">
                                          <p:val>
                                            <p:strVal val="#ppt_w"/>
                                          </p:val>
                                        </p:tav>
                                      </p:tavLst>
                                    </p:anim>
                                    <p:anim calcmode="lin" valueType="num">
                                      <p:cBhvr>
                                        <p:cTn id="421" dur="6980" fill="hold"/>
                                        <p:tgtEl>
                                          <p:spTgt spid="428"/>
                                        </p:tgtEl>
                                        <p:attrNameLst>
                                          <p:attrName>ppt_h</p:attrName>
                                        </p:attrNameLst>
                                      </p:cBhvr>
                                      <p:tavLst>
                                        <p:tav tm="0">
                                          <p:val>
                                            <p:fltVal val="0"/>
                                          </p:val>
                                        </p:tav>
                                        <p:tav tm="100000">
                                          <p:val>
                                            <p:strVal val="#ppt_h"/>
                                          </p:val>
                                        </p:tav>
                                      </p:tavLst>
                                    </p:anim>
                                    <p:animEffect transition="in" filter="fade">
                                      <p:cBhvr>
                                        <p:cTn id="422" dur="6980"/>
                                        <p:tgtEl>
                                          <p:spTgt spid="428"/>
                                        </p:tgtEl>
                                      </p:cBhvr>
                                    </p:animEffect>
                                    <p:anim calcmode="lin" valueType="num">
                                      <p:cBhvr>
                                        <p:cTn id="423" dur="6980" fill="hold"/>
                                        <p:tgtEl>
                                          <p:spTgt spid="428"/>
                                        </p:tgtEl>
                                        <p:attrNameLst>
                                          <p:attrName>ppt_x</p:attrName>
                                        </p:attrNameLst>
                                      </p:cBhvr>
                                      <p:tavLst>
                                        <p:tav tm="0">
                                          <p:val>
                                            <p:fltVal val="0.5"/>
                                          </p:val>
                                        </p:tav>
                                        <p:tav tm="100000">
                                          <p:val>
                                            <p:strVal val="#ppt_x"/>
                                          </p:val>
                                        </p:tav>
                                      </p:tavLst>
                                    </p:anim>
                                    <p:anim calcmode="lin" valueType="num">
                                      <p:cBhvr>
                                        <p:cTn id="424" dur="6980" fill="hold"/>
                                        <p:tgtEl>
                                          <p:spTgt spid="428"/>
                                        </p:tgtEl>
                                        <p:attrNameLst>
                                          <p:attrName>ppt_y</p:attrName>
                                        </p:attrNameLst>
                                      </p:cBhvr>
                                      <p:tavLst>
                                        <p:tav tm="0">
                                          <p:val>
                                            <p:fltVal val="0.5"/>
                                          </p:val>
                                        </p:tav>
                                        <p:tav tm="100000">
                                          <p:val>
                                            <p:strVal val="#ppt_y"/>
                                          </p:val>
                                        </p:tav>
                                      </p:tavLst>
                                    </p:anim>
                                  </p:childTnLst>
                                </p:cTn>
                              </p:par>
                              <p:par>
                                <p:cTn id="425" presetID="53" presetClass="entr" presetSubtype="528" repeatCount="indefinite" fill="hold" grpId="0" nodeType="withEffect">
                                  <p:stCondLst>
                                    <p:cond delay="1850"/>
                                  </p:stCondLst>
                                  <p:childTnLst>
                                    <p:set>
                                      <p:cBhvr>
                                        <p:cTn id="426" dur="1" fill="hold">
                                          <p:stCondLst>
                                            <p:cond delay="0"/>
                                          </p:stCondLst>
                                        </p:cTn>
                                        <p:tgtEl>
                                          <p:spTgt spid="429"/>
                                        </p:tgtEl>
                                        <p:attrNameLst>
                                          <p:attrName>style.visibility</p:attrName>
                                        </p:attrNameLst>
                                      </p:cBhvr>
                                      <p:to>
                                        <p:strVal val="visible"/>
                                      </p:to>
                                    </p:set>
                                    <p:anim calcmode="lin" valueType="num">
                                      <p:cBhvr>
                                        <p:cTn id="427" dur="5960" fill="hold"/>
                                        <p:tgtEl>
                                          <p:spTgt spid="429"/>
                                        </p:tgtEl>
                                        <p:attrNameLst>
                                          <p:attrName>ppt_w</p:attrName>
                                        </p:attrNameLst>
                                      </p:cBhvr>
                                      <p:tavLst>
                                        <p:tav tm="0">
                                          <p:val>
                                            <p:fltVal val="0"/>
                                          </p:val>
                                        </p:tav>
                                        <p:tav tm="100000">
                                          <p:val>
                                            <p:strVal val="#ppt_w"/>
                                          </p:val>
                                        </p:tav>
                                      </p:tavLst>
                                    </p:anim>
                                    <p:anim calcmode="lin" valueType="num">
                                      <p:cBhvr>
                                        <p:cTn id="428" dur="5960" fill="hold"/>
                                        <p:tgtEl>
                                          <p:spTgt spid="429"/>
                                        </p:tgtEl>
                                        <p:attrNameLst>
                                          <p:attrName>ppt_h</p:attrName>
                                        </p:attrNameLst>
                                      </p:cBhvr>
                                      <p:tavLst>
                                        <p:tav tm="0">
                                          <p:val>
                                            <p:fltVal val="0"/>
                                          </p:val>
                                        </p:tav>
                                        <p:tav tm="100000">
                                          <p:val>
                                            <p:strVal val="#ppt_h"/>
                                          </p:val>
                                        </p:tav>
                                      </p:tavLst>
                                    </p:anim>
                                    <p:animEffect transition="in" filter="fade">
                                      <p:cBhvr>
                                        <p:cTn id="429" dur="5960"/>
                                        <p:tgtEl>
                                          <p:spTgt spid="429"/>
                                        </p:tgtEl>
                                      </p:cBhvr>
                                    </p:animEffect>
                                    <p:anim calcmode="lin" valueType="num">
                                      <p:cBhvr>
                                        <p:cTn id="430" dur="5960" fill="hold"/>
                                        <p:tgtEl>
                                          <p:spTgt spid="429"/>
                                        </p:tgtEl>
                                        <p:attrNameLst>
                                          <p:attrName>ppt_x</p:attrName>
                                        </p:attrNameLst>
                                      </p:cBhvr>
                                      <p:tavLst>
                                        <p:tav tm="0">
                                          <p:val>
                                            <p:fltVal val="0.5"/>
                                          </p:val>
                                        </p:tav>
                                        <p:tav tm="100000">
                                          <p:val>
                                            <p:strVal val="#ppt_x"/>
                                          </p:val>
                                        </p:tav>
                                      </p:tavLst>
                                    </p:anim>
                                    <p:anim calcmode="lin" valueType="num">
                                      <p:cBhvr>
                                        <p:cTn id="431" dur="5960" fill="hold"/>
                                        <p:tgtEl>
                                          <p:spTgt spid="429"/>
                                        </p:tgtEl>
                                        <p:attrNameLst>
                                          <p:attrName>ppt_y</p:attrName>
                                        </p:attrNameLst>
                                      </p:cBhvr>
                                      <p:tavLst>
                                        <p:tav tm="0">
                                          <p:val>
                                            <p:fltVal val="0.5"/>
                                          </p:val>
                                        </p:tav>
                                        <p:tav tm="100000">
                                          <p:val>
                                            <p:strVal val="#ppt_y"/>
                                          </p:val>
                                        </p:tav>
                                      </p:tavLst>
                                    </p:anim>
                                  </p:childTnLst>
                                </p:cTn>
                              </p:par>
                              <p:par>
                                <p:cTn id="432" presetID="53" presetClass="entr" presetSubtype="528" repeatCount="indefinite" fill="hold" grpId="0" nodeType="withEffect">
                                  <p:stCondLst>
                                    <p:cond delay="464"/>
                                  </p:stCondLst>
                                  <p:childTnLst>
                                    <p:set>
                                      <p:cBhvr>
                                        <p:cTn id="433" dur="1" fill="hold">
                                          <p:stCondLst>
                                            <p:cond delay="0"/>
                                          </p:stCondLst>
                                        </p:cTn>
                                        <p:tgtEl>
                                          <p:spTgt spid="430"/>
                                        </p:tgtEl>
                                        <p:attrNameLst>
                                          <p:attrName>style.visibility</p:attrName>
                                        </p:attrNameLst>
                                      </p:cBhvr>
                                      <p:to>
                                        <p:strVal val="visible"/>
                                      </p:to>
                                    </p:set>
                                    <p:anim calcmode="lin" valueType="num">
                                      <p:cBhvr>
                                        <p:cTn id="434" dur="6406" fill="hold"/>
                                        <p:tgtEl>
                                          <p:spTgt spid="430"/>
                                        </p:tgtEl>
                                        <p:attrNameLst>
                                          <p:attrName>ppt_w</p:attrName>
                                        </p:attrNameLst>
                                      </p:cBhvr>
                                      <p:tavLst>
                                        <p:tav tm="0">
                                          <p:val>
                                            <p:fltVal val="0"/>
                                          </p:val>
                                        </p:tav>
                                        <p:tav tm="100000">
                                          <p:val>
                                            <p:strVal val="#ppt_w"/>
                                          </p:val>
                                        </p:tav>
                                      </p:tavLst>
                                    </p:anim>
                                    <p:anim calcmode="lin" valueType="num">
                                      <p:cBhvr>
                                        <p:cTn id="435" dur="6406" fill="hold"/>
                                        <p:tgtEl>
                                          <p:spTgt spid="430"/>
                                        </p:tgtEl>
                                        <p:attrNameLst>
                                          <p:attrName>ppt_h</p:attrName>
                                        </p:attrNameLst>
                                      </p:cBhvr>
                                      <p:tavLst>
                                        <p:tav tm="0">
                                          <p:val>
                                            <p:fltVal val="0"/>
                                          </p:val>
                                        </p:tav>
                                        <p:tav tm="100000">
                                          <p:val>
                                            <p:strVal val="#ppt_h"/>
                                          </p:val>
                                        </p:tav>
                                      </p:tavLst>
                                    </p:anim>
                                    <p:animEffect transition="in" filter="fade">
                                      <p:cBhvr>
                                        <p:cTn id="436" dur="6406"/>
                                        <p:tgtEl>
                                          <p:spTgt spid="430"/>
                                        </p:tgtEl>
                                      </p:cBhvr>
                                    </p:animEffect>
                                    <p:anim calcmode="lin" valueType="num">
                                      <p:cBhvr>
                                        <p:cTn id="437" dur="6406" fill="hold"/>
                                        <p:tgtEl>
                                          <p:spTgt spid="430"/>
                                        </p:tgtEl>
                                        <p:attrNameLst>
                                          <p:attrName>ppt_x</p:attrName>
                                        </p:attrNameLst>
                                      </p:cBhvr>
                                      <p:tavLst>
                                        <p:tav tm="0">
                                          <p:val>
                                            <p:fltVal val="0.5"/>
                                          </p:val>
                                        </p:tav>
                                        <p:tav tm="100000">
                                          <p:val>
                                            <p:strVal val="#ppt_x"/>
                                          </p:val>
                                        </p:tav>
                                      </p:tavLst>
                                    </p:anim>
                                    <p:anim calcmode="lin" valueType="num">
                                      <p:cBhvr>
                                        <p:cTn id="438" dur="6406" fill="hold"/>
                                        <p:tgtEl>
                                          <p:spTgt spid="430"/>
                                        </p:tgtEl>
                                        <p:attrNameLst>
                                          <p:attrName>ppt_y</p:attrName>
                                        </p:attrNameLst>
                                      </p:cBhvr>
                                      <p:tavLst>
                                        <p:tav tm="0">
                                          <p:val>
                                            <p:fltVal val="0.5"/>
                                          </p:val>
                                        </p:tav>
                                        <p:tav tm="100000">
                                          <p:val>
                                            <p:strVal val="#ppt_y"/>
                                          </p:val>
                                        </p:tav>
                                      </p:tavLst>
                                    </p:anim>
                                  </p:childTnLst>
                                </p:cTn>
                              </p:par>
                              <p:par>
                                <p:cTn id="439" presetID="53" presetClass="entr" presetSubtype="528" repeatCount="indefinite" fill="hold" grpId="0" nodeType="withEffect">
                                  <p:stCondLst>
                                    <p:cond delay="1093"/>
                                  </p:stCondLst>
                                  <p:childTnLst>
                                    <p:set>
                                      <p:cBhvr>
                                        <p:cTn id="440" dur="1" fill="hold">
                                          <p:stCondLst>
                                            <p:cond delay="0"/>
                                          </p:stCondLst>
                                        </p:cTn>
                                        <p:tgtEl>
                                          <p:spTgt spid="431"/>
                                        </p:tgtEl>
                                        <p:attrNameLst>
                                          <p:attrName>style.visibility</p:attrName>
                                        </p:attrNameLst>
                                      </p:cBhvr>
                                      <p:to>
                                        <p:strVal val="visible"/>
                                      </p:to>
                                    </p:set>
                                    <p:anim calcmode="lin" valueType="num">
                                      <p:cBhvr>
                                        <p:cTn id="441" dur="6713" fill="hold"/>
                                        <p:tgtEl>
                                          <p:spTgt spid="431"/>
                                        </p:tgtEl>
                                        <p:attrNameLst>
                                          <p:attrName>ppt_w</p:attrName>
                                        </p:attrNameLst>
                                      </p:cBhvr>
                                      <p:tavLst>
                                        <p:tav tm="0">
                                          <p:val>
                                            <p:fltVal val="0"/>
                                          </p:val>
                                        </p:tav>
                                        <p:tav tm="100000">
                                          <p:val>
                                            <p:strVal val="#ppt_w"/>
                                          </p:val>
                                        </p:tav>
                                      </p:tavLst>
                                    </p:anim>
                                    <p:anim calcmode="lin" valueType="num">
                                      <p:cBhvr>
                                        <p:cTn id="442" dur="6713" fill="hold"/>
                                        <p:tgtEl>
                                          <p:spTgt spid="431"/>
                                        </p:tgtEl>
                                        <p:attrNameLst>
                                          <p:attrName>ppt_h</p:attrName>
                                        </p:attrNameLst>
                                      </p:cBhvr>
                                      <p:tavLst>
                                        <p:tav tm="0">
                                          <p:val>
                                            <p:fltVal val="0"/>
                                          </p:val>
                                        </p:tav>
                                        <p:tav tm="100000">
                                          <p:val>
                                            <p:strVal val="#ppt_h"/>
                                          </p:val>
                                        </p:tav>
                                      </p:tavLst>
                                    </p:anim>
                                    <p:animEffect transition="in" filter="fade">
                                      <p:cBhvr>
                                        <p:cTn id="443" dur="6713"/>
                                        <p:tgtEl>
                                          <p:spTgt spid="431"/>
                                        </p:tgtEl>
                                      </p:cBhvr>
                                    </p:animEffect>
                                    <p:anim calcmode="lin" valueType="num">
                                      <p:cBhvr>
                                        <p:cTn id="444" dur="6713" fill="hold"/>
                                        <p:tgtEl>
                                          <p:spTgt spid="431"/>
                                        </p:tgtEl>
                                        <p:attrNameLst>
                                          <p:attrName>ppt_x</p:attrName>
                                        </p:attrNameLst>
                                      </p:cBhvr>
                                      <p:tavLst>
                                        <p:tav tm="0">
                                          <p:val>
                                            <p:fltVal val="0.5"/>
                                          </p:val>
                                        </p:tav>
                                        <p:tav tm="100000">
                                          <p:val>
                                            <p:strVal val="#ppt_x"/>
                                          </p:val>
                                        </p:tav>
                                      </p:tavLst>
                                    </p:anim>
                                    <p:anim calcmode="lin" valueType="num">
                                      <p:cBhvr>
                                        <p:cTn id="445" dur="6713" fill="hold"/>
                                        <p:tgtEl>
                                          <p:spTgt spid="431"/>
                                        </p:tgtEl>
                                        <p:attrNameLst>
                                          <p:attrName>ppt_y</p:attrName>
                                        </p:attrNameLst>
                                      </p:cBhvr>
                                      <p:tavLst>
                                        <p:tav tm="0">
                                          <p:val>
                                            <p:fltVal val="0.5"/>
                                          </p:val>
                                        </p:tav>
                                        <p:tav tm="100000">
                                          <p:val>
                                            <p:strVal val="#ppt_y"/>
                                          </p:val>
                                        </p:tav>
                                      </p:tavLst>
                                    </p:anim>
                                  </p:childTnLst>
                                </p:cTn>
                              </p:par>
                              <p:par>
                                <p:cTn id="446" presetID="53" presetClass="entr" presetSubtype="528" repeatCount="indefinite" fill="hold" grpId="0" nodeType="withEffect">
                                  <p:stCondLst>
                                    <p:cond delay="1754"/>
                                  </p:stCondLst>
                                  <p:childTnLst>
                                    <p:set>
                                      <p:cBhvr>
                                        <p:cTn id="447" dur="1" fill="hold">
                                          <p:stCondLst>
                                            <p:cond delay="0"/>
                                          </p:stCondLst>
                                        </p:cTn>
                                        <p:tgtEl>
                                          <p:spTgt spid="432"/>
                                        </p:tgtEl>
                                        <p:attrNameLst>
                                          <p:attrName>style.visibility</p:attrName>
                                        </p:attrNameLst>
                                      </p:cBhvr>
                                      <p:to>
                                        <p:strVal val="visible"/>
                                      </p:to>
                                    </p:set>
                                    <p:anim calcmode="lin" valueType="num">
                                      <p:cBhvr>
                                        <p:cTn id="448" dur="6271" fill="hold"/>
                                        <p:tgtEl>
                                          <p:spTgt spid="432"/>
                                        </p:tgtEl>
                                        <p:attrNameLst>
                                          <p:attrName>ppt_w</p:attrName>
                                        </p:attrNameLst>
                                      </p:cBhvr>
                                      <p:tavLst>
                                        <p:tav tm="0">
                                          <p:val>
                                            <p:fltVal val="0"/>
                                          </p:val>
                                        </p:tav>
                                        <p:tav tm="100000">
                                          <p:val>
                                            <p:strVal val="#ppt_w"/>
                                          </p:val>
                                        </p:tav>
                                      </p:tavLst>
                                    </p:anim>
                                    <p:anim calcmode="lin" valueType="num">
                                      <p:cBhvr>
                                        <p:cTn id="449" dur="6271" fill="hold"/>
                                        <p:tgtEl>
                                          <p:spTgt spid="432"/>
                                        </p:tgtEl>
                                        <p:attrNameLst>
                                          <p:attrName>ppt_h</p:attrName>
                                        </p:attrNameLst>
                                      </p:cBhvr>
                                      <p:tavLst>
                                        <p:tav tm="0">
                                          <p:val>
                                            <p:fltVal val="0"/>
                                          </p:val>
                                        </p:tav>
                                        <p:tav tm="100000">
                                          <p:val>
                                            <p:strVal val="#ppt_h"/>
                                          </p:val>
                                        </p:tav>
                                      </p:tavLst>
                                    </p:anim>
                                    <p:animEffect transition="in" filter="fade">
                                      <p:cBhvr>
                                        <p:cTn id="450" dur="6271"/>
                                        <p:tgtEl>
                                          <p:spTgt spid="432"/>
                                        </p:tgtEl>
                                      </p:cBhvr>
                                    </p:animEffect>
                                    <p:anim calcmode="lin" valueType="num">
                                      <p:cBhvr>
                                        <p:cTn id="451" dur="6271" fill="hold"/>
                                        <p:tgtEl>
                                          <p:spTgt spid="432"/>
                                        </p:tgtEl>
                                        <p:attrNameLst>
                                          <p:attrName>ppt_x</p:attrName>
                                        </p:attrNameLst>
                                      </p:cBhvr>
                                      <p:tavLst>
                                        <p:tav tm="0">
                                          <p:val>
                                            <p:fltVal val="0.5"/>
                                          </p:val>
                                        </p:tav>
                                        <p:tav tm="100000">
                                          <p:val>
                                            <p:strVal val="#ppt_x"/>
                                          </p:val>
                                        </p:tav>
                                      </p:tavLst>
                                    </p:anim>
                                    <p:anim calcmode="lin" valueType="num">
                                      <p:cBhvr>
                                        <p:cTn id="452" dur="6271" fill="hold"/>
                                        <p:tgtEl>
                                          <p:spTgt spid="432"/>
                                        </p:tgtEl>
                                        <p:attrNameLst>
                                          <p:attrName>ppt_y</p:attrName>
                                        </p:attrNameLst>
                                      </p:cBhvr>
                                      <p:tavLst>
                                        <p:tav tm="0">
                                          <p:val>
                                            <p:fltVal val="0.5"/>
                                          </p:val>
                                        </p:tav>
                                        <p:tav tm="100000">
                                          <p:val>
                                            <p:strVal val="#ppt_y"/>
                                          </p:val>
                                        </p:tav>
                                      </p:tavLst>
                                    </p:anim>
                                  </p:childTnLst>
                                </p:cTn>
                              </p:par>
                              <p:par>
                                <p:cTn id="453" presetID="53" presetClass="entr" presetSubtype="528" repeatCount="indefinite" fill="hold" grpId="0" nodeType="withEffect">
                                  <p:stCondLst>
                                    <p:cond delay="331"/>
                                  </p:stCondLst>
                                  <p:childTnLst>
                                    <p:set>
                                      <p:cBhvr>
                                        <p:cTn id="454" dur="1" fill="hold">
                                          <p:stCondLst>
                                            <p:cond delay="0"/>
                                          </p:stCondLst>
                                        </p:cTn>
                                        <p:tgtEl>
                                          <p:spTgt spid="433"/>
                                        </p:tgtEl>
                                        <p:attrNameLst>
                                          <p:attrName>style.visibility</p:attrName>
                                        </p:attrNameLst>
                                      </p:cBhvr>
                                      <p:to>
                                        <p:strVal val="visible"/>
                                      </p:to>
                                    </p:set>
                                    <p:anim calcmode="lin" valueType="num">
                                      <p:cBhvr>
                                        <p:cTn id="455" dur="6081" fill="hold"/>
                                        <p:tgtEl>
                                          <p:spTgt spid="433"/>
                                        </p:tgtEl>
                                        <p:attrNameLst>
                                          <p:attrName>ppt_w</p:attrName>
                                        </p:attrNameLst>
                                      </p:cBhvr>
                                      <p:tavLst>
                                        <p:tav tm="0">
                                          <p:val>
                                            <p:fltVal val="0"/>
                                          </p:val>
                                        </p:tav>
                                        <p:tav tm="100000">
                                          <p:val>
                                            <p:strVal val="#ppt_w"/>
                                          </p:val>
                                        </p:tav>
                                      </p:tavLst>
                                    </p:anim>
                                    <p:anim calcmode="lin" valueType="num">
                                      <p:cBhvr>
                                        <p:cTn id="456" dur="6081" fill="hold"/>
                                        <p:tgtEl>
                                          <p:spTgt spid="433"/>
                                        </p:tgtEl>
                                        <p:attrNameLst>
                                          <p:attrName>ppt_h</p:attrName>
                                        </p:attrNameLst>
                                      </p:cBhvr>
                                      <p:tavLst>
                                        <p:tav tm="0">
                                          <p:val>
                                            <p:fltVal val="0"/>
                                          </p:val>
                                        </p:tav>
                                        <p:tav tm="100000">
                                          <p:val>
                                            <p:strVal val="#ppt_h"/>
                                          </p:val>
                                        </p:tav>
                                      </p:tavLst>
                                    </p:anim>
                                    <p:animEffect transition="in" filter="fade">
                                      <p:cBhvr>
                                        <p:cTn id="457" dur="6081"/>
                                        <p:tgtEl>
                                          <p:spTgt spid="433"/>
                                        </p:tgtEl>
                                      </p:cBhvr>
                                    </p:animEffect>
                                    <p:anim calcmode="lin" valueType="num">
                                      <p:cBhvr>
                                        <p:cTn id="458" dur="6081" fill="hold"/>
                                        <p:tgtEl>
                                          <p:spTgt spid="433"/>
                                        </p:tgtEl>
                                        <p:attrNameLst>
                                          <p:attrName>ppt_x</p:attrName>
                                        </p:attrNameLst>
                                      </p:cBhvr>
                                      <p:tavLst>
                                        <p:tav tm="0">
                                          <p:val>
                                            <p:fltVal val="0.5"/>
                                          </p:val>
                                        </p:tav>
                                        <p:tav tm="100000">
                                          <p:val>
                                            <p:strVal val="#ppt_x"/>
                                          </p:val>
                                        </p:tav>
                                      </p:tavLst>
                                    </p:anim>
                                    <p:anim calcmode="lin" valueType="num">
                                      <p:cBhvr>
                                        <p:cTn id="459" dur="6081" fill="hold"/>
                                        <p:tgtEl>
                                          <p:spTgt spid="433"/>
                                        </p:tgtEl>
                                        <p:attrNameLst>
                                          <p:attrName>ppt_y</p:attrName>
                                        </p:attrNameLst>
                                      </p:cBhvr>
                                      <p:tavLst>
                                        <p:tav tm="0">
                                          <p:val>
                                            <p:fltVal val="0.5"/>
                                          </p:val>
                                        </p:tav>
                                        <p:tav tm="100000">
                                          <p:val>
                                            <p:strVal val="#ppt_y"/>
                                          </p:val>
                                        </p:tav>
                                      </p:tavLst>
                                    </p:anim>
                                  </p:childTnLst>
                                </p:cTn>
                              </p:par>
                              <p:par>
                                <p:cTn id="460" presetID="53" presetClass="entr" presetSubtype="528" repeatCount="indefinite" fill="hold" grpId="0" nodeType="withEffect">
                                  <p:stCondLst>
                                    <p:cond delay="52"/>
                                  </p:stCondLst>
                                  <p:childTnLst>
                                    <p:set>
                                      <p:cBhvr>
                                        <p:cTn id="461" dur="1" fill="hold">
                                          <p:stCondLst>
                                            <p:cond delay="0"/>
                                          </p:stCondLst>
                                        </p:cTn>
                                        <p:tgtEl>
                                          <p:spTgt spid="434"/>
                                        </p:tgtEl>
                                        <p:attrNameLst>
                                          <p:attrName>style.visibility</p:attrName>
                                        </p:attrNameLst>
                                      </p:cBhvr>
                                      <p:to>
                                        <p:strVal val="visible"/>
                                      </p:to>
                                    </p:set>
                                    <p:anim calcmode="lin" valueType="num">
                                      <p:cBhvr>
                                        <p:cTn id="462" dur="6712" fill="hold"/>
                                        <p:tgtEl>
                                          <p:spTgt spid="434"/>
                                        </p:tgtEl>
                                        <p:attrNameLst>
                                          <p:attrName>ppt_w</p:attrName>
                                        </p:attrNameLst>
                                      </p:cBhvr>
                                      <p:tavLst>
                                        <p:tav tm="0">
                                          <p:val>
                                            <p:fltVal val="0"/>
                                          </p:val>
                                        </p:tav>
                                        <p:tav tm="100000">
                                          <p:val>
                                            <p:strVal val="#ppt_w"/>
                                          </p:val>
                                        </p:tav>
                                      </p:tavLst>
                                    </p:anim>
                                    <p:anim calcmode="lin" valueType="num">
                                      <p:cBhvr>
                                        <p:cTn id="463" dur="6712" fill="hold"/>
                                        <p:tgtEl>
                                          <p:spTgt spid="434"/>
                                        </p:tgtEl>
                                        <p:attrNameLst>
                                          <p:attrName>ppt_h</p:attrName>
                                        </p:attrNameLst>
                                      </p:cBhvr>
                                      <p:tavLst>
                                        <p:tav tm="0">
                                          <p:val>
                                            <p:fltVal val="0"/>
                                          </p:val>
                                        </p:tav>
                                        <p:tav tm="100000">
                                          <p:val>
                                            <p:strVal val="#ppt_h"/>
                                          </p:val>
                                        </p:tav>
                                      </p:tavLst>
                                    </p:anim>
                                    <p:animEffect transition="in" filter="fade">
                                      <p:cBhvr>
                                        <p:cTn id="464" dur="6712"/>
                                        <p:tgtEl>
                                          <p:spTgt spid="434"/>
                                        </p:tgtEl>
                                      </p:cBhvr>
                                    </p:animEffect>
                                    <p:anim calcmode="lin" valueType="num">
                                      <p:cBhvr>
                                        <p:cTn id="465" dur="6712" fill="hold"/>
                                        <p:tgtEl>
                                          <p:spTgt spid="434"/>
                                        </p:tgtEl>
                                        <p:attrNameLst>
                                          <p:attrName>ppt_x</p:attrName>
                                        </p:attrNameLst>
                                      </p:cBhvr>
                                      <p:tavLst>
                                        <p:tav tm="0">
                                          <p:val>
                                            <p:fltVal val="0.5"/>
                                          </p:val>
                                        </p:tav>
                                        <p:tav tm="100000">
                                          <p:val>
                                            <p:strVal val="#ppt_x"/>
                                          </p:val>
                                        </p:tav>
                                      </p:tavLst>
                                    </p:anim>
                                    <p:anim calcmode="lin" valueType="num">
                                      <p:cBhvr>
                                        <p:cTn id="466" dur="6712" fill="hold"/>
                                        <p:tgtEl>
                                          <p:spTgt spid="434"/>
                                        </p:tgtEl>
                                        <p:attrNameLst>
                                          <p:attrName>ppt_y</p:attrName>
                                        </p:attrNameLst>
                                      </p:cBhvr>
                                      <p:tavLst>
                                        <p:tav tm="0">
                                          <p:val>
                                            <p:fltVal val="0.5"/>
                                          </p:val>
                                        </p:tav>
                                        <p:tav tm="100000">
                                          <p:val>
                                            <p:strVal val="#ppt_y"/>
                                          </p:val>
                                        </p:tav>
                                      </p:tavLst>
                                    </p:anim>
                                  </p:childTnLst>
                                </p:cTn>
                              </p:par>
                              <p:par>
                                <p:cTn id="467" presetID="53" presetClass="entr" presetSubtype="528" repeatCount="indefinite" fill="hold" grpId="0" nodeType="withEffect">
                                  <p:stCondLst>
                                    <p:cond delay="35"/>
                                  </p:stCondLst>
                                  <p:childTnLst>
                                    <p:set>
                                      <p:cBhvr>
                                        <p:cTn id="468" dur="1" fill="hold">
                                          <p:stCondLst>
                                            <p:cond delay="0"/>
                                          </p:stCondLst>
                                        </p:cTn>
                                        <p:tgtEl>
                                          <p:spTgt spid="435"/>
                                        </p:tgtEl>
                                        <p:attrNameLst>
                                          <p:attrName>style.visibility</p:attrName>
                                        </p:attrNameLst>
                                      </p:cBhvr>
                                      <p:to>
                                        <p:strVal val="visible"/>
                                      </p:to>
                                    </p:set>
                                    <p:anim calcmode="lin" valueType="num">
                                      <p:cBhvr>
                                        <p:cTn id="469" dur="5135" fill="hold"/>
                                        <p:tgtEl>
                                          <p:spTgt spid="435"/>
                                        </p:tgtEl>
                                        <p:attrNameLst>
                                          <p:attrName>ppt_w</p:attrName>
                                        </p:attrNameLst>
                                      </p:cBhvr>
                                      <p:tavLst>
                                        <p:tav tm="0">
                                          <p:val>
                                            <p:fltVal val="0"/>
                                          </p:val>
                                        </p:tav>
                                        <p:tav tm="100000">
                                          <p:val>
                                            <p:strVal val="#ppt_w"/>
                                          </p:val>
                                        </p:tav>
                                      </p:tavLst>
                                    </p:anim>
                                    <p:anim calcmode="lin" valueType="num">
                                      <p:cBhvr>
                                        <p:cTn id="470" dur="5135" fill="hold"/>
                                        <p:tgtEl>
                                          <p:spTgt spid="435"/>
                                        </p:tgtEl>
                                        <p:attrNameLst>
                                          <p:attrName>ppt_h</p:attrName>
                                        </p:attrNameLst>
                                      </p:cBhvr>
                                      <p:tavLst>
                                        <p:tav tm="0">
                                          <p:val>
                                            <p:fltVal val="0"/>
                                          </p:val>
                                        </p:tav>
                                        <p:tav tm="100000">
                                          <p:val>
                                            <p:strVal val="#ppt_h"/>
                                          </p:val>
                                        </p:tav>
                                      </p:tavLst>
                                    </p:anim>
                                    <p:animEffect transition="in" filter="fade">
                                      <p:cBhvr>
                                        <p:cTn id="471" dur="5135"/>
                                        <p:tgtEl>
                                          <p:spTgt spid="435"/>
                                        </p:tgtEl>
                                      </p:cBhvr>
                                    </p:animEffect>
                                    <p:anim calcmode="lin" valueType="num">
                                      <p:cBhvr>
                                        <p:cTn id="472" dur="5135" fill="hold"/>
                                        <p:tgtEl>
                                          <p:spTgt spid="435"/>
                                        </p:tgtEl>
                                        <p:attrNameLst>
                                          <p:attrName>ppt_x</p:attrName>
                                        </p:attrNameLst>
                                      </p:cBhvr>
                                      <p:tavLst>
                                        <p:tav tm="0">
                                          <p:val>
                                            <p:fltVal val="0.5"/>
                                          </p:val>
                                        </p:tav>
                                        <p:tav tm="100000">
                                          <p:val>
                                            <p:strVal val="#ppt_x"/>
                                          </p:val>
                                        </p:tav>
                                      </p:tavLst>
                                    </p:anim>
                                    <p:anim calcmode="lin" valueType="num">
                                      <p:cBhvr>
                                        <p:cTn id="473" dur="5135" fill="hold"/>
                                        <p:tgtEl>
                                          <p:spTgt spid="435"/>
                                        </p:tgtEl>
                                        <p:attrNameLst>
                                          <p:attrName>ppt_y</p:attrName>
                                        </p:attrNameLst>
                                      </p:cBhvr>
                                      <p:tavLst>
                                        <p:tav tm="0">
                                          <p:val>
                                            <p:fltVal val="0.5"/>
                                          </p:val>
                                        </p:tav>
                                        <p:tav tm="100000">
                                          <p:val>
                                            <p:strVal val="#ppt_y"/>
                                          </p:val>
                                        </p:tav>
                                      </p:tavLst>
                                    </p:anim>
                                  </p:childTnLst>
                                </p:cTn>
                              </p:par>
                              <p:par>
                                <p:cTn id="474" presetID="53" presetClass="entr" presetSubtype="528" repeatCount="indefinite" fill="hold" grpId="0" nodeType="withEffect">
                                  <p:stCondLst>
                                    <p:cond delay="1810"/>
                                  </p:stCondLst>
                                  <p:childTnLst>
                                    <p:set>
                                      <p:cBhvr>
                                        <p:cTn id="475" dur="1" fill="hold">
                                          <p:stCondLst>
                                            <p:cond delay="0"/>
                                          </p:stCondLst>
                                        </p:cTn>
                                        <p:tgtEl>
                                          <p:spTgt spid="436"/>
                                        </p:tgtEl>
                                        <p:attrNameLst>
                                          <p:attrName>style.visibility</p:attrName>
                                        </p:attrNameLst>
                                      </p:cBhvr>
                                      <p:to>
                                        <p:strVal val="visible"/>
                                      </p:to>
                                    </p:set>
                                    <p:anim calcmode="lin" valueType="num">
                                      <p:cBhvr>
                                        <p:cTn id="476" dur="5463" fill="hold"/>
                                        <p:tgtEl>
                                          <p:spTgt spid="436"/>
                                        </p:tgtEl>
                                        <p:attrNameLst>
                                          <p:attrName>ppt_w</p:attrName>
                                        </p:attrNameLst>
                                      </p:cBhvr>
                                      <p:tavLst>
                                        <p:tav tm="0">
                                          <p:val>
                                            <p:fltVal val="0"/>
                                          </p:val>
                                        </p:tav>
                                        <p:tav tm="100000">
                                          <p:val>
                                            <p:strVal val="#ppt_w"/>
                                          </p:val>
                                        </p:tav>
                                      </p:tavLst>
                                    </p:anim>
                                    <p:anim calcmode="lin" valueType="num">
                                      <p:cBhvr>
                                        <p:cTn id="477" dur="5463" fill="hold"/>
                                        <p:tgtEl>
                                          <p:spTgt spid="436"/>
                                        </p:tgtEl>
                                        <p:attrNameLst>
                                          <p:attrName>ppt_h</p:attrName>
                                        </p:attrNameLst>
                                      </p:cBhvr>
                                      <p:tavLst>
                                        <p:tav tm="0">
                                          <p:val>
                                            <p:fltVal val="0"/>
                                          </p:val>
                                        </p:tav>
                                        <p:tav tm="100000">
                                          <p:val>
                                            <p:strVal val="#ppt_h"/>
                                          </p:val>
                                        </p:tav>
                                      </p:tavLst>
                                    </p:anim>
                                    <p:animEffect transition="in" filter="fade">
                                      <p:cBhvr>
                                        <p:cTn id="478" dur="5463"/>
                                        <p:tgtEl>
                                          <p:spTgt spid="436"/>
                                        </p:tgtEl>
                                      </p:cBhvr>
                                    </p:animEffect>
                                    <p:anim calcmode="lin" valueType="num">
                                      <p:cBhvr>
                                        <p:cTn id="479" dur="5463" fill="hold"/>
                                        <p:tgtEl>
                                          <p:spTgt spid="436"/>
                                        </p:tgtEl>
                                        <p:attrNameLst>
                                          <p:attrName>ppt_x</p:attrName>
                                        </p:attrNameLst>
                                      </p:cBhvr>
                                      <p:tavLst>
                                        <p:tav tm="0">
                                          <p:val>
                                            <p:fltVal val="0.5"/>
                                          </p:val>
                                        </p:tav>
                                        <p:tav tm="100000">
                                          <p:val>
                                            <p:strVal val="#ppt_x"/>
                                          </p:val>
                                        </p:tav>
                                      </p:tavLst>
                                    </p:anim>
                                    <p:anim calcmode="lin" valueType="num">
                                      <p:cBhvr>
                                        <p:cTn id="480" dur="5463" fill="hold"/>
                                        <p:tgtEl>
                                          <p:spTgt spid="436"/>
                                        </p:tgtEl>
                                        <p:attrNameLst>
                                          <p:attrName>ppt_y</p:attrName>
                                        </p:attrNameLst>
                                      </p:cBhvr>
                                      <p:tavLst>
                                        <p:tav tm="0">
                                          <p:val>
                                            <p:fltVal val="0.5"/>
                                          </p:val>
                                        </p:tav>
                                        <p:tav tm="100000">
                                          <p:val>
                                            <p:strVal val="#ppt_y"/>
                                          </p:val>
                                        </p:tav>
                                      </p:tavLst>
                                    </p:anim>
                                  </p:childTnLst>
                                </p:cTn>
                              </p:par>
                              <p:par>
                                <p:cTn id="481" presetID="53" presetClass="entr" presetSubtype="528" repeatCount="indefinite" fill="hold" grpId="0" nodeType="withEffect">
                                  <p:stCondLst>
                                    <p:cond delay="207"/>
                                  </p:stCondLst>
                                  <p:childTnLst>
                                    <p:set>
                                      <p:cBhvr>
                                        <p:cTn id="482" dur="1" fill="hold">
                                          <p:stCondLst>
                                            <p:cond delay="0"/>
                                          </p:stCondLst>
                                        </p:cTn>
                                        <p:tgtEl>
                                          <p:spTgt spid="437"/>
                                        </p:tgtEl>
                                        <p:attrNameLst>
                                          <p:attrName>style.visibility</p:attrName>
                                        </p:attrNameLst>
                                      </p:cBhvr>
                                      <p:to>
                                        <p:strVal val="visible"/>
                                      </p:to>
                                    </p:set>
                                    <p:anim calcmode="lin" valueType="num">
                                      <p:cBhvr>
                                        <p:cTn id="483" dur="5327" fill="hold"/>
                                        <p:tgtEl>
                                          <p:spTgt spid="437"/>
                                        </p:tgtEl>
                                        <p:attrNameLst>
                                          <p:attrName>ppt_w</p:attrName>
                                        </p:attrNameLst>
                                      </p:cBhvr>
                                      <p:tavLst>
                                        <p:tav tm="0">
                                          <p:val>
                                            <p:fltVal val="0"/>
                                          </p:val>
                                        </p:tav>
                                        <p:tav tm="100000">
                                          <p:val>
                                            <p:strVal val="#ppt_w"/>
                                          </p:val>
                                        </p:tav>
                                      </p:tavLst>
                                    </p:anim>
                                    <p:anim calcmode="lin" valueType="num">
                                      <p:cBhvr>
                                        <p:cTn id="484" dur="5327" fill="hold"/>
                                        <p:tgtEl>
                                          <p:spTgt spid="437"/>
                                        </p:tgtEl>
                                        <p:attrNameLst>
                                          <p:attrName>ppt_h</p:attrName>
                                        </p:attrNameLst>
                                      </p:cBhvr>
                                      <p:tavLst>
                                        <p:tav tm="0">
                                          <p:val>
                                            <p:fltVal val="0"/>
                                          </p:val>
                                        </p:tav>
                                        <p:tav tm="100000">
                                          <p:val>
                                            <p:strVal val="#ppt_h"/>
                                          </p:val>
                                        </p:tav>
                                      </p:tavLst>
                                    </p:anim>
                                    <p:animEffect transition="in" filter="fade">
                                      <p:cBhvr>
                                        <p:cTn id="485" dur="5327"/>
                                        <p:tgtEl>
                                          <p:spTgt spid="437"/>
                                        </p:tgtEl>
                                      </p:cBhvr>
                                    </p:animEffect>
                                    <p:anim calcmode="lin" valueType="num">
                                      <p:cBhvr>
                                        <p:cTn id="486" dur="5327" fill="hold"/>
                                        <p:tgtEl>
                                          <p:spTgt spid="437"/>
                                        </p:tgtEl>
                                        <p:attrNameLst>
                                          <p:attrName>ppt_x</p:attrName>
                                        </p:attrNameLst>
                                      </p:cBhvr>
                                      <p:tavLst>
                                        <p:tav tm="0">
                                          <p:val>
                                            <p:fltVal val="0.5"/>
                                          </p:val>
                                        </p:tav>
                                        <p:tav tm="100000">
                                          <p:val>
                                            <p:strVal val="#ppt_x"/>
                                          </p:val>
                                        </p:tav>
                                      </p:tavLst>
                                    </p:anim>
                                    <p:anim calcmode="lin" valueType="num">
                                      <p:cBhvr>
                                        <p:cTn id="487" dur="5327" fill="hold"/>
                                        <p:tgtEl>
                                          <p:spTgt spid="437"/>
                                        </p:tgtEl>
                                        <p:attrNameLst>
                                          <p:attrName>ppt_y</p:attrName>
                                        </p:attrNameLst>
                                      </p:cBhvr>
                                      <p:tavLst>
                                        <p:tav tm="0">
                                          <p:val>
                                            <p:fltVal val="0.5"/>
                                          </p:val>
                                        </p:tav>
                                        <p:tav tm="100000">
                                          <p:val>
                                            <p:strVal val="#ppt_y"/>
                                          </p:val>
                                        </p:tav>
                                      </p:tavLst>
                                    </p:anim>
                                  </p:childTnLst>
                                </p:cTn>
                              </p:par>
                              <p:par>
                                <p:cTn id="488" presetID="53" presetClass="entr" presetSubtype="528" repeatCount="indefinite" fill="hold" grpId="0" nodeType="withEffect">
                                  <p:stCondLst>
                                    <p:cond delay="852"/>
                                  </p:stCondLst>
                                  <p:childTnLst>
                                    <p:set>
                                      <p:cBhvr>
                                        <p:cTn id="489" dur="1" fill="hold">
                                          <p:stCondLst>
                                            <p:cond delay="0"/>
                                          </p:stCondLst>
                                        </p:cTn>
                                        <p:tgtEl>
                                          <p:spTgt spid="438"/>
                                        </p:tgtEl>
                                        <p:attrNameLst>
                                          <p:attrName>style.visibility</p:attrName>
                                        </p:attrNameLst>
                                      </p:cBhvr>
                                      <p:to>
                                        <p:strVal val="visible"/>
                                      </p:to>
                                    </p:set>
                                    <p:anim calcmode="lin" valueType="num">
                                      <p:cBhvr>
                                        <p:cTn id="490" dur="5099" fill="hold"/>
                                        <p:tgtEl>
                                          <p:spTgt spid="438"/>
                                        </p:tgtEl>
                                        <p:attrNameLst>
                                          <p:attrName>ppt_w</p:attrName>
                                        </p:attrNameLst>
                                      </p:cBhvr>
                                      <p:tavLst>
                                        <p:tav tm="0">
                                          <p:val>
                                            <p:fltVal val="0"/>
                                          </p:val>
                                        </p:tav>
                                        <p:tav tm="100000">
                                          <p:val>
                                            <p:strVal val="#ppt_w"/>
                                          </p:val>
                                        </p:tav>
                                      </p:tavLst>
                                    </p:anim>
                                    <p:anim calcmode="lin" valueType="num">
                                      <p:cBhvr>
                                        <p:cTn id="491" dur="5099" fill="hold"/>
                                        <p:tgtEl>
                                          <p:spTgt spid="438"/>
                                        </p:tgtEl>
                                        <p:attrNameLst>
                                          <p:attrName>ppt_h</p:attrName>
                                        </p:attrNameLst>
                                      </p:cBhvr>
                                      <p:tavLst>
                                        <p:tav tm="0">
                                          <p:val>
                                            <p:fltVal val="0"/>
                                          </p:val>
                                        </p:tav>
                                        <p:tav tm="100000">
                                          <p:val>
                                            <p:strVal val="#ppt_h"/>
                                          </p:val>
                                        </p:tav>
                                      </p:tavLst>
                                    </p:anim>
                                    <p:animEffect transition="in" filter="fade">
                                      <p:cBhvr>
                                        <p:cTn id="492" dur="5099"/>
                                        <p:tgtEl>
                                          <p:spTgt spid="438"/>
                                        </p:tgtEl>
                                      </p:cBhvr>
                                    </p:animEffect>
                                    <p:anim calcmode="lin" valueType="num">
                                      <p:cBhvr>
                                        <p:cTn id="493" dur="5099" fill="hold"/>
                                        <p:tgtEl>
                                          <p:spTgt spid="438"/>
                                        </p:tgtEl>
                                        <p:attrNameLst>
                                          <p:attrName>ppt_x</p:attrName>
                                        </p:attrNameLst>
                                      </p:cBhvr>
                                      <p:tavLst>
                                        <p:tav tm="0">
                                          <p:val>
                                            <p:fltVal val="0.5"/>
                                          </p:val>
                                        </p:tav>
                                        <p:tav tm="100000">
                                          <p:val>
                                            <p:strVal val="#ppt_x"/>
                                          </p:val>
                                        </p:tav>
                                      </p:tavLst>
                                    </p:anim>
                                    <p:anim calcmode="lin" valueType="num">
                                      <p:cBhvr>
                                        <p:cTn id="494" dur="5099" fill="hold"/>
                                        <p:tgtEl>
                                          <p:spTgt spid="438"/>
                                        </p:tgtEl>
                                        <p:attrNameLst>
                                          <p:attrName>ppt_y</p:attrName>
                                        </p:attrNameLst>
                                      </p:cBhvr>
                                      <p:tavLst>
                                        <p:tav tm="0">
                                          <p:val>
                                            <p:fltVal val="0.5"/>
                                          </p:val>
                                        </p:tav>
                                        <p:tav tm="100000">
                                          <p:val>
                                            <p:strVal val="#ppt_y"/>
                                          </p:val>
                                        </p:tav>
                                      </p:tavLst>
                                    </p:anim>
                                  </p:childTnLst>
                                </p:cTn>
                              </p:par>
                              <p:par>
                                <p:cTn id="495" presetID="53" presetClass="entr" presetSubtype="528" repeatCount="indefinite" fill="hold" grpId="0" nodeType="withEffect">
                                  <p:stCondLst>
                                    <p:cond delay="1482"/>
                                  </p:stCondLst>
                                  <p:childTnLst>
                                    <p:set>
                                      <p:cBhvr>
                                        <p:cTn id="496" dur="1" fill="hold">
                                          <p:stCondLst>
                                            <p:cond delay="0"/>
                                          </p:stCondLst>
                                        </p:cTn>
                                        <p:tgtEl>
                                          <p:spTgt spid="439"/>
                                        </p:tgtEl>
                                        <p:attrNameLst>
                                          <p:attrName>style.visibility</p:attrName>
                                        </p:attrNameLst>
                                      </p:cBhvr>
                                      <p:to>
                                        <p:strVal val="visible"/>
                                      </p:to>
                                    </p:set>
                                    <p:anim calcmode="lin" valueType="num">
                                      <p:cBhvr>
                                        <p:cTn id="497" dur="7073" fill="hold"/>
                                        <p:tgtEl>
                                          <p:spTgt spid="439"/>
                                        </p:tgtEl>
                                        <p:attrNameLst>
                                          <p:attrName>ppt_w</p:attrName>
                                        </p:attrNameLst>
                                      </p:cBhvr>
                                      <p:tavLst>
                                        <p:tav tm="0">
                                          <p:val>
                                            <p:fltVal val="0"/>
                                          </p:val>
                                        </p:tav>
                                        <p:tav tm="100000">
                                          <p:val>
                                            <p:strVal val="#ppt_w"/>
                                          </p:val>
                                        </p:tav>
                                      </p:tavLst>
                                    </p:anim>
                                    <p:anim calcmode="lin" valueType="num">
                                      <p:cBhvr>
                                        <p:cTn id="498" dur="7073" fill="hold"/>
                                        <p:tgtEl>
                                          <p:spTgt spid="439"/>
                                        </p:tgtEl>
                                        <p:attrNameLst>
                                          <p:attrName>ppt_h</p:attrName>
                                        </p:attrNameLst>
                                      </p:cBhvr>
                                      <p:tavLst>
                                        <p:tav tm="0">
                                          <p:val>
                                            <p:fltVal val="0"/>
                                          </p:val>
                                        </p:tav>
                                        <p:tav tm="100000">
                                          <p:val>
                                            <p:strVal val="#ppt_h"/>
                                          </p:val>
                                        </p:tav>
                                      </p:tavLst>
                                    </p:anim>
                                    <p:animEffect transition="in" filter="fade">
                                      <p:cBhvr>
                                        <p:cTn id="499" dur="7073"/>
                                        <p:tgtEl>
                                          <p:spTgt spid="439"/>
                                        </p:tgtEl>
                                      </p:cBhvr>
                                    </p:animEffect>
                                    <p:anim calcmode="lin" valueType="num">
                                      <p:cBhvr>
                                        <p:cTn id="500" dur="7073" fill="hold"/>
                                        <p:tgtEl>
                                          <p:spTgt spid="439"/>
                                        </p:tgtEl>
                                        <p:attrNameLst>
                                          <p:attrName>ppt_x</p:attrName>
                                        </p:attrNameLst>
                                      </p:cBhvr>
                                      <p:tavLst>
                                        <p:tav tm="0">
                                          <p:val>
                                            <p:fltVal val="0.5"/>
                                          </p:val>
                                        </p:tav>
                                        <p:tav tm="100000">
                                          <p:val>
                                            <p:strVal val="#ppt_x"/>
                                          </p:val>
                                        </p:tav>
                                      </p:tavLst>
                                    </p:anim>
                                    <p:anim calcmode="lin" valueType="num">
                                      <p:cBhvr>
                                        <p:cTn id="501" dur="7073" fill="hold"/>
                                        <p:tgtEl>
                                          <p:spTgt spid="439"/>
                                        </p:tgtEl>
                                        <p:attrNameLst>
                                          <p:attrName>ppt_y</p:attrName>
                                        </p:attrNameLst>
                                      </p:cBhvr>
                                      <p:tavLst>
                                        <p:tav tm="0">
                                          <p:val>
                                            <p:fltVal val="0.5"/>
                                          </p:val>
                                        </p:tav>
                                        <p:tav tm="100000">
                                          <p:val>
                                            <p:strVal val="#ppt_y"/>
                                          </p:val>
                                        </p:tav>
                                      </p:tavLst>
                                    </p:anim>
                                  </p:childTnLst>
                                </p:cTn>
                              </p:par>
                              <p:par>
                                <p:cTn id="502" presetID="53" presetClass="entr" presetSubtype="528" repeatCount="indefinite" fill="hold" grpId="0" nodeType="withEffect">
                                  <p:stCondLst>
                                    <p:cond delay="176"/>
                                  </p:stCondLst>
                                  <p:childTnLst>
                                    <p:set>
                                      <p:cBhvr>
                                        <p:cTn id="503" dur="1" fill="hold">
                                          <p:stCondLst>
                                            <p:cond delay="0"/>
                                          </p:stCondLst>
                                        </p:cTn>
                                        <p:tgtEl>
                                          <p:spTgt spid="440"/>
                                        </p:tgtEl>
                                        <p:attrNameLst>
                                          <p:attrName>style.visibility</p:attrName>
                                        </p:attrNameLst>
                                      </p:cBhvr>
                                      <p:to>
                                        <p:strVal val="visible"/>
                                      </p:to>
                                    </p:set>
                                    <p:anim calcmode="lin" valueType="num">
                                      <p:cBhvr>
                                        <p:cTn id="504" dur="7201" fill="hold"/>
                                        <p:tgtEl>
                                          <p:spTgt spid="440"/>
                                        </p:tgtEl>
                                        <p:attrNameLst>
                                          <p:attrName>ppt_w</p:attrName>
                                        </p:attrNameLst>
                                      </p:cBhvr>
                                      <p:tavLst>
                                        <p:tav tm="0">
                                          <p:val>
                                            <p:fltVal val="0"/>
                                          </p:val>
                                        </p:tav>
                                        <p:tav tm="100000">
                                          <p:val>
                                            <p:strVal val="#ppt_w"/>
                                          </p:val>
                                        </p:tav>
                                      </p:tavLst>
                                    </p:anim>
                                    <p:anim calcmode="lin" valueType="num">
                                      <p:cBhvr>
                                        <p:cTn id="505" dur="7201" fill="hold"/>
                                        <p:tgtEl>
                                          <p:spTgt spid="440"/>
                                        </p:tgtEl>
                                        <p:attrNameLst>
                                          <p:attrName>ppt_h</p:attrName>
                                        </p:attrNameLst>
                                      </p:cBhvr>
                                      <p:tavLst>
                                        <p:tav tm="0">
                                          <p:val>
                                            <p:fltVal val="0"/>
                                          </p:val>
                                        </p:tav>
                                        <p:tav tm="100000">
                                          <p:val>
                                            <p:strVal val="#ppt_h"/>
                                          </p:val>
                                        </p:tav>
                                      </p:tavLst>
                                    </p:anim>
                                    <p:animEffect transition="in" filter="fade">
                                      <p:cBhvr>
                                        <p:cTn id="506" dur="7201"/>
                                        <p:tgtEl>
                                          <p:spTgt spid="440"/>
                                        </p:tgtEl>
                                      </p:cBhvr>
                                    </p:animEffect>
                                    <p:anim calcmode="lin" valueType="num">
                                      <p:cBhvr>
                                        <p:cTn id="507" dur="7201" fill="hold"/>
                                        <p:tgtEl>
                                          <p:spTgt spid="440"/>
                                        </p:tgtEl>
                                        <p:attrNameLst>
                                          <p:attrName>ppt_x</p:attrName>
                                        </p:attrNameLst>
                                      </p:cBhvr>
                                      <p:tavLst>
                                        <p:tav tm="0">
                                          <p:val>
                                            <p:fltVal val="0.5"/>
                                          </p:val>
                                        </p:tav>
                                        <p:tav tm="100000">
                                          <p:val>
                                            <p:strVal val="#ppt_x"/>
                                          </p:val>
                                        </p:tav>
                                      </p:tavLst>
                                    </p:anim>
                                    <p:anim calcmode="lin" valueType="num">
                                      <p:cBhvr>
                                        <p:cTn id="508" dur="7201" fill="hold"/>
                                        <p:tgtEl>
                                          <p:spTgt spid="440"/>
                                        </p:tgtEl>
                                        <p:attrNameLst>
                                          <p:attrName>ppt_y</p:attrName>
                                        </p:attrNameLst>
                                      </p:cBhvr>
                                      <p:tavLst>
                                        <p:tav tm="0">
                                          <p:val>
                                            <p:fltVal val="0.5"/>
                                          </p:val>
                                        </p:tav>
                                        <p:tav tm="100000">
                                          <p:val>
                                            <p:strVal val="#ppt_y"/>
                                          </p:val>
                                        </p:tav>
                                      </p:tavLst>
                                    </p:anim>
                                  </p:childTnLst>
                                </p:cTn>
                              </p:par>
                              <p:par>
                                <p:cTn id="509" presetID="53" presetClass="entr" presetSubtype="528" repeatCount="indefinite" fill="hold" grpId="0" nodeType="withEffect">
                                  <p:stCondLst>
                                    <p:cond delay="157"/>
                                  </p:stCondLst>
                                  <p:childTnLst>
                                    <p:set>
                                      <p:cBhvr>
                                        <p:cTn id="510" dur="1" fill="hold">
                                          <p:stCondLst>
                                            <p:cond delay="0"/>
                                          </p:stCondLst>
                                        </p:cTn>
                                        <p:tgtEl>
                                          <p:spTgt spid="441"/>
                                        </p:tgtEl>
                                        <p:attrNameLst>
                                          <p:attrName>style.visibility</p:attrName>
                                        </p:attrNameLst>
                                      </p:cBhvr>
                                      <p:to>
                                        <p:strVal val="visible"/>
                                      </p:to>
                                    </p:set>
                                    <p:anim calcmode="lin" valueType="num">
                                      <p:cBhvr>
                                        <p:cTn id="511" dur="7468" fill="hold"/>
                                        <p:tgtEl>
                                          <p:spTgt spid="441"/>
                                        </p:tgtEl>
                                        <p:attrNameLst>
                                          <p:attrName>ppt_w</p:attrName>
                                        </p:attrNameLst>
                                      </p:cBhvr>
                                      <p:tavLst>
                                        <p:tav tm="0">
                                          <p:val>
                                            <p:fltVal val="0"/>
                                          </p:val>
                                        </p:tav>
                                        <p:tav tm="100000">
                                          <p:val>
                                            <p:strVal val="#ppt_w"/>
                                          </p:val>
                                        </p:tav>
                                      </p:tavLst>
                                    </p:anim>
                                    <p:anim calcmode="lin" valueType="num">
                                      <p:cBhvr>
                                        <p:cTn id="512" dur="7468" fill="hold"/>
                                        <p:tgtEl>
                                          <p:spTgt spid="441"/>
                                        </p:tgtEl>
                                        <p:attrNameLst>
                                          <p:attrName>ppt_h</p:attrName>
                                        </p:attrNameLst>
                                      </p:cBhvr>
                                      <p:tavLst>
                                        <p:tav tm="0">
                                          <p:val>
                                            <p:fltVal val="0"/>
                                          </p:val>
                                        </p:tav>
                                        <p:tav tm="100000">
                                          <p:val>
                                            <p:strVal val="#ppt_h"/>
                                          </p:val>
                                        </p:tav>
                                      </p:tavLst>
                                    </p:anim>
                                    <p:animEffect transition="in" filter="fade">
                                      <p:cBhvr>
                                        <p:cTn id="513" dur="7468"/>
                                        <p:tgtEl>
                                          <p:spTgt spid="441"/>
                                        </p:tgtEl>
                                      </p:cBhvr>
                                    </p:animEffect>
                                    <p:anim calcmode="lin" valueType="num">
                                      <p:cBhvr>
                                        <p:cTn id="514" dur="7468" fill="hold"/>
                                        <p:tgtEl>
                                          <p:spTgt spid="441"/>
                                        </p:tgtEl>
                                        <p:attrNameLst>
                                          <p:attrName>ppt_x</p:attrName>
                                        </p:attrNameLst>
                                      </p:cBhvr>
                                      <p:tavLst>
                                        <p:tav tm="0">
                                          <p:val>
                                            <p:fltVal val="0.5"/>
                                          </p:val>
                                        </p:tav>
                                        <p:tav tm="100000">
                                          <p:val>
                                            <p:strVal val="#ppt_x"/>
                                          </p:val>
                                        </p:tav>
                                      </p:tavLst>
                                    </p:anim>
                                    <p:anim calcmode="lin" valueType="num">
                                      <p:cBhvr>
                                        <p:cTn id="515" dur="7468" fill="hold"/>
                                        <p:tgtEl>
                                          <p:spTgt spid="441"/>
                                        </p:tgtEl>
                                        <p:attrNameLst>
                                          <p:attrName>ppt_y</p:attrName>
                                        </p:attrNameLst>
                                      </p:cBhvr>
                                      <p:tavLst>
                                        <p:tav tm="0">
                                          <p:val>
                                            <p:fltVal val="0.5"/>
                                          </p:val>
                                        </p:tav>
                                        <p:tav tm="100000">
                                          <p:val>
                                            <p:strVal val="#ppt_y"/>
                                          </p:val>
                                        </p:tav>
                                      </p:tavLst>
                                    </p:anim>
                                  </p:childTnLst>
                                </p:cTn>
                              </p:par>
                              <p:par>
                                <p:cTn id="516" presetID="53" presetClass="entr" presetSubtype="528" repeatCount="indefinite" fill="hold" grpId="0" nodeType="withEffect">
                                  <p:stCondLst>
                                    <p:cond delay="234"/>
                                  </p:stCondLst>
                                  <p:childTnLst>
                                    <p:set>
                                      <p:cBhvr>
                                        <p:cTn id="517" dur="1" fill="hold">
                                          <p:stCondLst>
                                            <p:cond delay="0"/>
                                          </p:stCondLst>
                                        </p:cTn>
                                        <p:tgtEl>
                                          <p:spTgt spid="457"/>
                                        </p:tgtEl>
                                        <p:attrNameLst>
                                          <p:attrName>style.visibility</p:attrName>
                                        </p:attrNameLst>
                                      </p:cBhvr>
                                      <p:to>
                                        <p:strVal val="visible"/>
                                      </p:to>
                                    </p:set>
                                    <p:anim calcmode="lin" valueType="num">
                                      <p:cBhvr>
                                        <p:cTn id="518" dur="7485" fill="hold"/>
                                        <p:tgtEl>
                                          <p:spTgt spid="457"/>
                                        </p:tgtEl>
                                        <p:attrNameLst>
                                          <p:attrName>ppt_w</p:attrName>
                                        </p:attrNameLst>
                                      </p:cBhvr>
                                      <p:tavLst>
                                        <p:tav tm="0">
                                          <p:val>
                                            <p:fltVal val="0"/>
                                          </p:val>
                                        </p:tav>
                                        <p:tav tm="100000">
                                          <p:val>
                                            <p:strVal val="#ppt_w"/>
                                          </p:val>
                                        </p:tav>
                                      </p:tavLst>
                                    </p:anim>
                                    <p:anim calcmode="lin" valueType="num">
                                      <p:cBhvr>
                                        <p:cTn id="519" dur="7485" fill="hold"/>
                                        <p:tgtEl>
                                          <p:spTgt spid="457"/>
                                        </p:tgtEl>
                                        <p:attrNameLst>
                                          <p:attrName>ppt_h</p:attrName>
                                        </p:attrNameLst>
                                      </p:cBhvr>
                                      <p:tavLst>
                                        <p:tav tm="0">
                                          <p:val>
                                            <p:fltVal val="0"/>
                                          </p:val>
                                        </p:tav>
                                        <p:tav tm="100000">
                                          <p:val>
                                            <p:strVal val="#ppt_h"/>
                                          </p:val>
                                        </p:tav>
                                      </p:tavLst>
                                    </p:anim>
                                    <p:animEffect transition="in" filter="fade">
                                      <p:cBhvr>
                                        <p:cTn id="520" dur="7485"/>
                                        <p:tgtEl>
                                          <p:spTgt spid="457"/>
                                        </p:tgtEl>
                                      </p:cBhvr>
                                    </p:animEffect>
                                    <p:anim calcmode="lin" valueType="num">
                                      <p:cBhvr>
                                        <p:cTn id="521" dur="7485" fill="hold"/>
                                        <p:tgtEl>
                                          <p:spTgt spid="457"/>
                                        </p:tgtEl>
                                        <p:attrNameLst>
                                          <p:attrName>ppt_x</p:attrName>
                                        </p:attrNameLst>
                                      </p:cBhvr>
                                      <p:tavLst>
                                        <p:tav tm="0">
                                          <p:val>
                                            <p:fltVal val="0.5"/>
                                          </p:val>
                                        </p:tav>
                                        <p:tav tm="100000">
                                          <p:val>
                                            <p:strVal val="#ppt_x"/>
                                          </p:val>
                                        </p:tav>
                                      </p:tavLst>
                                    </p:anim>
                                    <p:anim calcmode="lin" valueType="num">
                                      <p:cBhvr>
                                        <p:cTn id="522" dur="7485" fill="hold"/>
                                        <p:tgtEl>
                                          <p:spTgt spid="457"/>
                                        </p:tgtEl>
                                        <p:attrNameLst>
                                          <p:attrName>ppt_y</p:attrName>
                                        </p:attrNameLst>
                                      </p:cBhvr>
                                      <p:tavLst>
                                        <p:tav tm="0">
                                          <p:val>
                                            <p:fltVal val="0.5"/>
                                          </p:val>
                                        </p:tav>
                                        <p:tav tm="100000">
                                          <p:val>
                                            <p:strVal val="#ppt_y"/>
                                          </p:val>
                                        </p:tav>
                                      </p:tavLst>
                                    </p:anim>
                                  </p:childTnLst>
                                </p:cTn>
                              </p:par>
                              <p:par>
                                <p:cTn id="523" presetID="53" presetClass="entr" presetSubtype="528" repeatCount="indefinite" fill="hold" grpId="0" nodeType="withEffect">
                                  <p:stCondLst>
                                    <p:cond delay="1802"/>
                                  </p:stCondLst>
                                  <p:childTnLst>
                                    <p:set>
                                      <p:cBhvr>
                                        <p:cTn id="524" dur="1" fill="hold">
                                          <p:stCondLst>
                                            <p:cond delay="0"/>
                                          </p:stCondLst>
                                        </p:cTn>
                                        <p:tgtEl>
                                          <p:spTgt spid="463"/>
                                        </p:tgtEl>
                                        <p:attrNameLst>
                                          <p:attrName>style.visibility</p:attrName>
                                        </p:attrNameLst>
                                      </p:cBhvr>
                                      <p:to>
                                        <p:strVal val="visible"/>
                                      </p:to>
                                    </p:set>
                                    <p:anim calcmode="lin" valueType="num">
                                      <p:cBhvr>
                                        <p:cTn id="525" dur="6432" fill="hold"/>
                                        <p:tgtEl>
                                          <p:spTgt spid="463"/>
                                        </p:tgtEl>
                                        <p:attrNameLst>
                                          <p:attrName>ppt_w</p:attrName>
                                        </p:attrNameLst>
                                      </p:cBhvr>
                                      <p:tavLst>
                                        <p:tav tm="0">
                                          <p:val>
                                            <p:fltVal val="0"/>
                                          </p:val>
                                        </p:tav>
                                        <p:tav tm="100000">
                                          <p:val>
                                            <p:strVal val="#ppt_w"/>
                                          </p:val>
                                        </p:tav>
                                      </p:tavLst>
                                    </p:anim>
                                    <p:anim calcmode="lin" valueType="num">
                                      <p:cBhvr>
                                        <p:cTn id="526" dur="6432" fill="hold"/>
                                        <p:tgtEl>
                                          <p:spTgt spid="463"/>
                                        </p:tgtEl>
                                        <p:attrNameLst>
                                          <p:attrName>ppt_h</p:attrName>
                                        </p:attrNameLst>
                                      </p:cBhvr>
                                      <p:tavLst>
                                        <p:tav tm="0">
                                          <p:val>
                                            <p:fltVal val="0"/>
                                          </p:val>
                                        </p:tav>
                                        <p:tav tm="100000">
                                          <p:val>
                                            <p:strVal val="#ppt_h"/>
                                          </p:val>
                                        </p:tav>
                                      </p:tavLst>
                                    </p:anim>
                                    <p:animEffect transition="in" filter="fade">
                                      <p:cBhvr>
                                        <p:cTn id="527" dur="6432"/>
                                        <p:tgtEl>
                                          <p:spTgt spid="463"/>
                                        </p:tgtEl>
                                      </p:cBhvr>
                                    </p:animEffect>
                                    <p:anim calcmode="lin" valueType="num">
                                      <p:cBhvr>
                                        <p:cTn id="528" dur="6432" fill="hold"/>
                                        <p:tgtEl>
                                          <p:spTgt spid="463"/>
                                        </p:tgtEl>
                                        <p:attrNameLst>
                                          <p:attrName>ppt_x</p:attrName>
                                        </p:attrNameLst>
                                      </p:cBhvr>
                                      <p:tavLst>
                                        <p:tav tm="0">
                                          <p:val>
                                            <p:fltVal val="0.5"/>
                                          </p:val>
                                        </p:tav>
                                        <p:tav tm="100000">
                                          <p:val>
                                            <p:strVal val="#ppt_x"/>
                                          </p:val>
                                        </p:tav>
                                      </p:tavLst>
                                    </p:anim>
                                    <p:anim calcmode="lin" valueType="num">
                                      <p:cBhvr>
                                        <p:cTn id="529" dur="6432" fill="hold"/>
                                        <p:tgtEl>
                                          <p:spTgt spid="463"/>
                                        </p:tgtEl>
                                        <p:attrNameLst>
                                          <p:attrName>ppt_y</p:attrName>
                                        </p:attrNameLst>
                                      </p:cBhvr>
                                      <p:tavLst>
                                        <p:tav tm="0">
                                          <p:val>
                                            <p:fltVal val="0.5"/>
                                          </p:val>
                                        </p:tav>
                                        <p:tav tm="100000">
                                          <p:val>
                                            <p:strVal val="#ppt_y"/>
                                          </p:val>
                                        </p:tav>
                                      </p:tavLst>
                                    </p:anim>
                                  </p:childTnLst>
                                </p:cTn>
                              </p:par>
                              <p:par>
                                <p:cTn id="530" presetID="53" presetClass="entr" presetSubtype="528" repeatCount="indefinite" fill="hold" grpId="0" nodeType="withEffect">
                                  <p:stCondLst>
                                    <p:cond delay="736"/>
                                  </p:stCondLst>
                                  <p:childTnLst>
                                    <p:set>
                                      <p:cBhvr>
                                        <p:cTn id="531" dur="1" fill="hold">
                                          <p:stCondLst>
                                            <p:cond delay="0"/>
                                          </p:stCondLst>
                                        </p:cTn>
                                        <p:tgtEl>
                                          <p:spTgt spid="465"/>
                                        </p:tgtEl>
                                        <p:attrNameLst>
                                          <p:attrName>style.visibility</p:attrName>
                                        </p:attrNameLst>
                                      </p:cBhvr>
                                      <p:to>
                                        <p:strVal val="visible"/>
                                      </p:to>
                                    </p:set>
                                    <p:anim calcmode="lin" valueType="num">
                                      <p:cBhvr>
                                        <p:cTn id="532" dur="5423" fill="hold"/>
                                        <p:tgtEl>
                                          <p:spTgt spid="465"/>
                                        </p:tgtEl>
                                        <p:attrNameLst>
                                          <p:attrName>ppt_w</p:attrName>
                                        </p:attrNameLst>
                                      </p:cBhvr>
                                      <p:tavLst>
                                        <p:tav tm="0">
                                          <p:val>
                                            <p:fltVal val="0"/>
                                          </p:val>
                                        </p:tav>
                                        <p:tav tm="100000">
                                          <p:val>
                                            <p:strVal val="#ppt_w"/>
                                          </p:val>
                                        </p:tav>
                                      </p:tavLst>
                                    </p:anim>
                                    <p:anim calcmode="lin" valueType="num">
                                      <p:cBhvr>
                                        <p:cTn id="533" dur="5423" fill="hold"/>
                                        <p:tgtEl>
                                          <p:spTgt spid="465"/>
                                        </p:tgtEl>
                                        <p:attrNameLst>
                                          <p:attrName>ppt_h</p:attrName>
                                        </p:attrNameLst>
                                      </p:cBhvr>
                                      <p:tavLst>
                                        <p:tav tm="0">
                                          <p:val>
                                            <p:fltVal val="0"/>
                                          </p:val>
                                        </p:tav>
                                        <p:tav tm="100000">
                                          <p:val>
                                            <p:strVal val="#ppt_h"/>
                                          </p:val>
                                        </p:tav>
                                      </p:tavLst>
                                    </p:anim>
                                    <p:animEffect transition="in" filter="fade">
                                      <p:cBhvr>
                                        <p:cTn id="534" dur="5423"/>
                                        <p:tgtEl>
                                          <p:spTgt spid="465"/>
                                        </p:tgtEl>
                                      </p:cBhvr>
                                    </p:animEffect>
                                    <p:anim calcmode="lin" valueType="num">
                                      <p:cBhvr>
                                        <p:cTn id="535" dur="5423" fill="hold"/>
                                        <p:tgtEl>
                                          <p:spTgt spid="465"/>
                                        </p:tgtEl>
                                        <p:attrNameLst>
                                          <p:attrName>ppt_x</p:attrName>
                                        </p:attrNameLst>
                                      </p:cBhvr>
                                      <p:tavLst>
                                        <p:tav tm="0">
                                          <p:val>
                                            <p:fltVal val="0.5"/>
                                          </p:val>
                                        </p:tav>
                                        <p:tav tm="100000">
                                          <p:val>
                                            <p:strVal val="#ppt_x"/>
                                          </p:val>
                                        </p:tav>
                                      </p:tavLst>
                                    </p:anim>
                                    <p:anim calcmode="lin" valueType="num">
                                      <p:cBhvr>
                                        <p:cTn id="536" dur="5423" fill="hold"/>
                                        <p:tgtEl>
                                          <p:spTgt spid="465"/>
                                        </p:tgtEl>
                                        <p:attrNameLst>
                                          <p:attrName>ppt_y</p:attrName>
                                        </p:attrNameLst>
                                      </p:cBhvr>
                                      <p:tavLst>
                                        <p:tav tm="0">
                                          <p:val>
                                            <p:fltVal val="0.5"/>
                                          </p:val>
                                        </p:tav>
                                        <p:tav tm="100000">
                                          <p:val>
                                            <p:strVal val="#ppt_y"/>
                                          </p:val>
                                        </p:tav>
                                      </p:tavLst>
                                    </p:anim>
                                  </p:childTnLst>
                                </p:cTn>
                              </p:par>
                              <p:par>
                                <p:cTn id="537" presetID="53" presetClass="entr" presetSubtype="528" repeatCount="indefinite" fill="hold" grpId="0" nodeType="withEffect">
                                  <p:stCondLst>
                                    <p:cond delay="482"/>
                                  </p:stCondLst>
                                  <p:childTnLst>
                                    <p:set>
                                      <p:cBhvr>
                                        <p:cTn id="538" dur="1" fill="hold">
                                          <p:stCondLst>
                                            <p:cond delay="0"/>
                                          </p:stCondLst>
                                        </p:cTn>
                                        <p:tgtEl>
                                          <p:spTgt spid="466"/>
                                        </p:tgtEl>
                                        <p:attrNameLst>
                                          <p:attrName>style.visibility</p:attrName>
                                        </p:attrNameLst>
                                      </p:cBhvr>
                                      <p:to>
                                        <p:strVal val="visible"/>
                                      </p:to>
                                    </p:set>
                                    <p:anim calcmode="lin" valueType="num">
                                      <p:cBhvr>
                                        <p:cTn id="539" dur="5102" fill="hold"/>
                                        <p:tgtEl>
                                          <p:spTgt spid="466"/>
                                        </p:tgtEl>
                                        <p:attrNameLst>
                                          <p:attrName>ppt_w</p:attrName>
                                        </p:attrNameLst>
                                      </p:cBhvr>
                                      <p:tavLst>
                                        <p:tav tm="0">
                                          <p:val>
                                            <p:fltVal val="0"/>
                                          </p:val>
                                        </p:tav>
                                        <p:tav tm="100000">
                                          <p:val>
                                            <p:strVal val="#ppt_w"/>
                                          </p:val>
                                        </p:tav>
                                      </p:tavLst>
                                    </p:anim>
                                    <p:anim calcmode="lin" valueType="num">
                                      <p:cBhvr>
                                        <p:cTn id="540" dur="5102" fill="hold"/>
                                        <p:tgtEl>
                                          <p:spTgt spid="466"/>
                                        </p:tgtEl>
                                        <p:attrNameLst>
                                          <p:attrName>ppt_h</p:attrName>
                                        </p:attrNameLst>
                                      </p:cBhvr>
                                      <p:tavLst>
                                        <p:tav tm="0">
                                          <p:val>
                                            <p:fltVal val="0"/>
                                          </p:val>
                                        </p:tav>
                                        <p:tav tm="100000">
                                          <p:val>
                                            <p:strVal val="#ppt_h"/>
                                          </p:val>
                                        </p:tav>
                                      </p:tavLst>
                                    </p:anim>
                                    <p:animEffect transition="in" filter="fade">
                                      <p:cBhvr>
                                        <p:cTn id="541" dur="5102"/>
                                        <p:tgtEl>
                                          <p:spTgt spid="466"/>
                                        </p:tgtEl>
                                      </p:cBhvr>
                                    </p:animEffect>
                                    <p:anim calcmode="lin" valueType="num">
                                      <p:cBhvr>
                                        <p:cTn id="542" dur="5102" fill="hold"/>
                                        <p:tgtEl>
                                          <p:spTgt spid="466"/>
                                        </p:tgtEl>
                                        <p:attrNameLst>
                                          <p:attrName>ppt_x</p:attrName>
                                        </p:attrNameLst>
                                      </p:cBhvr>
                                      <p:tavLst>
                                        <p:tav tm="0">
                                          <p:val>
                                            <p:fltVal val="0.5"/>
                                          </p:val>
                                        </p:tav>
                                        <p:tav tm="100000">
                                          <p:val>
                                            <p:strVal val="#ppt_x"/>
                                          </p:val>
                                        </p:tav>
                                      </p:tavLst>
                                    </p:anim>
                                    <p:anim calcmode="lin" valueType="num">
                                      <p:cBhvr>
                                        <p:cTn id="543" dur="5102" fill="hold"/>
                                        <p:tgtEl>
                                          <p:spTgt spid="466"/>
                                        </p:tgtEl>
                                        <p:attrNameLst>
                                          <p:attrName>ppt_y</p:attrName>
                                        </p:attrNameLst>
                                      </p:cBhvr>
                                      <p:tavLst>
                                        <p:tav tm="0">
                                          <p:val>
                                            <p:fltVal val="0.5"/>
                                          </p:val>
                                        </p:tav>
                                        <p:tav tm="100000">
                                          <p:val>
                                            <p:strVal val="#ppt_y"/>
                                          </p:val>
                                        </p:tav>
                                      </p:tavLst>
                                    </p:anim>
                                  </p:childTnLst>
                                </p:cTn>
                              </p:par>
                              <p:par>
                                <p:cTn id="544" presetID="53" presetClass="entr" presetSubtype="528" repeatCount="indefinite" fill="hold" grpId="0" nodeType="withEffect">
                                  <p:stCondLst>
                                    <p:cond delay="399"/>
                                  </p:stCondLst>
                                  <p:childTnLst>
                                    <p:set>
                                      <p:cBhvr>
                                        <p:cTn id="545" dur="1" fill="hold">
                                          <p:stCondLst>
                                            <p:cond delay="0"/>
                                          </p:stCondLst>
                                        </p:cTn>
                                        <p:tgtEl>
                                          <p:spTgt spid="468"/>
                                        </p:tgtEl>
                                        <p:attrNameLst>
                                          <p:attrName>style.visibility</p:attrName>
                                        </p:attrNameLst>
                                      </p:cBhvr>
                                      <p:to>
                                        <p:strVal val="visible"/>
                                      </p:to>
                                    </p:set>
                                    <p:anim calcmode="lin" valueType="num">
                                      <p:cBhvr>
                                        <p:cTn id="546" dur="5819" fill="hold"/>
                                        <p:tgtEl>
                                          <p:spTgt spid="468"/>
                                        </p:tgtEl>
                                        <p:attrNameLst>
                                          <p:attrName>ppt_w</p:attrName>
                                        </p:attrNameLst>
                                      </p:cBhvr>
                                      <p:tavLst>
                                        <p:tav tm="0">
                                          <p:val>
                                            <p:fltVal val="0"/>
                                          </p:val>
                                        </p:tav>
                                        <p:tav tm="100000">
                                          <p:val>
                                            <p:strVal val="#ppt_w"/>
                                          </p:val>
                                        </p:tav>
                                      </p:tavLst>
                                    </p:anim>
                                    <p:anim calcmode="lin" valueType="num">
                                      <p:cBhvr>
                                        <p:cTn id="547" dur="5819" fill="hold"/>
                                        <p:tgtEl>
                                          <p:spTgt spid="468"/>
                                        </p:tgtEl>
                                        <p:attrNameLst>
                                          <p:attrName>ppt_h</p:attrName>
                                        </p:attrNameLst>
                                      </p:cBhvr>
                                      <p:tavLst>
                                        <p:tav tm="0">
                                          <p:val>
                                            <p:fltVal val="0"/>
                                          </p:val>
                                        </p:tav>
                                        <p:tav tm="100000">
                                          <p:val>
                                            <p:strVal val="#ppt_h"/>
                                          </p:val>
                                        </p:tav>
                                      </p:tavLst>
                                    </p:anim>
                                    <p:animEffect transition="in" filter="fade">
                                      <p:cBhvr>
                                        <p:cTn id="548" dur="5819"/>
                                        <p:tgtEl>
                                          <p:spTgt spid="468"/>
                                        </p:tgtEl>
                                      </p:cBhvr>
                                    </p:animEffect>
                                    <p:anim calcmode="lin" valueType="num">
                                      <p:cBhvr>
                                        <p:cTn id="549" dur="5819" fill="hold"/>
                                        <p:tgtEl>
                                          <p:spTgt spid="468"/>
                                        </p:tgtEl>
                                        <p:attrNameLst>
                                          <p:attrName>ppt_x</p:attrName>
                                        </p:attrNameLst>
                                      </p:cBhvr>
                                      <p:tavLst>
                                        <p:tav tm="0">
                                          <p:val>
                                            <p:fltVal val="0.5"/>
                                          </p:val>
                                        </p:tav>
                                        <p:tav tm="100000">
                                          <p:val>
                                            <p:strVal val="#ppt_x"/>
                                          </p:val>
                                        </p:tav>
                                      </p:tavLst>
                                    </p:anim>
                                    <p:anim calcmode="lin" valueType="num">
                                      <p:cBhvr>
                                        <p:cTn id="550" dur="5819" fill="hold"/>
                                        <p:tgtEl>
                                          <p:spTgt spid="468"/>
                                        </p:tgtEl>
                                        <p:attrNameLst>
                                          <p:attrName>ppt_y</p:attrName>
                                        </p:attrNameLst>
                                      </p:cBhvr>
                                      <p:tavLst>
                                        <p:tav tm="0">
                                          <p:val>
                                            <p:fltVal val="0.5"/>
                                          </p:val>
                                        </p:tav>
                                        <p:tav tm="100000">
                                          <p:val>
                                            <p:strVal val="#ppt_y"/>
                                          </p:val>
                                        </p:tav>
                                      </p:tavLst>
                                    </p:anim>
                                  </p:childTnLst>
                                </p:cTn>
                              </p:par>
                              <p:par>
                                <p:cTn id="551" presetID="53" presetClass="entr" presetSubtype="528" repeatCount="indefinite" fill="hold" grpId="0" nodeType="withEffect">
                                  <p:stCondLst>
                                    <p:cond delay="1338"/>
                                  </p:stCondLst>
                                  <p:childTnLst>
                                    <p:set>
                                      <p:cBhvr>
                                        <p:cTn id="552" dur="1" fill="hold">
                                          <p:stCondLst>
                                            <p:cond delay="0"/>
                                          </p:stCondLst>
                                        </p:cTn>
                                        <p:tgtEl>
                                          <p:spTgt spid="469"/>
                                        </p:tgtEl>
                                        <p:attrNameLst>
                                          <p:attrName>style.visibility</p:attrName>
                                        </p:attrNameLst>
                                      </p:cBhvr>
                                      <p:to>
                                        <p:strVal val="visible"/>
                                      </p:to>
                                    </p:set>
                                    <p:anim calcmode="lin" valueType="num">
                                      <p:cBhvr>
                                        <p:cTn id="553" dur="6554" fill="hold"/>
                                        <p:tgtEl>
                                          <p:spTgt spid="469"/>
                                        </p:tgtEl>
                                        <p:attrNameLst>
                                          <p:attrName>ppt_w</p:attrName>
                                        </p:attrNameLst>
                                      </p:cBhvr>
                                      <p:tavLst>
                                        <p:tav tm="0">
                                          <p:val>
                                            <p:fltVal val="0"/>
                                          </p:val>
                                        </p:tav>
                                        <p:tav tm="100000">
                                          <p:val>
                                            <p:strVal val="#ppt_w"/>
                                          </p:val>
                                        </p:tav>
                                      </p:tavLst>
                                    </p:anim>
                                    <p:anim calcmode="lin" valueType="num">
                                      <p:cBhvr>
                                        <p:cTn id="554" dur="6554" fill="hold"/>
                                        <p:tgtEl>
                                          <p:spTgt spid="469"/>
                                        </p:tgtEl>
                                        <p:attrNameLst>
                                          <p:attrName>ppt_h</p:attrName>
                                        </p:attrNameLst>
                                      </p:cBhvr>
                                      <p:tavLst>
                                        <p:tav tm="0">
                                          <p:val>
                                            <p:fltVal val="0"/>
                                          </p:val>
                                        </p:tav>
                                        <p:tav tm="100000">
                                          <p:val>
                                            <p:strVal val="#ppt_h"/>
                                          </p:val>
                                        </p:tav>
                                      </p:tavLst>
                                    </p:anim>
                                    <p:animEffect transition="in" filter="fade">
                                      <p:cBhvr>
                                        <p:cTn id="555" dur="6554"/>
                                        <p:tgtEl>
                                          <p:spTgt spid="469"/>
                                        </p:tgtEl>
                                      </p:cBhvr>
                                    </p:animEffect>
                                    <p:anim calcmode="lin" valueType="num">
                                      <p:cBhvr>
                                        <p:cTn id="556" dur="6554" fill="hold"/>
                                        <p:tgtEl>
                                          <p:spTgt spid="469"/>
                                        </p:tgtEl>
                                        <p:attrNameLst>
                                          <p:attrName>ppt_x</p:attrName>
                                        </p:attrNameLst>
                                      </p:cBhvr>
                                      <p:tavLst>
                                        <p:tav tm="0">
                                          <p:val>
                                            <p:fltVal val="0.5"/>
                                          </p:val>
                                        </p:tav>
                                        <p:tav tm="100000">
                                          <p:val>
                                            <p:strVal val="#ppt_x"/>
                                          </p:val>
                                        </p:tav>
                                      </p:tavLst>
                                    </p:anim>
                                    <p:anim calcmode="lin" valueType="num">
                                      <p:cBhvr>
                                        <p:cTn id="557" dur="6554" fill="hold"/>
                                        <p:tgtEl>
                                          <p:spTgt spid="469"/>
                                        </p:tgtEl>
                                        <p:attrNameLst>
                                          <p:attrName>ppt_y</p:attrName>
                                        </p:attrNameLst>
                                      </p:cBhvr>
                                      <p:tavLst>
                                        <p:tav tm="0">
                                          <p:val>
                                            <p:fltVal val="0.5"/>
                                          </p:val>
                                        </p:tav>
                                        <p:tav tm="100000">
                                          <p:val>
                                            <p:strVal val="#ppt_y"/>
                                          </p:val>
                                        </p:tav>
                                      </p:tavLst>
                                    </p:anim>
                                  </p:childTnLst>
                                </p:cTn>
                              </p:par>
                              <p:par>
                                <p:cTn id="558" presetID="53" presetClass="entr" presetSubtype="528" repeatCount="indefinite" fill="hold" grpId="0" nodeType="withEffect">
                                  <p:stCondLst>
                                    <p:cond delay="245"/>
                                  </p:stCondLst>
                                  <p:childTnLst>
                                    <p:set>
                                      <p:cBhvr>
                                        <p:cTn id="559" dur="1" fill="hold">
                                          <p:stCondLst>
                                            <p:cond delay="0"/>
                                          </p:stCondLst>
                                        </p:cTn>
                                        <p:tgtEl>
                                          <p:spTgt spid="470"/>
                                        </p:tgtEl>
                                        <p:attrNameLst>
                                          <p:attrName>style.visibility</p:attrName>
                                        </p:attrNameLst>
                                      </p:cBhvr>
                                      <p:to>
                                        <p:strVal val="visible"/>
                                      </p:to>
                                    </p:set>
                                    <p:anim calcmode="lin" valueType="num">
                                      <p:cBhvr>
                                        <p:cTn id="560" dur="5853" fill="hold"/>
                                        <p:tgtEl>
                                          <p:spTgt spid="470"/>
                                        </p:tgtEl>
                                        <p:attrNameLst>
                                          <p:attrName>ppt_w</p:attrName>
                                        </p:attrNameLst>
                                      </p:cBhvr>
                                      <p:tavLst>
                                        <p:tav tm="0">
                                          <p:val>
                                            <p:fltVal val="0"/>
                                          </p:val>
                                        </p:tav>
                                        <p:tav tm="100000">
                                          <p:val>
                                            <p:strVal val="#ppt_w"/>
                                          </p:val>
                                        </p:tav>
                                      </p:tavLst>
                                    </p:anim>
                                    <p:anim calcmode="lin" valueType="num">
                                      <p:cBhvr>
                                        <p:cTn id="561" dur="5853" fill="hold"/>
                                        <p:tgtEl>
                                          <p:spTgt spid="470"/>
                                        </p:tgtEl>
                                        <p:attrNameLst>
                                          <p:attrName>ppt_h</p:attrName>
                                        </p:attrNameLst>
                                      </p:cBhvr>
                                      <p:tavLst>
                                        <p:tav tm="0">
                                          <p:val>
                                            <p:fltVal val="0"/>
                                          </p:val>
                                        </p:tav>
                                        <p:tav tm="100000">
                                          <p:val>
                                            <p:strVal val="#ppt_h"/>
                                          </p:val>
                                        </p:tav>
                                      </p:tavLst>
                                    </p:anim>
                                    <p:animEffect transition="in" filter="fade">
                                      <p:cBhvr>
                                        <p:cTn id="562" dur="5853"/>
                                        <p:tgtEl>
                                          <p:spTgt spid="470"/>
                                        </p:tgtEl>
                                      </p:cBhvr>
                                    </p:animEffect>
                                    <p:anim calcmode="lin" valueType="num">
                                      <p:cBhvr>
                                        <p:cTn id="563" dur="5853" fill="hold"/>
                                        <p:tgtEl>
                                          <p:spTgt spid="470"/>
                                        </p:tgtEl>
                                        <p:attrNameLst>
                                          <p:attrName>ppt_x</p:attrName>
                                        </p:attrNameLst>
                                      </p:cBhvr>
                                      <p:tavLst>
                                        <p:tav tm="0">
                                          <p:val>
                                            <p:fltVal val="0.5"/>
                                          </p:val>
                                        </p:tav>
                                        <p:tav tm="100000">
                                          <p:val>
                                            <p:strVal val="#ppt_x"/>
                                          </p:val>
                                        </p:tav>
                                      </p:tavLst>
                                    </p:anim>
                                    <p:anim calcmode="lin" valueType="num">
                                      <p:cBhvr>
                                        <p:cTn id="564" dur="5853" fill="hold"/>
                                        <p:tgtEl>
                                          <p:spTgt spid="470"/>
                                        </p:tgtEl>
                                        <p:attrNameLst>
                                          <p:attrName>ppt_y</p:attrName>
                                        </p:attrNameLst>
                                      </p:cBhvr>
                                      <p:tavLst>
                                        <p:tav tm="0">
                                          <p:val>
                                            <p:fltVal val="0.5"/>
                                          </p:val>
                                        </p:tav>
                                        <p:tav tm="100000">
                                          <p:val>
                                            <p:strVal val="#ppt_y"/>
                                          </p:val>
                                        </p:tav>
                                      </p:tavLst>
                                    </p:anim>
                                  </p:childTnLst>
                                </p:cTn>
                              </p:par>
                              <p:par>
                                <p:cTn id="565" presetID="53" presetClass="entr" presetSubtype="528" repeatCount="indefinite" fill="hold" grpId="0" nodeType="withEffect">
                                  <p:stCondLst>
                                    <p:cond delay="1555"/>
                                  </p:stCondLst>
                                  <p:childTnLst>
                                    <p:set>
                                      <p:cBhvr>
                                        <p:cTn id="566" dur="1" fill="hold">
                                          <p:stCondLst>
                                            <p:cond delay="0"/>
                                          </p:stCondLst>
                                        </p:cTn>
                                        <p:tgtEl>
                                          <p:spTgt spid="472"/>
                                        </p:tgtEl>
                                        <p:attrNameLst>
                                          <p:attrName>style.visibility</p:attrName>
                                        </p:attrNameLst>
                                      </p:cBhvr>
                                      <p:to>
                                        <p:strVal val="visible"/>
                                      </p:to>
                                    </p:set>
                                    <p:anim calcmode="lin" valueType="num">
                                      <p:cBhvr>
                                        <p:cTn id="567" dur="5653" fill="hold"/>
                                        <p:tgtEl>
                                          <p:spTgt spid="472"/>
                                        </p:tgtEl>
                                        <p:attrNameLst>
                                          <p:attrName>ppt_w</p:attrName>
                                        </p:attrNameLst>
                                      </p:cBhvr>
                                      <p:tavLst>
                                        <p:tav tm="0">
                                          <p:val>
                                            <p:fltVal val="0"/>
                                          </p:val>
                                        </p:tav>
                                        <p:tav tm="100000">
                                          <p:val>
                                            <p:strVal val="#ppt_w"/>
                                          </p:val>
                                        </p:tav>
                                      </p:tavLst>
                                    </p:anim>
                                    <p:anim calcmode="lin" valueType="num">
                                      <p:cBhvr>
                                        <p:cTn id="568" dur="5653" fill="hold"/>
                                        <p:tgtEl>
                                          <p:spTgt spid="472"/>
                                        </p:tgtEl>
                                        <p:attrNameLst>
                                          <p:attrName>ppt_h</p:attrName>
                                        </p:attrNameLst>
                                      </p:cBhvr>
                                      <p:tavLst>
                                        <p:tav tm="0">
                                          <p:val>
                                            <p:fltVal val="0"/>
                                          </p:val>
                                        </p:tav>
                                        <p:tav tm="100000">
                                          <p:val>
                                            <p:strVal val="#ppt_h"/>
                                          </p:val>
                                        </p:tav>
                                      </p:tavLst>
                                    </p:anim>
                                    <p:animEffect transition="in" filter="fade">
                                      <p:cBhvr>
                                        <p:cTn id="569" dur="5653"/>
                                        <p:tgtEl>
                                          <p:spTgt spid="472"/>
                                        </p:tgtEl>
                                      </p:cBhvr>
                                    </p:animEffect>
                                    <p:anim calcmode="lin" valueType="num">
                                      <p:cBhvr>
                                        <p:cTn id="570" dur="5653" fill="hold"/>
                                        <p:tgtEl>
                                          <p:spTgt spid="472"/>
                                        </p:tgtEl>
                                        <p:attrNameLst>
                                          <p:attrName>ppt_x</p:attrName>
                                        </p:attrNameLst>
                                      </p:cBhvr>
                                      <p:tavLst>
                                        <p:tav tm="0">
                                          <p:val>
                                            <p:fltVal val="0.5"/>
                                          </p:val>
                                        </p:tav>
                                        <p:tav tm="100000">
                                          <p:val>
                                            <p:strVal val="#ppt_x"/>
                                          </p:val>
                                        </p:tav>
                                      </p:tavLst>
                                    </p:anim>
                                    <p:anim calcmode="lin" valueType="num">
                                      <p:cBhvr>
                                        <p:cTn id="571" dur="5653" fill="hold"/>
                                        <p:tgtEl>
                                          <p:spTgt spid="472"/>
                                        </p:tgtEl>
                                        <p:attrNameLst>
                                          <p:attrName>ppt_y</p:attrName>
                                        </p:attrNameLst>
                                      </p:cBhvr>
                                      <p:tavLst>
                                        <p:tav tm="0">
                                          <p:val>
                                            <p:fltVal val="0.5"/>
                                          </p:val>
                                        </p:tav>
                                        <p:tav tm="100000">
                                          <p:val>
                                            <p:strVal val="#ppt_y"/>
                                          </p:val>
                                        </p:tav>
                                      </p:tavLst>
                                    </p:anim>
                                  </p:childTnLst>
                                </p:cTn>
                              </p:par>
                              <p:par>
                                <p:cTn id="572" presetID="53" presetClass="entr" presetSubtype="528" repeatCount="indefinite" fill="hold" grpId="0" nodeType="withEffect">
                                  <p:stCondLst>
                                    <p:cond delay="1065"/>
                                  </p:stCondLst>
                                  <p:childTnLst>
                                    <p:set>
                                      <p:cBhvr>
                                        <p:cTn id="573" dur="1" fill="hold">
                                          <p:stCondLst>
                                            <p:cond delay="0"/>
                                          </p:stCondLst>
                                        </p:cTn>
                                        <p:tgtEl>
                                          <p:spTgt spid="473"/>
                                        </p:tgtEl>
                                        <p:attrNameLst>
                                          <p:attrName>style.visibility</p:attrName>
                                        </p:attrNameLst>
                                      </p:cBhvr>
                                      <p:to>
                                        <p:strVal val="visible"/>
                                      </p:to>
                                    </p:set>
                                    <p:anim calcmode="lin" valueType="num">
                                      <p:cBhvr>
                                        <p:cTn id="574" dur="7301" fill="hold"/>
                                        <p:tgtEl>
                                          <p:spTgt spid="473"/>
                                        </p:tgtEl>
                                        <p:attrNameLst>
                                          <p:attrName>ppt_w</p:attrName>
                                        </p:attrNameLst>
                                      </p:cBhvr>
                                      <p:tavLst>
                                        <p:tav tm="0">
                                          <p:val>
                                            <p:fltVal val="0"/>
                                          </p:val>
                                        </p:tav>
                                        <p:tav tm="100000">
                                          <p:val>
                                            <p:strVal val="#ppt_w"/>
                                          </p:val>
                                        </p:tav>
                                      </p:tavLst>
                                    </p:anim>
                                    <p:anim calcmode="lin" valueType="num">
                                      <p:cBhvr>
                                        <p:cTn id="575" dur="7301" fill="hold"/>
                                        <p:tgtEl>
                                          <p:spTgt spid="473"/>
                                        </p:tgtEl>
                                        <p:attrNameLst>
                                          <p:attrName>ppt_h</p:attrName>
                                        </p:attrNameLst>
                                      </p:cBhvr>
                                      <p:tavLst>
                                        <p:tav tm="0">
                                          <p:val>
                                            <p:fltVal val="0"/>
                                          </p:val>
                                        </p:tav>
                                        <p:tav tm="100000">
                                          <p:val>
                                            <p:strVal val="#ppt_h"/>
                                          </p:val>
                                        </p:tav>
                                      </p:tavLst>
                                    </p:anim>
                                    <p:animEffect transition="in" filter="fade">
                                      <p:cBhvr>
                                        <p:cTn id="576" dur="7301"/>
                                        <p:tgtEl>
                                          <p:spTgt spid="473"/>
                                        </p:tgtEl>
                                      </p:cBhvr>
                                    </p:animEffect>
                                    <p:anim calcmode="lin" valueType="num">
                                      <p:cBhvr>
                                        <p:cTn id="577" dur="7301" fill="hold"/>
                                        <p:tgtEl>
                                          <p:spTgt spid="473"/>
                                        </p:tgtEl>
                                        <p:attrNameLst>
                                          <p:attrName>ppt_x</p:attrName>
                                        </p:attrNameLst>
                                      </p:cBhvr>
                                      <p:tavLst>
                                        <p:tav tm="0">
                                          <p:val>
                                            <p:fltVal val="0.5"/>
                                          </p:val>
                                        </p:tav>
                                        <p:tav tm="100000">
                                          <p:val>
                                            <p:strVal val="#ppt_x"/>
                                          </p:val>
                                        </p:tav>
                                      </p:tavLst>
                                    </p:anim>
                                    <p:anim calcmode="lin" valueType="num">
                                      <p:cBhvr>
                                        <p:cTn id="578" dur="7301" fill="hold"/>
                                        <p:tgtEl>
                                          <p:spTgt spid="473"/>
                                        </p:tgtEl>
                                        <p:attrNameLst>
                                          <p:attrName>ppt_y</p:attrName>
                                        </p:attrNameLst>
                                      </p:cBhvr>
                                      <p:tavLst>
                                        <p:tav tm="0">
                                          <p:val>
                                            <p:fltVal val="0.5"/>
                                          </p:val>
                                        </p:tav>
                                        <p:tav tm="100000">
                                          <p:val>
                                            <p:strVal val="#ppt_y"/>
                                          </p:val>
                                        </p:tav>
                                      </p:tavLst>
                                    </p:anim>
                                  </p:childTnLst>
                                </p:cTn>
                              </p:par>
                              <p:par>
                                <p:cTn id="579" presetID="53" presetClass="entr" presetSubtype="528" repeatCount="indefinite" fill="hold" grpId="0" nodeType="withEffect">
                                  <p:stCondLst>
                                    <p:cond delay="1298"/>
                                  </p:stCondLst>
                                  <p:childTnLst>
                                    <p:set>
                                      <p:cBhvr>
                                        <p:cTn id="580" dur="1" fill="hold">
                                          <p:stCondLst>
                                            <p:cond delay="0"/>
                                          </p:stCondLst>
                                        </p:cTn>
                                        <p:tgtEl>
                                          <p:spTgt spid="474"/>
                                        </p:tgtEl>
                                        <p:attrNameLst>
                                          <p:attrName>style.visibility</p:attrName>
                                        </p:attrNameLst>
                                      </p:cBhvr>
                                      <p:to>
                                        <p:strVal val="visible"/>
                                      </p:to>
                                    </p:set>
                                    <p:anim calcmode="lin" valueType="num">
                                      <p:cBhvr>
                                        <p:cTn id="581" dur="7173" fill="hold"/>
                                        <p:tgtEl>
                                          <p:spTgt spid="474"/>
                                        </p:tgtEl>
                                        <p:attrNameLst>
                                          <p:attrName>ppt_w</p:attrName>
                                        </p:attrNameLst>
                                      </p:cBhvr>
                                      <p:tavLst>
                                        <p:tav tm="0">
                                          <p:val>
                                            <p:fltVal val="0"/>
                                          </p:val>
                                        </p:tav>
                                        <p:tav tm="100000">
                                          <p:val>
                                            <p:strVal val="#ppt_w"/>
                                          </p:val>
                                        </p:tav>
                                      </p:tavLst>
                                    </p:anim>
                                    <p:anim calcmode="lin" valueType="num">
                                      <p:cBhvr>
                                        <p:cTn id="582" dur="7173" fill="hold"/>
                                        <p:tgtEl>
                                          <p:spTgt spid="474"/>
                                        </p:tgtEl>
                                        <p:attrNameLst>
                                          <p:attrName>ppt_h</p:attrName>
                                        </p:attrNameLst>
                                      </p:cBhvr>
                                      <p:tavLst>
                                        <p:tav tm="0">
                                          <p:val>
                                            <p:fltVal val="0"/>
                                          </p:val>
                                        </p:tav>
                                        <p:tav tm="100000">
                                          <p:val>
                                            <p:strVal val="#ppt_h"/>
                                          </p:val>
                                        </p:tav>
                                      </p:tavLst>
                                    </p:anim>
                                    <p:animEffect transition="in" filter="fade">
                                      <p:cBhvr>
                                        <p:cTn id="583" dur="7173"/>
                                        <p:tgtEl>
                                          <p:spTgt spid="474"/>
                                        </p:tgtEl>
                                      </p:cBhvr>
                                    </p:animEffect>
                                    <p:anim calcmode="lin" valueType="num">
                                      <p:cBhvr>
                                        <p:cTn id="584" dur="7173" fill="hold"/>
                                        <p:tgtEl>
                                          <p:spTgt spid="474"/>
                                        </p:tgtEl>
                                        <p:attrNameLst>
                                          <p:attrName>ppt_x</p:attrName>
                                        </p:attrNameLst>
                                      </p:cBhvr>
                                      <p:tavLst>
                                        <p:tav tm="0">
                                          <p:val>
                                            <p:fltVal val="0.5"/>
                                          </p:val>
                                        </p:tav>
                                        <p:tav tm="100000">
                                          <p:val>
                                            <p:strVal val="#ppt_x"/>
                                          </p:val>
                                        </p:tav>
                                      </p:tavLst>
                                    </p:anim>
                                    <p:anim calcmode="lin" valueType="num">
                                      <p:cBhvr>
                                        <p:cTn id="585" dur="7173" fill="hold"/>
                                        <p:tgtEl>
                                          <p:spTgt spid="474"/>
                                        </p:tgtEl>
                                        <p:attrNameLst>
                                          <p:attrName>ppt_y</p:attrName>
                                        </p:attrNameLst>
                                      </p:cBhvr>
                                      <p:tavLst>
                                        <p:tav tm="0">
                                          <p:val>
                                            <p:fltVal val="0.5"/>
                                          </p:val>
                                        </p:tav>
                                        <p:tav tm="100000">
                                          <p:val>
                                            <p:strVal val="#ppt_y"/>
                                          </p:val>
                                        </p:tav>
                                      </p:tavLst>
                                    </p:anim>
                                  </p:childTnLst>
                                </p:cTn>
                              </p:par>
                              <p:par>
                                <p:cTn id="586" presetID="53" presetClass="entr" presetSubtype="528" repeatCount="indefinite" fill="hold" grpId="0" nodeType="withEffect">
                                  <p:stCondLst>
                                    <p:cond delay="1367"/>
                                  </p:stCondLst>
                                  <p:childTnLst>
                                    <p:set>
                                      <p:cBhvr>
                                        <p:cTn id="587" dur="1" fill="hold">
                                          <p:stCondLst>
                                            <p:cond delay="0"/>
                                          </p:stCondLst>
                                        </p:cTn>
                                        <p:tgtEl>
                                          <p:spTgt spid="481"/>
                                        </p:tgtEl>
                                        <p:attrNameLst>
                                          <p:attrName>style.visibility</p:attrName>
                                        </p:attrNameLst>
                                      </p:cBhvr>
                                      <p:to>
                                        <p:strVal val="visible"/>
                                      </p:to>
                                    </p:set>
                                    <p:anim calcmode="lin" valueType="num">
                                      <p:cBhvr>
                                        <p:cTn id="588" dur="6011" fill="hold"/>
                                        <p:tgtEl>
                                          <p:spTgt spid="481"/>
                                        </p:tgtEl>
                                        <p:attrNameLst>
                                          <p:attrName>ppt_w</p:attrName>
                                        </p:attrNameLst>
                                      </p:cBhvr>
                                      <p:tavLst>
                                        <p:tav tm="0">
                                          <p:val>
                                            <p:fltVal val="0"/>
                                          </p:val>
                                        </p:tav>
                                        <p:tav tm="100000">
                                          <p:val>
                                            <p:strVal val="#ppt_w"/>
                                          </p:val>
                                        </p:tav>
                                      </p:tavLst>
                                    </p:anim>
                                    <p:anim calcmode="lin" valueType="num">
                                      <p:cBhvr>
                                        <p:cTn id="589" dur="6011" fill="hold"/>
                                        <p:tgtEl>
                                          <p:spTgt spid="481"/>
                                        </p:tgtEl>
                                        <p:attrNameLst>
                                          <p:attrName>ppt_h</p:attrName>
                                        </p:attrNameLst>
                                      </p:cBhvr>
                                      <p:tavLst>
                                        <p:tav tm="0">
                                          <p:val>
                                            <p:fltVal val="0"/>
                                          </p:val>
                                        </p:tav>
                                        <p:tav tm="100000">
                                          <p:val>
                                            <p:strVal val="#ppt_h"/>
                                          </p:val>
                                        </p:tav>
                                      </p:tavLst>
                                    </p:anim>
                                    <p:animEffect transition="in" filter="fade">
                                      <p:cBhvr>
                                        <p:cTn id="590" dur="6011"/>
                                        <p:tgtEl>
                                          <p:spTgt spid="481"/>
                                        </p:tgtEl>
                                      </p:cBhvr>
                                    </p:animEffect>
                                    <p:anim calcmode="lin" valueType="num">
                                      <p:cBhvr>
                                        <p:cTn id="591" dur="6011" fill="hold"/>
                                        <p:tgtEl>
                                          <p:spTgt spid="481"/>
                                        </p:tgtEl>
                                        <p:attrNameLst>
                                          <p:attrName>ppt_x</p:attrName>
                                        </p:attrNameLst>
                                      </p:cBhvr>
                                      <p:tavLst>
                                        <p:tav tm="0">
                                          <p:val>
                                            <p:fltVal val="0.5"/>
                                          </p:val>
                                        </p:tav>
                                        <p:tav tm="100000">
                                          <p:val>
                                            <p:strVal val="#ppt_x"/>
                                          </p:val>
                                        </p:tav>
                                      </p:tavLst>
                                    </p:anim>
                                    <p:anim calcmode="lin" valueType="num">
                                      <p:cBhvr>
                                        <p:cTn id="592" dur="6011" fill="hold"/>
                                        <p:tgtEl>
                                          <p:spTgt spid="481"/>
                                        </p:tgtEl>
                                        <p:attrNameLst>
                                          <p:attrName>ppt_y</p:attrName>
                                        </p:attrNameLst>
                                      </p:cBhvr>
                                      <p:tavLst>
                                        <p:tav tm="0">
                                          <p:val>
                                            <p:fltVal val="0.5"/>
                                          </p:val>
                                        </p:tav>
                                        <p:tav tm="100000">
                                          <p:val>
                                            <p:strVal val="#ppt_y"/>
                                          </p:val>
                                        </p:tav>
                                      </p:tavLst>
                                    </p:anim>
                                  </p:childTnLst>
                                </p:cTn>
                              </p:par>
                              <p:par>
                                <p:cTn id="593" presetID="53" presetClass="entr" presetSubtype="528" repeatCount="indefinite" fill="hold" grpId="0" nodeType="withEffect">
                                  <p:stCondLst>
                                    <p:cond delay="1243"/>
                                  </p:stCondLst>
                                  <p:childTnLst>
                                    <p:set>
                                      <p:cBhvr>
                                        <p:cTn id="594" dur="1" fill="hold">
                                          <p:stCondLst>
                                            <p:cond delay="0"/>
                                          </p:stCondLst>
                                        </p:cTn>
                                        <p:tgtEl>
                                          <p:spTgt spid="482"/>
                                        </p:tgtEl>
                                        <p:attrNameLst>
                                          <p:attrName>style.visibility</p:attrName>
                                        </p:attrNameLst>
                                      </p:cBhvr>
                                      <p:to>
                                        <p:strVal val="visible"/>
                                      </p:to>
                                    </p:set>
                                    <p:anim calcmode="lin" valueType="num">
                                      <p:cBhvr>
                                        <p:cTn id="595" dur="5785" fill="hold"/>
                                        <p:tgtEl>
                                          <p:spTgt spid="482"/>
                                        </p:tgtEl>
                                        <p:attrNameLst>
                                          <p:attrName>ppt_w</p:attrName>
                                        </p:attrNameLst>
                                      </p:cBhvr>
                                      <p:tavLst>
                                        <p:tav tm="0">
                                          <p:val>
                                            <p:fltVal val="0"/>
                                          </p:val>
                                        </p:tav>
                                        <p:tav tm="100000">
                                          <p:val>
                                            <p:strVal val="#ppt_w"/>
                                          </p:val>
                                        </p:tav>
                                      </p:tavLst>
                                    </p:anim>
                                    <p:anim calcmode="lin" valueType="num">
                                      <p:cBhvr>
                                        <p:cTn id="596" dur="5785" fill="hold"/>
                                        <p:tgtEl>
                                          <p:spTgt spid="482"/>
                                        </p:tgtEl>
                                        <p:attrNameLst>
                                          <p:attrName>ppt_h</p:attrName>
                                        </p:attrNameLst>
                                      </p:cBhvr>
                                      <p:tavLst>
                                        <p:tav tm="0">
                                          <p:val>
                                            <p:fltVal val="0"/>
                                          </p:val>
                                        </p:tav>
                                        <p:tav tm="100000">
                                          <p:val>
                                            <p:strVal val="#ppt_h"/>
                                          </p:val>
                                        </p:tav>
                                      </p:tavLst>
                                    </p:anim>
                                    <p:animEffect transition="in" filter="fade">
                                      <p:cBhvr>
                                        <p:cTn id="597" dur="5785"/>
                                        <p:tgtEl>
                                          <p:spTgt spid="482"/>
                                        </p:tgtEl>
                                      </p:cBhvr>
                                    </p:animEffect>
                                    <p:anim calcmode="lin" valueType="num">
                                      <p:cBhvr>
                                        <p:cTn id="598" dur="5785" fill="hold"/>
                                        <p:tgtEl>
                                          <p:spTgt spid="482"/>
                                        </p:tgtEl>
                                        <p:attrNameLst>
                                          <p:attrName>ppt_x</p:attrName>
                                        </p:attrNameLst>
                                      </p:cBhvr>
                                      <p:tavLst>
                                        <p:tav tm="0">
                                          <p:val>
                                            <p:fltVal val="0.5"/>
                                          </p:val>
                                        </p:tav>
                                        <p:tav tm="100000">
                                          <p:val>
                                            <p:strVal val="#ppt_x"/>
                                          </p:val>
                                        </p:tav>
                                      </p:tavLst>
                                    </p:anim>
                                    <p:anim calcmode="lin" valueType="num">
                                      <p:cBhvr>
                                        <p:cTn id="599" dur="5785" fill="hold"/>
                                        <p:tgtEl>
                                          <p:spTgt spid="482"/>
                                        </p:tgtEl>
                                        <p:attrNameLst>
                                          <p:attrName>ppt_y</p:attrName>
                                        </p:attrNameLst>
                                      </p:cBhvr>
                                      <p:tavLst>
                                        <p:tav tm="0">
                                          <p:val>
                                            <p:fltVal val="0.5"/>
                                          </p:val>
                                        </p:tav>
                                        <p:tav tm="100000">
                                          <p:val>
                                            <p:strVal val="#ppt_y"/>
                                          </p:val>
                                        </p:tav>
                                      </p:tavLst>
                                    </p:anim>
                                  </p:childTnLst>
                                </p:cTn>
                              </p:par>
                              <p:par>
                                <p:cTn id="600" presetID="53" presetClass="entr" presetSubtype="528" repeatCount="indefinite" fill="hold" grpId="0" nodeType="withEffect">
                                  <p:stCondLst>
                                    <p:cond delay="273"/>
                                  </p:stCondLst>
                                  <p:childTnLst>
                                    <p:set>
                                      <p:cBhvr>
                                        <p:cTn id="601" dur="1" fill="hold">
                                          <p:stCondLst>
                                            <p:cond delay="0"/>
                                          </p:stCondLst>
                                        </p:cTn>
                                        <p:tgtEl>
                                          <p:spTgt spid="483"/>
                                        </p:tgtEl>
                                        <p:attrNameLst>
                                          <p:attrName>style.visibility</p:attrName>
                                        </p:attrNameLst>
                                      </p:cBhvr>
                                      <p:to>
                                        <p:strVal val="visible"/>
                                      </p:to>
                                    </p:set>
                                    <p:anim calcmode="lin" valueType="num">
                                      <p:cBhvr>
                                        <p:cTn id="602" dur="6234" fill="hold"/>
                                        <p:tgtEl>
                                          <p:spTgt spid="483"/>
                                        </p:tgtEl>
                                        <p:attrNameLst>
                                          <p:attrName>ppt_w</p:attrName>
                                        </p:attrNameLst>
                                      </p:cBhvr>
                                      <p:tavLst>
                                        <p:tav tm="0">
                                          <p:val>
                                            <p:fltVal val="0"/>
                                          </p:val>
                                        </p:tav>
                                        <p:tav tm="100000">
                                          <p:val>
                                            <p:strVal val="#ppt_w"/>
                                          </p:val>
                                        </p:tav>
                                      </p:tavLst>
                                    </p:anim>
                                    <p:anim calcmode="lin" valueType="num">
                                      <p:cBhvr>
                                        <p:cTn id="603" dur="6234" fill="hold"/>
                                        <p:tgtEl>
                                          <p:spTgt spid="483"/>
                                        </p:tgtEl>
                                        <p:attrNameLst>
                                          <p:attrName>ppt_h</p:attrName>
                                        </p:attrNameLst>
                                      </p:cBhvr>
                                      <p:tavLst>
                                        <p:tav tm="0">
                                          <p:val>
                                            <p:fltVal val="0"/>
                                          </p:val>
                                        </p:tav>
                                        <p:tav tm="100000">
                                          <p:val>
                                            <p:strVal val="#ppt_h"/>
                                          </p:val>
                                        </p:tav>
                                      </p:tavLst>
                                    </p:anim>
                                    <p:animEffect transition="in" filter="fade">
                                      <p:cBhvr>
                                        <p:cTn id="604" dur="6234"/>
                                        <p:tgtEl>
                                          <p:spTgt spid="483"/>
                                        </p:tgtEl>
                                      </p:cBhvr>
                                    </p:animEffect>
                                    <p:anim calcmode="lin" valueType="num">
                                      <p:cBhvr>
                                        <p:cTn id="605" dur="6234" fill="hold"/>
                                        <p:tgtEl>
                                          <p:spTgt spid="483"/>
                                        </p:tgtEl>
                                        <p:attrNameLst>
                                          <p:attrName>ppt_x</p:attrName>
                                        </p:attrNameLst>
                                      </p:cBhvr>
                                      <p:tavLst>
                                        <p:tav tm="0">
                                          <p:val>
                                            <p:fltVal val="0.5"/>
                                          </p:val>
                                        </p:tav>
                                        <p:tav tm="100000">
                                          <p:val>
                                            <p:strVal val="#ppt_x"/>
                                          </p:val>
                                        </p:tav>
                                      </p:tavLst>
                                    </p:anim>
                                    <p:anim calcmode="lin" valueType="num">
                                      <p:cBhvr>
                                        <p:cTn id="606" dur="6234" fill="hold"/>
                                        <p:tgtEl>
                                          <p:spTgt spid="483"/>
                                        </p:tgtEl>
                                        <p:attrNameLst>
                                          <p:attrName>ppt_y</p:attrName>
                                        </p:attrNameLst>
                                      </p:cBhvr>
                                      <p:tavLst>
                                        <p:tav tm="0">
                                          <p:val>
                                            <p:fltVal val="0.5"/>
                                          </p:val>
                                        </p:tav>
                                        <p:tav tm="100000">
                                          <p:val>
                                            <p:strVal val="#ppt_y"/>
                                          </p:val>
                                        </p:tav>
                                      </p:tavLst>
                                    </p:anim>
                                  </p:childTnLst>
                                </p:cTn>
                              </p:par>
                              <p:par>
                                <p:cTn id="607" presetID="53" presetClass="entr" presetSubtype="528" repeatCount="indefinite" fill="hold" grpId="0" nodeType="withEffect">
                                  <p:stCondLst>
                                    <p:cond delay="1910"/>
                                  </p:stCondLst>
                                  <p:childTnLst>
                                    <p:set>
                                      <p:cBhvr>
                                        <p:cTn id="608" dur="1" fill="hold">
                                          <p:stCondLst>
                                            <p:cond delay="0"/>
                                          </p:stCondLst>
                                        </p:cTn>
                                        <p:tgtEl>
                                          <p:spTgt spid="502"/>
                                        </p:tgtEl>
                                        <p:attrNameLst>
                                          <p:attrName>style.visibility</p:attrName>
                                        </p:attrNameLst>
                                      </p:cBhvr>
                                      <p:to>
                                        <p:strVal val="visible"/>
                                      </p:to>
                                    </p:set>
                                    <p:anim calcmode="lin" valueType="num">
                                      <p:cBhvr>
                                        <p:cTn id="609" dur="7063" fill="hold"/>
                                        <p:tgtEl>
                                          <p:spTgt spid="502"/>
                                        </p:tgtEl>
                                        <p:attrNameLst>
                                          <p:attrName>ppt_w</p:attrName>
                                        </p:attrNameLst>
                                      </p:cBhvr>
                                      <p:tavLst>
                                        <p:tav tm="0">
                                          <p:val>
                                            <p:fltVal val="0"/>
                                          </p:val>
                                        </p:tav>
                                        <p:tav tm="100000">
                                          <p:val>
                                            <p:strVal val="#ppt_w"/>
                                          </p:val>
                                        </p:tav>
                                      </p:tavLst>
                                    </p:anim>
                                    <p:anim calcmode="lin" valueType="num">
                                      <p:cBhvr>
                                        <p:cTn id="610" dur="7063" fill="hold"/>
                                        <p:tgtEl>
                                          <p:spTgt spid="502"/>
                                        </p:tgtEl>
                                        <p:attrNameLst>
                                          <p:attrName>ppt_h</p:attrName>
                                        </p:attrNameLst>
                                      </p:cBhvr>
                                      <p:tavLst>
                                        <p:tav tm="0">
                                          <p:val>
                                            <p:fltVal val="0"/>
                                          </p:val>
                                        </p:tav>
                                        <p:tav tm="100000">
                                          <p:val>
                                            <p:strVal val="#ppt_h"/>
                                          </p:val>
                                        </p:tav>
                                      </p:tavLst>
                                    </p:anim>
                                    <p:animEffect transition="in" filter="fade">
                                      <p:cBhvr>
                                        <p:cTn id="611" dur="7063"/>
                                        <p:tgtEl>
                                          <p:spTgt spid="502"/>
                                        </p:tgtEl>
                                      </p:cBhvr>
                                    </p:animEffect>
                                    <p:anim calcmode="lin" valueType="num">
                                      <p:cBhvr>
                                        <p:cTn id="612" dur="7063" fill="hold"/>
                                        <p:tgtEl>
                                          <p:spTgt spid="502"/>
                                        </p:tgtEl>
                                        <p:attrNameLst>
                                          <p:attrName>ppt_x</p:attrName>
                                        </p:attrNameLst>
                                      </p:cBhvr>
                                      <p:tavLst>
                                        <p:tav tm="0">
                                          <p:val>
                                            <p:fltVal val="0.5"/>
                                          </p:val>
                                        </p:tav>
                                        <p:tav tm="100000">
                                          <p:val>
                                            <p:strVal val="#ppt_x"/>
                                          </p:val>
                                        </p:tav>
                                      </p:tavLst>
                                    </p:anim>
                                    <p:anim calcmode="lin" valueType="num">
                                      <p:cBhvr>
                                        <p:cTn id="613" dur="7063" fill="hold"/>
                                        <p:tgtEl>
                                          <p:spTgt spid="502"/>
                                        </p:tgtEl>
                                        <p:attrNameLst>
                                          <p:attrName>ppt_y</p:attrName>
                                        </p:attrNameLst>
                                      </p:cBhvr>
                                      <p:tavLst>
                                        <p:tav tm="0">
                                          <p:val>
                                            <p:fltVal val="0.5"/>
                                          </p:val>
                                        </p:tav>
                                        <p:tav tm="100000">
                                          <p:val>
                                            <p:strVal val="#ppt_y"/>
                                          </p:val>
                                        </p:tav>
                                      </p:tavLst>
                                    </p:anim>
                                  </p:childTnLst>
                                </p:cTn>
                              </p:par>
                              <p:par>
                                <p:cTn id="614" presetID="53" presetClass="entr" presetSubtype="528" repeatCount="indefinite" fill="hold" grpId="0" nodeType="withEffect">
                                  <p:stCondLst>
                                    <p:cond delay="633"/>
                                  </p:stCondLst>
                                  <p:childTnLst>
                                    <p:set>
                                      <p:cBhvr>
                                        <p:cTn id="615" dur="1" fill="hold">
                                          <p:stCondLst>
                                            <p:cond delay="0"/>
                                          </p:stCondLst>
                                        </p:cTn>
                                        <p:tgtEl>
                                          <p:spTgt spid="503"/>
                                        </p:tgtEl>
                                        <p:attrNameLst>
                                          <p:attrName>style.visibility</p:attrName>
                                        </p:attrNameLst>
                                      </p:cBhvr>
                                      <p:to>
                                        <p:strVal val="visible"/>
                                      </p:to>
                                    </p:set>
                                    <p:anim calcmode="lin" valueType="num">
                                      <p:cBhvr>
                                        <p:cTn id="616" dur="5494" fill="hold"/>
                                        <p:tgtEl>
                                          <p:spTgt spid="503"/>
                                        </p:tgtEl>
                                        <p:attrNameLst>
                                          <p:attrName>ppt_w</p:attrName>
                                        </p:attrNameLst>
                                      </p:cBhvr>
                                      <p:tavLst>
                                        <p:tav tm="0">
                                          <p:val>
                                            <p:fltVal val="0"/>
                                          </p:val>
                                        </p:tav>
                                        <p:tav tm="100000">
                                          <p:val>
                                            <p:strVal val="#ppt_w"/>
                                          </p:val>
                                        </p:tav>
                                      </p:tavLst>
                                    </p:anim>
                                    <p:anim calcmode="lin" valueType="num">
                                      <p:cBhvr>
                                        <p:cTn id="617" dur="5494" fill="hold"/>
                                        <p:tgtEl>
                                          <p:spTgt spid="503"/>
                                        </p:tgtEl>
                                        <p:attrNameLst>
                                          <p:attrName>ppt_h</p:attrName>
                                        </p:attrNameLst>
                                      </p:cBhvr>
                                      <p:tavLst>
                                        <p:tav tm="0">
                                          <p:val>
                                            <p:fltVal val="0"/>
                                          </p:val>
                                        </p:tav>
                                        <p:tav tm="100000">
                                          <p:val>
                                            <p:strVal val="#ppt_h"/>
                                          </p:val>
                                        </p:tav>
                                      </p:tavLst>
                                    </p:anim>
                                    <p:animEffect transition="in" filter="fade">
                                      <p:cBhvr>
                                        <p:cTn id="618" dur="5494"/>
                                        <p:tgtEl>
                                          <p:spTgt spid="503"/>
                                        </p:tgtEl>
                                      </p:cBhvr>
                                    </p:animEffect>
                                    <p:anim calcmode="lin" valueType="num">
                                      <p:cBhvr>
                                        <p:cTn id="619" dur="5494" fill="hold"/>
                                        <p:tgtEl>
                                          <p:spTgt spid="503"/>
                                        </p:tgtEl>
                                        <p:attrNameLst>
                                          <p:attrName>ppt_x</p:attrName>
                                        </p:attrNameLst>
                                      </p:cBhvr>
                                      <p:tavLst>
                                        <p:tav tm="0">
                                          <p:val>
                                            <p:fltVal val="0.5"/>
                                          </p:val>
                                        </p:tav>
                                        <p:tav tm="100000">
                                          <p:val>
                                            <p:strVal val="#ppt_x"/>
                                          </p:val>
                                        </p:tav>
                                      </p:tavLst>
                                    </p:anim>
                                    <p:anim calcmode="lin" valueType="num">
                                      <p:cBhvr>
                                        <p:cTn id="620" dur="5494" fill="hold"/>
                                        <p:tgtEl>
                                          <p:spTgt spid="503"/>
                                        </p:tgtEl>
                                        <p:attrNameLst>
                                          <p:attrName>ppt_y</p:attrName>
                                        </p:attrNameLst>
                                      </p:cBhvr>
                                      <p:tavLst>
                                        <p:tav tm="0">
                                          <p:val>
                                            <p:fltVal val="0.5"/>
                                          </p:val>
                                        </p:tav>
                                        <p:tav tm="100000">
                                          <p:val>
                                            <p:strVal val="#ppt_y"/>
                                          </p:val>
                                        </p:tav>
                                      </p:tavLst>
                                    </p:anim>
                                  </p:childTnLst>
                                </p:cTn>
                              </p:par>
                              <p:par>
                                <p:cTn id="621" presetID="53" presetClass="entr" presetSubtype="528" repeatCount="indefinite" fill="hold" grpId="0" nodeType="withEffect">
                                  <p:stCondLst>
                                    <p:cond delay="1769"/>
                                  </p:stCondLst>
                                  <p:childTnLst>
                                    <p:set>
                                      <p:cBhvr>
                                        <p:cTn id="622" dur="1" fill="hold">
                                          <p:stCondLst>
                                            <p:cond delay="0"/>
                                          </p:stCondLst>
                                        </p:cTn>
                                        <p:tgtEl>
                                          <p:spTgt spid="504"/>
                                        </p:tgtEl>
                                        <p:attrNameLst>
                                          <p:attrName>style.visibility</p:attrName>
                                        </p:attrNameLst>
                                      </p:cBhvr>
                                      <p:to>
                                        <p:strVal val="visible"/>
                                      </p:to>
                                    </p:set>
                                    <p:anim calcmode="lin" valueType="num">
                                      <p:cBhvr>
                                        <p:cTn id="623" dur="7135" fill="hold"/>
                                        <p:tgtEl>
                                          <p:spTgt spid="504"/>
                                        </p:tgtEl>
                                        <p:attrNameLst>
                                          <p:attrName>ppt_w</p:attrName>
                                        </p:attrNameLst>
                                      </p:cBhvr>
                                      <p:tavLst>
                                        <p:tav tm="0">
                                          <p:val>
                                            <p:fltVal val="0"/>
                                          </p:val>
                                        </p:tav>
                                        <p:tav tm="100000">
                                          <p:val>
                                            <p:strVal val="#ppt_w"/>
                                          </p:val>
                                        </p:tav>
                                      </p:tavLst>
                                    </p:anim>
                                    <p:anim calcmode="lin" valueType="num">
                                      <p:cBhvr>
                                        <p:cTn id="624" dur="7135" fill="hold"/>
                                        <p:tgtEl>
                                          <p:spTgt spid="504"/>
                                        </p:tgtEl>
                                        <p:attrNameLst>
                                          <p:attrName>ppt_h</p:attrName>
                                        </p:attrNameLst>
                                      </p:cBhvr>
                                      <p:tavLst>
                                        <p:tav tm="0">
                                          <p:val>
                                            <p:fltVal val="0"/>
                                          </p:val>
                                        </p:tav>
                                        <p:tav tm="100000">
                                          <p:val>
                                            <p:strVal val="#ppt_h"/>
                                          </p:val>
                                        </p:tav>
                                      </p:tavLst>
                                    </p:anim>
                                    <p:animEffect transition="in" filter="fade">
                                      <p:cBhvr>
                                        <p:cTn id="625" dur="7135"/>
                                        <p:tgtEl>
                                          <p:spTgt spid="504"/>
                                        </p:tgtEl>
                                      </p:cBhvr>
                                    </p:animEffect>
                                    <p:anim calcmode="lin" valueType="num">
                                      <p:cBhvr>
                                        <p:cTn id="626" dur="7135" fill="hold"/>
                                        <p:tgtEl>
                                          <p:spTgt spid="504"/>
                                        </p:tgtEl>
                                        <p:attrNameLst>
                                          <p:attrName>ppt_x</p:attrName>
                                        </p:attrNameLst>
                                      </p:cBhvr>
                                      <p:tavLst>
                                        <p:tav tm="0">
                                          <p:val>
                                            <p:fltVal val="0.5"/>
                                          </p:val>
                                        </p:tav>
                                        <p:tav tm="100000">
                                          <p:val>
                                            <p:strVal val="#ppt_x"/>
                                          </p:val>
                                        </p:tav>
                                      </p:tavLst>
                                    </p:anim>
                                    <p:anim calcmode="lin" valueType="num">
                                      <p:cBhvr>
                                        <p:cTn id="627" dur="7135" fill="hold"/>
                                        <p:tgtEl>
                                          <p:spTgt spid="504"/>
                                        </p:tgtEl>
                                        <p:attrNameLst>
                                          <p:attrName>ppt_y</p:attrName>
                                        </p:attrNameLst>
                                      </p:cBhvr>
                                      <p:tavLst>
                                        <p:tav tm="0">
                                          <p:val>
                                            <p:fltVal val="0.5"/>
                                          </p:val>
                                        </p:tav>
                                        <p:tav tm="100000">
                                          <p:val>
                                            <p:strVal val="#ppt_y"/>
                                          </p:val>
                                        </p:tav>
                                      </p:tavLst>
                                    </p:anim>
                                  </p:childTnLst>
                                </p:cTn>
                              </p:par>
                              <p:par>
                                <p:cTn id="628" presetID="53" presetClass="entr" presetSubtype="528" repeatCount="indefinite" fill="hold" grpId="0" nodeType="withEffect">
                                  <p:stCondLst>
                                    <p:cond delay="552"/>
                                  </p:stCondLst>
                                  <p:childTnLst>
                                    <p:set>
                                      <p:cBhvr>
                                        <p:cTn id="629" dur="1" fill="hold">
                                          <p:stCondLst>
                                            <p:cond delay="0"/>
                                          </p:stCondLst>
                                        </p:cTn>
                                        <p:tgtEl>
                                          <p:spTgt spid="505"/>
                                        </p:tgtEl>
                                        <p:attrNameLst>
                                          <p:attrName>style.visibility</p:attrName>
                                        </p:attrNameLst>
                                      </p:cBhvr>
                                      <p:to>
                                        <p:strVal val="visible"/>
                                      </p:to>
                                    </p:set>
                                    <p:anim calcmode="lin" valueType="num">
                                      <p:cBhvr>
                                        <p:cTn id="630" dur="7132" fill="hold"/>
                                        <p:tgtEl>
                                          <p:spTgt spid="505"/>
                                        </p:tgtEl>
                                        <p:attrNameLst>
                                          <p:attrName>ppt_w</p:attrName>
                                        </p:attrNameLst>
                                      </p:cBhvr>
                                      <p:tavLst>
                                        <p:tav tm="0">
                                          <p:val>
                                            <p:fltVal val="0"/>
                                          </p:val>
                                        </p:tav>
                                        <p:tav tm="100000">
                                          <p:val>
                                            <p:strVal val="#ppt_w"/>
                                          </p:val>
                                        </p:tav>
                                      </p:tavLst>
                                    </p:anim>
                                    <p:anim calcmode="lin" valueType="num">
                                      <p:cBhvr>
                                        <p:cTn id="631" dur="7132" fill="hold"/>
                                        <p:tgtEl>
                                          <p:spTgt spid="505"/>
                                        </p:tgtEl>
                                        <p:attrNameLst>
                                          <p:attrName>ppt_h</p:attrName>
                                        </p:attrNameLst>
                                      </p:cBhvr>
                                      <p:tavLst>
                                        <p:tav tm="0">
                                          <p:val>
                                            <p:fltVal val="0"/>
                                          </p:val>
                                        </p:tav>
                                        <p:tav tm="100000">
                                          <p:val>
                                            <p:strVal val="#ppt_h"/>
                                          </p:val>
                                        </p:tav>
                                      </p:tavLst>
                                    </p:anim>
                                    <p:animEffect transition="in" filter="fade">
                                      <p:cBhvr>
                                        <p:cTn id="632" dur="7132"/>
                                        <p:tgtEl>
                                          <p:spTgt spid="505"/>
                                        </p:tgtEl>
                                      </p:cBhvr>
                                    </p:animEffect>
                                    <p:anim calcmode="lin" valueType="num">
                                      <p:cBhvr>
                                        <p:cTn id="633" dur="7132" fill="hold"/>
                                        <p:tgtEl>
                                          <p:spTgt spid="505"/>
                                        </p:tgtEl>
                                        <p:attrNameLst>
                                          <p:attrName>ppt_x</p:attrName>
                                        </p:attrNameLst>
                                      </p:cBhvr>
                                      <p:tavLst>
                                        <p:tav tm="0">
                                          <p:val>
                                            <p:fltVal val="0.5"/>
                                          </p:val>
                                        </p:tav>
                                        <p:tav tm="100000">
                                          <p:val>
                                            <p:strVal val="#ppt_x"/>
                                          </p:val>
                                        </p:tav>
                                      </p:tavLst>
                                    </p:anim>
                                    <p:anim calcmode="lin" valueType="num">
                                      <p:cBhvr>
                                        <p:cTn id="634" dur="7132" fill="hold"/>
                                        <p:tgtEl>
                                          <p:spTgt spid="505"/>
                                        </p:tgtEl>
                                        <p:attrNameLst>
                                          <p:attrName>ppt_y</p:attrName>
                                        </p:attrNameLst>
                                      </p:cBhvr>
                                      <p:tavLst>
                                        <p:tav tm="0">
                                          <p:val>
                                            <p:fltVal val="0.5"/>
                                          </p:val>
                                        </p:tav>
                                        <p:tav tm="100000">
                                          <p:val>
                                            <p:strVal val="#ppt_y"/>
                                          </p:val>
                                        </p:tav>
                                      </p:tavLst>
                                    </p:anim>
                                  </p:childTnLst>
                                </p:cTn>
                              </p:par>
                              <p:par>
                                <p:cTn id="635" presetID="53" presetClass="entr" presetSubtype="528" repeatCount="indefinite" fill="hold" grpId="0" nodeType="withEffect">
                                  <p:stCondLst>
                                    <p:cond delay="1645"/>
                                  </p:stCondLst>
                                  <p:childTnLst>
                                    <p:set>
                                      <p:cBhvr>
                                        <p:cTn id="636" dur="1" fill="hold">
                                          <p:stCondLst>
                                            <p:cond delay="0"/>
                                          </p:stCondLst>
                                        </p:cTn>
                                        <p:tgtEl>
                                          <p:spTgt spid="529"/>
                                        </p:tgtEl>
                                        <p:attrNameLst>
                                          <p:attrName>style.visibility</p:attrName>
                                        </p:attrNameLst>
                                      </p:cBhvr>
                                      <p:to>
                                        <p:strVal val="visible"/>
                                      </p:to>
                                    </p:set>
                                    <p:anim calcmode="lin" valueType="num">
                                      <p:cBhvr>
                                        <p:cTn id="637" dur="5041" fill="hold"/>
                                        <p:tgtEl>
                                          <p:spTgt spid="529"/>
                                        </p:tgtEl>
                                        <p:attrNameLst>
                                          <p:attrName>ppt_w</p:attrName>
                                        </p:attrNameLst>
                                      </p:cBhvr>
                                      <p:tavLst>
                                        <p:tav tm="0">
                                          <p:val>
                                            <p:fltVal val="0"/>
                                          </p:val>
                                        </p:tav>
                                        <p:tav tm="100000">
                                          <p:val>
                                            <p:strVal val="#ppt_w"/>
                                          </p:val>
                                        </p:tav>
                                      </p:tavLst>
                                    </p:anim>
                                    <p:anim calcmode="lin" valueType="num">
                                      <p:cBhvr>
                                        <p:cTn id="638" dur="5041" fill="hold"/>
                                        <p:tgtEl>
                                          <p:spTgt spid="529"/>
                                        </p:tgtEl>
                                        <p:attrNameLst>
                                          <p:attrName>ppt_h</p:attrName>
                                        </p:attrNameLst>
                                      </p:cBhvr>
                                      <p:tavLst>
                                        <p:tav tm="0">
                                          <p:val>
                                            <p:fltVal val="0"/>
                                          </p:val>
                                        </p:tav>
                                        <p:tav tm="100000">
                                          <p:val>
                                            <p:strVal val="#ppt_h"/>
                                          </p:val>
                                        </p:tav>
                                      </p:tavLst>
                                    </p:anim>
                                    <p:animEffect transition="in" filter="fade">
                                      <p:cBhvr>
                                        <p:cTn id="639" dur="5041"/>
                                        <p:tgtEl>
                                          <p:spTgt spid="529"/>
                                        </p:tgtEl>
                                      </p:cBhvr>
                                    </p:animEffect>
                                    <p:anim calcmode="lin" valueType="num">
                                      <p:cBhvr>
                                        <p:cTn id="640" dur="5041" fill="hold"/>
                                        <p:tgtEl>
                                          <p:spTgt spid="529"/>
                                        </p:tgtEl>
                                        <p:attrNameLst>
                                          <p:attrName>ppt_x</p:attrName>
                                        </p:attrNameLst>
                                      </p:cBhvr>
                                      <p:tavLst>
                                        <p:tav tm="0">
                                          <p:val>
                                            <p:fltVal val="0.5"/>
                                          </p:val>
                                        </p:tav>
                                        <p:tav tm="100000">
                                          <p:val>
                                            <p:strVal val="#ppt_x"/>
                                          </p:val>
                                        </p:tav>
                                      </p:tavLst>
                                    </p:anim>
                                    <p:anim calcmode="lin" valueType="num">
                                      <p:cBhvr>
                                        <p:cTn id="641" dur="5041" fill="hold"/>
                                        <p:tgtEl>
                                          <p:spTgt spid="529"/>
                                        </p:tgtEl>
                                        <p:attrNameLst>
                                          <p:attrName>ppt_y</p:attrName>
                                        </p:attrNameLst>
                                      </p:cBhvr>
                                      <p:tavLst>
                                        <p:tav tm="0">
                                          <p:val>
                                            <p:fltVal val="0.5"/>
                                          </p:val>
                                        </p:tav>
                                        <p:tav tm="100000">
                                          <p:val>
                                            <p:strVal val="#ppt_y"/>
                                          </p:val>
                                        </p:tav>
                                      </p:tavLst>
                                    </p:anim>
                                  </p:childTnLst>
                                </p:cTn>
                              </p:par>
                              <p:par>
                                <p:cTn id="642" presetID="53" presetClass="entr" presetSubtype="528" repeatCount="indefinite" fill="hold" grpId="0" nodeType="withEffect">
                                  <p:stCondLst>
                                    <p:cond delay="1934"/>
                                  </p:stCondLst>
                                  <p:childTnLst>
                                    <p:set>
                                      <p:cBhvr>
                                        <p:cTn id="643" dur="1" fill="hold">
                                          <p:stCondLst>
                                            <p:cond delay="0"/>
                                          </p:stCondLst>
                                        </p:cTn>
                                        <p:tgtEl>
                                          <p:spTgt spid="531"/>
                                        </p:tgtEl>
                                        <p:attrNameLst>
                                          <p:attrName>style.visibility</p:attrName>
                                        </p:attrNameLst>
                                      </p:cBhvr>
                                      <p:to>
                                        <p:strVal val="visible"/>
                                      </p:to>
                                    </p:set>
                                    <p:anim calcmode="lin" valueType="num">
                                      <p:cBhvr>
                                        <p:cTn id="644" dur="6965" fill="hold"/>
                                        <p:tgtEl>
                                          <p:spTgt spid="531"/>
                                        </p:tgtEl>
                                        <p:attrNameLst>
                                          <p:attrName>ppt_w</p:attrName>
                                        </p:attrNameLst>
                                      </p:cBhvr>
                                      <p:tavLst>
                                        <p:tav tm="0">
                                          <p:val>
                                            <p:fltVal val="0"/>
                                          </p:val>
                                        </p:tav>
                                        <p:tav tm="100000">
                                          <p:val>
                                            <p:strVal val="#ppt_w"/>
                                          </p:val>
                                        </p:tav>
                                      </p:tavLst>
                                    </p:anim>
                                    <p:anim calcmode="lin" valueType="num">
                                      <p:cBhvr>
                                        <p:cTn id="645" dur="6965" fill="hold"/>
                                        <p:tgtEl>
                                          <p:spTgt spid="531"/>
                                        </p:tgtEl>
                                        <p:attrNameLst>
                                          <p:attrName>ppt_h</p:attrName>
                                        </p:attrNameLst>
                                      </p:cBhvr>
                                      <p:tavLst>
                                        <p:tav tm="0">
                                          <p:val>
                                            <p:fltVal val="0"/>
                                          </p:val>
                                        </p:tav>
                                        <p:tav tm="100000">
                                          <p:val>
                                            <p:strVal val="#ppt_h"/>
                                          </p:val>
                                        </p:tav>
                                      </p:tavLst>
                                    </p:anim>
                                    <p:animEffect transition="in" filter="fade">
                                      <p:cBhvr>
                                        <p:cTn id="646" dur="6965"/>
                                        <p:tgtEl>
                                          <p:spTgt spid="531"/>
                                        </p:tgtEl>
                                      </p:cBhvr>
                                    </p:animEffect>
                                    <p:anim calcmode="lin" valueType="num">
                                      <p:cBhvr>
                                        <p:cTn id="647" dur="6965" fill="hold"/>
                                        <p:tgtEl>
                                          <p:spTgt spid="531"/>
                                        </p:tgtEl>
                                        <p:attrNameLst>
                                          <p:attrName>ppt_x</p:attrName>
                                        </p:attrNameLst>
                                      </p:cBhvr>
                                      <p:tavLst>
                                        <p:tav tm="0">
                                          <p:val>
                                            <p:fltVal val="0.5"/>
                                          </p:val>
                                        </p:tav>
                                        <p:tav tm="100000">
                                          <p:val>
                                            <p:strVal val="#ppt_x"/>
                                          </p:val>
                                        </p:tav>
                                      </p:tavLst>
                                    </p:anim>
                                    <p:anim calcmode="lin" valueType="num">
                                      <p:cBhvr>
                                        <p:cTn id="648" dur="6965" fill="hold"/>
                                        <p:tgtEl>
                                          <p:spTgt spid="531"/>
                                        </p:tgtEl>
                                        <p:attrNameLst>
                                          <p:attrName>ppt_y</p:attrName>
                                        </p:attrNameLst>
                                      </p:cBhvr>
                                      <p:tavLst>
                                        <p:tav tm="0">
                                          <p:val>
                                            <p:fltVal val="0.5"/>
                                          </p:val>
                                        </p:tav>
                                        <p:tav tm="100000">
                                          <p:val>
                                            <p:strVal val="#ppt_y"/>
                                          </p:val>
                                        </p:tav>
                                      </p:tavLst>
                                    </p:anim>
                                  </p:childTnLst>
                                </p:cTn>
                              </p:par>
                              <p:par>
                                <p:cTn id="649" presetID="53" presetClass="entr" presetSubtype="528" repeatCount="indefinite" fill="hold" grpId="0" nodeType="withEffect">
                                  <p:stCondLst>
                                    <p:cond delay="775"/>
                                  </p:stCondLst>
                                  <p:childTnLst>
                                    <p:set>
                                      <p:cBhvr>
                                        <p:cTn id="650" dur="1" fill="hold">
                                          <p:stCondLst>
                                            <p:cond delay="0"/>
                                          </p:stCondLst>
                                        </p:cTn>
                                        <p:tgtEl>
                                          <p:spTgt spid="532"/>
                                        </p:tgtEl>
                                        <p:attrNameLst>
                                          <p:attrName>style.visibility</p:attrName>
                                        </p:attrNameLst>
                                      </p:cBhvr>
                                      <p:to>
                                        <p:strVal val="visible"/>
                                      </p:to>
                                    </p:set>
                                    <p:anim calcmode="lin" valueType="num">
                                      <p:cBhvr>
                                        <p:cTn id="651" dur="5313" fill="hold"/>
                                        <p:tgtEl>
                                          <p:spTgt spid="532"/>
                                        </p:tgtEl>
                                        <p:attrNameLst>
                                          <p:attrName>ppt_w</p:attrName>
                                        </p:attrNameLst>
                                      </p:cBhvr>
                                      <p:tavLst>
                                        <p:tav tm="0">
                                          <p:val>
                                            <p:fltVal val="0"/>
                                          </p:val>
                                        </p:tav>
                                        <p:tav tm="100000">
                                          <p:val>
                                            <p:strVal val="#ppt_w"/>
                                          </p:val>
                                        </p:tav>
                                      </p:tavLst>
                                    </p:anim>
                                    <p:anim calcmode="lin" valueType="num">
                                      <p:cBhvr>
                                        <p:cTn id="652" dur="5313" fill="hold"/>
                                        <p:tgtEl>
                                          <p:spTgt spid="532"/>
                                        </p:tgtEl>
                                        <p:attrNameLst>
                                          <p:attrName>ppt_h</p:attrName>
                                        </p:attrNameLst>
                                      </p:cBhvr>
                                      <p:tavLst>
                                        <p:tav tm="0">
                                          <p:val>
                                            <p:fltVal val="0"/>
                                          </p:val>
                                        </p:tav>
                                        <p:tav tm="100000">
                                          <p:val>
                                            <p:strVal val="#ppt_h"/>
                                          </p:val>
                                        </p:tav>
                                      </p:tavLst>
                                    </p:anim>
                                    <p:animEffect transition="in" filter="fade">
                                      <p:cBhvr>
                                        <p:cTn id="653" dur="5313"/>
                                        <p:tgtEl>
                                          <p:spTgt spid="532"/>
                                        </p:tgtEl>
                                      </p:cBhvr>
                                    </p:animEffect>
                                    <p:anim calcmode="lin" valueType="num">
                                      <p:cBhvr>
                                        <p:cTn id="654" dur="5313" fill="hold"/>
                                        <p:tgtEl>
                                          <p:spTgt spid="532"/>
                                        </p:tgtEl>
                                        <p:attrNameLst>
                                          <p:attrName>ppt_x</p:attrName>
                                        </p:attrNameLst>
                                      </p:cBhvr>
                                      <p:tavLst>
                                        <p:tav tm="0">
                                          <p:val>
                                            <p:fltVal val="0.5"/>
                                          </p:val>
                                        </p:tav>
                                        <p:tav tm="100000">
                                          <p:val>
                                            <p:strVal val="#ppt_x"/>
                                          </p:val>
                                        </p:tav>
                                      </p:tavLst>
                                    </p:anim>
                                    <p:anim calcmode="lin" valueType="num">
                                      <p:cBhvr>
                                        <p:cTn id="655" dur="5313" fill="hold"/>
                                        <p:tgtEl>
                                          <p:spTgt spid="532"/>
                                        </p:tgtEl>
                                        <p:attrNameLst>
                                          <p:attrName>ppt_y</p:attrName>
                                        </p:attrNameLst>
                                      </p:cBhvr>
                                      <p:tavLst>
                                        <p:tav tm="0">
                                          <p:val>
                                            <p:fltVal val="0.5"/>
                                          </p:val>
                                        </p:tav>
                                        <p:tav tm="100000">
                                          <p:val>
                                            <p:strVal val="#ppt_y"/>
                                          </p:val>
                                        </p:tav>
                                      </p:tavLst>
                                    </p:anim>
                                  </p:childTnLst>
                                </p:cTn>
                              </p:par>
                              <p:par>
                                <p:cTn id="656" presetID="53" presetClass="entr" presetSubtype="528" repeatCount="indefinite" fill="hold" grpId="0" nodeType="withEffect">
                                  <p:stCondLst>
                                    <p:cond delay="178"/>
                                  </p:stCondLst>
                                  <p:childTnLst>
                                    <p:set>
                                      <p:cBhvr>
                                        <p:cTn id="657" dur="1" fill="hold">
                                          <p:stCondLst>
                                            <p:cond delay="0"/>
                                          </p:stCondLst>
                                        </p:cTn>
                                        <p:tgtEl>
                                          <p:spTgt spid="533"/>
                                        </p:tgtEl>
                                        <p:attrNameLst>
                                          <p:attrName>style.visibility</p:attrName>
                                        </p:attrNameLst>
                                      </p:cBhvr>
                                      <p:to>
                                        <p:strVal val="visible"/>
                                      </p:to>
                                    </p:set>
                                    <p:anim calcmode="lin" valueType="num">
                                      <p:cBhvr>
                                        <p:cTn id="658" dur="5630" fill="hold"/>
                                        <p:tgtEl>
                                          <p:spTgt spid="533"/>
                                        </p:tgtEl>
                                        <p:attrNameLst>
                                          <p:attrName>ppt_w</p:attrName>
                                        </p:attrNameLst>
                                      </p:cBhvr>
                                      <p:tavLst>
                                        <p:tav tm="0">
                                          <p:val>
                                            <p:fltVal val="0"/>
                                          </p:val>
                                        </p:tav>
                                        <p:tav tm="100000">
                                          <p:val>
                                            <p:strVal val="#ppt_w"/>
                                          </p:val>
                                        </p:tav>
                                      </p:tavLst>
                                    </p:anim>
                                    <p:anim calcmode="lin" valueType="num">
                                      <p:cBhvr>
                                        <p:cTn id="659" dur="5630" fill="hold"/>
                                        <p:tgtEl>
                                          <p:spTgt spid="533"/>
                                        </p:tgtEl>
                                        <p:attrNameLst>
                                          <p:attrName>ppt_h</p:attrName>
                                        </p:attrNameLst>
                                      </p:cBhvr>
                                      <p:tavLst>
                                        <p:tav tm="0">
                                          <p:val>
                                            <p:fltVal val="0"/>
                                          </p:val>
                                        </p:tav>
                                        <p:tav tm="100000">
                                          <p:val>
                                            <p:strVal val="#ppt_h"/>
                                          </p:val>
                                        </p:tav>
                                      </p:tavLst>
                                    </p:anim>
                                    <p:animEffect transition="in" filter="fade">
                                      <p:cBhvr>
                                        <p:cTn id="660" dur="5630"/>
                                        <p:tgtEl>
                                          <p:spTgt spid="533"/>
                                        </p:tgtEl>
                                      </p:cBhvr>
                                    </p:animEffect>
                                    <p:anim calcmode="lin" valueType="num">
                                      <p:cBhvr>
                                        <p:cTn id="661" dur="5630" fill="hold"/>
                                        <p:tgtEl>
                                          <p:spTgt spid="533"/>
                                        </p:tgtEl>
                                        <p:attrNameLst>
                                          <p:attrName>ppt_x</p:attrName>
                                        </p:attrNameLst>
                                      </p:cBhvr>
                                      <p:tavLst>
                                        <p:tav tm="0">
                                          <p:val>
                                            <p:fltVal val="0.5"/>
                                          </p:val>
                                        </p:tav>
                                        <p:tav tm="100000">
                                          <p:val>
                                            <p:strVal val="#ppt_x"/>
                                          </p:val>
                                        </p:tav>
                                      </p:tavLst>
                                    </p:anim>
                                    <p:anim calcmode="lin" valueType="num">
                                      <p:cBhvr>
                                        <p:cTn id="662" dur="5630" fill="hold"/>
                                        <p:tgtEl>
                                          <p:spTgt spid="533"/>
                                        </p:tgtEl>
                                        <p:attrNameLst>
                                          <p:attrName>ppt_y</p:attrName>
                                        </p:attrNameLst>
                                      </p:cBhvr>
                                      <p:tavLst>
                                        <p:tav tm="0">
                                          <p:val>
                                            <p:fltVal val="0.5"/>
                                          </p:val>
                                        </p:tav>
                                        <p:tav tm="100000">
                                          <p:val>
                                            <p:strVal val="#ppt_y"/>
                                          </p:val>
                                        </p:tav>
                                      </p:tavLst>
                                    </p:anim>
                                  </p:childTnLst>
                                </p:cTn>
                              </p:par>
                              <p:par>
                                <p:cTn id="663" presetID="53" presetClass="entr" presetSubtype="528" repeatCount="indefinite" fill="hold" grpId="0" nodeType="withEffect">
                                  <p:stCondLst>
                                    <p:cond delay="1402"/>
                                  </p:stCondLst>
                                  <p:childTnLst>
                                    <p:set>
                                      <p:cBhvr>
                                        <p:cTn id="664" dur="1" fill="hold">
                                          <p:stCondLst>
                                            <p:cond delay="0"/>
                                          </p:stCondLst>
                                        </p:cTn>
                                        <p:tgtEl>
                                          <p:spTgt spid="534"/>
                                        </p:tgtEl>
                                        <p:attrNameLst>
                                          <p:attrName>style.visibility</p:attrName>
                                        </p:attrNameLst>
                                      </p:cBhvr>
                                      <p:to>
                                        <p:strVal val="visible"/>
                                      </p:to>
                                    </p:set>
                                    <p:anim calcmode="lin" valueType="num">
                                      <p:cBhvr>
                                        <p:cTn id="665" dur="5437" fill="hold"/>
                                        <p:tgtEl>
                                          <p:spTgt spid="534"/>
                                        </p:tgtEl>
                                        <p:attrNameLst>
                                          <p:attrName>ppt_w</p:attrName>
                                        </p:attrNameLst>
                                      </p:cBhvr>
                                      <p:tavLst>
                                        <p:tav tm="0">
                                          <p:val>
                                            <p:fltVal val="0"/>
                                          </p:val>
                                        </p:tav>
                                        <p:tav tm="100000">
                                          <p:val>
                                            <p:strVal val="#ppt_w"/>
                                          </p:val>
                                        </p:tav>
                                      </p:tavLst>
                                    </p:anim>
                                    <p:anim calcmode="lin" valueType="num">
                                      <p:cBhvr>
                                        <p:cTn id="666" dur="5437" fill="hold"/>
                                        <p:tgtEl>
                                          <p:spTgt spid="534"/>
                                        </p:tgtEl>
                                        <p:attrNameLst>
                                          <p:attrName>ppt_h</p:attrName>
                                        </p:attrNameLst>
                                      </p:cBhvr>
                                      <p:tavLst>
                                        <p:tav tm="0">
                                          <p:val>
                                            <p:fltVal val="0"/>
                                          </p:val>
                                        </p:tav>
                                        <p:tav tm="100000">
                                          <p:val>
                                            <p:strVal val="#ppt_h"/>
                                          </p:val>
                                        </p:tav>
                                      </p:tavLst>
                                    </p:anim>
                                    <p:animEffect transition="in" filter="fade">
                                      <p:cBhvr>
                                        <p:cTn id="667" dur="5437"/>
                                        <p:tgtEl>
                                          <p:spTgt spid="534"/>
                                        </p:tgtEl>
                                      </p:cBhvr>
                                    </p:animEffect>
                                    <p:anim calcmode="lin" valueType="num">
                                      <p:cBhvr>
                                        <p:cTn id="668" dur="5437" fill="hold"/>
                                        <p:tgtEl>
                                          <p:spTgt spid="534"/>
                                        </p:tgtEl>
                                        <p:attrNameLst>
                                          <p:attrName>ppt_x</p:attrName>
                                        </p:attrNameLst>
                                      </p:cBhvr>
                                      <p:tavLst>
                                        <p:tav tm="0">
                                          <p:val>
                                            <p:fltVal val="0.5"/>
                                          </p:val>
                                        </p:tav>
                                        <p:tav tm="100000">
                                          <p:val>
                                            <p:strVal val="#ppt_x"/>
                                          </p:val>
                                        </p:tav>
                                      </p:tavLst>
                                    </p:anim>
                                    <p:anim calcmode="lin" valueType="num">
                                      <p:cBhvr>
                                        <p:cTn id="669" dur="5437" fill="hold"/>
                                        <p:tgtEl>
                                          <p:spTgt spid="534"/>
                                        </p:tgtEl>
                                        <p:attrNameLst>
                                          <p:attrName>ppt_y</p:attrName>
                                        </p:attrNameLst>
                                      </p:cBhvr>
                                      <p:tavLst>
                                        <p:tav tm="0">
                                          <p:val>
                                            <p:fltVal val="0.5"/>
                                          </p:val>
                                        </p:tav>
                                        <p:tav tm="100000">
                                          <p:val>
                                            <p:strVal val="#ppt_y"/>
                                          </p:val>
                                        </p:tav>
                                      </p:tavLst>
                                    </p:anim>
                                  </p:childTnLst>
                                </p:cTn>
                              </p:par>
                              <p:par>
                                <p:cTn id="670" presetID="53" presetClass="entr" presetSubtype="528" repeatCount="indefinite" fill="hold" grpId="0" nodeType="withEffect">
                                  <p:stCondLst>
                                    <p:cond delay="441"/>
                                  </p:stCondLst>
                                  <p:childTnLst>
                                    <p:set>
                                      <p:cBhvr>
                                        <p:cTn id="671" dur="1" fill="hold">
                                          <p:stCondLst>
                                            <p:cond delay="0"/>
                                          </p:stCondLst>
                                        </p:cTn>
                                        <p:tgtEl>
                                          <p:spTgt spid="535"/>
                                        </p:tgtEl>
                                        <p:attrNameLst>
                                          <p:attrName>style.visibility</p:attrName>
                                        </p:attrNameLst>
                                      </p:cBhvr>
                                      <p:to>
                                        <p:strVal val="visible"/>
                                      </p:to>
                                    </p:set>
                                    <p:anim calcmode="lin" valueType="num">
                                      <p:cBhvr>
                                        <p:cTn id="672" dur="5660" fill="hold"/>
                                        <p:tgtEl>
                                          <p:spTgt spid="535"/>
                                        </p:tgtEl>
                                        <p:attrNameLst>
                                          <p:attrName>ppt_w</p:attrName>
                                        </p:attrNameLst>
                                      </p:cBhvr>
                                      <p:tavLst>
                                        <p:tav tm="0">
                                          <p:val>
                                            <p:fltVal val="0"/>
                                          </p:val>
                                        </p:tav>
                                        <p:tav tm="100000">
                                          <p:val>
                                            <p:strVal val="#ppt_w"/>
                                          </p:val>
                                        </p:tav>
                                      </p:tavLst>
                                    </p:anim>
                                    <p:anim calcmode="lin" valueType="num">
                                      <p:cBhvr>
                                        <p:cTn id="673" dur="5660" fill="hold"/>
                                        <p:tgtEl>
                                          <p:spTgt spid="535"/>
                                        </p:tgtEl>
                                        <p:attrNameLst>
                                          <p:attrName>ppt_h</p:attrName>
                                        </p:attrNameLst>
                                      </p:cBhvr>
                                      <p:tavLst>
                                        <p:tav tm="0">
                                          <p:val>
                                            <p:fltVal val="0"/>
                                          </p:val>
                                        </p:tav>
                                        <p:tav tm="100000">
                                          <p:val>
                                            <p:strVal val="#ppt_h"/>
                                          </p:val>
                                        </p:tav>
                                      </p:tavLst>
                                    </p:anim>
                                    <p:animEffect transition="in" filter="fade">
                                      <p:cBhvr>
                                        <p:cTn id="674" dur="5660"/>
                                        <p:tgtEl>
                                          <p:spTgt spid="535"/>
                                        </p:tgtEl>
                                      </p:cBhvr>
                                    </p:animEffect>
                                    <p:anim calcmode="lin" valueType="num">
                                      <p:cBhvr>
                                        <p:cTn id="675" dur="5660" fill="hold"/>
                                        <p:tgtEl>
                                          <p:spTgt spid="535"/>
                                        </p:tgtEl>
                                        <p:attrNameLst>
                                          <p:attrName>ppt_x</p:attrName>
                                        </p:attrNameLst>
                                      </p:cBhvr>
                                      <p:tavLst>
                                        <p:tav tm="0">
                                          <p:val>
                                            <p:fltVal val="0.5"/>
                                          </p:val>
                                        </p:tav>
                                        <p:tav tm="100000">
                                          <p:val>
                                            <p:strVal val="#ppt_x"/>
                                          </p:val>
                                        </p:tav>
                                      </p:tavLst>
                                    </p:anim>
                                    <p:anim calcmode="lin" valueType="num">
                                      <p:cBhvr>
                                        <p:cTn id="676" dur="5660" fill="hold"/>
                                        <p:tgtEl>
                                          <p:spTgt spid="535"/>
                                        </p:tgtEl>
                                        <p:attrNameLst>
                                          <p:attrName>ppt_y</p:attrName>
                                        </p:attrNameLst>
                                      </p:cBhvr>
                                      <p:tavLst>
                                        <p:tav tm="0">
                                          <p:val>
                                            <p:fltVal val="0.5"/>
                                          </p:val>
                                        </p:tav>
                                        <p:tav tm="100000">
                                          <p:val>
                                            <p:strVal val="#ppt_y"/>
                                          </p:val>
                                        </p:tav>
                                      </p:tavLst>
                                    </p:anim>
                                  </p:childTnLst>
                                </p:cTn>
                              </p:par>
                              <p:par>
                                <p:cTn id="677" presetID="53" presetClass="entr" presetSubtype="528" repeatCount="indefinite" fill="hold" grpId="0" nodeType="withEffect">
                                  <p:stCondLst>
                                    <p:cond delay="1747"/>
                                  </p:stCondLst>
                                  <p:childTnLst>
                                    <p:set>
                                      <p:cBhvr>
                                        <p:cTn id="678" dur="1" fill="hold">
                                          <p:stCondLst>
                                            <p:cond delay="0"/>
                                          </p:stCondLst>
                                        </p:cTn>
                                        <p:tgtEl>
                                          <p:spTgt spid="539"/>
                                        </p:tgtEl>
                                        <p:attrNameLst>
                                          <p:attrName>style.visibility</p:attrName>
                                        </p:attrNameLst>
                                      </p:cBhvr>
                                      <p:to>
                                        <p:strVal val="visible"/>
                                      </p:to>
                                    </p:set>
                                    <p:anim calcmode="lin" valueType="num">
                                      <p:cBhvr>
                                        <p:cTn id="679" dur="6723" fill="hold"/>
                                        <p:tgtEl>
                                          <p:spTgt spid="539"/>
                                        </p:tgtEl>
                                        <p:attrNameLst>
                                          <p:attrName>ppt_w</p:attrName>
                                        </p:attrNameLst>
                                      </p:cBhvr>
                                      <p:tavLst>
                                        <p:tav tm="0">
                                          <p:val>
                                            <p:fltVal val="0"/>
                                          </p:val>
                                        </p:tav>
                                        <p:tav tm="100000">
                                          <p:val>
                                            <p:strVal val="#ppt_w"/>
                                          </p:val>
                                        </p:tav>
                                      </p:tavLst>
                                    </p:anim>
                                    <p:anim calcmode="lin" valueType="num">
                                      <p:cBhvr>
                                        <p:cTn id="680" dur="6723" fill="hold"/>
                                        <p:tgtEl>
                                          <p:spTgt spid="539"/>
                                        </p:tgtEl>
                                        <p:attrNameLst>
                                          <p:attrName>ppt_h</p:attrName>
                                        </p:attrNameLst>
                                      </p:cBhvr>
                                      <p:tavLst>
                                        <p:tav tm="0">
                                          <p:val>
                                            <p:fltVal val="0"/>
                                          </p:val>
                                        </p:tav>
                                        <p:tav tm="100000">
                                          <p:val>
                                            <p:strVal val="#ppt_h"/>
                                          </p:val>
                                        </p:tav>
                                      </p:tavLst>
                                    </p:anim>
                                    <p:animEffect transition="in" filter="fade">
                                      <p:cBhvr>
                                        <p:cTn id="681" dur="6723"/>
                                        <p:tgtEl>
                                          <p:spTgt spid="539"/>
                                        </p:tgtEl>
                                      </p:cBhvr>
                                    </p:animEffect>
                                    <p:anim calcmode="lin" valueType="num">
                                      <p:cBhvr>
                                        <p:cTn id="682" dur="6723" fill="hold"/>
                                        <p:tgtEl>
                                          <p:spTgt spid="539"/>
                                        </p:tgtEl>
                                        <p:attrNameLst>
                                          <p:attrName>ppt_x</p:attrName>
                                        </p:attrNameLst>
                                      </p:cBhvr>
                                      <p:tavLst>
                                        <p:tav tm="0">
                                          <p:val>
                                            <p:fltVal val="0.5"/>
                                          </p:val>
                                        </p:tav>
                                        <p:tav tm="100000">
                                          <p:val>
                                            <p:strVal val="#ppt_x"/>
                                          </p:val>
                                        </p:tav>
                                      </p:tavLst>
                                    </p:anim>
                                    <p:anim calcmode="lin" valueType="num">
                                      <p:cBhvr>
                                        <p:cTn id="683" dur="6723" fill="hold"/>
                                        <p:tgtEl>
                                          <p:spTgt spid="539"/>
                                        </p:tgtEl>
                                        <p:attrNameLst>
                                          <p:attrName>ppt_y</p:attrName>
                                        </p:attrNameLst>
                                      </p:cBhvr>
                                      <p:tavLst>
                                        <p:tav tm="0">
                                          <p:val>
                                            <p:fltVal val="0.5"/>
                                          </p:val>
                                        </p:tav>
                                        <p:tav tm="100000">
                                          <p:val>
                                            <p:strVal val="#ppt_y"/>
                                          </p:val>
                                        </p:tav>
                                      </p:tavLst>
                                    </p:anim>
                                  </p:childTnLst>
                                </p:cTn>
                              </p:par>
                              <p:par>
                                <p:cTn id="684" presetID="53" presetClass="entr" presetSubtype="528" repeatCount="indefinite" fill="hold" grpId="0" nodeType="withEffect">
                                  <p:stCondLst>
                                    <p:cond delay="1402"/>
                                  </p:stCondLst>
                                  <p:childTnLst>
                                    <p:set>
                                      <p:cBhvr>
                                        <p:cTn id="685" dur="1" fill="hold">
                                          <p:stCondLst>
                                            <p:cond delay="0"/>
                                          </p:stCondLst>
                                        </p:cTn>
                                        <p:tgtEl>
                                          <p:spTgt spid="542"/>
                                        </p:tgtEl>
                                        <p:attrNameLst>
                                          <p:attrName>style.visibility</p:attrName>
                                        </p:attrNameLst>
                                      </p:cBhvr>
                                      <p:to>
                                        <p:strVal val="visible"/>
                                      </p:to>
                                    </p:set>
                                    <p:anim calcmode="lin" valueType="num">
                                      <p:cBhvr>
                                        <p:cTn id="686" dur="5888" fill="hold"/>
                                        <p:tgtEl>
                                          <p:spTgt spid="542"/>
                                        </p:tgtEl>
                                        <p:attrNameLst>
                                          <p:attrName>ppt_w</p:attrName>
                                        </p:attrNameLst>
                                      </p:cBhvr>
                                      <p:tavLst>
                                        <p:tav tm="0">
                                          <p:val>
                                            <p:fltVal val="0"/>
                                          </p:val>
                                        </p:tav>
                                        <p:tav tm="100000">
                                          <p:val>
                                            <p:strVal val="#ppt_w"/>
                                          </p:val>
                                        </p:tav>
                                      </p:tavLst>
                                    </p:anim>
                                    <p:anim calcmode="lin" valueType="num">
                                      <p:cBhvr>
                                        <p:cTn id="687" dur="5888" fill="hold"/>
                                        <p:tgtEl>
                                          <p:spTgt spid="542"/>
                                        </p:tgtEl>
                                        <p:attrNameLst>
                                          <p:attrName>ppt_h</p:attrName>
                                        </p:attrNameLst>
                                      </p:cBhvr>
                                      <p:tavLst>
                                        <p:tav tm="0">
                                          <p:val>
                                            <p:fltVal val="0"/>
                                          </p:val>
                                        </p:tav>
                                        <p:tav tm="100000">
                                          <p:val>
                                            <p:strVal val="#ppt_h"/>
                                          </p:val>
                                        </p:tav>
                                      </p:tavLst>
                                    </p:anim>
                                    <p:animEffect transition="in" filter="fade">
                                      <p:cBhvr>
                                        <p:cTn id="688" dur="5888"/>
                                        <p:tgtEl>
                                          <p:spTgt spid="542"/>
                                        </p:tgtEl>
                                      </p:cBhvr>
                                    </p:animEffect>
                                    <p:anim calcmode="lin" valueType="num">
                                      <p:cBhvr>
                                        <p:cTn id="689" dur="5888" fill="hold"/>
                                        <p:tgtEl>
                                          <p:spTgt spid="542"/>
                                        </p:tgtEl>
                                        <p:attrNameLst>
                                          <p:attrName>ppt_x</p:attrName>
                                        </p:attrNameLst>
                                      </p:cBhvr>
                                      <p:tavLst>
                                        <p:tav tm="0">
                                          <p:val>
                                            <p:fltVal val="0.5"/>
                                          </p:val>
                                        </p:tav>
                                        <p:tav tm="100000">
                                          <p:val>
                                            <p:strVal val="#ppt_x"/>
                                          </p:val>
                                        </p:tav>
                                      </p:tavLst>
                                    </p:anim>
                                    <p:anim calcmode="lin" valueType="num">
                                      <p:cBhvr>
                                        <p:cTn id="690" dur="5888" fill="hold"/>
                                        <p:tgtEl>
                                          <p:spTgt spid="542"/>
                                        </p:tgtEl>
                                        <p:attrNameLst>
                                          <p:attrName>ppt_y</p:attrName>
                                        </p:attrNameLst>
                                      </p:cBhvr>
                                      <p:tavLst>
                                        <p:tav tm="0">
                                          <p:val>
                                            <p:fltVal val="0.5"/>
                                          </p:val>
                                        </p:tav>
                                        <p:tav tm="100000">
                                          <p:val>
                                            <p:strVal val="#ppt_y"/>
                                          </p:val>
                                        </p:tav>
                                      </p:tavLst>
                                    </p:anim>
                                  </p:childTnLst>
                                </p:cTn>
                              </p:par>
                              <p:par>
                                <p:cTn id="691" presetID="53" presetClass="entr" presetSubtype="528" repeatCount="indefinite" fill="hold" grpId="0" nodeType="withEffect">
                                  <p:stCondLst>
                                    <p:cond delay="809"/>
                                  </p:stCondLst>
                                  <p:childTnLst>
                                    <p:set>
                                      <p:cBhvr>
                                        <p:cTn id="692" dur="1" fill="hold">
                                          <p:stCondLst>
                                            <p:cond delay="0"/>
                                          </p:stCondLst>
                                        </p:cTn>
                                        <p:tgtEl>
                                          <p:spTgt spid="543"/>
                                        </p:tgtEl>
                                        <p:attrNameLst>
                                          <p:attrName>style.visibility</p:attrName>
                                        </p:attrNameLst>
                                      </p:cBhvr>
                                      <p:to>
                                        <p:strVal val="visible"/>
                                      </p:to>
                                    </p:set>
                                    <p:anim calcmode="lin" valueType="num">
                                      <p:cBhvr>
                                        <p:cTn id="693" dur="5356" fill="hold"/>
                                        <p:tgtEl>
                                          <p:spTgt spid="543"/>
                                        </p:tgtEl>
                                        <p:attrNameLst>
                                          <p:attrName>ppt_w</p:attrName>
                                        </p:attrNameLst>
                                      </p:cBhvr>
                                      <p:tavLst>
                                        <p:tav tm="0">
                                          <p:val>
                                            <p:fltVal val="0"/>
                                          </p:val>
                                        </p:tav>
                                        <p:tav tm="100000">
                                          <p:val>
                                            <p:strVal val="#ppt_w"/>
                                          </p:val>
                                        </p:tav>
                                      </p:tavLst>
                                    </p:anim>
                                    <p:anim calcmode="lin" valueType="num">
                                      <p:cBhvr>
                                        <p:cTn id="694" dur="5356" fill="hold"/>
                                        <p:tgtEl>
                                          <p:spTgt spid="543"/>
                                        </p:tgtEl>
                                        <p:attrNameLst>
                                          <p:attrName>ppt_h</p:attrName>
                                        </p:attrNameLst>
                                      </p:cBhvr>
                                      <p:tavLst>
                                        <p:tav tm="0">
                                          <p:val>
                                            <p:fltVal val="0"/>
                                          </p:val>
                                        </p:tav>
                                        <p:tav tm="100000">
                                          <p:val>
                                            <p:strVal val="#ppt_h"/>
                                          </p:val>
                                        </p:tav>
                                      </p:tavLst>
                                    </p:anim>
                                    <p:animEffect transition="in" filter="fade">
                                      <p:cBhvr>
                                        <p:cTn id="695" dur="5356"/>
                                        <p:tgtEl>
                                          <p:spTgt spid="543"/>
                                        </p:tgtEl>
                                      </p:cBhvr>
                                    </p:animEffect>
                                    <p:anim calcmode="lin" valueType="num">
                                      <p:cBhvr>
                                        <p:cTn id="696" dur="5356" fill="hold"/>
                                        <p:tgtEl>
                                          <p:spTgt spid="543"/>
                                        </p:tgtEl>
                                        <p:attrNameLst>
                                          <p:attrName>ppt_x</p:attrName>
                                        </p:attrNameLst>
                                      </p:cBhvr>
                                      <p:tavLst>
                                        <p:tav tm="0">
                                          <p:val>
                                            <p:fltVal val="0.5"/>
                                          </p:val>
                                        </p:tav>
                                        <p:tav tm="100000">
                                          <p:val>
                                            <p:strVal val="#ppt_x"/>
                                          </p:val>
                                        </p:tav>
                                      </p:tavLst>
                                    </p:anim>
                                    <p:anim calcmode="lin" valueType="num">
                                      <p:cBhvr>
                                        <p:cTn id="697" dur="5356" fill="hold"/>
                                        <p:tgtEl>
                                          <p:spTgt spid="543"/>
                                        </p:tgtEl>
                                        <p:attrNameLst>
                                          <p:attrName>ppt_y</p:attrName>
                                        </p:attrNameLst>
                                      </p:cBhvr>
                                      <p:tavLst>
                                        <p:tav tm="0">
                                          <p:val>
                                            <p:fltVal val="0.5"/>
                                          </p:val>
                                        </p:tav>
                                        <p:tav tm="100000">
                                          <p:val>
                                            <p:strVal val="#ppt_y"/>
                                          </p:val>
                                        </p:tav>
                                      </p:tavLst>
                                    </p:anim>
                                  </p:childTnLst>
                                </p:cTn>
                              </p:par>
                              <p:par>
                                <p:cTn id="698" presetID="53" presetClass="entr" presetSubtype="528" repeatCount="indefinite" fill="hold" grpId="0" nodeType="withEffect">
                                  <p:stCondLst>
                                    <p:cond delay="351"/>
                                  </p:stCondLst>
                                  <p:childTnLst>
                                    <p:set>
                                      <p:cBhvr>
                                        <p:cTn id="699" dur="1" fill="hold">
                                          <p:stCondLst>
                                            <p:cond delay="0"/>
                                          </p:stCondLst>
                                        </p:cTn>
                                        <p:tgtEl>
                                          <p:spTgt spid="545"/>
                                        </p:tgtEl>
                                        <p:attrNameLst>
                                          <p:attrName>style.visibility</p:attrName>
                                        </p:attrNameLst>
                                      </p:cBhvr>
                                      <p:to>
                                        <p:strVal val="visible"/>
                                      </p:to>
                                    </p:set>
                                    <p:anim calcmode="lin" valueType="num">
                                      <p:cBhvr>
                                        <p:cTn id="700" dur="7274" fill="hold"/>
                                        <p:tgtEl>
                                          <p:spTgt spid="545"/>
                                        </p:tgtEl>
                                        <p:attrNameLst>
                                          <p:attrName>ppt_w</p:attrName>
                                        </p:attrNameLst>
                                      </p:cBhvr>
                                      <p:tavLst>
                                        <p:tav tm="0">
                                          <p:val>
                                            <p:fltVal val="0"/>
                                          </p:val>
                                        </p:tav>
                                        <p:tav tm="100000">
                                          <p:val>
                                            <p:strVal val="#ppt_w"/>
                                          </p:val>
                                        </p:tav>
                                      </p:tavLst>
                                    </p:anim>
                                    <p:anim calcmode="lin" valueType="num">
                                      <p:cBhvr>
                                        <p:cTn id="701" dur="7274" fill="hold"/>
                                        <p:tgtEl>
                                          <p:spTgt spid="545"/>
                                        </p:tgtEl>
                                        <p:attrNameLst>
                                          <p:attrName>ppt_h</p:attrName>
                                        </p:attrNameLst>
                                      </p:cBhvr>
                                      <p:tavLst>
                                        <p:tav tm="0">
                                          <p:val>
                                            <p:fltVal val="0"/>
                                          </p:val>
                                        </p:tav>
                                        <p:tav tm="100000">
                                          <p:val>
                                            <p:strVal val="#ppt_h"/>
                                          </p:val>
                                        </p:tav>
                                      </p:tavLst>
                                    </p:anim>
                                    <p:animEffect transition="in" filter="fade">
                                      <p:cBhvr>
                                        <p:cTn id="702" dur="7274"/>
                                        <p:tgtEl>
                                          <p:spTgt spid="545"/>
                                        </p:tgtEl>
                                      </p:cBhvr>
                                    </p:animEffect>
                                    <p:anim calcmode="lin" valueType="num">
                                      <p:cBhvr>
                                        <p:cTn id="703" dur="7274" fill="hold"/>
                                        <p:tgtEl>
                                          <p:spTgt spid="545"/>
                                        </p:tgtEl>
                                        <p:attrNameLst>
                                          <p:attrName>ppt_x</p:attrName>
                                        </p:attrNameLst>
                                      </p:cBhvr>
                                      <p:tavLst>
                                        <p:tav tm="0">
                                          <p:val>
                                            <p:fltVal val="0.5"/>
                                          </p:val>
                                        </p:tav>
                                        <p:tav tm="100000">
                                          <p:val>
                                            <p:strVal val="#ppt_x"/>
                                          </p:val>
                                        </p:tav>
                                      </p:tavLst>
                                    </p:anim>
                                    <p:anim calcmode="lin" valueType="num">
                                      <p:cBhvr>
                                        <p:cTn id="704" dur="7274" fill="hold"/>
                                        <p:tgtEl>
                                          <p:spTgt spid="545"/>
                                        </p:tgtEl>
                                        <p:attrNameLst>
                                          <p:attrName>ppt_y</p:attrName>
                                        </p:attrNameLst>
                                      </p:cBhvr>
                                      <p:tavLst>
                                        <p:tav tm="0">
                                          <p:val>
                                            <p:fltVal val="0.5"/>
                                          </p:val>
                                        </p:tav>
                                        <p:tav tm="100000">
                                          <p:val>
                                            <p:strVal val="#ppt_y"/>
                                          </p:val>
                                        </p:tav>
                                      </p:tavLst>
                                    </p:anim>
                                  </p:childTnLst>
                                </p:cTn>
                              </p:par>
                              <p:par>
                                <p:cTn id="705" presetID="53" presetClass="entr" presetSubtype="528" repeatCount="indefinite" fill="hold" grpId="0" nodeType="withEffect">
                                  <p:stCondLst>
                                    <p:cond delay="1594"/>
                                  </p:stCondLst>
                                  <p:childTnLst>
                                    <p:set>
                                      <p:cBhvr>
                                        <p:cTn id="706" dur="1" fill="hold">
                                          <p:stCondLst>
                                            <p:cond delay="0"/>
                                          </p:stCondLst>
                                        </p:cTn>
                                        <p:tgtEl>
                                          <p:spTgt spid="560"/>
                                        </p:tgtEl>
                                        <p:attrNameLst>
                                          <p:attrName>style.visibility</p:attrName>
                                        </p:attrNameLst>
                                      </p:cBhvr>
                                      <p:to>
                                        <p:strVal val="visible"/>
                                      </p:to>
                                    </p:set>
                                    <p:anim calcmode="lin" valueType="num">
                                      <p:cBhvr>
                                        <p:cTn id="707" dur="5069" fill="hold"/>
                                        <p:tgtEl>
                                          <p:spTgt spid="560"/>
                                        </p:tgtEl>
                                        <p:attrNameLst>
                                          <p:attrName>ppt_w</p:attrName>
                                        </p:attrNameLst>
                                      </p:cBhvr>
                                      <p:tavLst>
                                        <p:tav tm="0">
                                          <p:val>
                                            <p:fltVal val="0"/>
                                          </p:val>
                                        </p:tav>
                                        <p:tav tm="100000">
                                          <p:val>
                                            <p:strVal val="#ppt_w"/>
                                          </p:val>
                                        </p:tav>
                                      </p:tavLst>
                                    </p:anim>
                                    <p:anim calcmode="lin" valueType="num">
                                      <p:cBhvr>
                                        <p:cTn id="708" dur="5069" fill="hold"/>
                                        <p:tgtEl>
                                          <p:spTgt spid="560"/>
                                        </p:tgtEl>
                                        <p:attrNameLst>
                                          <p:attrName>ppt_h</p:attrName>
                                        </p:attrNameLst>
                                      </p:cBhvr>
                                      <p:tavLst>
                                        <p:tav tm="0">
                                          <p:val>
                                            <p:fltVal val="0"/>
                                          </p:val>
                                        </p:tav>
                                        <p:tav tm="100000">
                                          <p:val>
                                            <p:strVal val="#ppt_h"/>
                                          </p:val>
                                        </p:tav>
                                      </p:tavLst>
                                    </p:anim>
                                    <p:animEffect transition="in" filter="fade">
                                      <p:cBhvr>
                                        <p:cTn id="709" dur="5069"/>
                                        <p:tgtEl>
                                          <p:spTgt spid="560"/>
                                        </p:tgtEl>
                                      </p:cBhvr>
                                    </p:animEffect>
                                    <p:anim calcmode="lin" valueType="num">
                                      <p:cBhvr>
                                        <p:cTn id="710" dur="5069" fill="hold"/>
                                        <p:tgtEl>
                                          <p:spTgt spid="560"/>
                                        </p:tgtEl>
                                        <p:attrNameLst>
                                          <p:attrName>ppt_x</p:attrName>
                                        </p:attrNameLst>
                                      </p:cBhvr>
                                      <p:tavLst>
                                        <p:tav tm="0">
                                          <p:val>
                                            <p:fltVal val="0.5"/>
                                          </p:val>
                                        </p:tav>
                                        <p:tav tm="100000">
                                          <p:val>
                                            <p:strVal val="#ppt_x"/>
                                          </p:val>
                                        </p:tav>
                                      </p:tavLst>
                                    </p:anim>
                                    <p:anim calcmode="lin" valueType="num">
                                      <p:cBhvr>
                                        <p:cTn id="711" dur="5069" fill="hold"/>
                                        <p:tgtEl>
                                          <p:spTgt spid="560"/>
                                        </p:tgtEl>
                                        <p:attrNameLst>
                                          <p:attrName>ppt_y</p:attrName>
                                        </p:attrNameLst>
                                      </p:cBhvr>
                                      <p:tavLst>
                                        <p:tav tm="0">
                                          <p:val>
                                            <p:fltVal val="0.5"/>
                                          </p:val>
                                        </p:tav>
                                        <p:tav tm="100000">
                                          <p:val>
                                            <p:strVal val="#ppt_y"/>
                                          </p:val>
                                        </p:tav>
                                      </p:tavLst>
                                    </p:anim>
                                  </p:childTnLst>
                                </p:cTn>
                              </p:par>
                              <p:par>
                                <p:cTn id="712" presetID="53" presetClass="entr" presetSubtype="528" repeatCount="indefinite" fill="hold" grpId="0" nodeType="withEffect">
                                  <p:stCondLst>
                                    <p:cond delay="380"/>
                                  </p:stCondLst>
                                  <p:childTnLst>
                                    <p:set>
                                      <p:cBhvr>
                                        <p:cTn id="713" dur="1" fill="hold">
                                          <p:stCondLst>
                                            <p:cond delay="0"/>
                                          </p:stCondLst>
                                        </p:cTn>
                                        <p:tgtEl>
                                          <p:spTgt spid="561"/>
                                        </p:tgtEl>
                                        <p:attrNameLst>
                                          <p:attrName>style.visibility</p:attrName>
                                        </p:attrNameLst>
                                      </p:cBhvr>
                                      <p:to>
                                        <p:strVal val="visible"/>
                                      </p:to>
                                    </p:set>
                                    <p:anim calcmode="lin" valueType="num">
                                      <p:cBhvr>
                                        <p:cTn id="714" dur="5443" fill="hold"/>
                                        <p:tgtEl>
                                          <p:spTgt spid="561"/>
                                        </p:tgtEl>
                                        <p:attrNameLst>
                                          <p:attrName>ppt_w</p:attrName>
                                        </p:attrNameLst>
                                      </p:cBhvr>
                                      <p:tavLst>
                                        <p:tav tm="0">
                                          <p:val>
                                            <p:fltVal val="0"/>
                                          </p:val>
                                        </p:tav>
                                        <p:tav tm="100000">
                                          <p:val>
                                            <p:strVal val="#ppt_w"/>
                                          </p:val>
                                        </p:tav>
                                      </p:tavLst>
                                    </p:anim>
                                    <p:anim calcmode="lin" valueType="num">
                                      <p:cBhvr>
                                        <p:cTn id="715" dur="5443" fill="hold"/>
                                        <p:tgtEl>
                                          <p:spTgt spid="561"/>
                                        </p:tgtEl>
                                        <p:attrNameLst>
                                          <p:attrName>ppt_h</p:attrName>
                                        </p:attrNameLst>
                                      </p:cBhvr>
                                      <p:tavLst>
                                        <p:tav tm="0">
                                          <p:val>
                                            <p:fltVal val="0"/>
                                          </p:val>
                                        </p:tav>
                                        <p:tav tm="100000">
                                          <p:val>
                                            <p:strVal val="#ppt_h"/>
                                          </p:val>
                                        </p:tav>
                                      </p:tavLst>
                                    </p:anim>
                                    <p:animEffect transition="in" filter="fade">
                                      <p:cBhvr>
                                        <p:cTn id="716" dur="5443"/>
                                        <p:tgtEl>
                                          <p:spTgt spid="561"/>
                                        </p:tgtEl>
                                      </p:cBhvr>
                                    </p:animEffect>
                                    <p:anim calcmode="lin" valueType="num">
                                      <p:cBhvr>
                                        <p:cTn id="717" dur="5443" fill="hold"/>
                                        <p:tgtEl>
                                          <p:spTgt spid="561"/>
                                        </p:tgtEl>
                                        <p:attrNameLst>
                                          <p:attrName>ppt_x</p:attrName>
                                        </p:attrNameLst>
                                      </p:cBhvr>
                                      <p:tavLst>
                                        <p:tav tm="0">
                                          <p:val>
                                            <p:fltVal val="0.5"/>
                                          </p:val>
                                        </p:tav>
                                        <p:tav tm="100000">
                                          <p:val>
                                            <p:strVal val="#ppt_x"/>
                                          </p:val>
                                        </p:tav>
                                      </p:tavLst>
                                    </p:anim>
                                    <p:anim calcmode="lin" valueType="num">
                                      <p:cBhvr>
                                        <p:cTn id="718" dur="5443" fill="hold"/>
                                        <p:tgtEl>
                                          <p:spTgt spid="561"/>
                                        </p:tgtEl>
                                        <p:attrNameLst>
                                          <p:attrName>ppt_y</p:attrName>
                                        </p:attrNameLst>
                                      </p:cBhvr>
                                      <p:tavLst>
                                        <p:tav tm="0">
                                          <p:val>
                                            <p:fltVal val="0.5"/>
                                          </p:val>
                                        </p:tav>
                                        <p:tav tm="100000">
                                          <p:val>
                                            <p:strVal val="#ppt_y"/>
                                          </p:val>
                                        </p:tav>
                                      </p:tavLst>
                                    </p:anim>
                                  </p:childTnLst>
                                </p:cTn>
                              </p:par>
                              <p:par>
                                <p:cTn id="719" presetID="53" presetClass="entr" presetSubtype="528" repeatCount="indefinite" fill="hold" grpId="0" nodeType="withEffect">
                                  <p:stCondLst>
                                    <p:cond delay="1243"/>
                                  </p:stCondLst>
                                  <p:childTnLst>
                                    <p:set>
                                      <p:cBhvr>
                                        <p:cTn id="720" dur="1" fill="hold">
                                          <p:stCondLst>
                                            <p:cond delay="0"/>
                                          </p:stCondLst>
                                        </p:cTn>
                                        <p:tgtEl>
                                          <p:spTgt spid="562"/>
                                        </p:tgtEl>
                                        <p:attrNameLst>
                                          <p:attrName>style.visibility</p:attrName>
                                        </p:attrNameLst>
                                      </p:cBhvr>
                                      <p:to>
                                        <p:strVal val="visible"/>
                                      </p:to>
                                    </p:set>
                                    <p:anim calcmode="lin" valueType="num">
                                      <p:cBhvr>
                                        <p:cTn id="721" dur="6959" fill="hold"/>
                                        <p:tgtEl>
                                          <p:spTgt spid="562"/>
                                        </p:tgtEl>
                                        <p:attrNameLst>
                                          <p:attrName>ppt_w</p:attrName>
                                        </p:attrNameLst>
                                      </p:cBhvr>
                                      <p:tavLst>
                                        <p:tav tm="0">
                                          <p:val>
                                            <p:fltVal val="0"/>
                                          </p:val>
                                        </p:tav>
                                        <p:tav tm="100000">
                                          <p:val>
                                            <p:strVal val="#ppt_w"/>
                                          </p:val>
                                        </p:tav>
                                      </p:tavLst>
                                    </p:anim>
                                    <p:anim calcmode="lin" valueType="num">
                                      <p:cBhvr>
                                        <p:cTn id="722" dur="6959" fill="hold"/>
                                        <p:tgtEl>
                                          <p:spTgt spid="562"/>
                                        </p:tgtEl>
                                        <p:attrNameLst>
                                          <p:attrName>ppt_h</p:attrName>
                                        </p:attrNameLst>
                                      </p:cBhvr>
                                      <p:tavLst>
                                        <p:tav tm="0">
                                          <p:val>
                                            <p:fltVal val="0"/>
                                          </p:val>
                                        </p:tav>
                                        <p:tav tm="100000">
                                          <p:val>
                                            <p:strVal val="#ppt_h"/>
                                          </p:val>
                                        </p:tav>
                                      </p:tavLst>
                                    </p:anim>
                                    <p:animEffect transition="in" filter="fade">
                                      <p:cBhvr>
                                        <p:cTn id="723" dur="6959"/>
                                        <p:tgtEl>
                                          <p:spTgt spid="562"/>
                                        </p:tgtEl>
                                      </p:cBhvr>
                                    </p:animEffect>
                                    <p:anim calcmode="lin" valueType="num">
                                      <p:cBhvr>
                                        <p:cTn id="724" dur="6959" fill="hold"/>
                                        <p:tgtEl>
                                          <p:spTgt spid="562"/>
                                        </p:tgtEl>
                                        <p:attrNameLst>
                                          <p:attrName>ppt_x</p:attrName>
                                        </p:attrNameLst>
                                      </p:cBhvr>
                                      <p:tavLst>
                                        <p:tav tm="0">
                                          <p:val>
                                            <p:fltVal val="0.5"/>
                                          </p:val>
                                        </p:tav>
                                        <p:tav tm="100000">
                                          <p:val>
                                            <p:strVal val="#ppt_x"/>
                                          </p:val>
                                        </p:tav>
                                      </p:tavLst>
                                    </p:anim>
                                    <p:anim calcmode="lin" valueType="num">
                                      <p:cBhvr>
                                        <p:cTn id="725" dur="6959" fill="hold"/>
                                        <p:tgtEl>
                                          <p:spTgt spid="562"/>
                                        </p:tgtEl>
                                        <p:attrNameLst>
                                          <p:attrName>ppt_y</p:attrName>
                                        </p:attrNameLst>
                                      </p:cBhvr>
                                      <p:tavLst>
                                        <p:tav tm="0">
                                          <p:val>
                                            <p:fltVal val="0.5"/>
                                          </p:val>
                                        </p:tav>
                                        <p:tav tm="100000">
                                          <p:val>
                                            <p:strVal val="#ppt_y"/>
                                          </p:val>
                                        </p:tav>
                                      </p:tavLst>
                                    </p:anim>
                                  </p:childTnLst>
                                </p:cTn>
                              </p:par>
                              <p:par>
                                <p:cTn id="726" presetID="53" presetClass="entr" presetSubtype="528" repeatCount="indefinite" fill="hold" grpId="0" nodeType="withEffect">
                                  <p:stCondLst>
                                    <p:cond delay="1388"/>
                                  </p:stCondLst>
                                  <p:childTnLst>
                                    <p:set>
                                      <p:cBhvr>
                                        <p:cTn id="727" dur="1" fill="hold">
                                          <p:stCondLst>
                                            <p:cond delay="0"/>
                                          </p:stCondLst>
                                        </p:cTn>
                                        <p:tgtEl>
                                          <p:spTgt spid="568"/>
                                        </p:tgtEl>
                                        <p:attrNameLst>
                                          <p:attrName>style.visibility</p:attrName>
                                        </p:attrNameLst>
                                      </p:cBhvr>
                                      <p:to>
                                        <p:strVal val="visible"/>
                                      </p:to>
                                    </p:set>
                                    <p:anim calcmode="lin" valueType="num">
                                      <p:cBhvr>
                                        <p:cTn id="728" dur="5861" fill="hold"/>
                                        <p:tgtEl>
                                          <p:spTgt spid="568"/>
                                        </p:tgtEl>
                                        <p:attrNameLst>
                                          <p:attrName>ppt_w</p:attrName>
                                        </p:attrNameLst>
                                      </p:cBhvr>
                                      <p:tavLst>
                                        <p:tav tm="0">
                                          <p:val>
                                            <p:fltVal val="0"/>
                                          </p:val>
                                        </p:tav>
                                        <p:tav tm="100000">
                                          <p:val>
                                            <p:strVal val="#ppt_w"/>
                                          </p:val>
                                        </p:tav>
                                      </p:tavLst>
                                    </p:anim>
                                    <p:anim calcmode="lin" valueType="num">
                                      <p:cBhvr>
                                        <p:cTn id="729" dur="5861" fill="hold"/>
                                        <p:tgtEl>
                                          <p:spTgt spid="568"/>
                                        </p:tgtEl>
                                        <p:attrNameLst>
                                          <p:attrName>ppt_h</p:attrName>
                                        </p:attrNameLst>
                                      </p:cBhvr>
                                      <p:tavLst>
                                        <p:tav tm="0">
                                          <p:val>
                                            <p:fltVal val="0"/>
                                          </p:val>
                                        </p:tav>
                                        <p:tav tm="100000">
                                          <p:val>
                                            <p:strVal val="#ppt_h"/>
                                          </p:val>
                                        </p:tav>
                                      </p:tavLst>
                                    </p:anim>
                                    <p:animEffect transition="in" filter="fade">
                                      <p:cBhvr>
                                        <p:cTn id="730" dur="5861"/>
                                        <p:tgtEl>
                                          <p:spTgt spid="568"/>
                                        </p:tgtEl>
                                      </p:cBhvr>
                                    </p:animEffect>
                                    <p:anim calcmode="lin" valueType="num">
                                      <p:cBhvr>
                                        <p:cTn id="731" dur="5861" fill="hold"/>
                                        <p:tgtEl>
                                          <p:spTgt spid="568"/>
                                        </p:tgtEl>
                                        <p:attrNameLst>
                                          <p:attrName>ppt_x</p:attrName>
                                        </p:attrNameLst>
                                      </p:cBhvr>
                                      <p:tavLst>
                                        <p:tav tm="0">
                                          <p:val>
                                            <p:fltVal val="0.5"/>
                                          </p:val>
                                        </p:tav>
                                        <p:tav tm="100000">
                                          <p:val>
                                            <p:strVal val="#ppt_x"/>
                                          </p:val>
                                        </p:tav>
                                      </p:tavLst>
                                    </p:anim>
                                    <p:anim calcmode="lin" valueType="num">
                                      <p:cBhvr>
                                        <p:cTn id="732" dur="5861" fill="hold"/>
                                        <p:tgtEl>
                                          <p:spTgt spid="568"/>
                                        </p:tgtEl>
                                        <p:attrNameLst>
                                          <p:attrName>ppt_y</p:attrName>
                                        </p:attrNameLst>
                                      </p:cBhvr>
                                      <p:tavLst>
                                        <p:tav tm="0">
                                          <p:val>
                                            <p:fltVal val="0.5"/>
                                          </p:val>
                                        </p:tav>
                                        <p:tav tm="100000">
                                          <p:val>
                                            <p:strVal val="#ppt_y"/>
                                          </p:val>
                                        </p:tav>
                                      </p:tavLst>
                                    </p:anim>
                                  </p:childTnLst>
                                </p:cTn>
                              </p:par>
                              <p:par>
                                <p:cTn id="733" presetID="53" presetClass="entr" presetSubtype="528" repeatCount="indefinite" fill="hold" grpId="0" nodeType="withEffect">
                                  <p:stCondLst>
                                    <p:cond delay="278"/>
                                  </p:stCondLst>
                                  <p:childTnLst>
                                    <p:set>
                                      <p:cBhvr>
                                        <p:cTn id="734" dur="1" fill="hold">
                                          <p:stCondLst>
                                            <p:cond delay="0"/>
                                          </p:stCondLst>
                                        </p:cTn>
                                        <p:tgtEl>
                                          <p:spTgt spid="570"/>
                                        </p:tgtEl>
                                        <p:attrNameLst>
                                          <p:attrName>style.visibility</p:attrName>
                                        </p:attrNameLst>
                                      </p:cBhvr>
                                      <p:to>
                                        <p:strVal val="visible"/>
                                      </p:to>
                                    </p:set>
                                    <p:anim calcmode="lin" valueType="num">
                                      <p:cBhvr>
                                        <p:cTn id="735" dur="5961" fill="hold"/>
                                        <p:tgtEl>
                                          <p:spTgt spid="570"/>
                                        </p:tgtEl>
                                        <p:attrNameLst>
                                          <p:attrName>ppt_w</p:attrName>
                                        </p:attrNameLst>
                                      </p:cBhvr>
                                      <p:tavLst>
                                        <p:tav tm="0">
                                          <p:val>
                                            <p:fltVal val="0"/>
                                          </p:val>
                                        </p:tav>
                                        <p:tav tm="100000">
                                          <p:val>
                                            <p:strVal val="#ppt_w"/>
                                          </p:val>
                                        </p:tav>
                                      </p:tavLst>
                                    </p:anim>
                                    <p:anim calcmode="lin" valueType="num">
                                      <p:cBhvr>
                                        <p:cTn id="736" dur="5961" fill="hold"/>
                                        <p:tgtEl>
                                          <p:spTgt spid="570"/>
                                        </p:tgtEl>
                                        <p:attrNameLst>
                                          <p:attrName>ppt_h</p:attrName>
                                        </p:attrNameLst>
                                      </p:cBhvr>
                                      <p:tavLst>
                                        <p:tav tm="0">
                                          <p:val>
                                            <p:fltVal val="0"/>
                                          </p:val>
                                        </p:tav>
                                        <p:tav tm="100000">
                                          <p:val>
                                            <p:strVal val="#ppt_h"/>
                                          </p:val>
                                        </p:tav>
                                      </p:tavLst>
                                    </p:anim>
                                    <p:animEffect transition="in" filter="fade">
                                      <p:cBhvr>
                                        <p:cTn id="737" dur="5961"/>
                                        <p:tgtEl>
                                          <p:spTgt spid="570"/>
                                        </p:tgtEl>
                                      </p:cBhvr>
                                    </p:animEffect>
                                    <p:anim calcmode="lin" valueType="num">
                                      <p:cBhvr>
                                        <p:cTn id="738" dur="5961" fill="hold"/>
                                        <p:tgtEl>
                                          <p:spTgt spid="570"/>
                                        </p:tgtEl>
                                        <p:attrNameLst>
                                          <p:attrName>ppt_x</p:attrName>
                                        </p:attrNameLst>
                                      </p:cBhvr>
                                      <p:tavLst>
                                        <p:tav tm="0">
                                          <p:val>
                                            <p:fltVal val="0.5"/>
                                          </p:val>
                                        </p:tav>
                                        <p:tav tm="100000">
                                          <p:val>
                                            <p:strVal val="#ppt_x"/>
                                          </p:val>
                                        </p:tav>
                                      </p:tavLst>
                                    </p:anim>
                                    <p:anim calcmode="lin" valueType="num">
                                      <p:cBhvr>
                                        <p:cTn id="739" dur="5961" fill="hold"/>
                                        <p:tgtEl>
                                          <p:spTgt spid="570"/>
                                        </p:tgtEl>
                                        <p:attrNameLst>
                                          <p:attrName>ppt_y</p:attrName>
                                        </p:attrNameLst>
                                      </p:cBhvr>
                                      <p:tavLst>
                                        <p:tav tm="0">
                                          <p:val>
                                            <p:fltVal val="0.5"/>
                                          </p:val>
                                        </p:tav>
                                        <p:tav tm="100000">
                                          <p:val>
                                            <p:strVal val="#ppt_y"/>
                                          </p:val>
                                        </p:tav>
                                      </p:tavLst>
                                    </p:anim>
                                  </p:childTnLst>
                                </p:cTn>
                              </p:par>
                              <p:par>
                                <p:cTn id="740" presetID="53" presetClass="entr" presetSubtype="528" repeatCount="indefinite" fill="hold" grpId="0" nodeType="withEffect">
                                  <p:stCondLst>
                                    <p:cond delay="954"/>
                                  </p:stCondLst>
                                  <p:childTnLst>
                                    <p:set>
                                      <p:cBhvr>
                                        <p:cTn id="741" dur="1" fill="hold">
                                          <p:stCondLst>
                                            <p:cond delay="0"/>
                                          </p:stCondLst>
                                        </p:cTn>
                                        <p:tgtEl>
                                          <p:spTgt spid="571"/>
                                        </p:tgtEl>
                                        <p:attrNameLst>
                                          <p:attrName>style.visibility</p:attrName>
                                        </p:attrNameLst>
                                      </p:cBhvr>
                                      <p:to>
                                        <p:strVal val="visible"/>
                                      </p:to>
                                    </p:set>
                                    <p:anim calcmode="lin" valueType="num">
                                      <p:cBhvr>
                                        <p:cTn id="742" dur="5261" fill="hold"/>
                                        <p:tgtEl>
                                          <p:spTgt spid="571"/>
                                        </p:tgtEl>
                                        <p:attrNameLst>
                                          <p:attrName>ppt_w</p:attrName>
                                        </p:attrNameLst>
                                      </p:cBhvr>
                                      <p:tavLst>
                                        <p:tav tm="0">
                                          <p:val>
                                            <p:fltVal val="0"/>
                                          </p:val>
                                        </p:tav>
                                        <p:tav tm="100000">
                                          <p:val>
                                            <p:strVal val="#ppt_w"/>
                                          </p:val>
                                        </p:tav>
                                      </p:tavLst>
                                    </p:anim>
                                    <p:anim calcmode="lin" valueType="num">
                                      <p:cBhvr>
                                        <p:cTn id="743" dur="5261" fill="hold"/>
                                        <p:tgtEl>
                                          <p:spTgt spid="571"/>
                                        </p:tgtEl>
                                        <p:attrNameLst>
                                          <p:attrName>ppt_h</p:attrName>
                                        </p:attrNameLst>
                                      </p:cBhvr>
                                      <p:tavLst>
                                        <p:tav tm="0">
                                          <p:val>
                                            <p:fltVal val="0"/>
                                          </p:val>
                                        </p:tav>
                                        <p:tav tm="100000">
                                          <p:val>
                                            <p:strVal val="#ppt_h"/>
                                          </p:val>
                                        </p:tav>
                                      </p:tavLst>
                                    </p:anim>
                                    <p:animEffect transition="in" filter="fade">
                                      <p:cBhvr>
                                        <p:cTn id="744" dur="5261"/>
                                        <p:tgtEl>
                                          <p:spTgt spid="571"/>
                                        </p:tgtEl>
                                      </p:cBhvr>
                                    </p:animEffect>
                                    <p:anim calcmode="lin" valueType="num">
                                      <p:cBhvr>
                                        <p:cTn id="745" dur="5261" fill="hold"/>
                                        <p:tgtEl>
                                          <p:spTgt spid="571"/>
                                        </p:tgtEl>
                                        <p:attrNameLst>
                                          <p:attrName>ppt_x</p:attrName>
                                        </p:attrNameLst>
                                      </p:cBhvr>
                                      <p:tavLst>
                                        <p:tav tm="0">
                                          <p:val>
                                            <p:fltVal val="0.5"/>
                                          </p:val>
                                        </p:tav>
                                        <p:tav tm="100000">
                                          <p:val>
                                            <p:strVal val="#ppt_x"/>
                                          </p:val>
                                        </p:tav>
                                      </p:tavLst>
                                    </p:anim>
                                    <p:anim calcmode="lin" valueType="num">
                                      <p:cBhvr>
                                        <p:cTn id="746" dur="5261" fill="hold"/>
                                        <p:tgtEl>
                                          <p:spTgt spid="571"/>
                                        </p:tgtEl>
                                        <p:attrNameLst>
                                          <p:attrName>ppt_y</p:attrName>
                                        </p:attrNameLst>
                                      </p:cBhvr>
                                      <p:tavLst>
                                        <p:tav tm="0">
                                          <p:val>
                                            <p:fltVal val="0.5"/>
                                          </p:val>
                                        </p:tav>
                                        <p:tav tm="100000">
                                          <p:val>
                                            <p:strVal val="#ppt_y"/>
                                          </p:val>
                                        </p:tav>
                                      </p:tavLst>
                                    </p:anim>
                                  </p:childTnLst>
                                </p:cTn>
                              </p:par>
                              <p:par>
                                <p:cTn id="747" presetID="53" presetClass="entr" presetSubtype="528" repeatCount="indefinite" fill="hold" grpId="0" nodeType="withEffect">
                                  <p:stCondLst>
                                    <p:cond delay="494"/>
                                  </p:stCondLst>
                                  <p:childTnLst>
                                    <p:set>
                                      <p:cBhvr>
                                        <p:cTn id="748" dur="1" fill="hold">
                                          <p:stCondLst>
                                            <p:cond delay="0"/>
                                          </p:stCondLst>
                                        </p:cTn>
                                        <p:tgtEl>
                                          <p:spTgt spid="572"/>
                                        </p:tgtEl>
                                        <p:attrNameLst>
                                          <p:attrName>style.visibility</p:attrName>
                                        </p:attrNameLst>
                                      </p:cBhvr>
                                      <p:to>
                                        <p:strVal val="visible"/>
                                      </p:to>
                                    </p:set>
                                    <p:anim calcmode="lin" valueType="num">
                                      <p:cBhvr>
                                        <p:cTn id="749" dur="6404" fill="hold"/>
                                        <p:tgtEl>
                                          <p:spTgt spid="572"/>
                                        </p:tgtEl>
                                        <p:attrNameLst>
                                          <p:attrName>ppt_w</p:attrName>
                                        </p:attrNameLst>
                                      </p:cBhvr>
                                      <p:tavLst>
                                        <p:tav tm="0">
                                          <p:val>
                                            <p:fltVal val="0"/>
                                          </p:val>
                                        </p:tav>
                                        <p:tav tm="100000">
                                          <p:val>
                                            <p:strVal val="#ppt_w"/>
                                          </p:val>
                                        </p:tav>
                                      </p:tavLst>
                                    </p:anim>
                                    <p:anim calcmode="lin" valueType="num">
                                      <p:cBhvr>
                                        <p:cTn id="750" dur="6404" fill="hold"/>
                                        <p:tgtEl>
                                          <p:spTgt spid="572"/>
                                        </p:tgtEl>
                                        <p:attrNameLst>
                                          <p:attrName>ppt_h</p:attrName>
                                        </p:attrNameLst>
                                      </p:cBhvr>
                                      <p:tavLst>
                                        <p:tav tm="0">
                                          <p:val>
                                            <p:fltVal val="0"/>
                                          </p:val>
                                        </p:tav>
                                        <p:tav tm="100000">
                                          <p:val>
                                            <p:strVal val="#ppt_h"/>
                                          </p:val>
                                        </p:tav>
                                      </p:tavLst>
                                    </p:anim>
                                    <p:animEffect transition="in" filter="fade">
                                      <p:cBhvr>
                                        <p:cTn id="751" dur="6404"/>
                                        <p:tgtEl>
                                          <p:spTgt spid="572"/>
                                        </p:tgtEl>
                                      </p:cBhvr>
                                    </p:animEffect>
                                    <p:anim calcmode="lin" valueType="num">
                                      <p:cBhvr>
                                        <p:cTn id="752" dur="6404" fill="hold"/>
                                        <p:tgtEl>
                                          <p:spTgt spid="572"/>
                                        </p:tgtEl>
                                        <p:attrNameLst>
                                          <p:attrName>ppt_x</p:attrName>
                                        </p:attrNameLst>
                                      </p:cBhvr>
                                      <p:tavLst>
                                        <p:tav tm="0">
                                          <p:val>
                                            <p:fltVal val="0.5"/>
                                          </p:val>
                                        </p:tav>
                                        <p:tav tm="100000">
                                          <p:val>
                                            <p:strVal val="#ppt_x"/>
                                          </p:val>
                                        </p:tav>
                                      </p:tavLst>
                                    </p:anim>
                                    <p:anim calcmode="lin" valueType="num">
                                      <p:cBhvr>
                                        <p:cTn id="753" dur="6404" fill="hold"/>
                                        <p:tgtEl>
                                          <p:spTgt spid="572"/>
                                        </p:tgtEl>
                                        <p:attrNameLst>
                                          <p:attrName>ppt_y</p:attrName>
                                        </p:attrNameLst>
                                      </p:cBhvr>
                                      <p:tavLst>
                                        <p:tav tm="0">
                                          <p:val>
                                            <p:fltVal val="0.5"/>
                                          </p:val>
                                        </p:tav>
                                        <p:tav tm="100000">
                                          <p:val>
                                            <p:strVal val="#ppt_y"/>
                                          </p:val>
                                        </p:tav>
                                      </p:tavLst>
                                    </p:anim>
                                  </p:childTnLst>
                                </p:cTn>
                              </p:par>
                              <p:par>
                                <p:cTn id="754" presetID="53" presetClass="entr" presetSubtype="528" repeatCount="indefinite" fill="hold" grpId="0" nodeType="withEffect">
                                  <p:stCondLst>
                                    <p:cond delay="1901"/>
                                  </p:stCondLst>
                                  <p:childTnLst>
                                    <p:set>
                                      <p:cBhvr>
                                        <p:cTn id="755" dur="1" fill="hold">
                                          <p:stCondLst>
                                            <p:cond delay="0"/>
                                          </p:stCondLst>
                                        </p:cTn>
                                        <p:tgtEl>
                                          <p:spTgt spid="573"/>
                                        </p:tgtEl>
                                        <p:attrNameLst>
                                          <p:attrName>style.visibility</p:attrName>
                                        </p:attrNameLst>
                                      </p:cBhvr>
                                      <p:to>
                                        <p:strVal val="visible"/>
                                      </p:to>
                                    </p:set>
                                    <p:anim calcmode="lin" valueType="num">
                                      <p:cBhvr>
                                        <p:cTn id="756" dur="6419" fill="hold"/>
                                        <p:tgtEl>
                                          <p:spTgt spid="573"/>
                                        </p:tgtEl>
                                        <p:attrNameLst>
                                          <p:attrName>ppt_w</p:attrName>
                                        </p:attrNameLst>
                                      </p:cBhvr>
                                      <p:tavLst>
                                        <p:tav tm="0">
                                          <p:val>
                                            <p:fltVal val="0"/>
                                          </p:val>
                                        </p:tav>
                                        <p:tav tm="100000">
                                          <p:val>
                                            <p:strVal val="#ppt_w"/>
                                          </p:val>
                                        </p:tav>
                                      </p:tavLst>
                                    </p:anim>
                                    <p:anim calcmode="lin" valueType="num">
                                      <p:cBhvr>
                                        <p:cTn id="757" dur="6419" fill="hold"/>
                                        <p:tgtEl>
                                          <p:spTgt spid="573"/>
                                        </p:tgtEl>
                                        <p:attrNameLst>
                                          <p:attrName>ppt_h</p:attrName>
                                        </p:attrNameLst>
                                      </p:cBhvr>
                                      <p:tavLst>
                                        <p:tav tm="0">
                                          <p:val>
                                            <p:fltVal val="0"/>
                                          </p:val>
                                        </p:tav>
                                        <p:tav tm="100000">
                                          <p:val>
                                            <p:strVal val="#ppt_h"/>
                                          </p:val>
                                        </p:tav>
                                      </p:tavLst>
                                    </p:anim>
                                    <p:animEffect transition="in" filter="fade">
                                      <p:cBhvr>
                                        <p:cTn id="758" dur="6419"/>
                                        <p:tgtEl>
                                          <p:spTgt spid="573"/>
                                        </p:tgtEl>
                                      </p:cBhvr>
                                    </p:animEffect>
                                    <p:anim calcmode="lin" valueType="num">
                                      <p:cBhvr>
                                        <p:cTn id="759" dur="6419" fill="hold"/>
                                        <p:tgtEl>
                                          <p:spTgt spid="573"/>
                                        </p:tgtEl>
                                        <p:attrNameLst>
                                          <p:attrName>ppt_x</p:attrName>
                                        </p:attrNameLst>
                                      </p:cBhvr>
                                      <p:tavLst>
                                        <p:tav tm="0">
                                          <p:val>
                                            <p:fltVal val="0.5"/>
                                          </p:val>
                                        </p:tav>
                                        <p:tav tm="100000">
                                          <p:val>
                                            <p:strVal val="#ppt_x"/>
                                          </p:val>
                                        </p:tav>
                                      </p:tavLst>
                                    </p:anim>
                                    <p:anim calcmode="lin" valueType="num">
                                      <p:cBhvr>
                                        <p:cTn id="760" dur="6419" fill="hold"/>
                                        <p:tgtEl>
                                          <p:spTgt spid="573"/>
                                        </p:tgtEl>
                                        <p:attrNameLst>
                                          <p:attrName>ppt_y</p:attrName>
                                        </p:attrNameLst>
                                      </p:cBhvr>
                                      <p:tavLst>
                                        <p:tav tm="0">
                                          <p:val>
                                            <p:fltVal val="0.5"/>
                                          </p:val>
                                        </p:tav>
                                        <p:tav tm="100000">
                                          <p:val>
                                            <p:strVal val="#ppt_y"/>
                                          </p:val>
                                        </p:tav>
                                      </p:tavLst>
                                    </p:anim>
                                  </p:childTnLst>
                                </p:cTn>
                              </p:par>
                              <p:par>
                                <p:cTn id="761" presetID="53" presetClass="entr" presetSubtype="528" repeatCount="indefinite" fill="hold" grpId="0" nodeType="withEffect">
                                  <p:stCondLst>
                                    <p:cond delay="367"/>
                                  </p:stCondLst>
                                  <p:childTnLst>
                                    <p:set>
                                      <p:cBhvr>
                                        <p:cTn id="762" dur="1" fill="hold">
                                          <p:stCondLst>
                                            <p:cond delay="0"/>
                                          </p:stCondLst>
                                        </p:cTn>
                                        <p:tgtEl>
                                          <p:spTgt spid="587"/>
                                        </p:tgtEl>
                                        <p:attrNameLst>
                                          <p:attrName>style.visibility</p:attrName>
                                        </p:attrNameLst>
                                      </p:cBhvr>
                                      <p:to>
                                        <p:strVal val="visible"/>
                                      </p:to>
                                    </p:set>
                                    <p:anim calcmode="lin" valueType="num">
                                      <p:cBhvr>
                                        <p:cTn id="763" dur="7266" fill="hold"/>
                                        <p:tgtEl>
                                          <p:spTgt spid="587"/>
                                        </p:tgtEl>
                                        <p:attrNameLst>
                                          <p:attrName>ppt_w</p:attrName>
                                        </p:attrNameLst>
                                      </p:cBhvr>
                                      <p:tavLst>
                                        <p:tav tm="0">
                                          <p:val>
                                            <p:fltVal val="0"/>
                                          </p:val>
                                        </p:tav>
                                        <p:tav tm="100000">
                                          <p:val>
                                            <p:strVal val="#ppt_w"/>
                                          </p:val>
                                        </p:tav>
                                      </p:tavLst>
                                    </p:anim>
                                    <p:anim calcmode="lin" valueType="num">
                                      <p:cBhvr>
                                        <p:cTn id="764" dur="7266" fill="hold"/>
                                        <p:tgtEl>
                                          <p:spTgt spid="587"/>
                                        </p:tgtEl>
                                        <p:attrNameLst>
                                          <p:attrName>ppt_h</p:attrName>
                                        </p:attrNameLst>
                                      </p:cBhvr>
                                      <p:tavLst>
                                        <p:tav tm="0">
                                          <p:val>
                                            <p:fltVal val="0"/>
                                          </p:val>
                                        </p:tav>
                                        <p:tav tm="100000">
                                          <p:val>
                                            <p:strVal val="#ppt_h"/>
                                          </p:val>
                                        </p:tav>
                                      </p:tavLst>
                                    </p:anim>
                                    <p:animEffect transition="in" filter="fade">
                                      <p:cBhvr>
                                        <p:cTn id="765" dur="7266"/>
                                        <p:tgtEl>
                                          <p:spTgt spid="587"/>
                                        </p:tgtEl>
                                      </p:cBhvr>
                                    </p:animEffect>
                                    <p:anim calcmode="lin" valueType="num">
                                      <p:cBhvr>
                                        <p:cTn id="766" dur="7266" fill="hold"/>
                                        <p:tgtEl>
                                          <p:spTgt spid="587"/>
                                        </p:tgtEl>
                                        <p:attrNameLst>
                                          <p:attrName>ppt_x</p:attrName>
                                        </p:attrNameLst>
                                      </p:cBhvr>
                                      <p:tavLst>
                                        <p:tav tm="0">
                                          <p:val>
                                            <p:fltVal val="0.5"/>
                                          </p:val>
                                        </p:tav>
                                        <p:tav tm="100000">
                                          <p:val>
                                            <p:strVal val="#ppt_x"/>
                                          </p:val>
                                        </p:tav>
                                      </p:tavLst>
                                    </p:anim>
                                    <p:anim calcmode="lin" valueType="num">
                                      <p:cBhvr>
                                        <p:cTn id="767" dur="7266" fill="hold"/>
                                        <p:tgtEl>
                                          <p:spTgt spid="587"/>
                                        </p:tgtEl>
                                        <p:attrNameLst>
                                          <p:attrName>ppt_y</p:attrName>
                                        </p:attrNameLst>
                                      </p:cBhvr>
                                      <p:tavLst>
                                        <p:tav tm="0">
                                          <p:val>
                                            <p:fltVal val="0.5"/>
                                          </p:val>
                                        </p:tav>
                                        <p:tav tm="100000">
                                          <p:val>
                                            <p:strVal val="#ppt_y"/>
                                          </p:val>
                                        </p:tav>
                                      </p:tavLst>
                                    </p:anim>
                                  </p:childTnLst>
                                </p:cTn>
                              </p:par>
                              <p:par>
                                <p:cTn id="768" presetID="53" presetClass="entr" presetSubtype="528" repeatCount="indefinite" fill="hold" grpId="0" nodeType="withEffect">
                                  <p:stCondLst>
                                    <p:cond delay="961"/>
                                  </p:stCondLst>
                                  <p:childTnLst>
                                    <p:set>
                                      <p:cBhvr>
                                        <p:cTn id="769" dur="1" fill="hold">
                                          <p:stCondLst>
                                            <p:cond delay="0"/>
                                          </p:stCondLst>
                                        </p:cTn>
                                        <p:tgtEl>
                                          <p:spTgt spid="590"/>
                                        </p:tgtEl>
                                        <p:attrNameLst>
                                          <p:attrName>style.visibility</p:attrName>
                                        </p:attrNameLst>
                                      </p:cBhvr>
                                      <p:to>
                                        <p:strVal val="visible"/>
                                      </p:to>
                                    </p:set>
                                    <p:anim calcmode="lin" valueType="num">
                                      <p:cBhvr>
                                        <p:cTn id="770" dur="6578" fill="hold"/>
                                        <p:tgtEl>
                                          <p:spTgt spid="590"/>
                                        </p:tgtEl>
                                        <p:attrNameLst>
                                          <p:attrName>ppt_w</p:attrName>
                                        </p:attrNameLst>
                                      </p:cBhvr>
                                      <p:tavLst>
                                        <p:tav tm="0">
                                          <p:val>
                                            <p:fltVal val="0"/>
                                          </p:val>
                                        </p:tav>
                                        <p:tav tm="100000">
                                          <p:val>
                                            <p:strVal val="#ppt_w"/>
                                          </p:val>
                                        </p:tav>
                                      </p:tavLst>
                                    </p:anim>
                                    <p:anim calcmode="lin" valueType="num">
                                      <p:cBhvr>
                                        <p:cTn id="771" dur="6578" fill="hold"/>
                                        <p:tgtEl>
                                          <p:spTgt spid="590"/>
                                        </p:tgtEl>
                                        <p:attrNameLst>
                                          <p:attrName>ppt_h</p:attrName>
                                        </p:attrNameLst>
                                      </p:cBhvr>
                                      <p:tavLst>
                                        <p:tav tm="0">
                                          <p:val>
                                            <p:fltVal val="0"/>
                                          </p:val>
                                        </p:tav>
                                        <p:tav tm="100000">
                                          <p:val>
                                            <p:strVal val="#ppt_h"/>
                                          </p:val>
                                        </p:tav>
                                      </p:tavLst>
                                    </p:anim>
                                    <p:animEffect transition="in" filter="fade">
                                      <p:cBhvr>
                                        <p:cTn id="772" dur="6578"/>
                                        <p:tgtEl>
                                          <p:spTgt spid="590"/>
                                        </p:tgtEl>
                                      </p:cBhvr>
                                    </p:animEffect>
                                    <p:anim calcmode="lin" valueType="num">
                                      <p:cBhvr>
                                        <p:cTn id="773" dur="6578" fill="hold"/>
                                        <p:tgtEl>
                                          <p:spTgt spid="590"/>
                                        </p:tgtEl>
                                        <p:attrNameLst>
                                          <p:attrName>ppt_x</p:attrName>
                                        </p:attrNameLst>
                                      </p:cBhvr>
                                      <p:tavLst>
                                        <p:tav tm="0">
                                          <p:val>
                                            <p:fltVal val="0.5"/>
                                          </p:val>
                                        </p:tav>
                                        <p:tav tm="100000">
                                          <p:val>
                                            <p:strVal val="#ppt_x"/>
                                          </p:val>
                                        </p:tav>
                                      </p:tavLst>
                                    </p:anim>
                                    <p:anim calcmode="lin" valueType="num">
                                      <p:cBhvr>
                                        <p:cTn id="774" dur="6578" fill="hold"/>
                                        <p:tgtEl>
                                          <p:spTgt spid="590"/>
                                        </p:tgtEl>
                                        <p:attrNameLst>
                                          <p:attrName>ppt_y</p:attrName>
                                        </p:attrNameLst>
                                      </p:cBhvr>
                                      <p:tavLst>
                                        <p:tav tm="0">
                                          <p:val>
                                            <p:fltVal val="0.5"/>
                                          </p:val>
                                        </p:tav>
                                        <p:tav tm="100000">
                                          <p:val>
                                            <p:strVal val="#ppt_y"/>
                                          </p:val>
                                        </p:tav>
                                      </p:tavLst>
                                    </p:anim>
                                  </p:childTnLst>
                                </p:cTn>
                              </p:par>
                              <p:par>
                                <p:cTn id="775" presetID="53" presetClass="entr" presetSubtype="528" repeatCount="indefinite" fill="hold" grpId="0" nodeType="withEffect">
                                  <p:stCondLst>
                                    <p:cond delay="640"/>
                                  </p:stCondLst>
                                  <p:childTnLst>
                                    <p:set>
                                      <p:cBhvr>
                                        <p:cTn id="776" dur="1" fill="hold">
                                          <p:stCondLst>
                                            <p:cond delay="0"/>
                                          </p:stCondLst>
                                        </p:cTn>
                                        <p:tgtEl>
                                          <p:spTgt spid="591"/>
                                        </p:tgtEl>
                                        <p:attrNameLst>
                                          <p:attrName>style.visibility</p:attrName>
                                        </p:attrNameLst>
                                      </p:cBhvr>
                                      <p:to>
                                        <p:strVal val="visible"/>
                                      </p:to>
                                    </p:set>
                                    <p:anim calcmode="lin" valueType="num">
                                      <p:cBhvr>
                                        <p:cTn id="777" dur="5112" fill="hold"/>
                                        <p:tgtEl>
                                          <p:spTgt spid="591"/>
                                        </p:tgtEl>
                                        <p:attrNameLst>
                                          <p:attrName>ppt_w</p:attrName>
                                        </p:attrNameLst>
                                      </p:cBhvr>
                                      <p:tavLst>
                                        <p:tav tm="0">
                                          <p:val>
                                            <p:fltVal val="0"/>
                                          </p:val>
                                        </p:tav>
                                        <p:tav tm="100000">
                                          <p:val>
                                            <p:strVal val="#ppt_w"/>
                                          </p:val>
                                        </p:tav>
                                      </p:tavLst>
                                    </p:anim>
                                    <p:anim calcmode="lin" valueType="num">
                                      <p:cBhvr>
                                        <p:cTn id="778" dur="5112" fill="hold"/>
                                        <p:tgtEl>
                                          <p:spTgt spid="591"/>
                                        </p:tgtEl>
                                        <p:attrNameLst>
                                          <p:attrName>ppt_h</p:attrName>
                                        </p:attrNameLst>
                                      </p:cBhvr>
                                      <p:tavLst>
                                        <p:tav tm="0">
                                          <p:val>
                                            <p:fltVal val="0"/>
                                          </p:val>
                                        </p:tav>
                                        <p:tav tm="100000">
                                          <p:val>
                                            <p:strVal val="#ppt_h"/>
                                          </p:val>
                                        </p:tav>
                                      </p:tavLst>
                                    </p:anim>
                                    <p:animEffect transition="in" filter="fade">
                                      <p:cBhvr>
                                        <p:cTn id="779" dur="5112"/>
                                        <p:tgtEl>
                                          <p:spTgt spid="591"/>
                                        </p:tgtEl>
                                      </p:cBhvr>
                                    </p:animEffect>
                                    <p:anim calcmode="lin" valueType="num">
                                      <p:cBhvr>
                                        <p:cTn id="780" dur="5112" fill="hold"/>
                                        <p:tgtEl>
                                          <p:spTgt spid="591"/>
                                        </p:tgtEl>
                                        <p:attrNameLst>
                                          <p:attrName>ppt_x</p:attrName>
                                        </p:attrNameLst>
                                      </p:cBhvr>
                                      <p:tavLst>
                                        <p:tav tm="0">
                                          <p:val>
                                            <p:fltVal val="0.5"/>
                                          </p:val>
                                        </p:tav>
                                        <p:tav tm="100000">
                                          <p:val>
                                            <p:strVal val="#ppt_x"/>
                                          </p:val>
                                        </p:tav>
                                      </p:tavLst>
                                    </p:anim>
                                    <p:anim calcmode="lin" valueType="num">
                                      <p:cBhvr>
                                        <p:cTn id="781" dur="5112" fill="hold"/>
                                        <p:tgtEl>
                                          <p:spTgt spid="591"/>
                                        </p:tgtEl>
                                        <p:attrNameLst>
                                          <p:attrName>ppt_y</p:attrName>
                                        </p:attrNameLst>
                                      </p:cBhvr>
                                      <p:tavLst>
                                        <p:tav tm="0">
                                          <p:val>
                                            <p:fltVal val="0.5"/>
                                          </p:val>
                                        </p:tav>
                                        <p:tav tm="100000">
                                          <p:val>
                                            <p:strVal val="#ppt_y"/>
                                          </p:val>
                                        </p:tav>
                                      </p:tavLst>
                                    </p:anim>
                                  </p:childTnLst>
                                </p:cTn>
                              </p:par>
                              <p:par>
                                <p:cTn id="782" presetID="53" presetClass="entr" presetSubtype="528" repeatCount="indefinite" fill="hold" grpId="0" nodeType="withEffect">
                                  <p:stCondLst>
                                    <p:cond delay="1664"/>
                                  </p:stCondLst>
                                  <p:childTnLst>
                                    <p:set>
                                      <p:cBhvr>
                                        <p:cTn id="783" dur="1" fill="hold">
                                          <p:stCondLst>
                                            <p:cond delay="0"/>
                                          </p:stCondLst>
                                        </p:cTn>
                                        <p:tgtEl>
                                          <p:spTgt spid="592"/>
                                        </p:tgtEl>
                                        <p:attrNameLst>
                                          <p:attrName>style.visibility</p:attrName>
                                        </p:attrNameLst>
                                      </p:cBhvr>
                                      <p:to>
                                        <p:strVal val="visible"/>
                                      </p:to>
                                    </p:set>
                                    <p:anim calcmode="lin" valueType="num">
                                      <p:cBhvr>
                                        <p:cTn id="784" dur="5239" fill="hold"/>
                                        <p:tgtEl>
                                          <p:spTgt spid="592"/>
                                        </p:tgtEl>
                                        <p:attrNameLst>
                                          <p:attrName>ppt_w</p:attrName>
                                        </p:attrNameLst>
                                      </p:cBhvr>
                                      <p:tavLst>
                                        <p:tav tm="0">
                                          <p:val>
                                            <p:fltVal val="0"/>
                                          </p:val>
                                        </p:tav>
                                        <p:tav tm="100000">
                                          <p:val>
                                            <p:strVal val="#ppt_w"/>
                                          </p:val>
                                        </p:tav>
                                      </p:tavLst>
                                    </p:anim>
                                    <p:anim calcmode="lin" valueType="num">
                                      <p:cBhvr>
                                        <p:cTn id="785" dur="5239" fill="hold"/>
                                        <p:tgtEl>
                                          <p:spTgt spid="592"/>
                                        </p:tgtEl>
                                        <p:attrNameLst>
                                          <p:attrName>ppt_h</p:attrName>
                                        </p:attrNameLst>
                                      </p:cBhvr>
                                      <p:tavLst>
                                        <p:tav tm="0">
                                          <p:val>
                                            <p:fltVal val="0"/>
                                          </p:val>
                                        </p:tav>
                                        <p:tav tm="100000">
                                          <p:val>
                                            <p:strVal val="#ppt_h"/>
                                          </p:val>
                                        </p:tav>
                                      </p:tavLst>
                                    </p:anim>
                                    <p:animEffect transition="in" filter="fade">
                                      <p:cBhvr>
                                        <p:cTn id="786" dur="5239"/>
                                        <p:tgtEl>
                                          <p:spTgt spid="592"/>
                                        </p:tgtEl>
                                      </p:cBhvr>
                                    </p:animEffect>
                                    <p:anim calcmode="lin" valueType="num">
                                      <p:cBhvr>
                                        <p:cTn id="787" dur="5239" fill="hold"/>
                                        <p:tgtEl>
                                          <p:spTgt spid="592"/>
                                        </p:tgtEl>
                                        <p:attrNameLst>
                                          <p:attrName>ppt_x</p:attrName>
                                        </p:attrNameLst>
                                      </p:cBhvr>
                                      <p:tavLst>
                                        <p:tav tm="0">
                                          <p:val>
                                            <p:fltVal val="0.5"/>
                                          </p:val>
                                        </p:tav>
                                        <p:tav tm="100000">
                                          <p:val>
                                            <p:strVal val="#ppt_x"/>
                                          </p:val>
                                        </p:tav>
                                      </p:tavLst>
                                    </p:anim>
                                    <p:anim calcmode="lin" valueType="num">
                                      <p:cBhvr>
                                        <p:cTn id="788" dur="5239" fill="hold"/>
                                        <p:tgtEl>
                                          <p:spTgt spid="592"/>
                                        </p:tgtEl>
                                        <p:attrNameLst>
                                          <p:attrName>ppt_y</p:attrName>
                                        </p:attrNameLst>
                                      </p:cBhvr>
                                      <p:tavLst>
                                        <p:tav tm="0">
                                          <p:val>
                                            <p:fltVal val="0.5"/>
                                          </p:val>
                                        </p:tav>
                                        <p:tav tm="100000">
                                          <p:val>
                                            <p:strVal val="#ppt_y"/>
                                          </p:val>
                                        </p:tav>
                                      </p:tavLst>
                                    </p:anim>
                                  </p:childTnLst>
                                </p:cTn>
                              </p:par>
                              <p:par>
                                <p:cTn id="789" presetID="53" presetClass="entr" presetSubtype="528" repeatCount="indefinite" fill="hold" grpId="0" nodeType="withEffect">
                                  <p:stCondLst>
                                    <p:cond delay="385"/>
                                  </p:stCondLst>
                                  <p:childTnLst>
                                    <p:set>
                                      <p:cBhvr>
                                        <p:cTn id="790" dur="1" fill="hold">
                                          <p:stCondLst>
                                            <p:cond delay="0"/>
                                          </p:stCondLst>
                                        </p:cTn>
                                        <p:tgtEl>
                                          <p:spTgt spid="596"/>
                                        </p:tgtEl>
                                        <p:attrNameLst>
                                          <p:attrName>style.visibility</p:attrName>
                                        </p:attrNameLst>
                                      </p:cBhvr>
                                      <p:to>
                                        <p:strVal val="visible"/>
                                      </p:to>
                                    </p:set>
                                    <p:anim calcmode="lin" valueType="num">
                                      <p:cBhvr>
                                        <p:cTn id="791" dur="5535" fill="hold"/>
                                        <p:tgtEl>
                                          <p:spTgt spid="596"/>
                                        </p:tgtEl>
                                        <p:attrNameLst>
                                          <p:attrName>ppt_w</p:attrName>
                                        </p:attrNameLst>
                                      </p:cBhvr>
                                      <p:tavLst>
                                        <p:tav tm="0">
                                          <p:val>
                                            <p:fltVal val="0"/>
                                          </p:val>
                                        </p:tav>
                                        <p:tav tm="100000">
                                          <p:val>
                                            <p:strVal val="#ppt_w"/>
                                          </p:val>
                                        </p:tav>
                                      </p:tavLst>
                                    </p:anim>
                                    <p:anim calcmode="lin" valueType="num">
                                      <p:cBhvr>
                                        <p:cTn id="792" dur="5535" fill="hold"/>
                                        <p:tgtEl>
                                          <p:spTgt spid="596"/>
                                        </p:tgtEl>
                                        <p:attrNameLst>
                                          <p:attrName>ppt_h</p:attrName>
                                        </p:attrNameLst>
                                      </p:cBhvr>
                                      <p:tavLst>
                                        <p:tav tm="0">
                                          <p:val>
                                            <p:fltVal val="0"/>
                                          </p:val>
                                        </p:tav>
                                        <p:tav tm="100000">
                                          <p:val>
                                            <p:strVal val="#ppt_h"/>
                                          </p:val>
                                        </p:tav>
                                      </p:tavLst>
                                    </p:anim>
                                    <p:animEffect transition="in" filter="fade">
                                      <p:cBhvr>
                                        <p:cTn id="793" dur="5535"/>
                                        <p:tgtEl>
                                          <p:spTgt spid="596"/>
                                        </p:tgtEl>
                                      </p:cBhvr>
                                    </p:animEffect>
                                    <p:anim calcmode="lin" valueType="num">
                                      <p:cBhvr>
                                        <p:cTn id="794" dur="5535" fill="hold"/>
                                        <p:tgtEl>
                                          <p:spTgt spid="596"/>
                                        </p:tgtEl>
                                        <p:attrNameLst>
                                          <p:attrName>ppt_x</p:attrName>
                                        </p:attrNameLst>
                                      </p:cBhvr>
                                      <p:tavLst>
                                        <p:tav tm="0">
                                          <p:val>
                                            <p:fltVal val="0.5"/>
                                          </p:val>
                                        </p:tav>
                                        <p:tav tm="100000">
                                          <p:val>
                                            <p:strVal val="#ppt_x"/>
                                          </p:val>
                                        </p:tav>
                                      </p:tavLst>
                                    </p:anim>
                                    <p:anim calcmode="lin" valueType="num">
                                      <p:cBhvr>
                                        <p:cTn id="795" dur="5535" fill="hold"/>
                                        <p:tgtEl>
                                          <p:spTgt spid="596"/>
                                        </p:tgtEl>
                                        <p:attrNameLst>
                                          <p:attrName>ppt_y</p:attrName>
                                        </p:attrNameLst>
                                      </p:cBhvr>
                                      <p:tavLst>
                                        <p:tav tm="0">
                                          <p:val>
                                            <p:fltVal val="0.5"/>
                                          </p:val>
                                        </p:tav>
                                        <p:tav tm="100000">
                                          <p:val>
                                            <p:strVal val="#ppt_y"/>
                                          </p:val>
                                        </p:tav>
                                      </p:tavLst>
                                    </p:anim>
                                  </p:childTnLst>
                                </p:cTn>
                              </p:par>
                              <p:par>
                                <p:cTn id="796" presetID="53" presetClass="entr" presetSubtype="528" repeatCount="indefinite" fill="hold" grpId="0" nodeType="withEffect">
                                  <p:stCondLst>
                                    <p:cond delay="430"/>
                                  </p:stCondLst>
                                  <p:childTnLst>
                                    <p:set>
                                      <p:cBhvr>
                                        <p:cTn id="797" dur="1" fill="hold">
                                          <p:stCondLst>
                                            <p:cond delay="0"/>
                                          </p:stCondLst>
                                        </p:cTn>
                                        <p:tgtEl>
                                          <p:spTgt spid="597"/>
                                        </p:tgtEl>
                                        <p:attrNameLst>
                                          <p:attrName>style.visibility</p:attrName>
                                        </p:attrNameLst>
                                      </p:cBhvr>
                                      <p:to>
                                        <p:strVal val="visible"/>
                                      </p:to>
                                    </p:set>
                                    <p:anim calcmode="lin" valueType="num">
                                      <p:cBhvr>
                                        <p:cTn id="798" dur="5003" fill="hold"/>
                                        <p:tgtEl>
                                          <p:spTgt spid="597"/>
                                        </p:tgtEl>
                                        <p:attrNameLst>
                                          <p:attrName>ppt_w</p:attrName>
                                        </p:attrNameLst>
                                      </p:cBhvr>
                                      <p:tavLst>
                                        <p:tav tm="0">
                                          <p:val>
                                            <p:fltVal val="0"/>
                                          </p:val>
                                        </p:tav>
                                        <p:tav tm="100000">
                                          <p:val>
                                            <p:strVal val="#ppt_w"/>
                                          </p:val>
                                        </p:tav>
                                      </p:tavLst>
                                    </p:anim>
                                    <p:anim calcmode="lin" valueType="num">
                                      <p:cBhvr>
                                        <p:cTn id="799" dur="5003" fill="hold"/>
                                        <p:tgtEl>
                                          <p:spTgt spid="597"/>
                                        </p:tgtEl>
                                        <p:attrNameLst>
                                          <p:attrName>ppt_h</p:attrName>
                                        </p:attrNameLst>
                                      </p:cBhvr>
                                      <p:tavLst>
                                        <p:tav tm="0">
                                          <p:val>
                                            <p:fltVal val="0"/>
                                          </p:val>
                                        </p:tav>
                                        <p:tav tm="100000">
                                          <p:val>
                                            <p:strVal val="#ppt_h"/>
                                          </p:val>
                                        </p:tav>
                                      </p:tavLst>
                                    </p:anim>
                                    <p:animEffect transition="in" filter="fade">
                                      <p:cBhvr>
                                        <p:cTn id="800" dur="5003"/>
                                        <p:tgtEl>
                                          <p:spTgt spid="597"/>
                                        </p:tgtEl>
                                      </p:cBhvr>
                                    </p:animEffect>
                                    <p:anim calcmode="lin" valueType="num">
                                      <p:cBhvr>
                                        <p:cTn id="801" dur="5003" fill="hold"/>
                                        <p:tgtEl>
                                          <p:spTgt spid="597"/>
                                        </p:tgtEl>
                                        <p:attrNameLst>
                                          <p:attrName>ppt_x</p:attrName>
                                        </p:attrNameLst>
                                      </p:cBhvr>
                                      <p:tavLst>
                                        <p:tav tm="0">
                                          <p:val>
                                            <p:fltVal val="0.5"/>
                                          </p:val>
                                        </p:tav>
                                        <p:tav tm="100000">
                                          <p:val>
                                            <p:strVal val="#ppt_x"/>
                                          </p:val>
                                        </p:tav>
                                      </p:tavLst>
                                    </p:anim>
                                    <p:anim calcmode="lin" valueType="num">
                                      <p:cBhvr>
                                        <p:cTn id="802" dur="5003" fill="hold"/>
                                        <p:tgtEl>
                                          <p:spTgt spid="597"/>
                                        </p:tgtEl>
                                        <p:attrNameLst>
                                          <p:attrName>ppt_y</p:attrName>
                                        </p:attrNameLst>
                                      </p:cBhvr>
                                      <p:tavLst>
                                        <p:tav tm="0">
                                          <p:val>
                                            <p:fltVal val="0.5"/>
                                          </p:val>
                                        </p:tav>
                                        <p:tav tm="100000">
                                          <p:val>
                                            <p:strVal val="#ppt_y"/>
                                          </p:val>
                                        </p:tav>
                                      </p:tavLst>
                                    </p:anim>
                                  </p:childTnLst>
                                </p:cTn>
                              </p:par>
                              <p:par>
                                <p:cTn id="803" presetID="53" presetClass="entr" presetSubtype="528" repeatCount="indefinite" fill="hold" grpId="0" nodeType="withEffect">
                                  <p:stCondLst>
                                    <p:cond delay="1048"/>
                                  </p:stCondLst>
                                  <p:childTnLst>
                                    <p:set>
                                      <p:cBhvr>
                                        <p:cTn id="804" dur="1" fill="hold">
                                          <p:stCondLst>
                                            <p:cond delay="0"/>
                                          </p:stCondLst>
                                        </p:cTn>
                                        <p:tgtEl>
                                          <p:spTgt spid="598"/>
                                        </p:tgtEl>
                                        <p:attrNameLst>
                                          <p:attrName>style.visibility</p:attrName>
                                        </p:attrNameLst>
                                      </p:cBhvr>
                                      <p:to>
                                        <p:strVal val="visible"/>
                                      </p:to>
                                    </p:set>
                                    <p:anim calcmode="lin" valueType="num">
                                      <p:cBhvr>
                                        <p:cTn id="805" dur="5033" fill="hold"/>
                                        <p:tgtEl>
                                          <p:spTgt spid="598"/>
                                        </p:tgtEl>
                                        <p:attrNameLst>
                                          <p:attrName>ppt_w</p:attrName>
                                        </p:attrNameLst>
                                      </p:cBhvr>
                                      <p:tavLst>
                                        <p:tav tm="0">
                                          <p:val>
                                            <p:fltVal val="0"/>
                                          </p:val>
                                        </p:tav>
                                        <p:tav tm="100000">
                                          <p:val>
                                            <p:strVal val="#ppt_w"/>
                                          </p:val>
                                        </p:tav>
                                      </p:tavLst>
                                    </p:anim>
                                    <p:anim calcmode="lin" valueType="num">
                                      <p:cBhvr>
                                        <p:cTn id="806" dur="5033" fill="hold"/>
                                        <p:tgtEl>
                                          <p:spTgt spid="598"/>
                                        </p:tgtEl>
                                        <p:attrNameLst>
                                          <p:attrName>ppt_h</p:attrName>
                                        </p:attrNameLst>
                                      </p:cBhvr>
                                      <p:tavLst>
                                        <p:tav tm="0">
                                          <p:val>
                                            <p:fltVal val="0"/>
                                          </p:val>
                                        </p:tav>
                                        <p:tav tm="100000">
                                          <p:val>
                                            <p:strVal val="#ppt_h"/>
                                          </p:val>
                                        </p:tav>
                                      </p:tavLst>
                                    </p:anim>
                                    <p:animEffect transition="in" filter="fade">
                                      <p:cBhvr>
                                        <p:cTn id="807" dur="5033"/>
                                        <p:tgtEl>
                                          <p:spTgt spid="598"/>
                                        </p:tgtEl>
                                      </p:cBhvr>
                                    </p:animEffect>
                                    <p:anim calcmode="lin" valueType="num">
                                      <p:cBhvr>
                                        <p:cTn id="808" dur="5033" fill="hold"/>
                                        <p:tgtEl>
                                          <p:spTgt spid="598"/>
                                        </p:tgtEl>
                                        <p:attrNameLst>
                                          <p:attrName>ppt_x</p:attrName>
                                        </p:attrNameLst>
                                      </p:cBhvr>
                                      <p:tavLst>
                                        <p:tav tm="0">
                                          <p:val>
                                            <p:fltVal val="0.5"/>
                                          </p:val>
                                        </p:tav>
                                        <p:tav tm="100000">
                                          <p:val>
                                            <p:strVal val="#ppt_x"/>
                                          </p:val>
                                        </p:tav>
                                      </p:tavLst>
                                    </p:anim>
                                    <p:anim calcmode="lin" valueType="num">
                                      <p:cBhvr>
                                        <p:cTn id="809" dur="5033" fill="hold"/>
                                        <p:tgtEl>
                                          <p:spTgt spid="598"/>
                                        </p:tgtEl>
                                        <p:attrNameLst>
                                          <p:attrName>ppt_y</p:attrName>
                                        </p:attrNameLst>
                                      </p:cBhvr>
                                      <p:tavLst>
                                        <p:tav tm="0">
                                          <p:val>
                                            <p:fltVal val="0.5"/>
                                          </p:val>
                                        </p:tav>
                                        <p:tav tm="100000">
                                          <p:val>
                                            <p:strVal val="#ppt_y"/>
                                          </p:val>
                                        </p:tav>
                                      </p:tavLst>
                                    </p:anim>
                                  </p:childTnLst>
                                </p:cTn>
                              </p:par>
                              <p:par>
                                <p:cTn id="810" presetID="53" presetClass="entr" presetSubtype="528" repeatCount="indefinite" fill="hold" grpId="0" nodeType="withEffect">
                                  <p:stCondLst>
                                    <p:cond delay="1359"/>
                                  </p:stCondLst>
                                  <p:childTnLst>
                                    <p:set>
                                      <p:cBhvr>
                                        <p:cTn id="811" dur="1" fill="hold">
                                          <p:stCondLst>
                                            <p:cond delay="0"/>
                                          </p:stCondLst>
                                        </p:cTn>
                                        <p:tgtEl>
                                          <p:spTgt spid="599"/>
                                        </p:tgtEl>
                                        <p:attrNameLst>
                                          <p:attrName>style.visibility</p:attrName>
                                        </p:attrNameLst>
                                      </p:cBhvr>
                                      <p:to>
                                        <p:strVal val="visible"/>
                                      </p:to>
                                    </p:set>
                                    <p:anim calcmode="lin" valueType="num">
                                      <p:cBhvr>
                                        <p:cTn id="812" dur="6787" fill="hold"/>
                                        <p:tgtEl>
                                          <p:spTgt spid="599"/>
                                        </p:tgtEl>
                                        <p:attrNameLst>
                                          <p:attrName>ppt_w</p:attrName>
                                        </p:attrNameLst>
                                      </p:cBhvr>
                                      <p:tavLst>
                                        <p:tav tm="0">
                                          <p:val>
                                            <p:fltVal val="0"/>
                                          </p:val>
                                        </p:tav>
                                        <p:tav tm="100000">
                                          <p:val>
                                            <p:strVal val="#ppt_w"/>
                                          </p:val>
                                        </p:tav>
                                      </p:tavLst>
                                    </p:anim>
                                    <p:anim calcmode="lin" valueType="num">
                                      <p:cBhvr>
                                        <p:cTn id="813" dur="6787" fill="hold"/>
                                        <p:tgtEl>
                                          <p:spTgt spid="599"/>
                                        </p:tgtEl>
                                        <p:attrNameLst>
                                          <p:attrName>ppt_h</p:attrName>
                                        </p:attrNameLst>
                                      </p:cBhvr>
                                      <p:tavLst>
                                        <p:tav tm="0">
                                          <p:val>
                                            <p:fltVal val="0"/>
                                          </p:val>
                                        </p:tav>
                                        <p:tav tm="100000">
                                          <p:val>
                                            <p:strVal val="#ppt_h"/>
                                          </p:val>
                                        </p:tav>
                                      </p:tavLst>
                                    </p:anim>
                                    <p:animEffect transition="in" filter="fade">
                                      <p:cBhvr>
                                        <p:cTn id="814" dur="6787"/>
                                        <p:tgtEl>
                                          <p:spTgt spid="599"/>
                                        </p:tgtEl>
                                      </p:cBhvr>
                                    </p:animEffect>
                                    <p:anim calcmode="lin" valueType="num">
                                      <p:cBhvr>
                                        <p:cTn id="815" dur="6787" fill="hold"/>
                                        <p:tgtEl>
                                          <p:spTgt spid="599"/>
                                        </p:tgtEl>
                                        <p:attrNameLst>
                                          <p:attrName>ppt_x</p:attrName>
                                        </p:attrNameLst>
                                      </p:cBhvr>
                                      <p:tavLst>
                                        <p:tav tm="0">
                                          <p:val>
                                            <p:fltVal val="0.5"/>
                                          </p:val>
                                        </p:tav>
                                        <p:tav tm="100000">
                                          <p:val>
                                            <p:strVal val="#ppt_x"/>
                                          </p:val>
                                        </p:tav>
                                      </p:tavLst>
                                    </p:anim>
                                    <p:anim calcmode="lin" valueType="num">
                                      <p:cBhvr>
                                        <p:cTn id="816" dur="6787" fill="hold"/>
                                        <p:tgtEl>
                                          <p:spTgt spid="599"/>
                                        </p:tgtEl>
                                        <p:attrNameLst>
                                          <p:attrName>ppt_y</p:attrName>
                                        </p:attrNameLst>
                                      </p:cBhvr>
                                      <p:tavLst>
                                        <p:tav tm="0">
                                          <p:val>
                                            <p:fltVal val="0.5"/>
                                          </p:val>
                                        </p:tav>
                                        <p:tav tm="100000">
                                          <p:val>
                                            <p:strVal val="#ppt_y"/>
                                          </p:val>
                                        </p:tav>
                                      </p:tavLst>
                                    </p:anim>
                                  </p:childTnLst>
                                </p:cTn>
                              </p:par>
                              <p:par>
                                <p:cTn id="817" presetID="23" presetClass="entr" presetSubtype="528" fill="hold" nodeType="withEffect">
                                  <p:stCondLst>
                                    <p:cond delay="0"/>
                                  </p:stCondLst>
                                  <p:childTnLst>
                                    <p:set>
                                      <p:cBhvr>
                                        <p:cTn id="818" dur="3000" fill="hold">
                                          <p:stCondLst>
                                            <p:cond delay="0"/>
                                          </p:stCondLst>
                                        </p:cTn>
                                        <p:tgtEl>
                                          <p:spTgt spid="11"/>
                                        </p:tgtEl>
                                        <p:attrNameLst>
                                          <p:attrName>style.visibility</p:attrName>
                                        </p:attrNameLst>
                                      </p:cBhvr>
                                      <p:to>
                                        <p:strVal val="visible"/>
                                      </p:to>
                                    </p:set>
                                    <p:anim calcmode="lin" valueType="num">
                                      <p:cBhvr>
                                        <p:cTn id="819" dur="3000" fill="hold"/>
                                        <p:tgtEl>
                                          <p:spTgt spid="11"/>
                                        </p:tgtEl>
                                        <p:attrNameLst>
                                          <p:attrName>ppt_w</p:attrName>
                                        </p:attrNameLst>
                                      </p:cBhvr>
                                      <p:tavLst>
                                        <p:tav tm="0">
                                          <p:val>
                                            <p:fltVal val="0"/>
                                          </p:val>
                                        </p:tav>
                                        <p:tav tm="100000">
                                          <p:val>
                                            <p:strVal val="#ppt_w"/>
                                          </p:val>
                                        </p:tav>
                                      </p:tavLst>
                                    </p:anim>
                                    <p:anim calcmode="lin" valueType="num">
                                      <p:cBhvr>
                                        <p:cTn id="820" dur="3000" fill="hold"/>
                                        <p:tgtEl>
                                          <p:spTgt spid="11"/>
                                        </p:tgtEl>
                                        <p:attrNameLst>
                                          <p:attrName>ppt_h</p:attrName>
                                        </p:attrNameLst>
                                      </p:cBhvr>
                                      <p:tavLst>
                                        <p:tav tm="0">
                                          <p:val>
                                            <p:fltVal val="0"/>
                                          </p:val>
                                        </p:tav>
                                        <p:tav tm="100000">
                                          <p:val>
                                            <p:strVal val="#ppt_h"/>
                                          </p:val>
                                        </p:tav>
                                      </p:tavLst>
                                    </p:anim>
                                    <p:anim calcmode="lin" valueType="num">
                                      <p:cBhvr>
                                        <p:cTn id="821" dur="3000" fill="hold"/>
                                        <p:tgtEl>
                                          <p:spTgt spid="11"/>
                                        </p:tgtEl>
                                        <p:attrNameLst>
                                          <p:attrName>ppt_x</p:attrName>
                                        </p:attrNameLst>
                                      </p:cBhvr>
                                      <p:tavLst>
                                        <p:tav tm="0">
                                          <p:val>
                                            <p:fltVal val="0.5"/>
                                          </p:val>
                                        </p:tav>
                                        <p:tav tm="100000">
                                          <p:val>
                                            <p:strVal val="#ppt_x"/>
                                          </p:val>
                                        </p:tav>
                                      </p:tavLst>
                                    </p:anim>
                                    <p:anim calcmode="lin" valueType="num">
                                      <p:cBhvr>
                                        <p:cTn id="822" dur="3000" fill="hold"/>
                                        <p:tgtEl>
                                          <p:spTgt spid="11"/>
                                        </p:tgtEl>
                                        <p:attrNameLst>
                                          <p:attrName>ppt_y</p:attrName>
                                        </p:attrNameLst>
                                      </p:cBhvr>
                                      <p:tavLst>
                                        <p:tav tm="0">
                                          <p:val>
                                            <p:fltVal val="0.5"/>
                                          </p:val>
                                        </p:tav>
                                        <p:tav tm="100000">
                                          <p:val>
                                            <p:strVal val="#ppt_y"/>
                                          </p:val>
                                        </p:tav>
                                      </p:tavLst>
                                    </p:anim>
                                  </p:childTnLst>
                                </p:cTn>
                              </p:par>
                              <p:par>
                                <p:cTn id="823" presetID="64" presetClass="path" presetSubtype="0" accel="50000" decel="50000" fill="hold" nodeType="withEffect">
                                  <p:stCondLst>
                                    <p:cond delay="0"/>
                                  </p:stCondLst>
                                  <p:childTnLst>
                                    <p:animMotion origin="layout" path="M 0.000625 0.0564815 L -0.000833333 -0.258611 " pathEditMode="relative" rAng="0" ptsTypes="">
                                      <p:cBhvr>
                                        <p:cTn id="824" dur="5000" fill="hold"/>
                                        <p:tgtEl>
                                          <p:spTgt spid="1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5" grpId="0" bldLvl="0" animBg="1"/>
      <p:bldP spid="36" grpId="0" bldLvl="0" animBg="1"/>
      <p:bldP spid="37" grpId="0" bldLvl="0" animBg="1"/>
      <p:bldP spid="78" grpId="0" bldLvl="0" animBg="1"/>
      <p:bldP spid="97" grpId="0" bldLvl="0" animBg="1"/>
      <p:bldP spid="98" grpId="0" bldLvl="0" animBg="1"/>
      <p:bldP spid="109" grpId="0" bldLvl="0" animBg="1"/>
      <p:bldP spid="134" grpId="0" bldLvl="0" animBg="1"/>
      <p:bldP spid="135" grpId="0" bldLvl="0" animBg="1"/>
      <p:bldP spid="136" grpId="0" bldLvl="0" animBg="1"/>
      <p:bldP spid="137" grpId="0" bldLvl="0" animBg="1"/>
      <p:bldP spid="139" grpId="0" bldLvl="0" animBg="1"/>
      <p:bldP spid="140" grpId="0" bldLvl="0" animBg="1"/>
      <p:bldP spid="141" grpId="0" bldLvl="0" animBg="1"/>
      <p:bldP spid="142" grpId="0" bldLvl="0" animBg="1"/>
      <p:bldP spid="154" grpId="0" bldLvl="0" animBg="1"/>
      <p:bldP spid="155" grpId="0" bldLvl="0" animBg="1"/>
      <p:bldP spid="156" grpId="0" bldLvl="0" animBg="1"/>
      <p:bldP spid="226" grpId="0" bldLvl="0" animBg="1"/>
      <p:bldP spid="237" grpId="0" bldLvl="0" animBg="1"/>
      <p:bldP spid="238" grpId="0" bldLvl="0" animBg="1"/>
      <p:bldP spid="239" grpId="0" bldLvl="0" animBg="1"/>
      <p:bldP spid="240" grpId="0" bldLvl="0" animBg="1"/>
      <p:bldP spid="242" grpId="0" bldLvl="0" animBg="1"/>
      <p:bldP spid="243" grpId="0" bldLvl="0" animBg="1"/>
      <p:bldP spid="244" grpId="0" bldLvl="0" animBg="1"/>
      <p:bldP spid="245" grpId="0" bldLvl="0" animBg="1"/>
      <p:bldP spid="246" grpId="0" bldLvl="0" animBg="1"/>
      <p:bldP spid="247" grpId="0" bldLvl="0" animBg="1"/>
      <p:bldP spid="248" grpId="0" bldLvl="0" animBg="1"/>
      <p:bldP spid="252" grpId="0" bldLvl="0" animBg="1"/>
      <p:bldP spid="257" grpId="0" bldLvl="0" animBg="1"/>
      <p:bldP spid="262" grpId="0" bldLvl="0" animBg="1"/>
      <p:bldP spid="265" grpId="0" bldLvl="0" animBg="1"/>
      <p:bldP spid="266" grpId="0" bldLvl="0" animBg="1"/>
      <p:bldP spid="267" grpId="0" bldLvl="0" animBg="1"/>
      <p:bldP spid="268" grpId="0" bldLvl="0" animBg="1"/>
      <p:bldP spid="269" grpId="0" bldLvl="0" animBg="1"/>
      <p:bldP spid="384" grpId="0" bldLvl="0" animBg="1"/>
      <p:bldP spid="388" grpId="0" bldLvl="0" animBg="1"/>
      <p:bldP spid="392" grpId="0" bldLvl="0" animBg="1"/>
      <p:bldP spid="397" grpId="0" bldLvl="0" animBg="1"/>
      <p:bldP spid="402" grpId="0" bldLvl="0" animBg="1"/>
      <p:bldP spid="403" grpId="0" bldLvl="0" animBg="1"/>
      <p:bldP spid="404" grpId="0" bldLvl="0" animBg="1"/>
      <p:bldP spid="405" grpId="0" bldLvl="0" animBg="1"/>
      <p:bldP spid="406" grpId="0" bldLvl="0" animBg="1"/>
      <p:bldP spid="408" grpId="0" bldLvl="0" animBg="1"/>
      <p:bldP spid="409" grpId="0" bldLvl="0" animBg="1"/>
      <p:bldP spid="412" grpId="0" bldLvl="0" animBg="1"/>
      <p:bldP spid="413" grpId="0" bldLvl="0" animBg="1"/>
      <p:bldP spid="415" grpId="0" bldLvl="0" animBg="1"/>
      <p:bldP spid="416" grpId="0" bldLvl="0" animBg="1"/>
      <p:bldP spid="417" grpId="0" bldLvl="0" animBg="1"/>
      <p:bldP spid="418" grpId="0" bldLvl="0" animBg="1"/>
      <p:bldP spid="423" grpId="0" bldLvl="0" animBg="1"/>
      <p:bldP spid="426" grpId="0" bldLvl="0" animBg="1"/>
      <p:bldP spid="427" grpId="0" bldLvl="0" animBg="1"/>
      <p:bldP spid="428" grpId="0" bldLvl="0" animBg="1"/>
      <p:bldP spid="429" grpId="0" bldLvl="0" animBg="1"/>
      <p:bldP spid="430" grpId="0" bldLvl="0" animBg="1"/>
      <p:bldP spid="431" grpId="0" bldLvl="0" animBg="1"/>
      <p:bldP spid="432" grpId="0" bldLvl="0" animBg="1"/>
      <p:bldP spid="433" grpId="0" bldLvl="0" animBg="1"/>
      <p:bldP spid="434" grpId="0" bldLvl="0" animBg="1"/>
      <p:bldP spid="435" grpId="0" bldLvl="0" animBg="1"/>
      <p:bldP spid="436" grpId="0" bldLvl="0" animBg="1"/>
      <p:bldP spid="437" grpId="0" bldLvl="0" animBg="1"/>
      <p:bldP spid="438" grpId="0" bldLvl="0" animBg="1"/>
      <p:bldP spid="439" grpId="0" bldLvl="0" animBg="1"/>
      <p:bldP spid="440" grpId="0" bldLvl="0" animBg="1"/>
      <p:bldP spid="441" grpId="0" bldLvl="0" animBg="1"/>
      <p:bldP spid="457" grpId="0" bldLvl="0" animBg="1"/>
      <p:bldP spid="463" grpId="0" bldLvl="0" animBg="1"/>
      <p:bldP spid="465" grpId="0" bldLvl="0" animBg="1"/>
      <p:bldP spid="466" grpId="0" bldLvl="0" animBg="1"/>
      <p:bldP spid="468" grpId="0" bldLvl="0" animBg="1"/>
      <p:bldP spid="469" grpId="0" bldLvl="0" animBg="1"/>
      <p:bldP spid="470" grpId="0" bldLvl="0" animBg="1"/>
      <p:bldP spid="472" grpId="0" bldLvl="0" animBg="1"/>
      <p:bldP spid="473" grpId="0" bldLvl="0" animBg="1"/>
      <p:bldP spid="474" grpId="0" bldLvl="0" animBg="1"/>
      <p:bldP spid="481" grpId="0" bldLvl="0" animBg="1"/>
      <p:bldP spid="482" grpId="0" bldLvl="0" animBg="1"/>
      <p:bldP spid="483" grpId="0" bldLvl="0" animBg="1"/>
      <p:bldP spid="502" grpId="0" bldLvl="0" animBg="1"/>
      <p:bldP spid="503" grpId="0" bldLvl="0" animBg="1"/>
      <p:bldP spid="504" grpId="0" bldLvl="0" animBg="1"/>
      <p:bldP spid="505" grpId="0" bldLvl="0" animBg="1"/>
      <p:bldP spid="529" grpId="0" bldLvl="0" animBg="1"/>
      <p:bldP spid="531" grpId="0" bldLvl="0" animBg="1"/>
      <p:bldP spid="532" grpId="0" bldLvl="0" animBg="1"/>
      <p:bldP spid="533" grpId="0" bldLvl="0" animBg="1"/>
      <p:bldP spid="534" grpId="0" bldLvl="0" animBg="1"/>
      <p:bldP spid="535" grpId="0" bldLvl="0" animBg="1"/>
      <p:bldP spid="539" grpId="0" bldLvl="0" animBg="1"/>
      <p:bldP spid="542" grpId="0" bldLvl="0" animBg="1"/>
      <p:bldP spid="543" grpId="0" bldLvl="0" animBg="1"/>
      <p:bldP spid="545" grpId="0" bldLvl="0" animBg="1"/>
      <p:bldP spid="560" grpId="0" bldLvl="0" animBg="1"/>
      <p:bldP spid="561" grpId="0" bldLvl="0" animBg="1"/>
      <p:bldP spid="562" grpId="0" bldLvl="0" animBg="1"/>
      <p:bldP spid="568" grpId="0" bldLvl="0" animBg="1"/>
      <p:bldP spid="570" grpId="0" bldLvl="0" animBg="1"/>
      <p:bldP spid="571" grpId="0" bldLvl="0" animBg="1"/>
      <p:bldP spid="572" grpId="0" bldLvl="0" animBg="1"/>
      <p:bldP spid="573" grpId="0" bldLvl="0" animBg="1"/>
      <p:bldP spid="587" grpId="0" bldLvl="0" animBg="1"/>
      <p:bldP spid="590" grpId="0" bldLvl="0" animBg="1"/>
      <p:bldP spid="591" grpId="0" bldLvl="0" animBg="1"/>
      <p:bldP spid="592" grpId="0" bldLvl="0" animBg="1"/>
      <p:bldP spid="596" grpId="0" bldLvl="0" animBg="1"/>
      <p:bldP spid="597" grpId="0" bldLvl="0" animBg="1"/>
      <p:bldP spid="598" grpId="0" bldLvl="0" animBg="1"/>
      <p:bldP spid="599"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7"/>
          <p:cNvSpPr txBox="1"/>
          <p:nvPr/>
        </p:nvSpPr>
        <p:spPr>
          <a:xfrm>
            <a:off x="166805"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复习</a:t>
            </a:r>
          </a:p>
        </p:txBody>
      </p:sp>
      <p:sp>
        <p:nvSpPr>
          <p:cNvPr id="25" name="文本框 7"/>
          <p:cNvSpPr txBox="1"/>
          <p:nvPr/>
        </p:nvSpPr>
        <p:spPr>
          <a:xfrm>
            <a:off x="238243" y="702214"/>
            <a:ext cx="87630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Review</a:t>
            </a:r>
          </a:p>
        </p:txBody>
      </p:sp>
      <p:sp>
        <p:nvSpPr>
          <p:cNvPr id="2052" name="AutoShape 4" descr="@冒险家的旅程か★&#10;png免抠素材 海报装饰元素 png透明背景素材 卡通素材  贴纸素材 标签素材 风扇 夏季风扇 强力风扇 吹风 吹凉"/>
          <p:cNvSpPr>
            <a:spLocks noChangeAspect="1" noChangeArrowheads="1"/>
          </p:cNvSpPr>
          <p:nvPr/>
        </p:nvSpPr>
        <p:spPr bwMode="auto">
          <a:xfrm>
            <a:off x="156528" y="283527"/>
            <a:ext cx="304800" cy="304801"/>
          </a:xfrm>
          <a:prstGeom prst="rect">
            <a:avLst/>
          </a:prstGeom>
          <a:noFill/>
        </p:spPr>
        <p:txBody>
          <a:bodyPr vert="horz" wrap="square" lIns="91440" tIns="45720" rIns="91440" bIns="45720" numCol="1" anchor="t" anchorCtr="0" compatLnSpc="1"/>
          <a:lstStyle/>
          <a:p>
            <a:endParaRPr lang="zh-CN" altLang="en-US"/>
          </a:p>
        </p:txBody>
      </p:sp>
      <p:grpSp>
        <p:nvGrpSpPr>
          <p:cNvPr id="10" name="组合 9"/>
          <p:cNvGrpSpPr/>
          <p:nvPr/>
        </p:nvGrpSpPr>
        <p:grpSpPr>
          <a:xfrm>
            <a:off x="3222686" y="1859865"/>
            <a:ext cx="5987925" cy="3192195"/>
            <a:chOff x="4263" y="2250"/>
            <a:chExt cx="10672" cy="5355"/>
          </a:xfrm>
        </p:grpSpPr>
        <p:pic>
          <p:nvPicPr>
            <p:cNvPr id="1026" name="Picture 2" descr="C:\Users\Administrator\Desktop\小红书\对外汉语战略搞钱计划\教学素材\图片\电脑.png"/>
            <p:cNvPicPr>
              <a:picLocks noChangeAspect="1" noChangeArrowheads="1"/>
            </p:cNvPicPr>
            <p:nvPr/>
          </p:nvPicPr>
          <p:blipFill>
            <a:blip r:embed="rId3"/>
            <a:srcRect/>
            <a:stretch>
              <a:fillRect/>
            </a:stretch>
          </p:blipFill>
          <p:spPr bwMode="auto">
            <a:xfrm>
              <a:off x="4263" y="2250"/>
              <a:ext cx="10672" cy="5355"/>
            </a:xfrm>
            <a:prstGeom prst="rect">
              <a:avLst/>
            </a:prstGeom>
            <a:noFill/>
          </p:spPr>
        </p:pic>
        <p:sp>
          <p:nvSpPr>
            <p:cNvPr id="28" name="矩形 27"/>
            <p:cNvSpPr/>
            <p:nvPr/>
          </p:nvSpPr>
          <p:spPr>
            <a:xfrm>
              <a:off x="6063" y="2700"/>
              <a:ext cx="7088" cy="3938"/>
            </a:xfrm>
            <a:prstGeom prst="rect">
              <a:avLst/>
            </a:prstGeom>
            <a:solidFill>
              <a:schemeClr val="bg1"/>
            </a:solidFill>
            <a:ln w="28575">
              <a:solidFill>
                <a:srgbClr val="AF9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2425065" y="740410"/>
            <a:ext cx="7294880" cy="650240"/>
            <a:chOff x="3302" y="3426"/>
            <a:chExt cx="10274" cy="632"/>
          </a:xfrm>
        </p:grpSpPr>
        <p:sp>
          <p:nvSpPr>
            <p:cNvPr id="9" name="圆角矩形 8"/>
            <p:cNvSpPr/>
            <p:nvPr/>
          </p:nvSpPr>
          <p:spPr>
            <a:xfrm>
              <a:off x="3424" y="3426"/>
              <a:ext cx="10152" cy="632"/>
            </a:xfrm>
            <a:prstGeom prst="roundRect">
              <a:avLst/>
            </a:prstGeom>
            <a:noFill/>
            <a:ln w="19050">
              <a:solidFill>
                <a:srgbClr val="CFB26F"/>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7"/>
            <p:cNvSpPr txBox="1"/>
            <p:nvPr/>
          </p:nvSpPr>
          <p:spPr>
            <a:xfrm>
              <a:off x="3302" y="3514"/>
              <a:ext cx="10274" cy="447"/>
            </a:xfrm>
            <a:prstGeom prst="rect">
              <a:avLst/>
            </a:prstGeom>
            <a:noFill/>
          </p:spPr>
          <p:txBody>
            <a:bodyPr wrap="square">
              <a:spAutoFit/>
            </a:bodyPr>
            <a:lstStyle/>
            <a:p>
              <a:pPr lvl="0" algn="ctr" fontAlgn="base">
                <a:lnSpc>
                  <a:spcPct val="100000"/>
                </a:lnSpc>
                <a:spcBef>
                  <a:spcPct val="0"/>
                </a:spcBef>
                <a:spcAft>
                  <a:spcPct val="0"/>
                </a:spcAft>
              </a:pPr>
              <a:r>
                <a:rPr lang="zh-CN" altLang="en-US" sz="2400" b="1" dirty="0">
                  <a:solidFill>
                    <a:srgbClr val="CFB26F"/>
                  </a:solidFill>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说出第十课中有关服饰的词语</a:t>
              </a:r>
            </a:p>
          </p:txBody>
        </p:sp>
      </p:grpSp>
      <p:pic>
        <p:nvPicPr>
          <p:cNvPr id="30" name="图片 29" descr="老师"/>
          <p:cNvPicPr>
            <a:picLocks noChangeAspect="1"/>
          </p:cNvPicPr>
          <p:nvPr/>
        </p:nvPicPr>
        <p:blipFill>
          <a:blip r:embed="rId4"/>
          <a:stretch>
            <a:fillRect/>
          </a:stretch>
        </p:blipFill>
        <p:spPr>
          <a:xfrm>
            <a:off x="8355965" y="3834765"/>
            <a:ext cx="1261110" cy="1217295"/>
          </a:xfrm>
          <a:prstGeom prst="rect">
            <a:avLst/>
          </a:prstGeom>
        </p:spPr>
      </p:pic>
      <p:sp>
        <p:nvSpPr>
          <p:cNvPr id="4" name="圆角矩形 3"/>
          <p:cNvSpPr/>
          <p:nvPr/>
        </p:nvSpPr>
        <p:spPr>
          <a:xfrm>
            <a:off x="60960" y="5488305"/>
            <a:ext cx="12094845" cy="852170"/>
          </a:xfrm>
          <a:prstGeom prst="roundRect">
            <a:avLst>
              <a:gd name="adj" fmla="val 47532"/>
            </a:avLst>
          </a:prstGeom>
          <a:solidFill>
            <a:srgbClr val="CE7A77"/>
          </a:solidFill>
          <a:ln>
            <a:gradFill>
              <a:gsLst>
                <a:gs pos="0">
                  <a:srgbClr val="E19B93"/>
                </a:gs>
                <a:gs pos="100000">
                  <a:srgbClr val="C86E6E"/>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5" name="圆角矩形 4"/>
          <p:cNvSpPr/>
          <p:nvPr/>
        </p:nvSpPr>
        <p:spPr>
          <a:xfrm>
            <a:off x="60960" y="5490845"/>
            <a:ext cx="12094845" cy="852170"/>
          </a:xfrm>
          <a:prstGeom prst="roundRect">
            <a:avLst>
              <a:gd name="adj" fmla="val 47532"/>
            </a:avLst>
          </a:prstGeom>
          <a:solidFill>
            <a:srgbClr val="E2A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96" name="组合 95"/>
          <p:cNvGrpSpPr/>
          <p:nvPr/>
        </p:nvGrpSpPr>
        <p:grpSpPr>
          <a:xfrm>
            <a:off x="60960" y="5490845"/>
            <a:ext cx="852170" cy="889000"/>
            <a:chOff x="584" y="3246"/>
            <a:chExt cx="1342" cy="1400"/>
          </a:xfrm>
        </p:grpSpPr>
        <p:sp>
          <p:nvSpPr>
            <p:cNvPr id="97" name="椭圆 96"/>
            <p:cNvSpPr/>
            <p:nvPr/>
          </p:nvSpPr>
          <p:spPr>
            <a:xfrm>
              <a:off x="584" y="3246"/>
              <a:ext cx="1342" cy="1342"/>
            </a:xfrm>
            <a:prstGeom prst="ellipse">
              <a:avLst/>
            </a:prstGeom>
            <a:solidFill>
              <a:srgbClr val="E2AEAB"/>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98" name="图片 97" descr="我卡通1压缩"/>
            <p:cNvPicPr>
              <a:picLocks noChangeAspect="1"/>
            </p:cNvPicPr>
            <p:nvPr/>
          </p:nvPicPr>
          <p:blipFill>
            <a:blip r:embed="rId5"/>
            <a:stretch>
              <a:fillRect/>
            </a:stretch>
          </p:blipFill>
          <p:spPr>
            <a:xfrm>
              <a:off x="584" y="3308"/>
              <a:ext cx="1338" cy="1338"/>
            </a:xfrm>
            <a:prstGeom prst="rect">
              <a:avLst/>
            </a:prstGeom>
          </p:spPr>
        </p:pic>
      </p:grpSp>
      <p:sp>
        <p:nvSpPr>
          <p:cNvPr id="6" name="文本框 7"/>
          <p:cNvSpPr txBox="1"/>
          <p:nvPr/>
        </p:nvSpPr>
        <p:spPr>
          <a:xfrm>
            <a:off x="1130300" y="5684202"/>
            <a:ext cx="11097895" cy="460375"/>
          </a:xfrm>
          <a:prstGeom prst="rect">
            <a:avLst/>
          </a:prstGeom>
          <a:noFill/>
          <a:effectLst>
            <a:outerShdw blurRad="127000" dir="5400000" sx="102000" sy="102000" algn="ctr" rotWithShape="0">
              <a:srgbClr val="4E98C7">
                <a:alpha val="68000"/>
              </a:srgbClr>
            </a:outerShdw>
          </a:effectLst>
        </p:spPr>
        <p:txBody>
          <a:bodyPr wrap="square">
            <a:spAutoFit/>
          </a:bodyPr>
          <a:lstStyle/>
          <a:p>
            <a:pPr marR="0" defTabSz="914400">
              <a:buClrTx/>
              <a:buSzTx/>
              <a:buFontTx/>
              <a:buNone/>
              <a:defRPr/>
            </a:pPr>
            <a:r>
              <a:rPr lang="zh-CN" altLang="en-US"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围巾</a:t>
            </a:r>
            <a:r>
              <a:rPr 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领带</a:t>
            </a:r>
            <a:r>
              <a:rPr 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手套</a:t>
            </a:r>
            <a:r>
              <a:rPr 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牛仔裤</a:t>
            </a:r>
            <a:r>
              <a:rPr 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丝绸</a:t>
            </a:r>
            <a:r>
              <a:rPr 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布</a:t>
            </a:r>
            <a:r>
              <a:rPr 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耳环</a:t>
            </a:r>
            <a:r>
              <a:rPr 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戒指</a:t>
            </a:r>
            <a:r>
              <a:rPr 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r>
              <a:rPr lang="en-US" alt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t>
            </a:r>
          </a:p>
        </p:txBody>
      </p:sp>
      <p:pic>
        <p:nvPicPr>
          <p:cNvPr id="3" name="图片 2"/>
          <p:cNvPicPr>
            <a:picLocks noChangeAspect="1"/>
          </p:cNvPicPr>
          <p:nvPr/>
        </p:nvPicPr>
        <p:blipFill>
          <a:blip r:embed="rId6"/>
          <a:stretch>
            <a:fillRect/>
          </a:stretch>
        </p:blipFill>
        <p:spPr>
          <a:xfrm>
            <a:off x="4232643" y="2158566"/>
            <a:ext cx="3976988" cy="2317051"/>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0170833 0 L 0.922292 9.25926e-05 " pathEditMode="relative" rAng="0" ptsTypes="">
                                      <p:cBhvr>
                                        <p:cTn id="6" dur="500" fill="hold"/>
                                        <p:tgtEl>
                                          <p:spTgt spid="96"/>
                                        </p:tgtEl>
                                        <p:attrNameLst>
                                          <p:attrName>ppt_x</p:attrName>
                                          <p:attrName>ppt_y</p:attrName>
                                        </p:attrNameLst>
                                      </p:cBhvr>
                                      <p:rCtr x="36100" y="100"/>
                                    </p:animMotion>
                                  </p:childTnLst>
                                </p:cTn>
                              </p:par>
                              <p:par>
                                <p:cTn id="7" presetID="22" presetClass="entr" presetSubtype="8"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
                                        <p:tgtEl>
                                          <p:spTgt spid="5"/>
                                        </p:tgtEl>
                                      </p:cBhvr>
                                    </p:animEffect>
                                  </p:childTnLst>
                                  <p:subTnLst>
                                    <p:audio>
                                      <p:cMediaNode>
                                        <p:cTn display="1" masterRel="sameClick">
                                          <p:stCondLst>
                                            <p:cond evt="begin" delay="0">
                                              <p:tn val="7"/>
                                            </p:cond>
                                          </p:stCondLst>
                                          <p:endCondLst>
                                            <p:cond evt="onStopAudio" delay="0">
                                              <p:tgtEl>
                                                <p:sldTgt/>
                                              </p:tgtEl>
                                            </p:cond>
                                          </p:endCondLst>
                                        </p:cTn>
                                        <p:tgtEl>
                                          <p:sndTgt r:embed="rId2" name="click.wav"/>
                                        </p:tgtEl>
                                      </p:cMediaNode>
                                    </p:audio>
                                  </p:subTnLst>
                                </p:cTn>
                              </p:par>
                              <p:par>
                                <p:cTn id="10" presetID="22" presetClass="entr" presetSubtype="8" fill="hold" nodeType="withEffect">
                                  <p:stCondLst>
                                    <p:cond delay="20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p:cNvGrpSpPr/>
          <p:nvPr/>
        </p:nvGrpSpPr>
        <p:grpSpPr>
          <a:xfrm>
            <a:off x="953453" y="416935"/>
            <a:ext cx="10285095" cy="3545465"/>
            <a:chOff x="-3513638" y="334832"/>
            <a:chExt cx="10285095" cy="3997323"/>
          </a:xfrm>
        </p:grpSpPr>
        <p:sp>
          <p:nvSpPr>
            <p:cNvPr id="73" name="文本框 72"/>
            <p:cNvSpPr txBox="1"/>
            <p:nvPr/>
          </p:nvSpPr>
          <p:spPr>
            <a:xfrm>
              <a:off x="-3513638" y="1062542"/>
              <a:ext cx="9344660" cy="3269613"/>
            </a:xfrm>
            <a:prstGeom prst="rect">
              <a:avLst/>
            </a:prstGeom>
            <a:solidFill>
              <a:schemeClr val="bg1"/>
            </a:solidFill>
            <a:ln w="57150">
              <a:solidFill>
                <a:srgbClr val="A80023"/>
              </a:solidFill>
            </a:ln>
          </p:spPr>
          <p:txBody>
            <a:bodyPr wrap="square" rtlCol="0">
              <a:spAutoFit/>
            </a:bodyPr>
            <a:lstStyle/>
            <a:p>
              <a:pPr marL="457200" indent="-457200" algn="l" fontAlgn="auto">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他们围绕“马奔跑时蹄子是否着地”进行了辩论。</a:t>
              </a:r>
            </a:p>
            <a:p>
              <a:pPr marL="457200" indent="-457200" algn="l" fontAlgn="auto">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两人各执一词，争论得脸红脖子粗，谁也说服不了谁。</a:t>
              </a:r>
            </a:p>
            <a:p>
              <a:pPr marL="457200" indent="-457200" algn="l" fontAlgn="auto">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不过他毕竟是摄影师，主意还是有的。</a:t>
              </a:r>
            </a:p>
            <a:p>
              <a:pPr marL="457200" indent="-457200" algn="l" fontAlgn="auto">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飞奔的马按顺序撞断拦路的细线，相机连续拍下了</a:t>
              </a:r>
              <a:r>
                <a:rPr lang="en-US" altLang="zh-CN"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24</a:t>
              </a: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张相片。</a:t>
              </a:r>
            </a:p>
            <a:p>
              <a:pPr marL="457200" indent="-457200" algn="l" fontAlgn="auto">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经过艰苦的试验，电影拍摄技术逐渐改进，成熟。</a:t>
              </a:r>
              <a:endParaRPr lang="en-US" altLang="zh-CN"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endParaRPr>
            </a:p>
            <a:p>
              <a:pPr marL="457200" indent="-457200" algn="l" fontAlgn="auto">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留心生活的每一瞬间，或许重大发现就在你的眼前。</a:t>
              </a:r>
              <a:endParaRPr lang="en-US" altLang="zh-CN"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endParaRPr>
            </a:p>
            <a:p>
              <a:pPr marL="457200" indent="-457200" algn="l" fontAlgn="auto">
                <a:lnSpc>
                  <a:spcPct val="150000"/>
                </a:lnSpc>
                <a:buAutoNum type="arabicPeriod"/>
              </a:pPr>
              <a:endPar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endParaRPr>
            </a:p>
          </p:txBody>
        </p:sp>
        <p:pic>
          <p:nvPicPr>
            <p:cNvPr id="74" name="图片 73" descr="C:\Users\Administrator\Desktop\小红书\对外汉语战略搞钱计划\教学素材\图片素材\我压缩.png我压缩"/>
            <p:cNvPicPr>
              <a:picLocks noChangeAspect="1"/>
            </p:cNvPicPr>
            <p:nvPr/>
          </p:nvPicPr>
          <p:blipFill>
            <a:blip r:embed="rId4"/>
            <a:srcRect/>
            <a:stretch>
              <a:fillRect/>
            </a:stretch>
          </p:blipFill>
          <p:spPr>
            <a:xfrm>
              <a:off x="5143317" y="334832"/>
              <a:ext cx="1628140" cy="1628140"/>
            </a:xfrm>
            <a:prstGeom prst="rect">
              <a:avLst/>
            </a:prstGeom>
          </p:spPr>
        </p:pic>
      </p:grpSp>
      <p:sp>
        <p:nvSpPr>
          <p:cNvPr id="8" name="文本框 7"/>
          <p:cNvSpPr txBox="1"/>
          <p:nvPr/>
        </p:nvSpPr>
        <p:spPr>
          <a:xfrm>
            <a:off x="3718560" y="386080"/>
            <a:ext cx="4754880" cy="460375"/>
          </a:xfrm>
          <a:prstGeom prst="rect">
            <a:avLst/>
          </a:prstGeom>
          <a:noFill/>
        </p:spPr>
        <p:txBody>
          <a:bodyPr wrap="none" rtlCol="0" anchor="t">
            <a:spAutoFit/>
          </a:bodyPr>
          <a:lstStyle/>
          <a:p>
            <a:pPr algn="ctr"/>
            <a:r>
              <a:rPr lang="zh-CN" altLang="en-US" sz="2400" noProof="0" dirty="0">
                <a:ln>
                  <a:noFill/>
                </a:ln>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听写句子、复习重点词、复述课文</a:t>
            </a:r>
            <a:endParaRPr lang="zh-CN" altLang="en-US" sz="2400" noProof="0" dirty="0">
              <a:ln>
                <a:noFill/>
              </a:ln>
              <a:solidFill>
                <a:schemeClr val="bg1">
                  <a:lumMod val="65000"/>
                </a:schemeClr>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4" name="文本框 7"/>
          <p:cNvSpPr txBox="1"/>
          <p:nvPr/>
        </p:nvSpPr>
        <p:spPr>
          <a:xfrm>
            <a:off x="166805"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复习</a:t>
            </a:r>
          </a:p>
        </p:txBody>
      </p:sp>
      <p:sp>
        <p:nvSpPr>
          <p:cNvPr id="25" name="文本框 7"/>
          <p:cNvSpPr txBox="1"/>
          <p:nvPr/>
        </p:nvSpPr>
        <p:spPr>
          <a:xfrm>
            <a:off x="238243" y="702214"/>
            <a:ext cx="87630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Review</a:t>
            </a:r>
          </a:p>
        </p:txBody>
      </p:sp>
      <p:pic>
        <p:nvPicPr>
          <p:cNvPr id="4"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3231457" y="4126317"/>
            <a:ext cx="4415848" cy="2483914"/>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AutoShape 4" descr="@冒险家的旅程か★&#10;png免抠素材 海报装饰元素 png透明背景素材 卡通素材  贴纸素材 标签素材 风扇 夏季风扇 强力风扇 吹风 吹凉"/>
          <p:cNvSpPr>
            <a:spLocks noChangeAspect="1" noChangeArrowheads="1"/>
          </p:cNvSpPr>
          <p:nvPr/>
        </p:nvSpPr>
        <p:spPr bwMode="auto">
          <a:xfrm>
            <a:off x="156528" y="283527"/>
            <a:ext cx="304800" cy="304801"/>
          </a:xfrm>
          <a:prstGeom prst="rect">
            <a:avLst/>
          </a:prstGeom>
          <a:noFill/>
        </p:spPr>
        <p:txBody>
          <a:bodyPr vert="horz" wrap="square" lIns="91440" tIns="45720" rIns="91440" bIns="45720" numCol="1" anchor="t" anchorCtr="0" compatLnSpc="1"/>
          <a:lstStyle/>
          <a:p>
            <a:endParaRPr lang="zh-CN" altLang="en-US"/>
          </a:p>
        </p:txBody>
      </p:sp>
      <p:grpSp>
        <p:nvGrpSpPr>
          <p:cNvPr id="10" name="组合 9"/>
          <p:cNvGrpSpPr/>
          <p:nvPr/>
        </p:nvGrpSpPr>
        <p:grpSpPr>
          <a:xfrm>
            <a:off x="2707958" y="1856740"/>
            <a:ext cx="6776720" cy="3400425"/>
            <a:chOff x="4263" y="2250"/>
            <a:chExt cx="10672" cy="5355"/>
          </a:xfrm>
        </p:grpSpPr>
        <p:pic>
          <p:nvPicPr>
            <p:cNvPr id="1026" name="Picture 2" descr="C:\Users\Administrator\Desktop\小红书\对外汉语战略搞钱计划\教学素材\图片\电脑.png"/>
            <p:cNvPicPr>
              <a:picLocks noChangeAspect="1" noChangeArrowheads="1"/>
            </p:cNvPicPr>
            <p:nvPr/>
          </p:nvPicPr>
          <p:blipFill>
            <a:blip r:embed="rId3"/>
            <a:srcRect/>
            <a:stretch>
              <a:fillRect/>
            </a:stretch>
          </p:blipFill>
          <p:spPr bwMode="auto">
            <a:xfrm>
              <a:off x="4263" y="2250"/>
              <a:ext cx="10672" cy="5355"/>
            </a:xfrm>
            <a:prstGeom prst="rect">
              <a:avLst/>
            </a:prstGeom>
            <a:noFill/>
          </p:spPr>
        </p:pic>
        <p:sp>
          <p:nvSpPr>
            <p:cNvPr id="28" name="矩形 27"/>
            <p:cNvSpPr/>
            <p:nvPr/>
          </p:nvSpPr>
          <p:spPr>
            <a:xfrm>
              <a:off x="6063" y="2700"/>
              <a:ext cx="7088" cy="3938"/>
            </a:xfrm>
            <a:prstGeom prst="rect">
              <a:avLst/>
            </a:prstGeom>
            <a:solidFill>
              <a:schemeClr val="bg1"/>
            </a:solidFill>
            <a:ln w="28575">
              <a:solidFill>
                <a:srgbClr val="AF9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2408819" y="657695"/>
            <a:ext cx="7302690" cy="1253655"/>
            <a:chOff x="3424" y="3426"/>
            <a:chExt cx="10285" cy="851"/>
          </a:xfrm>
        </p:grpSpPr>
        <p:sp>
          <p:nvSpPr>
            <p:cNvPr id="9" name="圆角矩形 8"/>
            <p:cNvSpPr/>
            <p:nvPr/>
          </p:nvSpPr>
          <p:spPr>
            <a:xfrm>
              <a:off x="3424" y="3426"/>
              <a:ext cx="10152" cy="632"/>
            </a:xfrm>
            <a:prstGeom prst="roundRect">
              <a:avLst/>
            </a:prstGeom>
            <a:noFill/>
            <a:ln w="19050">
              <a:solidFill>
                <a:srgbClr val="CFB26F"/>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7"/>
            <p:cNvSpPr txBox="1"/>
            <p:nvPr/>
          </p:nvSpPr>
          <p:spPr>
            <a:xfrm>
              <a:off x="3435" y="3469"/>
              <a:ext cx="10274" cy="808"/>
            </a:xfrm>
            <a:prstGeom prst="rect">
              <a:avLst/>
            </a:prstGeom>
            <a:noFill/>
          </p:spPr>
          <p:txBody>
            <a:bodyPr wrap="square">
              <a:spAutoFit/>
            </a:bodyPr>
            <a:lstStyle/>
            <a:p>
              <a:pPr lvl="0" fontAlgn="base">
                <a:lnSpc>
                  <a:spcPct val="100000"/>
                </a:lnSpc>
                <a:spcBef>
                  <a:spcPct val="0"/>
                </a:spcBef>
                <a:spcAft>
                  <a:spcPct val="0"/>
                </a:spcAft>
              </a:pPr>
              <a:r>
                <a:rPr lang="zh-CN" altLang="en-US" sz="2400" b="1" dirty="0">
                  <a:solidFill>
                    <a:srgbClr val="CFB26F"/>
                  </a:solidFill>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下面几种醒来的方式，你比较喜欢哪种？最不喜欢哪种？为什么？</a:t>
              </a:r>
              <a:endParaRPr lang="zh-CN" altLang="en-US" sz="2400" b="1" noProof="0" dirty="0">
                <a:ln>
                  <a:noFill/>
                </a:ln>
                <a:solidFill>
                  <a:srgbClr val="CFB26F"/>
                </a:solidFill>
                <a:effectLst/>
                <a:uLnTx/>
                <a:uFillTx/>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endParaRPr>
            </a:p>
          </p:txBody>
        </p:sp>
      </p:grpSp>
      <p:pic>
        <p:nvPicPr>
          <p:cNvPr id="30" name="图片 29" descr="老师"/>
          <p:cNvPicPr>
            <a:picLocks noChangeAspect="1"/>
          </p:cNvPicPr>
          <p:nvPr/>
        </p:nvPicPr>
        <p:blipFill>
          <a:blip r:embed="rId4"/>
          <a:stretch>
            <a:fillRect/>
          </a:stretch>
        </p:blipFill>
        <p:spPr>
          <a:xfrm>
            <a:off x="8355965" y="3834765"/>
            <a:ext cx="1261110" cy="1217295"/>
          </a:xfrm>
          <a:prstGeom prst="rect">
            <a:avLst/>
          </a:prstGeom>
        </p:spPr>
      </p:pic>
      <p:sp>
        <p:nvSpPr>
          <p:cNvPr id="4" name="圆角矩形 3"/>
          <p:cNvSpPr/>
          <p:nvPr/>
        </p:nvSpPr>
        <p:spPr>
          <a:xfrm>
            <a:off x="60960" y="5488305"/>
            <a:ext cx="12094845" cy="852170"/>
          </a:xfrm>
          <a:prstGeom prst="roundRect">
            <a:avLst>
              <a:gd name="adj" fmla="val 47532"/>
            </a:avLst>
          </a:prstGeom>
          <a:solidFill>
            <a:srgbClr val="CE7A77"/>
          </a:solidFill>
          <a:ln>
            <a:gradFill>
              <a:gsLst>
                <a:gs pos="0">
                  <a:srgbClr val="E19B93"/>
                </a:gs>
                <a:gs pos="100000">
                  <a:srgbClr val="C86E6E"/>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5" name="圆角矩形 4"/>
          <p:cNvSpPr/>
          <p:nvPr/>
        </p:nvSpPr>
        <p:spPr>
          <a:xfrm>
            <a:off x="60960" y="5490845"/>
            <a:ext cx="12094845" cy="852170"/>
          </a:xfrm>
          <a:prstGeom prst="roundRect">
            <a:avLst>
              <a:gd name="adj" fmla="val 47532"/>
            </a:avLst>
          </a:prstGeom>
          <a:solidFill>
            <a:srgbClr val="E2A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96" name="组合 95"/>
          <p:cNvGrpSpPr/>
          <p:nvPr/>
        </p:nvGrpSpPr>
        <p:grpSpPr>
          <a:xfrm>
            <a:off x="60960" y="5490845"/>
            <a:ext cx="852170" cy="889000"/>
            <a:chOff x="584" y="3246"/>
            <a:chExt cx="1342" cy="1400"/>
          </a:xfrm>
        </p:grpSpPr>
        <p:sp>
          <p:nvSpPr>
            <p:cNvPr id="97" name="椭圆 96"/>
            <p:cNvSpPr/>
            <p:nvPr/>
          </p:nvSpPr>
          <p:spPr>
            <a:xfrm>
              <a:off x="584" y="3246"/>
              <a:ext cx="1342" cy="1342"/>
            </a:xfrm>
            <a:prstGeom prst="ellipse">
              <a:avLst/>
            </a:prstGeom>
            <a:solidFill>
              <a:srgbClr val="E2AEAB"/>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98" name="图片 97" descr="我卡通1压缩"/>
            <p:cNvPicPr>
              <a:picLocks noChangeAspect="1"/>
            </p:cNvPicPr>
            <p:nvPr/>
          </p:nvPicPr>
          <p:blipFill>
            <a:blip r:embed="rId5"/>
            <a:stretch>
              <a:fillRect/>
            </a:stretch>
          </p:blipFill>
          <p:spPr>
            <a:xfrm>
              <a:off x="584" y="3308"/>
              <a:ext cx="1338" cy="1338"/>
            </a:xfrm>
            <a:prstGeom prst="rect">
              <a:avLst/>
            </a:prstGeom>
          </p:spPr>
        </p:pic>
      </p:grpSp>
      <p:sp>
        <p:nvSpPr>
          <p:cNvPr id="6" name="文本框 7"/>
          <p:cNvSpPr txBox="1"/>
          <p:nvPr/>
        </p:nvSpPr>
        <p:spPr>
          <a:xfrm>
            <a:off x="1094105" y="5682615"/>
            <a:ext cx="11097895" cy="460375"/>
          </a:xfrm>
          <a:prstGeom prst="rect">
            <a:avLst/>
          </a:prstGeom>
          <a:noFill/>
          <a:effectLst>
            <a:outerShdw blurRad="127000" dir="5400000" sx="102000" sy="102000" algn="ctr" rotWithShape="0">
              <a:srgbClr val="4E98C7">
                <a:alpha val="68000"/>
              </a:srgbClr>
            </a:outerShdw>
          </a:effectLst>
        </p:spPr>
        <p:txBody>
          <a:bodyPr wrap="square">
            <a:spAutoFit/>
          </a:bodyPr>
          <a:lstStyle/>
          <a:p>
            <a:pPr>
              <a:defRPr/>
            </a:pPr>
            <a:r>
              <a:rPr lang="en-US" altLang="zh-CN" sz="2400" b="1">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A.</a:t>
            </a:r>
            <a:r>
              <a:rPr lang="zh-CN" altLang="en-US" sz="2400" b="1">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闹钟的铃声 </a:t>
            </a:r>
            <a:r>
              <a:rPr lang="en-US" altLang="zh-CN" sz="2400" b="1">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B.</a:t>
            </a:r>
            <a:r>
              <a:rPr lang="zh-CN" altLang="en-US" sz="2400" b="1">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家人的催促 </a:t>
            </a:r>
            <a:r>
              <a:rPr lang="en-US" altLang="zh-CN" sz="2400" b="1">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C. </a:t>
            </a:r>
            <a:r>
              <a:rPr lang="zh-CN" altLang="en-US" sz="2400" b="1">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鸟或狗的叫声 </a:t>
            </a:r>
            <a:r>
              <a:rPr lang="en-US" altLang="zh-CN" sz="2400" b="1">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D. </a:t>
            </a:r>
            <a:r>
              <a:rPr lang="zh-CN" altLang="en-US" sz="2400" b="1">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渐亮的太阳光线</a:t>
            </a:r>
            <a:endParaRPr lang="zh-CN" altLang="zh-CN" sz="24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 name="文本框 7"/>
          <p:cNvSpPr txBox="1"/>
          <p:nvPr/>
        </p:nvSpPr>
        <p:spPr>
          <a:xfrm>
            <a:off x="165735" y="213995"/>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热身</a:t>
            </a:r>
          </a:p>
        </p:txBody>
      </p:sp>
      <p:sp>
        <p:nvSpPr>
          <p:cNvPr id="7" name="文本框 7"/>
          <p:cNvSpPr txBox="1"/>
          <p:nvPr/>
        </p:nvSpPr>
        <p:spPr>
          <a:xfrm>
            <a:off x="237490" y="702310"/>
            <a:ext cx="1177290" cy="368300"/>
          </a:xfrm>
          <a:prstGeom prst="rect">
            <a:avLst/>
          </a:prstGeom>
          <a:noFill/>
        </p:spPr>
        <p:txBody>
          <a:bodyPr wrap="none">
            <a:spAutoFit/>
          </a:bodyPr>
          <a:lstStyle/>
          <a:p>
            <a:pPr lvl="0">
              <a:defRPr/>
            </a:pPr>
            <a:r>
              <a:rPr kumimoji="0" lang="en-US" altLang="zh-CN"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rPr>
              <a:t>Warm-up</a:t>
            </a:r>
          </a:p>
        </p:txBody>
      </p:sp>
      <p:pic>
        <p:nvPicPr>
          <p:cNvPr id="11" name="闹钟.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883337" y="2139950"/>
            <a:ext cx="4468502" cy="2481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0170833 0 L 0.922292 9.25926e-05 " pathEditMode="relative" rAng="0" ptsTypes="">
                                      <p:cBhvr>
                                        <p:cTn id="6" dur="500" fill="hold"/>
                                        <p:tgtEl>
                                          <p:spTgt spid="96"/>
                                        </p:tgtEl>
                                        <p:attrNameLst>
                                          <p:attrName>ppt_x</p:attrName>
                                          <p:attrName>ppt_y</p:attrName>
                                        </p:attrNameLst>
                                      </p:cBhvr>
                                      <p:rCtr x="36100" y="100"/>
                                    </p:animMotion>
                                  </p:childTnLst>
                                </p:cTn>
                              </p:par>
                              <p:par>
                                <p:cTn id="7" presetID="22" presetClass="entr" presetSubtype="8"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
                                        <p:tgtEl>
                                          <p:spTgt spid="5"/>
                                        </p:tgtEl>
                                      </p:cBhvr>
                                    </p:animEffect>
                                  </p:childTnLst>
                                  <p:subTnLst>
                                    <p:audio>
                                      <p:cMediaNode>
                                        <p:cTn display="0" masterRel="sameClick">
                                          <p:stCondLst>
                                            <p:cond evt="begin" delay="0">
                                              <p:tn val="7"/>
                                            </p:cond>
                                          </p:stCondLst>
                                          <p:endCondLst>
                                            <p:cond evt="onStopAudio" delay="0">
                                              <p:tgtEl>
                                                <p:sldTgt/>
                                              </p:tgtEl>
                                            </p:cond>
                                          </p:endCondLst>
                                        </p:cTn>
                                        <p:tgtEl>
                                          <p:sndTgt r:embed="rId2" name="click.wav"/>
                                        </p:tgtEl>
                                      </p:cMediaNode>
                                    </p:audio>
                                  </p:subTnLst>
                                </p:cTn>
                              </p:par>
                              <p:par>
                                <p:cTn id="10" presetID="22" presetClass="entr" presetSubtype="8" fill="hold" nodeType="withEffect">
                                  <p:stCondLst>
                                    <p:cond delay="20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9" name="Picture 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2125" y="2503766"/>
            <a:ext cx="2810510" cy="1832686"/>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2"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81345" y="544229"/>
            <a:ext cx="1337310" cy="89154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3" name="Picture 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50762" y="5170761"/>
            <a:ext cx="998477" cy="998477"/>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2"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6" name="Picture 8"/>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41378" y="7467584"/>
            <a:ext cx="817245" cy="54483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005" y="1459230"/>
            <a:ext cx="5321300" cy="3802380"/>
            <a:chOff x="263" y="2298"/>
            <a:chExt cx="8380" cy="5988"/>
          </a:xfrm>
        </p:grpSpPr>
        <p:sp>
          <p:nvSpPr>
            <p:cNvPr id="20" name="椭圆形标注 19"/>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63" y="3113"/>
              <a:ext cx="7885" cy="4215"/>
            </a:xfrm>
            <a:prstGeom prst="rect">
              <a:avLst/>
            </a:prstGeom>
            <a:noFill/>
          </p:spPr>
          <p:txBody>
            <a:bodyPr wrap="square" rtlCol="0" anchor="t">
              <a:spAutoFit/>
            </a:bodyPr>
            <a:lstStyle/>
            <a:p>
              <a:pPr algn="ctr" eaLnBrk="0" hangingPunct="0"/>
              <a:r>
                <a:rPr lang="en-US" altLang="zh-CN" sz="6000" b="1" dirty="0">
                  <a:solidFill>
                    <a:schemeClr val="bg1"/>
                  </a:solidFill>
                  <a:latin typeface="华文楷体" panose="02010600040101010101" charset="-122"/>
                  <a:ea typeface="华文楷体" panose="02010600040101010101" charset="-122"/>
                </a:rPr>
                <a:t>   </a:t>
              </a:r>
              <a:r>
                <a:rPr lang="en-US" altLang="zh-CN" sz="6000" b="1" dirty="0" err="1">
                  <a:solidFill>
                    <a:schemeClr val="bg1"/>
                  </a:solidFill>
                  <a:latin typeface="华文楷体" panose="02010600040101010101" charset="-122"/>
                  <a:ea typeface="华文楷体" panose="02010600040101010101" charset="-122"/>
                </a:rPr>
                <a:t>nào</a:t>
              </a:r>
              <a:r>
                <a:rPr lang="en-US" altLang="zh-CN" sz="6000" b="1" dirty="0">
                  <a:solidFill>
                    <a:schemeClr val="bg1"/>
                  </a:solidFill>
                  <a:latin typeface="华文楷体" panose="02010600040101010101" charset="-122"/>
                  <a:ea typeface="华文楷体" panose="02010600040101010101" charset="-122"/>
                </a:rPr>
                <a:t> </a:t>
              </a:r>
              <a:r>
                <a:rPr lang="en-US" altLang="zh-CN" sz="6000" b="1" dirty="0" err="1">
                  <a:solidFill>
                    <a:schemeClr val="bg1"/>
                  </a:solidFill>
                  <a:latin typeface="华文楷体" panose="02010600040101010101" charset="-122"/>
                  <a:ea typeface="华文楷体" panose="02010600040101010101" charset="-122"/>
                </a:rPr>
                <a:t>zhōng</a:t>
              </a:r>
              <a:endParaRPr lang="en-US" altLang="zh-CN" sz="6000" b="1" dirty="0">
                <a:solidFill>
                  <a:schemeClr val="bg1"/>
                </a:solidFill>
                <a:latin typeface="华文楷体" panose="02010600040101010101" charset="-122"/>
                <a:ea typeface="华文楷体" panose="02010600040101010101" charset="-122"/>
                <a:sym typeface="+mn-ea"/>
              </a:endParaRPr>
            </a:p>
            <a:p>
              <a:pPr algn="ctr" eaLnBrk="0" hangingPunct="0"/>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闹 钟</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a:defRPr sz="1800"/>
              </a:pPr>
              <a:r>
                <a:rPr lang="en-US" altLang="zh-CN" sz="2800" b="1" kern="100" dirty="0" err="1">
                  <a:solidFill>
                    <a:schemeClr val="bg1"/>
                  </a:solidFill>
                  <a:latin typeface="华文楷体" panose="02010600040101010101" charset="-122"/>
                  <a:ea typeface="华文楷体" panose="02010600040101010101" charset="-122"/>
                  <a:sym typeface="Times New Roman" panose="02020603050405020304" pitchFamily="18" charset="0"/>
                </a:rPr>
                <a:t>n.alarm</a:t>
              </a:r>
              <a:r>
                <a:rPr lang="en-US" altLang="zh-CN" sz="2800" b="1" kern="100" dirty="0">
                  <a:solidFill>
                    <a:schemeClr val="bg1"/>
                  </a:solidFill>
                  <a:latin typeface="华文楷体" panose="02010600040101010101" charset="-122"/>
                  <a:ea typeface="华文楷体" panose="02010600040101010101" charset="-122"/>
                  <a:sym typeface="Times New Roman" panose="02020603050405020304" pitchFamily="18" charset="0"/>
                </a:rPr>
                <a:t> clock </a:t>
              </a:r>
              <a:endParaRPr lang="zh-CN" altLang="zh-CN" sz="2800" b="1" kern="100" dirty="0">
                <a:solidFill>
                  <a:schemeClr val="bg1"/>
                </a:solidFill>
                <a:latin typeface="华文楷体" panose="02010600040101010101" charset="-122"/>
                <a:ea typeface="华文楷体" panose="02010600040101010101" charset="-122"/>
                <a:sym typeface="华文细黑" panose="02010600040101010101" pitchFamily="2" charset="-122"/>
              </a:endParaRP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78520" y="2386330"/>
            <a:ext cx="2085340" cy="208534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95028" y="5359484"/>
            <a:ext cx="931545" cy="62103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47068" y="596837"/>
            <a:ext cx="1205865" cy="786324"/>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95315" y="-1336457"/>
            <a:ext cx="1309370" cy="87291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808337" y="7312893"/>
            <a:ext cx="1283325" cy="85421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217"/>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wēi</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hài</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mn-ea"/>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危 害</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lvl="0" algn="ctr" fontAlgn="auto">
                <a:defRPr sz="1800"/>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v.to harm</a:t>
              </a:r>
              <a:endParaRPr lang="zh-CN"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sp>
        <p:nvSpPr>
          <p:cNvPr id="9" name="文本框 8"/>
          <p:cNvSpPr txBox="1"/>
          <p:nvPr/>
        </p:nvSpPr>
        <p:spPr>
          <a:xfrm>
            <a:off x="1270635" y="5455920"/>
            <a:ext cx="3668395" cy="398780"/>
          </a:xfrm>
          <a:prstGeom prst="rect">
            <a:avLst/>
          </a:prstGeom>
          <a:noFill/>
        </p:spPr>
        <p:txBody>
          <a:bodyPr wrap="square" rtlCol="0">
            <a:spAutoFit/>
          </a:bodyPr>
          <a:lstStyle/>
          <a:p>
            <a:r>
              <a:rPr lang="zh-CN" altLang="en-US" sz="2000"/>
              <a:t>吸烟</a:t>
            </a:r>
            <a:r>
              <a:rPr lang="zh-CN" altLang="en-US" sz="2000">
                <a:solidFill>
                  <a:schemeClr val="accent6"/>
                </a:solidFill>
              </a:rPr>
              <a:t>危害</a:t>
            </a:r>
            <a:r>
              <a:rPr lang="zh-CN" altLang="en-US" sz="2000"/>
              <a:t>健康</a:t>
            </a:r>
            <a:r>
              <a:rPr lang="en-US" altLang="zh-CN" sz="2000"/>
              <a:t>。</a:t>
            </a:r>
          </a:p>
        </p:txBody>
      </p:sp>
      <p:sp>
        <p:nvSpPr>
          <p:cNvPr id="11" name="文本框 10"/>
          <p:cNvSpPr txBox="1"/>
          <p:nvPr/>
        </p:nvSpPr>
        <p:spPr>
          <a:xfrm>
            <a:off x="1270635" y="5982335"/>
            <a:ext cx="4383405" cy="398780"/>
          </a:xfrm>
          <a:prstGeom prst="rect">
            <a:avLst/>
          </a:prstGeom>
          <a:noFill/>
        </p:spPr>
        <p:txBody>
          <a:bodyPr wrap="square" rtlCol="0">
            <a:spAutoFit/>
          </a:bodyPr>
          <a:lstStyle/>
          <a:p>
            <a:r>
              <a:rPr lang="zh-CN" altLang="en-US" sz="2000"/>
              <a:t>工厂排放污水</a:t>
            </a:r>
            <a:r>
              <a:rPr lang="zh-CN" altLang="en-US" sz="2000">
                <a:solidFill>
                  <a:schemeClr val="accent6"/>
                </a:solidFill>
              </a:rPr>
              <a:t>危害</a:t>
            </a:r>
            <a:r>
              <a:rPr lang="zh-CN" altLang="en-US" sz="2000"/>
              <a:t>周边人民的健康</a:t>
            </a:r>
            <a:r>
              <a:rPr lang="en-US" altLang="zh-CN" sz="2000"/>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8975" y="2616517"/>
            <a:ext cx="2409825" cy="160655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28249" y="5189584"/>
            <a:ext cx="1443502" cy="960831"/>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50762" y="490761"/>
            <a:ext cx="998477" cy="998477"/>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14060" y="-1249793"/>
            <a:ext cx="1071880" cy="69895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027725" y="7464641"/>
            <a:ext cx="844550" cy="550716"/>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20015" y="1459230"/>
            <a:ext cx="5486400" cy="3802380"/>
            <a:chOff x="189"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89" y="3081"/>
              <a:ext cx="8640" cy="4103"/>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rén</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lèi</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mn-ea"/>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人 类</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eaLnBrk="1">
                <a:lnSpc>
                  <a:spcPct val="80000"/>
                </a:lnSpc>
              </a:pPr>
              <a:r>
                <a:rPr lang="en-US" altLang="zh-CN" sz="2800" b="1" kern="100" dirty="0" err="1">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n.humankind</a:t>
              </a:r>
              <a:endParaRPr lang="zh-CN"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96020" y="2458851"/>
            <a:ext cx="2887959" cy="1922297"/>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5021" y="5360273"/>
            <a:ext cx="949960" cy="61945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35968" y="647311"/>
            <a:ext cx="1028065" cy="685376"/>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06524" y="-1340937"/>
            <a:ext cx="886953" cy="88695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23187" y="7249780"/>
            <a:ext cx="653626" cy="98044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005" y="1459230"/>
            <a:ext cx="5486400" cy="3802380"/>
            <a:chOff x="263"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3" y="3215"/>
              <a:ext cx="8640" cy="4215"/>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shēng</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wù</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mn-ea"/>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生 物</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eaLnBrk="1"/>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n. living things</a:t>
              </a:r>
              <a:endPar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sp>
        <p:nvSpPr>
          <p:cNvPr id="9" name="文本框 8"/>
          <p:cNvSpPr txBox="1"/>
          <p:nvPr/>
        </p:nvSpPr>
        <p:spPr>
          <a:xfrm>
            <a:off x="1040765" y="5698490"/>
            <a:ext cx="4128770" cy="645160"/>
          </a:xfrm>
          <a:prstGeom prst="rect">
            <a:avLst/>
          </a:prstGeom>
          <a:noFill/>
        </p:spPr>
        <p:txBody>
          <a:bodyPr wrap="square" rtlCol="0">
            <a:spAutoFit/>
          </a:bodyPr>
          <a:lstStyle/>
          <a:p>
            <a:r>
              <a:rPr lang="zh-CN" altLang="en-US">
                <a:solidFill>
                  <a:schemeClr val="accent6"/>
                </a:solidFill>
              </a:rPr>
              <a:t>生物</a:t>
            </a:r>
            <a:r>
              <a:rPr lang="zh-CN" altLang="en-US"/>
              <a:t>是指具有生命功能的生命体</a:t>
            </a:r>
            <a:r>
              <a:rPr lang="en-US" altLang="zh-CN"/>
              <a:t>。</a:t>
            </a:r>
          </a:p>
          <a:p>
            <a:r>
              <a:rPr lang="zh-CN" altLang="en-US"/>
              <a:t>地球拥有各种各样的</a:t>
            </a:r>
            <a:r>
              <a:rPr lang="zh-CN" altLang="en-US">
                <a:solidFill>
                  <a:schemeClr val="accent6"/>
                </a:solidFill>
              </a:rPr>
              <a:t>生物</a:t>
            </a:r>
            <a:r>
              <a:rPr lang="en-US" altLang="zh-CN"/>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65795" y="2620218"/>
            <a:ext cx="2452370" cy="1599149"/>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53766" y="5385174"/>
            <a:ext cx="392467" cy="588701"/>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28249" y="509584"/>
            <a:ext cx="1443502" cy="960831"/>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92165" y="-1216449"/>
            <a:ext cx="914400" cy="631902"/>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00408" y="7383130"/>
            <a:ext cx="1099185" cy="73279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237490" y="1459230"/>
            <a:ext cx="5486400" cy="3802380"/>
            <a:chOff x="37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4" y="2979"/>
              <a:ext cx="8640" cy="4079"/>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jī</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zhì</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mn-ea"/>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机 制</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eaLnBrk="1">
                <a:lnSpc>
                  <a:spcPct val="80000"/>
                </a:lnSpc>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n. mechanism</a:t>
              </a:r>
              <a:endParaRPr lang="zh-CN"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sp>
        <p:nvSpPr>
          <p:cNvPr id="11" name="文本框 10"/>
          <p:cNvSpPr txBox="1"/>
          <p:nvPr/>
        </p:nvSpPr>
        <p:spPr>
          <a:xfrm>
            <a:off x="1004570" y="5492115"/>
            <a:ext cx="5250815" cy="368300"/>
          </a:xfrm>
          <a:prstGeom prst="rect">
            <a:avLst/>
          </a:prstGeom>
          <a:noFill/>
        </p:spPr>
        <p:txBody>
          <a:bodyPr wrap="square" rtlCol="0">
            <a:spAutoFit/>
          </a:bodyPr>
          <a:lstStyle/>
          <a:p>
            <a:r>
              <a:rPr lang="zh-CN" altLang="en-US"/>
              <a:t>我们要建立奖励</a:t>
            </a:r>
            <a:r>
              <a:rPr lang="zh-CN" altLang="en-US">
                <a:solidFill>
                  <a:schemeClr val="accent6"/>
                </a:solidFill>
              </a:rPr>
              <a:t>机制</a:t>
            </a:r>
            <a:r>
              <a:rPr lang="en-US" altLang="zh-CN"/>
              <a:t>，</a:t>
            </a:r>
            <a:r>
              <a:rPr lang="zh-CN" altLang="en-US"/>
              <a:t>鼓励学生学习汉语</a:t>
            </a:r>
            <a:r>
              <a:rPr lang="en-US" altLang="zh-CN"/>
              <a:t>。</a:t>
            </a:r>
          </a:p>
        </p:txBody>
      </p:sp>
      <p:sp>
        <p:nvSpPr>
          <p:cNvPr id="12" name="文本框 11"/>
          <p:cNvSpPr txBox="1"/>
          <p:nvPr/>
        </p:nvSpPr>
        <p:spPr>
          <a:xfrm>
            <a:off x="1062355" y="5984875"/>
            <a:ext cx="5250815" cy="368300"/>
          </a:xfrm>
          <a:prstGeom prst="rect">
            <a:avLst/>
          </a:prstGeom>
          <a:noFill/>
        </p:spPr>
        <p:txBody>
          <a:bodyPr wrap="square" rtlCol="0">
            <a:spAutoFit/>
          </a:bodyPr>
          <a:lstStyle/>
          <a:p>
            <a:r>
              <a:rPr lang="zh-CN" altLang="en-US"/>
              <a:t>人体的各个器官都有其运行的</a:t>
            </a:r>
            <a:r>
              <a:rPr lang="zh-CN" altLang="en-US">
                <a:solidFill>
                  <a:schemeClr val="accent6"/>
                </a:solidFill>
              </a:rPr>
              <a:t>机制</a:t>
            </a:r>
            <a:r>
              <a:rPr lang="en-US" altLang="zh-CN"/>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1981" y="2416315"/>
            <a:ext cx="1338392" cy="2007589"/>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08650" y="5242433"/>
            <a:ext cx="1282699" cy="85513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5020" y="680273"/>
            <a:ext cx="949960" cy="61945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08337" y="-1327107"/>
            <a:ext cx="1283325" cy="85421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78488" y="7302117"/>
            <a:ext cx="1343025" cy="875764"/>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103"/>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guī</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lǜ</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mn-ea"/>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规</a:t>
              </a:r>
              <a:r>
                <a:rPr lang="en-US" altLang="zh-CN"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律</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eaLnBrk="1">
                <a:lnSpc>
                  <a:spcPct val="80000"/>
                </a:lnSpc>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n./</a:t>
              </a:r>
              <a:r>
                <a:rPr lang="en-US" altLang="zh-CN" sz="2800" b="1" kern="100" dirty="0" err="1">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adj.regular</a:t>
              </a: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pattern </a:t>
              </a:r>
              <a:endParaRPr lang="zh-CN"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sp>
        <p:nvSpPr>
          <p:cNvPr id="9" name="文本框 8"/>
          <p:cNvSpPr txBox="1"/>
          <p:nvPr/>
        </p:nvSpPr>
        <p:spPr>
          <a:xfrm>
            <a:off x="1020445" y="5485765"/>
            <a:ext cx="4467860" cy="368300"/>
          </a:xfrm>
          <a:prstGeom prst="rect">
            <a:avLst/>
          </a:prstGeom>
          <a:noFill/>
        </p:spPr>
        <p:txBody>
          <a:bodyPr wrap="square" rtlCol="0">
            <a:spAutoFit/>
          </a:bodyPr>
          <a:lstStyle/>
          <a:p>
            <a:r>
              <a:rPr lang="zh-CN" altLang="en-US"/>
              <a:t>早睡早起</a:t>
            </a:r>
            <a:r>
              <a:rPr lang="en-US" altLang="zh-CN"/>
              <a:t>，</a:t>
            </a:r>
            <a:r>
              <a:rPr lang="zh-CN" altLang="en-US">
                <a:solidFill>
                  <a:schemeClr val="accent6"/>
                </a:solidFill>
              </a:rPr>
              <a:t>规律</a:t>
            </a:r>
            <a:r>
              <a:rPr lang="zh-CN" altLang="en-US"/>
              <a:t>生活</a:t>
            </a:r>
            <a:r>
              <a:rPr lang="en-US" altLang="zh-CN"/>
              <a:t>。</a:t>
            </a:r>
          </a:p>
        </p:txBody>
      </p:sp>
      <p:pic>
        <p:nvPicPr>
          <p:cNvPr id="11" name="图片 10"/>
          <p:cNvPicPr/>
          <p:nvPr/>
        </p:nvPicPr>
        <p:blipFill>
          <a:blip r:embed="rId8"/>
          <a:stretch>
            <a:fillRect/>
          </a:stretch>
        </p:blipFill>
        <p:spPr>
          <a:xfrm>
            <a:off x="5654040" y="580390"/>
            <a:ext cx="2935605" cy="4001770"/>
          </a:xfrm>
          <a:prstGeom prst="rect">
            <a:avLst/>
          </a:prstGeom>
        </p:spPr>
      </p:pic>
      <p:sp>
        <p:nvSpPr>
          <p:cNvPr id="12" name="文本框 11"/>
          <p:cNvSpPr txBox="1"/>
          <p:nvPr/>
        </p:nvSpPr>
        <p:spPr>
          <a:xfrm>
            <a:off x="1020445" y="5984875"/>
            <a:ext cx="4467860" cy="368300"/>
          </a:xfrm>
          <a:prstGeom prst="rect">
            <a:avLst/>
          </a:prstGeom>
          <a:noFill/>
        </p:spPr>
        <p:txBody>
          <a:bodyPr wrap="square" rtlCol="0">
            <a:spAutoFit/>
          </a:bodyPr>
          <a:lstStyle/>
          <a:p>
            <a:r>
              <a:rPr lang="zh-CN" altLang="en-US"/>
              <a:t>请你找出图片中的</a:t>
            </a:r>
            <a:r>
              <a:rPr lang="zh-CN" altLang="en-US">
                <a:solidFill>
                  <a:schemeClr val="accent6"/>
                </a:solidFill>
              </a:rPr>
              <a:t>规律</a:t>
            </a:r>
            <a:r>
              <a:rPr lang="en-US" altLang="zh-CN"/>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4005" y="2415328"/>
            <a:ext cx="3014344" cy="200956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08650" y="5251786"/>
            <a:ext cx="1282700" cy="836427"/>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39105" y="673658"/>
            <a:ext cx="421789" cy="632684"/>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08967" y="-1318007"/>
            <a:ext cx="1282065" cy="83601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85947" y="7275947"/>
            <a:ext cx="928106" cy="928106"/>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103"/>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guāng</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xiàn</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mn-ea"/>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光</a:t>
              </a:r>
              <a:r>
                <a:rPr lang="en-US" altLang="zh-CN"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线</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eaLnBrk="1">
                <a:lnSpc>
                  <a:spcPct val="80000"/>
                </a:lnSpc>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n. light</a:t>
              </a:r>
              <a:endParaRPr lang="zh-CN"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sp>
        <p:nvSpPr>
          <p:cNvPr id="9" name="文本框 8"/>
          <p:cNvSpPr txBox="1"/>
          <p:nvPr/>
        </p:nvSpPr>
        <p:spPr>
          <a:xfrm>
            <a:off x="1246505" y="5637530"/>
            <a:ext cx="3147695" cy="368300"/>
          </a:xfrm>
          <a:prstGeom prst="rect">
            <a:avLst/>
          </a:prstGeom>
          <a:noFill/>
        </p:spPr>
        <p:txBody>
          <a:bodyPr wrap="square" rtlCol="0">
            <a:spAutoFit/>
          </a:bodyPr>
          <a:lstStyle/>
          <a:p>
            <a:r>
              <a:rPr lang="zh-CN" altLang="en-US"/>
              <a:t>树林里的</a:t>
            </a:r>
            <a:r>
              <a:rPr lang="zh-CN" altLang="en-US">
                <a:solidFill>
                  <a:schemeClr val="accent6"/>
                </a:solidFill>
              </a:rPr>
              <a:t>光线</a:t>
            </a:r>
            <a:r>
              <a:rPr lang="zh-CN" altLang="en-US"/>
              <a:t>比较低</a:t>
            </a:r>
            <a:r>
              <a:rPr lang="en-US" altLang="zh-CN"/>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710054" y="138430"/>
            <a:ext cx="2622391" cy="3194050"/>
            <a:chOff x="289" y="2028"/>
            <a:chExt cx="3506" cy="5030"/>
          </a:xfrm>
        </p:grpSpPr>
        <p:grpSp>
          <p:nvGrpSpPr>
            <p:cNvPr id="43" name="组合 42"/>
            <p:cNvGrpSpPr/>
            <p:nvPr/>
          </p:nvGrpSpPr>
          <p:grpSpPr>
            <a:xfrm>
              <a:off x="330" y="2028"/>
              <a:ext cx="3465" cy="5030"/>
              <a:chOff x="1486086" y="120403"/>
              <a:chExt cx="2200089" cy="3194297"/>
            </a:xfrm>
          </p:grpSpPr>
          <p:sp>
            <p:nvSpPr>
              <p:cNvPr id="44"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9" name="文本框 7"/>
            <p:cNvSpPr txBox="1"/>
            <p:nvPr/>
          </p:nvSpPr>
          <p:spPr>
            <a:xfrm>
              <a:off x="289" y="4108"/>
              <a:ext cx="3491" cy="185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闹钟</a:t>
              </a:r>
              <a:endParaRPr lang="zh-CN" altLang="en-US" sz="5400" b="1" noProof="0" dirty="0">
                <a:ln>
                  <a:noFill/>
                </a:ln>
                <a:effectLst/>
                <a:uLnTx/>
                <a:uFillTx/>
                <a:latin typeface="华文细黑" panose="02010600040101010101" pitchFamily="2" charset="-122"/>
                <a:ea typeface="华文细黑" panose="02010600040101010101" pitchFamily="2" charset="-122"/>
                <a:sym typeface="+mn-ea"/>
              </a:endParaRPr>
            </a:p>
            <a:p>
              <a:pPr algn="ctr">
                <a:lnSpc>
                  <a:spcPct val="80000"/>
                </a:lnSpc>
                <a:defRPr sz="1800"/>
              </a:pPr>
              <a:r>
                <a:rPr lang="en-US" altLang="zh-CN" sz="2000" kern="100" dirty="0" err="1">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n.alarm</a:t>
              </a:r>
              <a:r>
                <a:rPr lang="en-US"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 clock </a:t>
              </a:r>
              <a:endParaRPr lang="zh-CN"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华文细黑" panose="02010600040101010101" pitchFamily="2" charset="-122"/>
              </a:endParaRPr>
            </a:p>
          </p:txBody>
        </p:sp>
      </p:grpSp>
      <p:sp>
        <p:nvSpPr>
          <p:cNvPr id="10" name="文本框 7"/>
          <p:cNvSpPr txBox="1"/>
          <p:nvPr/>
        </p:nvSpPr>
        <p:spPr>
          <a:xfrm>
            <a:off x="1676400" y="874395"/>
            <a:ext cx="2638425" cy="646331"/>
          </a:xfrm>
          <a:prstGeom prst="rect">
            <a:avLst/>
          </a:prstGeom>
          <a:noFill/>
        </p:spPr>
        <p:txBody>
          <a:bodyPr wrap="square">
            <a:spAutoFit/>
          </a:bodyPr>
          <a:lstStyle/>
          <a:p>
            <a:pPr algn="ctr" eaLnBrk="0" hangingPunct="0"/>
            <a:r>
              <a:rPr lang="en-US" altLang="zh-CN" sz="3600" dirty="0" err="1">
                <a:latin typeface="华文细黑" panose="02010600040101010101" pitchFamily="2" charset="-122"/>
                <a:ea typeface="华文细黑" panose="02010600040101010101" pitchFamily="2" charset="-122"/>
                <a:cs typeface="华文楷体" panose="02010600040101010101" charset="-122"/>
              </a:rPr>
              <a:t>nào</a:t>
            </a:r>
            <a:r>
              <a:rPr lang="en-US" altLang="zh-CN" sz="3600" dirty="0">
                <a:latin typeface="华文细黑" panose="02010600040101010101" pitchFamily="2" charset="-122"/>
                <a:ea typeface="华文细黑" panose="02010600040101010101" pitchFamily="2" charset="-122"/>
                <a:cs typeface="华文楷体" panose="02010600040101010101" charset="-122"/>
              </a:rPr>
              <a:t> </a:t>
            </a:r>
            <a:r>
              <a:rPr lang="en-US" altLang="zh-CN" sz="3600" dirty="0" err="1">
                <a:latin typeface="华文细黑" panose="02010600040101010101" pitchFamily="2" charset="-122"/>
                <a:ea typeface="华文细黑" panose="02010600040101010101" pitchFamily="2" charset="-122"/>
                <a:cs typeface="华文楷体" panose="02010600040101010101" charset="-122"/>
              </a:rPr>
              <a:t>zhōng</a:t>
            </a:r>
            <a:endParaRPr lang="en-US" altLang="zh-CN" sz="3600" dirty="0">
              <a:latin typeface="华文细黑" panose="02010600040101010101" pitchFamily="2" charset="-122"/>
              <a:ea typeface="华文细黑" panose="02010600040101010101" pitchFamily="2" charset="-122"/>
              <a:cs typeface="华文楷体" panose="02010600040101010101" charset="-122"/>
              <a:sym typeface="+mn-ea"/>
            </a:endParaRPr>
          </a:p>
        </p:txBody>
      </p:sp>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grpSp>
        <p:nvGrpSpPr>
          <p:cNvPr id="4" name="组合 3"/>
          <p:cNvGrpSpPr/>
          <p:nvPr/>
        </p:nvGrpSpPr>
        <p:grpSpPr>
          <a:xfrm>
            <a:off x="8241970" y="165100"/>
            <a:ext cx="2581295" cy="3194050"/>
            <a:chOff x="9330" y="2028"/>
            <a:chExt cx="3465" cy="5030"/>
          </a:xfrm>
        </p:grpSpPr>
        <p:grpSp>
          <p:nvGrpSpPr>
            <p:cNvPr id="57" name="组合 56"/>
            <p:cNvGrpSpPr/>
            <p:nvPr/>
          </p:nvGrpSpPr>
          <p:grpSpPr>
            <a:xfrm>
              <a:off x="9330" y="2028"/>
              <a:ext cx="3465" cy="5030"/>
              <a:chOff x="1486086" y="120403"/>
              <a:chExt cx="2200089" cy="3194297"/>
            </a:xfrm>
          </p:grpSpPr>
          <p:sp>
            <p:nvSpPr>
              <p:cNvPr id="5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60" name="文本框 7"/>
            <p:cNvSpPr txBox="1"/>
            <p:nvPr/>
          </p:nvSpPr>
          <p:spPr>
            <a:xfrm>
              <a:off x="9386" y="4250"/>
              <a:ext cx="3353" cy="185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n>
                    <a:noFill/>
                  </a:ln>
                  <a:effectLst/>
                  <a:uLnTx/>
                  <a:uFillTx/>
                  <a:latin typeface="华文细黑" panose="02010600040101010101" pitchFamily="2" charset="-122"/>
                  <a:ea typeface="华文细黑" panose="02010600040101010101" pitchFamily="2" charset="-122"/>
                  <a:sym typeface="+mn-ea"/>
                </a:rPr>
                <a:t>人类</a:t>
              </a:r>
            </a:p>
            <a:p>
              <a:pPr algn="ctr" eaLnBrk="1">
                <a:lnSpc>
                  <a:spcPct val="80000"/>
                </a:lnSpc>
              </a:pPr>
              <a:r>
                <a:rPr lang="en-US" altLang="zh-CN" sz="2000" kern="100" dirty="0" err="1">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n.humankind</a:t>
              </a:r>
              <a:endParaRPr lang="zh-CN"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华文细黑" panose="02010600040101010101" pitchFamily="2" charset="-122"/>
              </a:endParaRPr>
            </a:p>
          </p:txBody>
        </p:sp>
      </p:grpSp>
      <p:sp>
        <p:nvSpPr>
          <p:cNvPr id="62" name="文本框 7"/>
          <p:cNvSpPr txBox="1"/>
          <p:nvPr/>
        </p:nvSpPr>
        <p:spPr>
          <a:xfrm>
            <a:off x="8277860" y="901065"/>
            <a:ext cx="2385695" cy="646331"/>
          </a:xfrm>
          <a:prstGeom prst="rect">
            <a:avLst/>
          </a:prstGeom>
          <a:noFill/>
        </p:spPr>
        <p:txBody>
          <a:bodyPr wrap="square">
            <a:spAutoFit/>
          </a:bodyPr>
          <a:lstStyle/>
          <a:p>
            <a:pPr algn="ctr" eaLnBrk="0" hangingPunct="0"/>
            <a:r>
              <a:rPr lang="en-US" altLang="zh-CN" sz="3600" dirty="0" err="1">
                <a:latin typeface="华文细黑" panose="02010600040101010101" pitchFamily="2" charset="-122"/>
                <a:ea typeface="华文细黑" panose="02010600040101010101" pitchFamily="2" charset="-122"/>
                <a:cs typeface="华文楷体" panose="02010600040101010101" charset="-122"/>
                <a:sym typeface="华文细黑" panose="02010600040101010101" pitchFamily="2" charset="-122"/>
              </a:rPr>
              <a:t>rén</a:t>
            </a:r>
            <a:r>
              <a:rPr lang="en-US" altLang="zh-CN" sz="3600" dirty="0">
                <a:latin typeface="华文细黑" panose="02010600040101010101" pitchFamily="2" charset="-122"/>
                <a:ea typeface="华文细黑" panose="02010600040101010101" pitchFamily="2" charset="-122"/>
                <a:cs typeface="华文楷体" panose="02010600040101010101" charset="-122"/>
                <a:sym typeface="华文细黑" panose="02010600040101010101" pitchFamily="2" charset="-122"/>
              </a:rPr>
              <a:t> </a:t>
            </a:r>
            <a:r>
              <a:rPr lang="en-US" altLang="zh-CN" sz="3600" dirty="0" err="1">
                <a:latin typeface="华文细黑" panose="02010600040101010101" pitchFamily="2" charset="-122"/>
                <a:ea typeface="华文细黑" panose="02010600040101010101" pitchFamily="2" charset="-122"/>
                <a:cs typeface="华文楷体" panose="02010600040101010101" charset="-122"/>
                <a:sym typeface="华文细黑" panose="02010600040101010101" pitchFamily="2" charset="-122"/>
              </a:rPr>
              <a:t>lèi</a:t>
            </a:r>
            <a:endParaRPr lang="en-US" altLang="zh-CN" sz="3600" dirty="0">
              <a:latin typeface="华文细黑" panose="02010600040101010101" pitchFamily="2" charset="-122"/>
              <a:ea typeface="华文细黑" panose="02010600040101010101" pitchFamily="2" charset="-122"/>
              <a:cs typeface="华文楷体" panose="02010600040101010101" charset="-122"/>
              <a:sym typeface="+mn-ea"/>
            </a:endParaRPr>
          </a:p>
        </p:txBody>
      </p:sp>
      <p:grpSp>
        <p:nvGrpSpPr>
          <p:cNvPr id="6" name="组合 5"/>
          <p:cNvGrpSpPr/>
          <p:nvPr/>
        </p:nvGrpSpPr>
        <p:grpSpPr>
          <a:xfrm>
            <a:off x="5026660" y="127635"/>
            <a:ext cx="2591724" cy="3194050"/>
            <a:chOff x="9330" y="2028"/>
            <a:chExt cx="3479" cy="5030"/>
          </a:xfrm>
        </p:grpSpPr>
        <p:grpSp>
          <p:nvGrpSpPr>
            <p:cNvPr id="7" name="组合 6"/>
            <p:cNvGrpSpPr/>
            <p:nvPr/>
          </p:nvGrpSpPr>
          <p:grpSpPr>
            <a:xfrm>
              <a:off x="9330" y="2028"/>
              <a:ext cx="3465" cy="5030"/>
              <a:chOff x="1486086" y="120403"/>
              <a:chExt cx="2200089" cy="3194297"/>
            </a:xfrm>
          </p:grpSpPr>
          <p:sp>
            <p:nvSpPr>
              <p:cNvPr id="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12" name="文本框 7"/>
            <p:cNvSpPr txBox="1"/>
            <p:nvPr/>
          </p:nvSpPr>
          <p:spPr>
            <a:xfrm>
              <a:off x="9330" y="4252"/>
              <a:ext cx="3479" cy="23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n>
                    <a:noFill/>
                  </a:ln>
                  <a:effectLst/>
                  <a:uLnTx/>
                  <a:uFillTx/>
                  <a:latin typeface="华文细黑" panose="02010600040101010101" pitchFamily="2" charset="-122"/>
                  <a:ea typeface="华文细黑" panose="02010600040101010101" pitchFamily="2" charset="-122"/>
                  <a:sym typeface="+mn-ea"/>
                </a:rPr>
                <a:t>危害</a:t>
              </a:r>
              <a:endParaRPr lang="zh-CN" sz="5400" b="1" noProof="0" dirty="0">
                <a:ln>
                  <a:noFill/>
                </a:ln>
                <a:effectLst/>
                <a:uLnTx/>
                <a:uFillTx/>
                <a:latin typeface="华文细黑" panose="02010600040101010101" pitchFamily="2" charset="-122"/>
                <a:ea typeface="华文细黑" panose="02010600040101010101" pitchFamily="2" charset="-122"/>
                <a:sym typeface="+mn-ea"/>
              </a:endParaRPr>
            </a:p>
            <a:p>
              <a:pPr lvl="0" algn="ctr" fontAlgn="auto">
                <a:lnSpc>
                  <a:spcPct val="80000"/>
                </a:lnSpc>
                <a:defRPr sz="1800"/>
              </a:pPr>
              <a:r>
                <a:rPr lang="en-US"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v.to harm</a:t>
              </a:r>
              <a:endParaRPr lang="zh-CN"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000" dirty="0">
                <a:solidFill>
                  <a:schemeClr val="bg1"/>
                </a:solidFill>
                <a:latin typeface="Times New Roman" panose="02020603050405020304"/>
                <a:cs typeface="Times New Roman" panose="02020603050405020304"/>
                <a:sym typeface="+mn-ea"/>
              </a:endParaRPr>
            </a:p>
          </p:txBody>
        </p:sp>
      </p:grpSp>
      <p:sp>
        <p:nvSpPr>
          <p:cNvPr id="13" name="文本框 7"/>
          <p:cNvSpPr txBox="1"/>
          <p:nvPr/>
        </p:nvSpPr>
        <p:spPr>
          <a:xfrm>
            <a:off x="5009039" y="771941"/>
            <a:ext cx="2195195" cy="646331"/>
          </a:xfrm>
          <a:prstGeom prst="rect">
            <a:avLst/>
          </a:prstGeom>
          <a:noFill/>
        </p:spPr>
        <p:txBody>
          <a:bodyPr wrap="square">
            <a:spAutoFit/>
          </a:bodyPr>
          <a:lstStyle/>
          <a:p>
            <a:pPr algn="ctr" eaLnBrk="0" fontAlgn="auto" hangingPunct="0">
              <a:buNone/>
            </a:pPr>
            <a:r>
              <a:rPr lang="en-US" altLang="zh-CN" sz="3600" dirty="0" err="1">
                <a:latin typeface="华文细黑" panose="02010600040101010101" pitchFamily="2" charset="-122"/>
                <a:ea typeface="华文细黑" panose="02010600040101010101" pitchFamily="2" charset="-122"/>
                <a:cs typeface="华文楷体" panose="02010600040101010101" charset="-122"/>
                <a:sym typeface="华文细黑" panose="02010600040101010101" pitchFamily="2" charset="-122"/>
              </a:rPr>
              <a:t>wēi</a:t>
            </a:r>
            <a:r>
              <a:rPr lang="en-US" altLang="zh-CN" sz="3600" dirty="0">
                <a:latin typeface="华文细黑" panose="02010600040101010101" pitchFamily="2" charset="-122"/>
                <a:ea typeface="华文细黑" panose="02010600040101010101" pitchFamily="2" charset="-122"/>
                <a:cs typeface="华文楷体" panose="02010600040101010101" charset="-122"/>
                <a:sym typeface="华文细黑" panose="02010600040101010101" pitchFamily="2" charset="-122"/>
              </a:rPr>
              <a:t> </a:t>
            </a:r>
            <a:r>
              <a:rPr lang="en-US" altLang="zh-CN" sz="3600" dirty="0" err="1">
                <a:latin typeface="华文细黑" panose="02010600040101010101" pitchFamily="2" charset="-122"/>
                <a:ea typeface="华文细黑" panose="02010600040101010101" pitchFamily="2" charset="-122"/>
                <a:cs typeface="华文楷体" panose="02010600040101010101" charset="-122"/>
                <a:sym typeface="华文细黑" panose="02010600040101010101" pitchFamily="2" charset="-122"/>
              </a:rPr>
              <a:t>hài</a:t>
            </a:r>
            <a:r>
              <a:rPr lang="en-US" altLang="zh-CN" sz="3600" dirty="0">
                <a:latin typeface="华文细黑" panose="02010600040101010101" pitchFamily="2" charset="-122"/>
                <a:ea typeface="华文细黑" panose="02010600040101010101" pitchFamily="2" charset="-122"/>
                <a:cs typeface="华文楷体" panose="02010600040101010101" charset="-122"/>
                <a:sym typeface="华文细黑" panose="02010600040101010101" pitchFamily="2" charset="-122"/>
              </a:rPr>
              <a:t> </a:t>
            </a:r>
            <a:endParaRPr lang="en-US" altLang="zh-CN" sz="3600" dirty="0">
              <a:latin typeface="华文细黑" panose="02010600040101010101" pitchFamily="2" charset="-122"/>
              <a:ea typeface="华文细黑" panose="02010600040101010101" pitchFamily="2" charset="-122"/>
              <a:cs typeface="华文楷体" panose="02010600040101010101" charset="-122"/>
              <a:sym typeface="+mn-ea"/>
            </a:endParaRPr>
          </a:p>
        </p:txBody>
      </p:sp>
      <p:grpSp>
        <p:nvGrpSpPr>
          <p:cNvPr id="25" name="组合 24"/>
          <p:cNvGrpSpPr/>
          <p:nvPr/>
        </p:nvGrpSpPr>
        <p:grpSpPr>
          <a:xfrm>
            <a:off x="259080" y="3610610"/>
            <a:ext cx="2560822" cy="3194050"/>
            <a:chOff x="9262" y="2028"/>
            <a:chExt cx="3533" cy="5030"/>
          </a:xfrm>
        </p:grpSpPr>
        <p:grpSp>
          <p:nvGrpSpPr>
            <p:cNvPr id="26" name="组合 25"/>
            <p:cNvGrpSpPr/>
            <p:nvPr/>
          </p:nvGrpSpPr>
          <p:grpSpPr>
            <a:xfrm>
              <a:off x="9330" y="2028"/>
              <a:ext cx="3465" cy="5030"/>
              <a:chOff x="1486086" y="120403"/>
              <a:chExt cx="2200089" cy="3194297"/>
            </a:xfrm>
          </p:grpSpPr>
          <p:sp>
            <p:nvSpPr>
              <p:cNvPr id="27"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9" name="文本框 7"/>
            <p:cNvSpPr txBox="1"/>
            <p:nvPr/>
          </p:nvSpPr>
          <p:spPr>
            <a:xfrm>
              <a:off x="9262" y="4252"/>
              <a:ext cx="3532" cy="185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机制</a:t>
              </a:r>
            </a:p>
            <a:p>
              <a:pPr algn="ctr" eaLnBrk="1">
                <a:lnSpc>
                  <a:spcPct val="80000"/>
                </a:lnSpc>
              </a:pPr>
              <a:r>
                <a:rPr lang="en-US"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n. mechanism</a:t>
              </a:r>
              <a:endParaRPr lang="zh-CN"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华文细黑" panose="02010600040101010101" pitchFamily="2" charset="-122"/>
              </a:endParaRPr>
            </a:p>
          </p:txBody>
        </p:sp>
      </p:grpSp>
      <p:sp>
        <p:nvSpPr>
          <p:cNvPr id="37" name="文本框 7"/>
          <p:cNvSpPr txBox="1"/>
          <p:nvPr/>
        </p:nvSpPr>
        <p:spPr>
          <a:xfrm>
            <a:off x="40005" y="4374525"/>
            <a:ext cx="2754630"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jī</a:t>
            </a:r>
            <a:r>
              <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  </a:t>
            </a: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zhì</a:t>
            </a:r>
            <a:endParaRPr lang="en-US" altLang="zh-CN" sz="3600" dirty="0">
              <a:solidFill>
                <a:srgbClr val="2A2A2B"/>
              </a:solidFill>
              <a:latin typeface="华文细黑" panose="02010600040101010101" pitchFamily="2" charset="-122"/>
              <a:ea typeface="华文细黑" panose="02010600040101010101" pitchFamily="2" charset="-122"/>
              <a:sym typeface="+mn-ea"/>
            </a:endParaRPr>
          </a:p>
        </p:txBody>
      </p:sp>
      <p:grpSp>
        <p:nvGrpSpPr>
          <p:cNvPr id="14" name="组合 13"/>
          <p:cNvGrpSpPr/>
          <p:nvPr/>
        </p:nvGrpSpPr>
        <p:grpSpPr>
          <a:xfrm>
            <a:off x="3346492" y="3628390"/>
            <a:ext cx="2655817" cy="3782060"/>
            <a:chOff x="4717" y="1909"/>
            <a:chExt cx="3511" cy="5956"/>
          </a:xfrm>
        </p:grpSpPr>
        <p:grpSp>
          <p:nvGrpSpPr>
            <p:cNvPr id="15" name="组合 14"/>
            <p:cNvGrpSpPr/>
            <p:nvPr/>
          </p:nvGrpSpPr>
          <p:grpSpPr>
            <a:xfrm>
              <a:off x="4718" y="1909"/>
              <a:ext cx="3465" cy="5030"/>
              <a:chOff x="1486086" y="120403"/>
              <a:chExt cx="2200089" cy="3194297"/>
            </a:xfrm>
          </p:grpSpPr>
          <p:sp>
            <p:nvSpPr>
              <p:cNvPr id="1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0" name="文本框 7"/>
            <p:cNvSpPr txBox="1"/>
            <p:nvPr/>
          </p:nvSpPr>
          <p:spPr>
            <a:xfrm>
              <a:off x="4717" y="4133"/>
              <a:ext cx="3511" cy="37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生物</a:t>
              </a:r>
            </a:p>
            <a:p>
              <a:pPr algn="ctr" eaLnBrk="1"/>
              <a:r>
                <a:rPr lang="en-US"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n. living things</a:t>
              </a:r>
              <a:endParaRPr lang="en-US"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lang="en-US" sz="2000" dirty="0" err="1">
                <a:solidFill>
                  <a:schemeClr val="bg1"/>
                </a:solidFill>
                <a:latin typeface="Times New Roman" panose="02020603050405020304"/>
                <a:cs typeface="Times New Roman" panose="02020603050405020304"/>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p:txBody>
        </p:sp>
      </p:grpSp>
      <p:sp>
        <p:nvSpPr>
          <p:cNvPr id="21" name="文本框 7"/>
          <p:cNvSpPr txBox="1"/>
          <p:nvPr/>
        </p:nvSpPr>
        <p:spPr>
          <a:xfrm>
            <a:off x="3503719" y="4394299"/>
            <a:ext cx="2416175" cy="646331"/>
          </a:xfrm>
          <a:prstGeom prst="rect">
            <a:avLst/>
          </a:prstGeom>
          <a:noFill/>
        </p:spPr>
        <p:txBody>
          <a:bodyPr wrap="square">
            <a:spAutoFit/>
          </a:bodyPr>
          <a:lstStyle/>
          <a:p>
            <a:pPr algn="ctr" fontAlgn="auto">
              <a:buNone/>
            </a:pP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shēng</a:t>
            </a:r>
            <a:r>
              <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  </a:t>
            </a: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wù</a:t>
            </a:r>
            <a:endParaRPr lang="en-US" altLang="zh-CN" sz="3600" dirty="0">
              <a:solidFill>
                <a:srgbClr val="2A2A2B"/>
              </a:solidFill>
              <a:latin typeface="华文细黑" panose="02010600040101010101" pitchFamily="2" charset="-122"/>
              <a:ea typeface="华文细黑" panose="02010600040101010101" pitchFamily="2" charset="-122"/>
              <a:sym typeface="+mn-ea"/>
            </a:endParaRPr>
          </a:p>
        </p:txBody>
      </p:sp>
      <p:pic>
        <p:nvPicPr>
          <p:cNvPr id="34" name="图片 33" descr="1"/>
          <p:cNvPicPr>
            <a:picLocks noChangeAspect="1"/>
          </p:cNvPicPr>
          <p:nvPr/>
        </p:nvPicPr>
        <p:blipFill>
          <a:blip r:embed="rId6"/>
          <a:stretch>
            <a:fillRect/>
          </a:stretch>
        </p:blipFill>
        <p:spPr>
          <a:xfrm>
            <a:off x="10719753" y="0"/>
            <a:ext cx="1459230" cy="1459230"/>
          </a:xfrm>
          <a:prstGeom prst="rect">
            <a:avLst/>
          </a:prstGeom>
        </p:spPr>
      </p:pic>
      <p:grpSp>
        <p:nvGrpSpPr>
          <p:cNvPr id="3" name="组合 2"/>
          <p:cNvGrpSpPr/>
          <p:nvPr/>
        </p:nvGrpSpPr>
        <p:grpSpPr>
          <a:xfrm>
            <a:off x="6364308" y="3592831"/>
            <a:ext cx="2655816" cy="3194050"/>
            <a:chOff x="9262" y="2028"/>
            <a:chExt cx="3533" cy="5030"/>
          </a:xfrm>
        </p:grpSpPr>
        <p:grpSp>
          <p:nvGrpSpPr>
            <p:cNvPr id="17" name="组合 16"/>
            <p:cNvGrpSpPr/>
            <p:nvPr/>
          </p:nvGrpSpPr>
          <p:grpSpPr>
            <a:xfrm>
              <a:off x="9330" y="2028"/>
              <a:ext cx="3465" cy="5030"/>
              <a:chOff x="1486086" y="120403"/>
              <a:chExt cx="2200089" cy="3194297"/>
            </a:xfrm>
          </p:grpSpPr>
          <p:sp>
            <p:nvSpPr>
              <p:cNvPr id="22"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4" name="文本框 7"/>
            <p:cNvSpPr txBox="1"/>
            <p:nvPr/>
          </p:nvSpPr>
          <p:spPr>
            <a:xfrm>
              <a:off x="9262" y="4252"/>
              <a:ext cx="3532" cy="224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规律</a:t>
              </a:r>
            </a:p>
            <a:p>
              <a:pPr algn="ctr" eaLnBrk="1">
                <a:lnSpc>
                  <a:spcPct val="80000"/>
                </a:lnSpc>
              </a:pPr>
              <a:r>
                <a:rPr lang="en-US"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n./</a:t>
              </a:r>
              <a:r>
                <a:rPr lang="en-US" altLang="zh-CN" sz="2000" kern="100" dirty="0" err="1">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adj.regular</a:t>
              </a:r>
              <a:r>
                <a:rPr lang="en-US"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 pattern </a:t>
              </a:r>
              <a:endParaRPr lang="zh-CN"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华文细黑" panose="02010600040101010101" pitchFamily="2" charset="-122"/>
              </a:endParaRPr>
            </a:p>
          </p:txBody>
        </p:sp>
      </p:grpSp>
      <p:sp>
        <p:nvSpPr>
          <p:cNvPr id="30" name="文本框 7"/>
          <p:cNvSpPr txBox="1"/>
          <p:nvPr/>
        </p:nvSpPr>
        <p:spPr>
          <a:xfrm>
            <a:off x="6289675" y="4446905"/>
            <a:ext cx="2754630"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guī</a:t>
            </a:r>
            <a:r>
              <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  </a:t>
            </a: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lǜ</a:t>
            </a:r>
            <a:endParaRPr lang="en-US" altLang="zh-CN" sz="3600" dirty="0">
              <a:solidFill>
                <a:srgbClr val="2A2A2B"/>
              </a:solidFill>
              <a:latin typeface="华文细黑" panose="02010600040101010101" pitchFamily="2" charset="-122"/>
              <a:ea typeface="华文细黑" panose="02010600040101010101" pitchFamily="2" charset="-122"/>
              <a:sym typeface="+mn-ea"/>
            </a:endParaRPr>
          </a:p>
        </p:txBody>
      </p:sp>
      <p:grpSp>
        <p:nvGrpSpPr>
          <p:cNvPr id="31" name="组合 30"/>
          <p:cNvGrpSpPr/>
          <p:nvPr/>
        </p:nvGrpSpPr>
        <p:grpSpPr>
          <a:xfrm>
            <a:off x="9409547" y="3610610"/>
            <a:ext cx="2715507" cy="3741420"/>
            <a:chOff x="4718" y="1909"/>
            <a:chExt cx="3503" cy="5892"/>
          </a:xfrm>
        </p:grpSpPr>
        <p:grpSp>
          <p:nvGrpSpPr>
            <p:cNvPr id="32" name="组合 31"/>
            <p:cNvGrpSpPr/>
            <p:nvPr/>
          </p:nvGrpSpPr>
          <p:grpSpPr>
            <a:xfrm>
              <a:off x="4718" y="1909"/>
              <a:ext cx="3465" cy="5030"/>
              <a:chOff x="1486086" y="120403"/>
              <a:chExt cx="2200089" cy="3194297"/>
            </a:xfrm>
          </p:grpSpPr>
          <p:sp>
            <p:nvSpPr>
              <p:cNvPr id="33"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35" name="图片 3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36" name="文本框 7"/>
            <p:cNvSpPr txBox="1"/>
            <p:nvPr/>
          </p:nvSpPr>
          <p:spPr>
            <a:xfrm>
              <a:off x="4795" y="4166"/>
              <a:ext cx="3426" cy="3635"/>
            </a:xfrm>
            <a:prstGeom prst="rect">
              <a:avLst/>
            </a:prstGeom>
            <a:noFill/>
          </p:spPr>
          <p:txBody>
            <a:bodyPr wrap="square">
              <a:spAutoFit/>
            </a:bodyPr>
            <a:lstStyle/>
            <a:p>
              <a:pPr lvl="0" algn="ctr">
                <a:defRPr/>
              </a:pPr>
              <a:r>
                <a:rPr lang="zh-CN" altLang="en-US" sz="5400" b="1" dirty="0">
                  <a:latin typeface="华文细黑" panose="02010600040101010101" pitchFamily="2" charset="-122"/>
                  <a:ea typeface="华文细黑" panose="02010600040101010101" pitchFamily="2" charset="-122"/>
                  <a:sym typeface="+mn-ea"/>
                </a:rPr>
                <a:t>光线</a:t>
              </a: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a:p>
              <a:pPr algn="ctr">
                <a:lnSpc>
                  <a:spcPct val="80000"/>
                </a:lnSpc>
              </a:pPr>
              <a:r>
                <a:rPr lang="en-US"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Times New Roman" panose="02020603050405020304" pitchFamily="18" charset="0"/>
                </a:rPr>
                <a:t>  n. light</a:t>
              </a:r>
              <a:endParaRPr lang="zh-CN" altLang="zh-CN" sz="2000" kern="100" dirty="0">
                <a:solidFill>
                  <a:schemeClr val="bg1"/>
                </a:solidFill>
                <a:latin typeface="Times New Roman" panose="02020603050405020304" pitchFamily="18" charset="0"/>
                <a:ea typeface="华文楷体" panose="02010600040101010101" charset="-122"/>
                <a:cs typeface="Times New Roman" panose="02020603050405020304" pitchFamily="18" charset="0"/>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lang="en-US" sz="2000" dirty="0" err="1">
                <a:solidFill>
                  <a:schemeClr val="bg1"/>
                </a:solidFill>
                <a:latin typeface="Times New Roman" panose="02020603050405020304"/>
                <a:cs typeface="Times New Roman" panose="02020603050405020304"/>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p:txBody>
        </p:sp>
      </p:grpSp>
      <p:sp>
        <p:nvSpPr>
          <p:cNvPr id="38" name="文本框 7"/>
          <p:cNvSpPr txBox="1"/>
          <p:nvPr/>
        </p:nvSpPr>
        <p:spPr>
          <a:xfrm>
            <a:off x="9230871" y="4364354"/>
            <a:ext cx="3018790" cy="646331"/>
          </a:xfrm>
          <a:prstGeom prst="rect">
            <a:avLst/>
          </a:prstGeom>
          <a:noFill/>
        </p:spPr>
        <p:txBody>
          <a:bodyPr wrap="square">
            <a:spAutoFit/>
          </a:bodyPr>
          <a:lstStyle/>
          <a:p>
            <a:pPr algn="ctr" fontAlgn="auto">
              <a:buNone/>
            </a:pP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guāng</a:t>
            </a:r>
            <a:r>
              <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 </a:t>
            </a: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xiàn</a:t>
            </a:r>
            <a:endParaRPr lang="en-US" altLang="zh-CN" sz="3600" dirty="0">
              <a:solidFill>
                <a:srgbClr val="2A2A2B"/>
              </a:solidFill>
              <a:latin typeface="华文细黑" panose="02010600040101010101" pitchFamily="2" charset="-122"/>
              <a:ea typeface="华文细黑" panose="02010600040101010101" pitchFamily="2" charset="-122"/>
              <a:sym typeface="+mn-ea"/>
            </a:endParaRPr>
          </a:p>
        </p:txBody>
      </p:sp>
    </p:spTree>
    <p:custDataLst>
      <p:tags r:id="rId1"/>
    </p:custDataLst>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7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5" presetClass="entr" presetSubtype="0" fill="hold" nodeType="afterEffect">
                                  <p:stCondLst>
                                    <p:cond delay="0"/>
                                  </p:stCondLst>
                                  <p:childTnLst>
                                    <p:set>
                                      <p:cBhvr>
                                        <p:cTn id="12" dur="500"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strVal val="#ppt_w*0.70"/>
                                          </p:val>
                                        </p:tav>
                                        <p:tav tm="100000">
                                          <p:val>
                                            <p:strVal val="#ppt_w"/>
                                          </p:val>
                                        </p:tav>
                                      </p:tavLst>
                                    </p:anim>
                                    <p:anim calcmode="lin" valueType="num">
                                      <p:cBhvr>
                                        <p:cTn id="14" dur="500" fill="hold"/>
                                        <p:tgtEl>
                                          <p:spTgt spid="6"/>
                                        </p:tgtEl>
                                        <p:attrNameLst>
                                          <p:attrName>ppt_h</p:attrName>
                                        </p:attrNameLst>
                                      </p:cBhvr>
                                      <p:tavLst>
                                        <p:tav tm="0">
                                          <p:val>
                                            <p:strVal val="#ppt_h"/>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55" presetClass="entr" presetSubtype="0" fill="hold" nodeType="afterEffect">
                                  <p:stCondLst>
                                    <p:cond delay="0"/>
                                  </p:stCondLst>
                                  <p:childTnLst>
                                    <p:set>
                                      <p:cBhvr>
                                        <p:cTn id="18" dur="500"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strVal val="#ppt_w*0.70"/>
                                          </p:val>
                                        </p:tav>
                                        <p:tav tm="100000">
                                          <p:val>
                                            <p:strVal val="#ppt_w"/>
                                          </p:val>
                                        </p:tav>
                                      </p:tavLst>
                                    </p:anim>
                                    <p:anim calcmode="lin" valueType="num">
                                      <p:cBhvr>
                                        <p:cTn id="20" dur="500" fill="hold"/>
                                        <p:tgtEl>
                                          <p:spTgt spid="4"/>
                                        </p:tgtEl>
                                        <p:attrNameLst>
                                          <p:attrName>ppt_h</p:attrName>
                                        </p:attrNameLst>
                                      </p:cBhvr>
                                      <p:tavLst>
                                        <p:tav tm="0">
                                          <p:val>
                                            <p:strVal val="#ppt_h"/>
                                          </p:val>
                                        </p:tav>
                                        <p:tav tm="100000">
                                          <p:val>
                                            <p:strVal val="#ppt_h"/>
                                          </p:val>
                                        </p:tav>
                                      </p:tavLst>
                                    </p:anim>
                                    <p:animEffect transition="in" filter="fade">
                                      <p:cBhvr>
                                        <p:cTn id="21" dur="500"/>
                                        <p:tgtEl>
                                          <p:spTgt spid="4"/>
                                        </p:tgtEl>
                                      </p:cBhvr>
                                    </p:animEffect>
                                  </p:childTnLst>
                                </p:cTn>
                              </p:par>
                            </p:childTnLst>
                          </p:cTn>
                        </p:par>
                        <p:par>
                          <p:cTn id="22" fill="hold">
                            <p:stCondLst>
                              <p:cond delay="1500"/>
                            </p:stCondLst>
                            <p:childTnLst>
                              <p:par>
                                <p:cTn id="23" presetID="55" presetClass="entr" presetSubtype="0" fill="hold" nodeType="afterEffect">
                                  <p:stCondLst>
                                    <p:cond delay="0"/>
                                  </p:stCondLst>
                                  <p:childTnLst>
                                    <p:set>
                                      <p:cBhvr>
                                        <p:cTn id="24" dur="500" fill="hold">
                                          <p:stCondLst>
                                            <p:cond delay="0"/>
                                          </p:stCondLst>
                                        </p:cTn>
                                        <p:tgtEl>
                                          <p:spTgt spid="25"/>
                                        </p:tgtEl>
                                        <p:attrNameLst>
                                          <p:attrName>style.visibility</p:attrName>
                                        </p:attrNameLst>
                                      </p:cBhvr>
                                      <p:to>
                                        <p:strVal val="visible"/>
                                      </p:to>
                                    </p:set>
                                    <p:anim calcmode="lin" valueType="num">
                                      <p:cBhvr>
                                        <p:cTn id="25" dur="500" fill="hold"/>
                                        <p:tgtEl>
                                          <p:spTgt spid="25"/>
                                        </p:tgtEl>
                                        <p:attrNameLst>
                                          <p:attrName>ppt_w</p:attrName>
                                        </p:attrNameLst>
                                      </p:cBhvr>
                                      <p:tavLst>
                                        <p:tav tm="0">
                                          <p:val>
                                            <p:strVal val="#ppt_w*0.70"/>
                                          </p:val>
                                        </p:tav>
                                        <p:tav tm="100000">
                                          <p:val>
                                            <p:strVal val="#ppt_w"/>
                                          </p:val>
                                        </p:tav>
                                      </p:tavLst>
                                    </p:anim>
                                    <p:anim calcmode="lin" valueType="num">
                                      <p:cBhvr>
                                        <p:cTn id="26" dur="500" fill="hold"/>
                                        <p:tgtEl>
                                          <p:spTgt spid="25"/>
                                        </p:tgtEl>
                                        <p:attrNameLst>
                                          <p:attrName>ppt_h</p:attrName>
                                        </p:attrNameLst>
                                      </p:cBhvr>
                                      <p:tavLst>
                                        <p:tav tm="0">
                                          <p:val>
                                            <p:strVal val="#ppt_h"/>
                                          </p:val>
                                        </p:tav>
                                        <p:tav tm="100000">
                                          <p:val>
                                            <p:strVal val="#ppt_h"/>
                                          </p:val>
                                        </p:tav>
                                      </p:tavLst>
                                    </p:anim>
                                    <p:animEffect transition="in" filter="fade">
                                      <p:cBhvr>
                                        <p:cTn id="27" dur="500"/>
                                        <p:tgtEl>
                                          <p:spTgt spid="25"/>
                                        </p:tgtEl>
                                      </p:cBhvr>
                                    </p:animEffect>
                                  </p:childTnLst>
                                </p:cTn>
                              </p:par>
                            </p:childTnLst>
                          </p:cTn>
                        </p:par>
                        <p:par>
                          <p:cTn id="28" fill="hold">
                            <p:stCondLst>
                              <p:cond delay="2000"/>
                            </p:stCondLst>
                            <p:childTnLst>
                              <p:par>
                                <p:cTn id="29" presetID="55" presetClass="entr" presetSubtype="0" fill="hold" nodeType="afterEffect">
                                  <p:stCondLst>
                                    <p:cond delay="0"/>
                                  </p:stCondLst>
                                  <p:childTnLst>
                                    <p:set>
                                      <p:cBhvr>
                                        <p:cTn id="30" dur="500"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strVal val="#ppt_w*0.70"/>
                                          </p:val>
                                        </p:tav>
                                        <p:tav tm="100000">
                                          <p:val>
                                            <p:strVal val="#ppt_w"/>
                                          </p:val>
                                        </p:tav>
                                      </p:tavLst>
                                    </p:anim>
                                    <p:anim calcmode="lin" valueType="num">
                                      <p:cBhvr>
                                        <p:cTn id="32" dur="500" fill="hold"/>
                                        <p:tgtEl>
                                          <p:spTgt spid="14"/>
                                        </p:tgtEl>
                                        <p:attrNameLst>
                                          <p:attrName>ppt_h</p:attrName>
                                        </p:attrNameLst>
                                      </p:cBhvr>
                                      <p:tavLst>
                                        <p:tav tm="0">
                                          <p:val>
                                            <p:strVal val="#ppt_h"/>
                                          </p:val>
                                        </p:tav>
                                        <p:tav tm="100000">
                                          <p:val>
                                            <p:strVal val="#ppt_h"/>
                                          </p:val>
                                        </p:tav>
                                      </p:tavLst>
                                    </p:anim>
                                    <p:animEffect transition="in" filter="fade">
                                      <p:cBhvr>
                                        <p:cTn id="33" dur="500"/>
                                        <p:tgtEl>
                                          <p:spTgt spid="14"/>
                                        </p:tgtEl>
                                      </p:cBhvr>
                                    </p:animEffect>
                                  </p:childTnLst>
                                </p:cTn>
                              </p:par>
                            </p:childTnLst>
                          </p:cTn>
                        </p:par>
                        <p:par>
                          <p:cTn id="34" fill="hold">
                            <p:stCondLst>
                              <p:cond delay="2500"/>
                            </p:stCondLst>
                            <p:childTnLst>
                              <p:par>
                                <p:cTn id="35" presetID="55" presetClass="entr" presetSubtype="0" fill="hold" nodeType="afterEffect">
                                  <p:stCondLst>
                                    <p:cond delay="0"/>
                                  </p:stCondLst>
                                  <p:childTnLst>
                                    <p:set>
                                      <p:cBhvr>
                                        <p:cTn id="36" dur="500" fill="hold">
                                          <p:stCondLst>
                                            <p:cond delay="0"/>
                                          </p:stCondLst>
                                        </p:cTn>
                                        <p:tgtEl>
                                          <p:spTgt spid="3"/>
                                        </p:tgtEl>
                                        <p:attrNameLst>
                                          <p:attrName>style.visibility</p:attrName>
                                        </p:attrNameLst>
                                      </p:cBhvr>
                                      <p:to>
                                        <p:strVal val="visible"/>
                                      </p:to>
                                    </p:set>
                                    <p:anim calcmode="lin" valueType="num">
                                      <p:cBhvr>
                                        <p:cTn id="37" dur="500" fill="hold"/>
                                        <p:tgtEl>
                                          <p:spTgt spid="3"/>
                                        </p:tgtEl>
                                        <p:attrNameLst>
                                          <p:attrName>ppt_w</p:attrName>
                                        </p:attrNameLst>
                                      </p:cBhvr>
                                      <p:tavLst>
                                        <p:tav tm="0">
                                          <p:val>
                                            <p:strVal val="#ppt_w*0.70"/>
                                          </p:val>
                                        </p:tav>
                                        <p:tav tm="100000">
                                          <p:val>
                                            <p:strVal val="#ppt_w"/>
                                          </p:val>
                                        </p:tav>
                                      </p:tavLst>
                                    </p:anim>
                                    <p:anim calcmode="lin" valueType="num">
                                      <p:cBhvr>
                                        <p:cTn id="38" dur="500" fill="hold"/>
                                        <p:tgtEl>
                                          <p:spTgt spid="3"/>
                                        </p:tgtEl>
                                        <p:attrNameLst>
                                          <p:attrName>ppt_h</p:attrName>
                                        </p:attrNameLst>
                                      </p:cBhvr>
                                      <p:tavLst>
                                        <p:tav tm="0">
                                          <p:val>
                                            <p:strVal val="#ppt_h"/>
                                          </p:val>
                                        </p:tav>
                                        <p:tav tm="100000">
                                          <p:val>
                                            <p:strVal val="#ppt_h"/>
                                          </p:val>
                                        </p:tav>
                                      </p:tavLst>
                                    </p:anim>
                                    <p:animEffect transition="in" filter="fade">
                                      <p:cBhvr>
                                        <p:cTn id="39" dur="500"/>
                                        <p:tgtEl>
                                          <p:spTgt spid="3"/>
                                        </p:tgtEl>
                                      </p:cBhvr>
                                    </p:animEffect>
                                  </p:childTnLst>
                                </p:cTn>
                              </p:par>
                            </p:childTnLst>
                          </p:cTn>
                        </p:par>
                        <p:par>
                          <p:cTn id="40" fill="hold">
                            <p:stCondLst>
                              <p:cond delay="3000"/>
                            </p:stCondLst>
                            <p:childTnLst>
                              <p:par>
                                <p:cTn id="41" presetID="55" presetClass="entr" presetSubtype="0" fill="hold" nodeType="afterEffect">
                                  <p:stCondLst>
                                    <p:cond delay="0"/>
                                  </p:stCondLst>
                                  <p:childTnLst>
                                    <p:set>
                                      <p:cBhvr>
                                        <p:cTn id="42" dur="500"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ppt_w</p:attrName>
                                        </p:attrNameLst>
                                      </p:cBhvr>
                                      <p:tavLst>
                                        <p:tav tm="0">
                                          <p:val>
                                            <p:strVal val="#ppt_w*0.70"/>
                                          </p:val>
                                        </p:tav>
                                        <p:tav tm="100000">
                                          <p:val>
                                            <p:strVal val="#ppt_w"/>
                                          </p:val>
                                        </p:tav>
                                      </p:tavLst>
                                    </p:anim>
                                    <p:anim calcmode="lin" valueType="num">
                                      <p:cBhvr>
                                        <p:cTn id="44" dur="500" fill="hold"/>
                                        <p:tgtEl>
                                          <p:spTgt spid="31"/>
                                        </p:tgtEl>
                                        <p:attrNameLst>
                                          <p:attrName>ppt_h</p:attrName>
                                        </p:attrNameLst>
                                      </p:cBhvr>
                                      <p:tavLst>
                                        <p:tav tm="0">
                                          <p:val>
                                            <p:strVal val="#ppt_h"/>
                                          </p:val>
                                        </p:tav>
                                        <p:tav tm="100000">
                                          <p:val>
                                            <p:strVal val="#ppt_h"/>
                                          </p:val>
                                        </p:tav>
                                      </p:tavLst>
                                    </p:anim>
                                    <p:animEffect transition="in" filter="fade">
                                      <p:cBhvr>
                                        <p:cTn id="4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2"/>
                    </p:tgtEl>
                  </p:cond>
                </p:stCondLst>
                <p:endSync evt="end" delay="0">
                  <p:rtn val="all"/>
                </p:endSync>
                <p:childTnLst>
                  <p:par>
                    <p:cTn id="47" fill="hold">
                      <p:stCondLst>
                        <p:cond delay="0"/>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blinds(horizontal)">
                                      <p:cBhvr>
                                        <p:cTn id="51" dur="500"/>
                                        <p:tgtEl>
                                          <p:spTgt spid="10"/>
                                        </p:tgtEl>
                                      </p:cBhvr>
                                    </p:animEffect>
                                  </p:childTnLst>
                                  <p:subTnLst>
                                    <p:audio>
                                      <p:cMediaNode>
                                        <p:cTn display="0" masterRel="sameClick">
                                          <p:stCondLst>
                                            <p:cond evt="begin" delay="0">
                                              <p:tn val="49"/>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2"/>
                  </p:tgtEl>
                </p:cond>
              </p:nextCondLst>
            </p:seq>
            <p:seq concurrent="1" nextAc="seek">
              <p:cTn id="52" restart="whenNotActive" fill="hold" evtFilter="cancelBubble" nodeType="interactiveSeq">
                <p:stCondLst>
                  <p:cond evt="onClick" delay="0">
                    <p:tgtEl>
                      <p:spTgt spid="4"/>
                    </p:tgtEl>
                  </p:cond>
                </p:stCondLst>
                <p:endSync evt="end" delay="0">
                  <p:rtn val="all"/>
                </p:endSync>
                <p:childTnLst>
                  <p:par>
                    <p:cTn id="53" fill="hold">
                      <p:stCondLst>
                        <p:cond delay="0"/>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blinds(horizontal)">
                                      <p:cBhvr>
                                        <p:cTn id="57" dur="500"/>
                                        <p:tgtEl>
                                          <p:spTgt spid="62"/>
                                        </p:tgtEl>
                                      </p:cBhvr>
                                    </p:animEffect>
                                  </p:childTnLst>
                                  <p:subTnLst>
                                    <p:audio>
                                      <p:cMediaNode>
                                        <p:cTn display="0" masterRel="sameClick">
                                          <p:stCondLst>
                                            <p:cond evt="begin" delay="0">
                                              <p:tn val="55"/>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4"/>
                  </p:tgtEl>
                </p:cond>
              </p:nextCondLst>
            </p:seq>
            <p:seq concurrent="1" nextAc="seek">
              <p:cTn id="58" restart="whenNotActive" fill="hold" evtFilter="cancelBubble" nodeType="interactiveSeq">
                <p:stCondLst>
                  <p:cond evt="onClick" delay="0">
                    <p:tgtEl>
                      <p:spTgt spid="6"/>
                    </p:tgtEl>
                  </p:cond>
                </p:stCondLst>
                <p:endSync evt="end" delay="0">
                  <p:rtn val="all"/>
                </p:endSync>
                <p:childTnLst>
                  <p:par>
                    <p:cTn id="59" fill="hold">
                      <p:stCondLst>
                        <p:cond delay="0"/>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blinds(horizontal)">
                                      <p:cBhvr>
                                        <p:cTn id="63" dur="500"/>
                                        <p:tgtEl>
                                          <p:spTgt spid="13"/>
                                        </p:tgtEl>
                                      </p:cBhvr>
                                    </p:animEffect>
                                  </p:childTnLst>
                                  <p:subTnLst>
                                    <p:audio>
                                      <p:cMediaNode>
                                        <p:cTn display="0" masterRel="sameClick">
                                          <p:stCondLst>
                                            <p:cond evt="begin" delay="0">
                                              <p:tn val="61"/>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6"/>
                  </p:tgtEl>
                </p:cond>
              </p:nextCondLst>
            </p:seq>
            <p:seq concurrent="1" nextAc="seek">
              <p:cTn id="64" restart="whenNotActive" fill="hold" evtFilter="cancelBubble" nodeType="interactiveSeq">
                <p:stCondLst>
                  <p:cond evt="onClick" delay="0">
                    <p:tgtEl>
                      <p:spTgt spid="25"/>
                    </p:tgtEl>
                  </p:cond>
                </p:stCondLst>
                <p:endSync evt="end" delay="0">
                  <p:rtn val="all"/>
                </p:endSync>
                <p:childTnLst>
                  <p:par>
                    <p:cTn id="65" fill="hold">
                      <p:stCondLst>
                        <p:cond delay="0"/>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blinds(horizontal)">
                                      <p:cBhvr>
                                        <p:cTn id="69" dur="500"/>
                                        <p:tgtEl>
                                          <p:spTgt spid="37"/>
                                        </p:tgtEl>
                                      </p:cBhvr>
                                    </p:animEffect>
                                  </p:childTnLst>
                                  <p:subTnLst>
                                    <p:audio>
                                      <p:cMediaNode>
                                        <p:cTn display="0" masterRel="sameClick">
                                          <p:stCondLst>
                                            <p:cond evt="begin" delay="0">
                                              <p:tn val="67"/>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25"/>
                  </p:tgtEl>
                </p:cond>
              </p:nextCondLst>
            </p:seq>
            <p:seq concurrent="1" nextAc="seek">
              <p:cTn id="70" restart="whenNotActive" fill="hold" evtFilter="cancelBubble" nodeType="interactiveSeq">
                <p:stCondLst>
                  <p:cond evt="onClick" delay="0">
                    <p:tgtEl>
                      <p:spTgt spid="14"/>
                    </p:tgtEl>
                  </p:cond>
                </p:stCondLst>
                <p:endSync evt="end" delay="0">
                  <p:rtn val="all"/>
                </p:endSync>
                <p:childTnLst>
                  <p:par>
                    <p:cTn id="71" fill="hold">
                      <p:stCondLst>
                        <p:cond delay="0"/>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blinds(horizontal)">
                                      <p:cBhvr>
                                        <p:cTn id="75" dur="500"/>
                                        <p:tgtEl>
                                          <p:spTgt spid="21"/>
                                        </p:tgtEl>
                                      </p:cBhvr>
                                    </p:animEffect>
                                  </p:childTnLst>
                                  <p:subTnLst>
                                    <p:audio>
                                      <p:cMediaNode>
                                        <p:cTn display="0" masterRel="sameClick">
                                          <p:stCondLst>
                                            <p:cond evt="begin" delay="0">
                                              <p:tn val="73"/>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14"/>
                  </p:tgtEl>
                </p:cond>
              </p:nextCondLst>
            </p:seq>
            <p:seq concurrent="1" nextAc="seek">
              <p:cTn id="76" restart="whenNotActive" fill="hold" evtFilter="cancelBubble" nodeType="interactiveSeq">
                <p:stCondLst>
                  <p:cond evt="onClick" delay="0">
                    <p:tgtEl>
                      <p:spTgt spid="3"/>
                    </p:tgtEl>
                  </p:cond>
                </p:stCondLst>
                <p:endSync evt="end" delay="0">
                  <p:rtn val="all"/>
                </p:endSync>
                <p:childTnLst>
                  <p:par>
                    <p:cTn id="77" fill="hold">
                      <p:stCondLst>
                        <p:cond delay="0"/>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blinds(horizontal)">
                                      <p:cBhvr>
                                        <p:cTn id="81" dur="500"/>
                                        <p:tgtEl>
                                          <p:spTgt spid="30"/>
                                        </p:tgtEl>
                                      </p:cBhvr>
                                    </p:animEffect>
                                  </p:childTnLst>
                                  <p:subTnLst>
                                    <p:audio>
                                      <p:cMediaNode>
                                        <p:cTn display="0" masterRel="sameClick">
                                          <p:stCondLst>
                                            <p:cond evt="begin" delay="0">
                                              <p:tn val="79"/>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3"/>
                  </p:tgtEl>
                </p:cond>
              </p:nextCondLst>
            </p:seq>
            <p:seq concurrent="1" nextAc="seek">
              <p:cTn id="82" restart="whenNotActive" fill="hold" evtFilter="cancelBubble" nodeType="interactiveSeq">
                <p:stCondLst>
                  <p:cond evt="onClick" delay="0">
                    <p:tgtEl>
                      <p:spTgt spid="31"/>
                    </p:tgtEl>
                  </p:cond>
                </p:stCondLst>
                <p:endSync evt="end" delay="0">
                  <p:rtn val="all"/>
                </p:endSync>
                <p:childTnLst>
                  <p:par>
                    <p:cTn id="83" fill="hold">
                      <p:stCondLst>
                        <p:cond delay="0"/>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blinds(horizontal)">
                                      <p:cBhvr>
                                        <p:cTn id="87" dur="500"/>
                                        <p:tgtEl>
                                          <p:spTgt spid="38"/>
                                        </p:tgtEl>
                                      </p:cBhvr>
                                    </p:animEffect>
                                  </p:childTnLst>
                                  <p:subTnLst>
                                    <p:audio>
                                      <p:cMediaNode>
                                        <p:cTn display="0" masterRel="sameClick">
                                          <p:stCondLst>
                                            <p:cond evt="begin" delay="0">
                                              <p:tn val="85"/>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31"/>
                  </p:tgtEl>
                </p:cond>
              </p:nextCondLst>
            </p:seq>
          </p:childTnLst>
        </p:cTn>
      </p:par>
    </p:tnLst>
    <p:bldLst>
      <p:bldP spid="10" grpId="0"/>
      <p:bldP spid="62" grpId="0"/>
      <p:bldP spid="13" grpId="0"/>
      <p:bldP spid="37" grpId="0"/>
      <p:bldP spid="21" grpId="0"/>
      <p:bldP spid="30" grpId="0"/>
      <p:bldP spid="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5"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grpSp>
        <p:nvGrpSpPr>
          <p:cNvPr id="9" name="组合 8"/>
          <p:cNvGrpSpPr/>
          <p:nvPr/>
        </p:nvGrpSpPr>
        <p:grpSpPr>
          <a:xfrm>
            <a:off x="2261235" y="363855"/>
            <a:ext cx="1402371" cy="706755"/>
            <a:chOff x="4428" y="448"/>
            <a:chExt cx="3124" cy="1113"/>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文本框 43"/>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闹钟</a:t>
              </a:r>
            </a:p>
          </p:txBody>
        </p:sp>
      </p:grpSp>
      <p:grpSp>
        <p:nvGrpSpPr>
          <p:cNvPr id="10" name="组合 9"/>
          <p:cNvGrpSpPr/>
          <p:nvPr/>
        </p:nvGrpSpPr>
        <p:grpSpPr>
          <a:xfrm>
            <a:off x="4203065" y="372745"/>
            <a:ext cx="1472565" cy="706755"/>
            <a:chOff x="4428" y="448"/>
            <a:chExt cx="2319" cy="1113"/>
          </a:xfrm>
        </p:grpSpPr>
        <p:sp>
          <p:nvSpPr>
            <p:cNvPr id="11" name="圆角矩形 10"/>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人类</a:t>
              </a:r>
            </a:p>
          </p:txBody>
        </p:sp>
      </p:grpSp>
      <p:grpSp>
        <p:nvGrpSpPr>
          <p:cNvPr id="4" name="组合 3"/>
          <p:cNvGrpSpPr/>
          <p:nvPr/>
        </p:nvGrpSpPr>
        <p:grpSpPr>
          <a:xfrm>
            <a:off x="-349885" y="1278255"/>
            <a:ext cx="12430760" cy="1628140"/>
            <a:chOff x="-443" y="1654"/>
            <a:chExt cx="19576" cy="2564"/>
          </a:xfrm>
        </p:grpSpPr>
        <p:sp>
          <p:nvSpPr>
            <p:cNvPr id="2" name="矩形 1"/>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 的睡眠有自己特定的机制。</a:t>
              </a: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36" name="文本框 35"/>
          <p:cNvSpPr txBox="1"/>
          <p:nvPr/>
        </p:nvSpPr>
        <p:spPr>
          <a:xfrm>
            <a:off x="691204" y="2081825"/>
            <a:ext cx="1995170" cy="768350"/>
          </a:xfrm>
          <a:prstGeom prst="rect">
            <a:avLst/>
          </a:prstGeom>
          <a:noFill/>
        </p:spPr>
        <p:txBody>
          <a:bodyPr wrap="square" rtlCol="0" anchor="t">
            <a:spAutoFit/>
          </a:bodyPr>
          <a:lstStyle/>
          <a:p>
            <a:pPr algn="ctr"/>
            <a:r>
              <a:rPr lang="zh-CN" altLang="en-US" sz="44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人类</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7" name="组合 6"/>
          <p:cNvGrpSpPr/>
          <p:nvPr/>
        </p:nvGrpSpPr>
        <p:grpSpPr>
          <a:xfrm>
            <a:off x="-349885" y="2957195"/>
            <a:ext cx="12430760" cy="1628140"/>
            <a:chOff x="-443" y="1654"/>
            <a:chExt cx="19576" cy="2564"/>
          </a:xfrm>
        </p:grpSpPr>
        <p:sp>
          <p:nvSpPr>
            <p:cNvPr id="8" name="矩形 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现在的生活压力大，大部分人需要 </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来叫醒自己。</a:t>
              </a: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17" name="组合 16"/>
          <p:cNvGrpSpPr/>
          <p:nvPr/>
        </p:nvGrpSpPr>
        <p:grpSpPr>
          <a:xfrm>
            <a:off x="-406401" y="4636135"/>
            <a:ext cx="12487275" cy="1628140"/>
            <a:chOff x="-443" y="1654"/>
            <a:chExt cx="19576" cy="2564"/>
          </a:xfrm>
        </p:grpSpPr>
        <p:sp>
          <p:nvSpPr>
            <p:cNvPr id="18" name="矩形 1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有_____的生活习惯对身体健康非常有好处。</a:t>
              </a:r>
            </a:p>
          </p:txBody>
        </p:sp>
        <p:pic>
          <p:nvPicPr>
            <p:cNvPr id="23" name="图片 22"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24" name="文本框 23"/>
          <p:cNvSpPr txBox="1"/>
          <p:nvPr/>
        </p:nvSpPr>
        <p:spPr>
          <a:xfrm>
            <a:off x="7524750" y="3739515"/>
            <a:ext cx="1995170" cy="768350"/>
          </a:xfrm>
          <a:prstGeom prst="rect">
            <a:avLst/>
          </a:prstGeom>
          <a:noFill/>
        </p:spPr>
        <p:txBody>
          <a:bodyPr wrap="square" rtlCol="0" anchor="t">
            <a:spAutoFit/>
          </a:bodyPr>
          <a:lstStyle/>
          <a:p>
            <a:pPr algn="ctr"/>
            <a:r>
              <a:rPr lang="zh-CN" altLang="en-US" sz="44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闹钟</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
        <p:nvSpPr>
          <p:cNvPr id="25" name="文本框 24"/>
          <p:cNvSpPr txBox="1"/>
          <p:nvPr/>
        </p:nvSpPr>
        <p:spPr>
          <a:xfrm>
            <a:off x="956478" y="5408391"/>
            <a:ext cx="1995170" cy="768350"/>
          </a:xfrm>
          <a:prstGeom prst="rect">
            <a:avLst/>
          </a:prstGeom>
          <a:noFill/>
        </p:spPr>
        <p:txBody>
          <a:bodyPr wrap="square" rtlCol="0" anchor="t">
            <a:spAutoFit/>
          </a:bodyPr>
          <a:lstStyle/>
          <a:p>
            <a:pPr algn="ctr"/>
            <a:r>
              <a:rPr lang="zh-CN" altLang="en-US" sz="44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规律</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22" name="组合 21"/>
          <p:cNvGrpSpPr/>
          <p:nvPr/>
        </p:nvGrpSpPr>
        <p:grpSpPr>
          <a:xfrm>
            <a:off x="6156960" y="381635"/>
            <a:ext cx="1402371" cy="706755"/>
            <a:chOff x="4428" y="448"/>
            <a:chExt cx="3124" cy="1113"/>
          </a:xfrm>
        </p:grpSpPr>
        <p:sp>
          <p:nvSpPr>
            <p:cNvPr id="26" name="圆角矩形 25"/>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 name="文本框 26"/>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生物</a:t>
              </a:r>
            </a:p>
          </p:txBody>
        </p:sp>
      </p:grpSp>
      <p:grpSp>
        <p:nvGrpSpPr>
          <p:cNvPr id="28" name="组合 27"/>
          <p:cNvGrpSpPr/>
          <p:nvPr/>
        </p:nvGrpSpPr>
        <p:grpSpPr>
          <a:xfrm>
            <a:off x="8047990" y="390525"/>
            <a:ext cx="1472565" cy="706755"/>
            <a:chOff x="4428" y="448"/>
            <a:chExt cx="2319" cy="1113"/>
          </a:xfrm>
        </p:grpSpPr>
        <p:sp>
          <p:nvSpPr>
            <p:cNvPr id="29" name="圆角矩形 28"/>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规律</a:t>
              </a:r>
            </a:p>
          </p:txBody>
        </p:sp>
      </p:grpSp>
      <p:grpSp>
        <p:nvGrpSpPr>
          <p:cNvPr id="31" name="组合 30"/>
          <p:cNvGrpSpPr/>
          <p:nvPr/>
        </p:nvGrpSpPr>
        <p:grpSpPr>
          <a:xfrm>
            <a:off x="10008870" y="372745"/>
            <a:ext cx="1472565" cy="706755"/>
            <a:chOff x="4428" y="448"/>
            <a:chExt cx="2319" cy="1113"/>
          </a:xfrm>
        </p:grpSpPr>
        <p:sp>
          <p:nvSpPr>
            <p:cNvPr id="32" name="圆角矩形 31"/>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光线</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subTnLst>
                                    <p:audio>
                                      <p:cMediaNode>
                                        <p:cTn display="0" masterRel="sameClick">
                                          <p:stCondLst>
                                            <p:cond evt="begin" delay="0">
                                              <p:tn val="15"/>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4"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5"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grpSp>
        <p:nvGrpSpPr>
          <p:cNvPr id="9" name="组合 8"/>
          <p:cNvGrpSpPr/>
          <p:nvPr/>
        </p:nvGrpSpPr>
        <p:grpSpPr>
          <a:xfrm>
            <a:off x="2261235" y="363855"/>
            <a:ext cx="1402371" cy="706755"/>
            <a:chOff x="4428" y="448"/>
            <a:chExt cx="3124" cy="1113"/>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文本框 43"/>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闹钟</a:t>
              </a:r>
            </a:p>
          </p:txBody>
        </p:sp>
      </p:grpSp>
      <p:grpSp>
        <p:nvGrpSpPr>
          <p:cNvPr id="10" name="组合 9"/>
          <p:cNvGrpSpPr/>
          <p:nvPr/>
        </p:nvGrpSpPr>
        <p:grpSpPr>
          <a:xfrm>
            <a:off x="4203065" y="372745"/>
            <a:ext cx="1472565" cy="706755"/>
            <a:chOff x="4428" y="448"/>
            <a:chExt cx="2319" cy="1113"/>
          </a:xfrm>
        </p:grpSpPr>
        <p:sp>
          <p:nvSpPr>
            <p:cNvPr id="11" name="圆角矩形 10"/>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人类</a:t>
              </a:r>
            </a:p>
          </p:txBody>
        </p:sp>
      </p:grpSp>
      <p:grpSp>
        <p:nvGrpSpPr>
          <p:cNvPr id="4" name="组合 3"/>
          <p:cNvGrpSpPr/>
          <p:nvPr/>
        </p:nvGrpSpPr>
        <p:grpSpPr>
          <a:xfrm>
            <a:off x="-349885" y="1278255"/>
            <a:ext cx="12430760" cy="1628140"/>
            <a:chOff x="-443" y="1654"/>
            <a:chExt cx="19576" cy="2564"/>
          </a:xfrm>
        </p:grpSpPr>
        <p:sp>
          <p:nvSpPr>
            <p:cNvPr id="2" name="矩形 1"/>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 是自然醒的必要条件。</a:t>
              </a: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36" name="文本框 35"/>
          <p:cNvSpPr txBox="1"/>
          <p:nvPr/>
        </p:nvSpPr>
        <p:spPr>
          <a:xfrm>
            <a:off x="691204" y="2081825"/>
            <a:ext cx="1995170" cy="768350"/>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光线</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7" name="组合 6"/>
          <p:cNvGrpSpPr/>
          <p:nvPr/>
        </p:nvGrpSpPr>
        <p:grpSpPr>
          <a:xfrm>
            <a:off x="-349885" y="2957195"/>
            <a:ext cx="12430760" cy="1891030"/>
            <a:chOff x="-443" y="1654"/>
            <a:chExt cx="19576" cy="2978"/>
          </a:xfrm>
        </p:grpSpPr>
        <p:sp>
          <p:nvSpPr>
            <p:cNvPr id="8" name="矩形 7"/>
            <p:cNvSpPr/>
            <p:nvPr/>
          </p:nvSpPr>
          <p:spPr>
            <a:xfrm>
              <a:off x="1460" y="2610"/>
              <a:ext cx="17673" cy="2022"/>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最近很多中国人因为看欧洲杯比赛， </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钟有点儿乱。</a:t>
              </a: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24" name="文本框 23"/>
          <p:cNvSpPr txBox="1"/>
          <p:nvPr/>
        </p:nvSpPr>
        <p:spPr>
          <a:xfrm>
            <a:off x="8011795" y="3513455"/>
            <a:ext cx="1995170" cy="768350"/>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生物</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22" name="组合 21"/>
          <p:cNvGrpSpPr/>
          <p:nvPr/>
        </p:nvGrpSpPr>
        <p:grpSpPr>
          <a:xfrm>
            <a:off x="6156960" y="381635"/>
            <a:ext cx="1402371" cy="706755"/>
            <a:chOff x="4428" y="448"/>
            <a:chExt cx="3124" cy="1113"/>
          </a:xfrm>
        </p:grpSpPr>
        <p:sp>
          <p:nvSpPr>
            <p:cNvPr id="26" name="圆角矩形 25"/>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 name="文本框 26"/>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生物</a:t>
              </a:r>
            </a:p>
          </p:txBody>
        </p:sp>
      </p:grpSp>
      <p:grpSp>
        <p:nvGrpSpPr>
          <p:cNvPr id="28" name="组合 27"/>
          <p:cNvGrpSpPr/>
          <p:nvPr/>
        </p:nvGrpSpPr>
        <p:grpSpPr>
          <a:xfrm>
            <a:off x="8047990" y="390525"/>
            <a:ext cx="1472565" cy="706755"/>
            <a:chOff x="4428" y="448"/>
            <a:chExt cx="2319" cy="1113"/>
          </a:xfrm>
        </p:grpSpPr>
        <p:sp>
          <p:nvSpPr>
            <p:cNvPr id="29" name="圆角矩形 28"/>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规律</a:t>
              </a:r>
            </a:p>
          </p:txBody>
        </p:sp>
      </p:grpSp>
      <p:grpSp>
        <p:nvGrpSpPr>
          <p:cNvPr id="31" name="组合 30"/>
          <p:cNvGrpSpPr/>
          <p:nvPr/>
        </p:nvGrpSpPr>
        <p:grpSpPr>
          <a:xfrm>
            <a:off x="10008870" y="372745"/>
            <a:ext cx="1472565" cy="706755"/>
            <a:chOff x="4428" y="448"/>
            <a:chExt cx="2319" cy="1113"/>
          </a:xfrm>
        </p:grpSpPr>
        <p:sp>
          <p:nvSpPr>
            <p:cNvPr id="32" name="圆角矩形 31"/>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光线</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p:cNvGrpSpPr/>
          <p:nvPr/>
        </p:nvGrpSpPr>
        <p:grpSpPr>
          <a:xfrm>
            <a:off x="6093143" y="770255"/>
            <a:ext cx="4739005" cy="5817235"/>
            <a:chOff x="9628" y="1159"/>
            <a:chExt cx="7463"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9628" y="4441"/>
              <a:ext cx="7429" cy="2470"/>
            </a:xfrm>
            <a:prstGeom prst="rect">
              <a:avLst/>
            </a:prstGeom>
            <a:grpFill/>
            <a:ln>
              <a:solidFill>
                <a:srgbClr val="E2AEAB"/>
              </a:solidFill>
            </a:ln>
          </p:spPr>
          <p:txBody>
            <a:bodyPr wrap="square" rtlCol="0">
              <a:spAutoFit/>
            </a:bodyPr>
            <a:lstStyle/>
            <a:p>
              <a:pPr algn="ctr"/>
              <a:r>
                <a:rPr lang="en-US" sz="9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END</a:t>
              </a:r>
              <a:endParaRPr lang="en-US" sz="96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34" name="yongtu"/>
          <p:cNvGrpSpPr/>
          <p:nvPr/>
        </p:nvGrpSpPr>
        <p:grpSpPr>
          <a:xfrm>
            <a:off x="6114733" y="735965"/>
            <a:ext cx="4739005" cy="5817235"/>
            <a:chOff x="9628" y="1159"/>
            <a:chExt cx="7463" cy="9161"/>
          </a:xfrm>
          <a:solidFill>
            <a:schemeClr val="accent5"/>
          </a:solidFill>
        </p:grpSpPr>
        <p:sp>
          <p:nvSpPr>
            <p:cNvPr id="35" name="圆角矩形 34"/>
            <p:cNvSpPr/>
            <p:nvPr/>
          </p:nvSpPr>
          <p:spPr>
            <a:xfrm>
              <a:off x="9663" y="1159"/>
              <a:ext cx="7428" cy="916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9628" y="3695"/>
              <a:ext cx="7429" cy="3974"/>
            </a:xfrm>
            <a:prstGeom prst="rect">
              <a:avLst/>
            </a:prstGeom>
            <a:grpFill/>
            <a:ln>
              <a:solidFill>
                <a:schemeClr val="accent5"/>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yòng</a:t>
              </a:r>
              <a:r>
                <a:rPr lang="en-US" altLang="zh-CN"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tú</a:t>
              </a:r>
              <a:r>
                <a:rPr sz="5400" dirty="0">
                  <a:latin typeface="Arial" panose="020B0704020202020204"/>
                  <a:ea typeface="Arial" panose="020B0704020202020204"/>
                  <a:cs typeface="Arial" panose="020B0704020202020204"/>
                  <a:sym typeface="Arial" panose="020B0704020202020204"/>
                </a:rPr>
                <a:t> </a:t>
              </a:r>
              <a:endParaRPr 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sym typeface="+mn-ea"/>
                </a:rPr>
                <a:t>用途</a:t>
              </a:r>
            </a:p>
            <a:p>
              <a:pPr algn="ctr"/>
              <a:r>
                <a:rPr lang="en-US" altLang="zh-CN" sz="2400" b="1" kern="100" dirty="0">
                  <a:solidFill>
                    <a:schemeClr val="bg1"/>
                  </a:solidFill>
                  <a:ea typeface="思源黑体 CN Regular" panose="020B0500000000000000"/>
                  <a:sym typeface="Times New Roman" panose="02020603050405020304" pitchFamily="18" charset="0"/>
                </a:rPr>
                <a:t>n. to use</a:t>
              </a:r>
              <a:endParaRPr lang="en-US" altLang="zh-CN" sz="2400" b="1" kern="100" dirty="0">
                <a:solidFill>
                  <a:schemeClr val="bg1"/>
                </a:solidFill>
                <a:ea typeface="思源黑体 CN Regular" panose="020B0500000000000000"/>
                <a:sym typeface="+mn-ea"/>
              </a:endParaRPr>
            </a:p>
          </p:txBody>
        </p:sp>
      </p:grpSp>
      <p:grpSp>
        <p:nvGrpSpPr>
          <p:cNvPr id="16" name="xiangshou"/>
          <p:cNvGrpSpPr/>
          <p:nvPr/>
        </p:nvGrpSpPr>
        <p:grpSpPr>
          <a:xfrm>
            <a:off x="6114733" y="735965"/>
            <a:ext cx="4739005" cy="5817235"/>
            <a:chOff x="9628" y="1159"/>
            <a:chExt cx="7463" cy="9161"/>
          </a:xfrm>
          <a:solidFill>
            <a:srgbClr val="E2AEAB"/>
          </a:solidFill>
        </p:grpSpPr>
        <p:sp>
          <p:nvSpPr>
            <p:cNvPr id="18" name="圆角矩形 17"/>
            <p:cNvSpPr/>
            <p:nvPr/>
          </p:nvSpPr>
          <p:spPr>
            <a:xfrm>
              <a:off x="9663" y="1159"/>
              <a:ext cx="7428" cy="9161"/>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文本框 19"/>
            <p:cNvSpPr txBox="1"/>
            <p:nvPr/>
          </p:nvSpPr>
          <p:spPr>
            <a:xfrm>
              <a:off x="9628" y="3587"/>
              <a:ext cx="7429" cy="3973"/>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altLang="zh-CN" sz="5400" dirty="0" err="1">
                  <a:latin typeface="华文细黑" panose="02010600040101010101" pitchFamily="2" charset="-122"/>
                  <a:ea typeface="华文细黑" panose="02010600040101010101" pitchFamily="2" charset="-122"/>
                  <a:sym typeface="华文细黑" panose="02010600040101010101" pitchFamily="2" charset="-122"/>
                </a:rPr>
                <a:t>qiǎn</a:t>
              </a:r>
              <a:endParaRPr lang="en-US" altLang="zh-CN" sz="8000" dirty="0">
                <a:latin typeface="华文细黑" panose="02010600040101010101" pitchFamily="2" charset="-122"/>
                <a:ea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浅</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sz="2400" b="1" kern="100" dirty="0" err="1">
                  <a:solidFill>
                    <a:schemeClr val="bg1"/>
                  </a:solidFill>
                  <a:ea typeface="思源黑体 CN Regular" panose="020B0500000000000000"/>
                  <a:sym typeface="Times New Roman" panose="02020603050405020304" pitchFamily="18" charset="0"/>
                </a:rPr>
                <a:t>adj.shallow</a:t>
              </a:r>
              <a:endParaRPr sz="2400" b="1" kern="100" dirty="0">
                <a:solidFill>
                  <a:schemeClr val="bg1"/>
                </a:solidFill>
                <a:ea typeface="思源黑体 CN Regular" panose="020B0500000000000000"/>
                <a:sym typeface="+mn-ea"/>
              </a:endParaRPr>
            </a:p>
          </p:txBody>
        </p:sp>
      </p:grpSp>
      <p:grpSp>
        <p:nvGrpSpPr>
          <p:cNvPr id="29" name="qian-有问题不显示"/>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qiǎn</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浅</a:t>
              </a:r>
            </a:p>
            <a:p>
              <a:pPr algn="ctr"/>
              <a:r>
                <a:rPr lang="en-US" altLang="zh-CN" sz="2400" b="1" kern="100" dirty="0" err="1">
                  <a:solidFill>
                    <a:schemeClr val="bg1"/>
                  </a:solidFill>
                  <a:ea typeface="思源黑体 CN Regular" panose="020B0500000000000000"/>
                  <a:sym typeface="+mn-ea"/>
                </a:rPr>
                <a:t>adj.shallow</a:t>
              </a:r>
              <a:r>
                <a:rPr lang="en-US" altLang="zh-CN" sz="2400" b="1" kern="100" dirty="0">
                  <a:solidFill>
                    <a:schemeClr val="bg1"/>
                  </a:solidFill>
                  <a:ea typeface="思源黑体 CN Regular" panose="020B0500000000000000"/>
                  <a:sym typeface="+mn-ea"/>
                </a:rPr>
                <a:t> </a:t>
              </a:r>
            </a:p>
          </p:txBody>
        </p:sp>
      </p:grpSp>
      <p:grpSp>
        <p:nvGrpSpPr>
          <p:cNvPr id="2" name="biyao"/>
          <p:cNvGrpSpPr/>
          <p:nvPr/>
        </p:nvGrpSpPr>
        <p:grpSpPr>
          <a:xfrm>
            <a:off x="6114733" y="735965"/>
            <a:ext cx="4739005" cy="5817235"/>
            <a:chOff x="9628" y="1159"/>
            <a:chExt cx="7463" cy="9161"/>
          </a:xfrm>
          <a:solidFill>
            <a:srgbClr val="E2AEAB"/>
          </a:solidFill>
        </p:grpSpPr>
        <p:sp>
          <p:nvSpPr>
            <p:cNvPr id="3" name="圆角矩形 2"/>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9628" y="3685"/>
              <a:ext cx="7429" cy="3973"/>
            </a:xfrm>
            <a:prstGeom prst="rect">
              <a:avLst/>
            </a:prstGeom>
            <a:grpFill/>
            <a:ln>
              <a:solidFill>
                <a:srgbClr val="E2AEAB"/>
              </a:solidFill>
            </a:ln>
          </p:spPr>
          <p:txBody>
            <a:bodyPr wrap="square" rtlCol="0">
              <a:spAutoFit/>
            </a:bodyPr>
            <a:lstStyle/>
            <a:p>
              <a:pPr algn="ctr"/>
              <a:r>
                <a:rPr lang="en-US" altLang="zh-CN"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bì</a:t>
              </a:r>
              <a:r>
                <a:rPr lang="en-US" altLang="zh-CN"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yào</a:t>
              </a:r>
              <a:endParaRPr lang="en-US"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必要</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adj. necessary</a:t>
              </a:r>
              <a:endPar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3" name="递"/>
          <p:cNvGrpSpPr/>
          <p:nvPr/>
        </p:nvGrpSpPr>
        <p:grpSpPr>
          <a:xfrm>
            <a:off x="1336993" y="735965"/>
            <a:ext cx="4718050" cy="5817235"/>
            <a:chOff x="2104" y="1159"/>
            <a:chExt cx="7430" cy="9161"/>
          </a:xfrm>
        </p:grpSpPr>
        <p:sp>
          <p:nvSpPr>
            <p:cNvPr id="5" name="圆角矩形 4"/>
            <p:cNvSpPr/>
            <p:nvPr/>
          </p:nvSpPr>
          <p:spPr>
            <a:xfrm>
              <a:off x="2106" y="1159"/>
              <a:ext cx="7428" cy="9161"/>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104" y="3381"/>
              <a:ext cx="7429" cy="4263"/>
            </a:xfrm>
            <a:prstGeom prst="rect">
              <a:avLst/>
            </a:prstGeom>
            <a:noFill/>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shí</a:t>
              </a:r>
              <a:r>
                <a:rPr lang="en-US" altLang="zh-CN"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yàn</a:t>
              </a: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实验</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algn="ctr"/>
              <a:r>
                <a:rPr lang="en-US" altLang="zh-CN" sz="2400" b="1" kern="100" dirty="0">
                  <a:solidFill>
                    <a:schemeClr val="bg1"/>
                  </a:solidFill>
                  <a:ea typeface="思源黑体 CN Regular" panose="020B0500000000000000" pitchFamily="34" charset="-122"/>
                  <a:sym typeface="Times New Roman" panose="02020603050405020304" pitchFamily="18" charset="0"/>
                </a:rPr>
                <a:t>v./n. to make a experiment</a:t>
              </a:r>
              <a:endParaRPr lang="en-US" altLang="zh-CN" sz="2400" b="1" kern="100" dirty="0">
                <a:solidFill>
                  <a:schemeClr val="bg1"/>
                </a:solidFill>
                <a:ea typeface="思源黑体 CN Regular" panose="020B0500000000000000" pitchFamily="34" charset="-122"/>
                <a:sym typeface="+mn-ea"/>
              </a:endParaRPr>
            </a:p>
          </p:txBody>
        </p:sp>
      </p:grpSp>
      <p:grpSp>
        <p:nvGrpSpPr>
          <p:cNvPr id="6" name="xiangshou"/>
          <p:cNvGrpSpPr/>
          <p:nvPr/>
        </p:nvGrpSpPr>
        <p:grpSpPr>
          <a:xfrm>
            <a:off x="1338263" y="735965"/>
            <a:ext cx="4717415" cy="5817235"/>
            <a:chOff x="2106" y="1159"/>
            <a:chExt cx="7429" cy="9161"/>
          </a:xfrm>
          <a:solidFill>
            <a:srgbClr val="558ED5"/>
          </a:solidFill>
        </p:grpSpPr>
        <p:sp>
          <p:nvSpPr>
            <p:cNvPr id="9" name="圆角矩形 8"/>
            <p:cNvSpPr/>
            <p:nvPr/>
          </p:nvSpPr>
          <p:spPr>
            <a:xfrm>
              <a:off x="2106" y="1159"/>
              <a:ext cx="7428" cy="9161"/>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106" y="3587"/>
              <a:ext cx="7429" cy="3974"/>
            </a:xfrm>
            <a:prstGeom prst="rect">
              <a:avLst/>
            </a:prstGeom>
            <a:grpFill/>
            <a:ln>
              <a:solidFill>
                <a:srgbClr val="558ED5"/>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xiǎng</a:t>
              </a:r>
              <a:r>
                <a:rPr lang="en-US" altLang="zh-CN"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shòu</a:t>
              </a:r>
              <a:endParaRPr lang="en-US"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享受</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ea typeface="思源黑体 CN Regular" panose="020B0500000000000000" pitchFamily="34" charset="-122"/>
                  <a:sym typeface="Times New Roman" panose="02020603050405020304" pitchFamily="18" charset="0"/>
                </a:rPr>
                <a:t>v. to enjoy</a:t>
              </a:r>
              <a:endParaRPr lang="en-US" altLang="zh-CN" sz="2400" b="1" kern="100" dirty="0">
                <a:solidFill>
                  <a:schemeClr val="bg1"/>
                </a:solidFill>
                <a:ea typeface="思源黑体 CN Regular" panose="020B0500000000000000" pitchFamily="34" charset="-122"/>
                <a:sym typeface="+mn-ea"/>
              </a:endParaRPr>
            </a:p>
          </p:txBody>
        </p:sp>
      </p:grpSp>
      <p:grpSp>
        <p:nvGrpSpPr>
          <p:cNvPr id="21" name="xiandai"/>
          <p:cNvGrpSpPr/>
          <p:nvPr/>
        </p:nvGrpSpPr>
        <p:grpSpPr>
          <a:xfrm>
            <a:off x="1338263" y="735965"/>
            <a:ext cx="4717415" cy="5817235"/>
            <a:chOff x="2106" y="1159"/>
            <a:chExt cx="7429" cy="9161"/>
          </a:xfrm>
          <a:solidFill>
            <a:srgbClr val="558ED5"/>
          </a:solidFill>
        </p:grpSpPr>
        <p:sp>
          <p:nvSpPr>
            <p:cNvPr id="32" name="圆角矩形 31"/>
            <p:cNvSpPr/>
            <p:nvPr/>
          </p:nvSpPr>
          <p:spPr>
            <a:xfrm>
              <a:off x="2106" y="1159"/>
              <a:ext cx="7428" cy="9161"/>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2106" y="3587"/>
              <a:ext cx="7429" cy="4118"/>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altLang="zh-CN" sz="5400" dirty="0" err="1">
                  <a:latin typeface="华文细黑" panose="02010600040101010101" pitchFamily="2" charset="-122"/>
                  <a:ea typeface="华文细黑" panose="02010600040101010101" pitchFamily="2" charset="-122"/>
                  <a:cs typeface="华文细黑" panose="02010600040101010101" pitchFamily="2" charset="-122"/>
                  <a:sym typeface="+mn-ea"/>
                </a:rPr>
                <a:t>xiàn</a:t>
              </a:r>
              <a:r>
                <a:rPr lang="en-US" altLang="zh-CN" sz="5400" dirty="0">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altLang="zh-CN" sz="5400" dirty="0" err="1">
                  <a:latin typeface="华文细黑" panose="02010600040101010101" pitchFamily="2" charset="-122"/>
                  <a:ea typeface="华文细黑" panose="02010600040101010101" pitchFamily="2" charset="-122"/>
                  <a:cs typeface="华文细黑" panose="02010600040101010101" pitchFamily="2" charset="-122"/>
                  <a:sym typeface="+mn-ea"/>
                </a:rPr>
                <a:t>dài</a:t>
              </a:r>
              <a:endParaRPr sz="5400" dirty="0">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现代</a:t>
              </a:r>
            </a:p>
            <a:p>
              <a:pPr algn="ctr"/>
              <a:r>
                <a:rPr lang="en-US" sz="2400" b="1" kern="100" dirty="0">
                  <a:solidFill>
                    <a:schemeClr val="bg1"/>
                  </a:solidFill>
                  <a:ea typeface="思源黑体 CN Regular" panose="020B0500000000000000"/>
                  <a:sym typeface="Times New Roman" panose="02020603050405020304" pitchFamily="18" charset="0"/>
                </a:rPr>
                <a:t>n</a:t>
              </a:r>
              <a:r>
                <a:rPr lang="en-US" sz="2400" b="1" kern="100" dirty="0">
                  <a:solidFill>
                    <a:schemeClr val="bg1"/>
                  </a:solidFill>
                  <a:ea typeface="思源黑体 CN Regular" panose="020B0500000000000000" pitchFamily="34" charset="-122"/>
                  <a:sym typeface="Times New Roman" panose="02020603050405020304" pitchFamily="18" charset="0"/>
                </a:rPr>
                <a:t>./</a:t>
              </a:r>
              <a:r>
                <a:rPr lang="en-US" sz="2400" b="1" kern="100" dirty="0" err="1">
                  <a:solidFill>
                    <a:schemeClr val="bg1"/>
                  </a:solidFill>
                  <a:ea typeface="思源黑体 CN Regular" panose="020B0500000000000000" pitchFamily="34" charset="-122"/>
                  <a:sym typeface="Times New Roman" panose="02020603050405020304" pitchFamily="18" charset="0"/>
                </a:rPr>
                <a:t>adj.mordern</a:t>
              </a:r>
              <a:r>
                <a:rPr lang="en-US" sz="2400" b="1" kern="100" dirty="0">
                  <a:solidFill>
                    <a:schemeClr val="bg1"/>
                  </a:solidFill>
                  <a:ea typeface="思源黑体 CN Regular" panose="020B0500000000000000" pitchFamily="34" charset="-122"/>
                  <a:sym typeface="Times New Roman" panose="02020603050405020304" pitchFamily="18" charset="0"/>
                </a:rPr>
                <a:t> </a:t>
              </a:r>
              <a:endParaRPr sz="2400" b="1" kern="100" dirty="0">
                <a:solidFill>
                  <a:schemeClr val="bg1"/>
                </a:solidFill>
                <a:ea typeface="思源黑体 CN Regular" panose="020B0500000000000000" pitchFamily="34" charset="-122"/>
                <a:sym typeface="+mn-ea"/>
              </a:endParaRPr>
            </a:p>
          </p:txBody>
        </p:sp>
      </p:grpSp>
      <p:grpSp>
        <p:nvGrpSpPr>
          <p:cNvPr id="37" name="guodu"/>
          <p:cNvGrpSpPr/>
          <p:nvPr/>
        </p:nvGrpSpPr>
        <p:grpSpPr>
          <a:xfrm>
            <a:off x="1337628" y="728206"/>
            <a:ext cx="4717415" cy="5817235"/>
            <a:chOff x="2106" y="1159"/>
            <a:chExt cx="7429" cy="9161"/>
          </a:xfrm>
          <a:solidFill>
            <a:schemeClr val="tx2">
              <a:lumMod val="60000"/>
              <a:lumOff val="40000"/>
            </a:schemeClr>
          </a:solidFill>
        </p:grpSpPr>
        <p:sp>
          <p:nvSpPr>
            <p:cNvPr id="38" name="圆角矩形 37"/>
            <p:cNvSpPr/>
            <p:nvPr/>
          </p:nvSpPr>
          <p:spPr>
            <a:xfrm>
              <a:off x="2106" y="1159"/>
              <a:ext cx="7428" cy="9161"/>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文本框 38"/>
            <p:cNvSpPr txBox="1"/>
            <p:nvPr/>
          </p:nvSpPr>
          <p:spPr>
            <a:xfrm>
              <a:off x="2106" y="3155"/>
              <a:ext cx="7429" cy="4605"/>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altLang="zh-CN" sz="5400" dirty="0" err="1">
                  <a:latin typeface="华文细黑" panose="02010600040101010101" pitchFamily="2" charset="-122"/>
                  <a:ea typeface="华文细黑" panose="02010600040101010101" pitchFamily="2" charset="-122"/>
                  <a:sym typeface="华文细黑" panose="02010600040101010101" pitchFamily="2" charset="-122"/>
                </a:rPr>
                <a:t>guò</a:t>
              </a:r>
              <a:r>
                <a:rPr lang="en-US" altLang="zh-CN" sz="5400" dirty="0">
                  <a:latin typeface="华文细黑" panose="02010600040101010101" pitchFamily="2" charset="-122"/>
                  <a:ea typeface="华文细黑" panose="02010600040101010101" pitchFamily="2" charset="-122"/>
                  <a:sym typeface="华文细黑" panose="02010600040101010101" pitchFamily="2" charset="-122"/>
                </a:rPr>
                <a:t> </a:t>
              </a:r>
              <a:r>
                <a:rPr lang="en-US" altLang="zh-CN" sz="5400" dirty="0" err="1">
                  <a:latin typeface="华文细黑" panose="02010600040101010101" pitchFamily="2" charset="-122"/>
                  <a:ea typeface="华文细黑" panose="02010600040101010101" pitchFamily="2" charset="-122"/>
                  <a:sym typeface="华文细黑" panose="02010600040101010101" pitchFamily="2" charset="-122"/>
                </a:rPr>
                <a:t>dù</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过度</a:t>
              </a:r>
            </a:p>
            <a:p>
              <a:pPr algn="ctr"/>
              <a:r>
                <a:rPr sz="2400" b="1" kern="100" dirty="0">
                  <a:solidFill>
                    <a:schemeClr val="bg1"/>
                  </a:solidFill>
                  <a:ea typeface="思源黑体 CN Regular" panose="020B0500000000000000" pitchFamily="34" charset="-122"/>
                  <a:sym typeface="Times New Roman" panose="02020603050405020304" pitchFamily="18" charset="0"/>
                </a:rPr>
                <a:t>v. </a:t>
              </a:r>
              <a:r>
                <a:rPr lang="en-US" sz="2400" b="1" kern="100" dirty="0">
                  <a:solidFill>
                    <a:schemeClr val="bg1"/>
                  </a:solidFill>
                  <a:ea typeface="思源黑体 CN Regular" panose="020B0500000000000000" pitchFamily="34" charset="-122"/>
                  <a:sym typeface="Times New Roman" panose="02020603050405020304" pitchFamily="18" charset="0"/>
                </a:rPr>
                <a:t>to transit</a:t>
              </a:r>
              <a:endParaRPr sz="2400" b="1" kern="100" dirty="0">
                <a:solidFill>
                  <a:schemeClr val="bg1"/>
                </a:solidFill>
                <a:ea typeface="思源黑体 CN Regular" panose="020B0500000000000000" pitchFamily="34" charset="-122"/>
                <a:sym typeface="+mn-ea"/>
              </a:endParaRP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grpSp>
        <p:nvGrpSpPr>
          <p:cNvPr id="76" name="组合 75"/>
          <p:cNvGrpSpPr/>
          <p:nvPr/>
        </p:nvGrpSpPr>
        <p:grpSpPr>
          <a:xfrm>
            <a:off x="1337945" y="702310"/>
            <a:ext cx="4716780" cy="5816600"/>
            <a:chOff x="2107" y="1159"/>
            <a:chExt cx="7428" cy="9160"/>
          </a:xfrm>
        </p:grpSpPr>
        <p:sp>
          <p:nvSpPr>
            <p:cNvPr id="74" name="圆角矩形 73"/>
            <p:cNvSpPr/>
            <p:nvPr/>
          </p:nvSpPr>
          <p:spPr>
            <a:xfrm>
              <a:off x="2107" y="1159"/>
              <a:ext cx="7428" cy="9161"/>
            </a:xfrm>
            <a:prstGeom prst="roundRect">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19" name="图片 18" descr="1"/>
            <p:cNvPicPr>
              <a:picLocks noChangeAspect="1"/>
            </p:cNvPicPr>
            <p:nvPr/>
          </p:nvPicPr>
          <p:blipFill>
            <a:blip r:embed="rId3"/>
            <a:stretch>
              <a:fillRect/>
            </a:stretch>
          </p:blipFill>
          <p:spPr>
            <a:xfrm>
              <a:off x="3372" y="3070"/>
              <a:ext cx="4898" cy="4898"/>
            </a:xfrm>
            <a:prstGeom prst="rect">
              <a:avLst/>
            </a:prstGeom>
          </p:spPr>
        </p:pic>
      </p:grpSp>
      <p:grpSp>
        <p:nvGrpSpPr>
          <p:cNvPr id="15" name="组合 14"/>
          <p:cNvGrpSpPr/>
          <p:nvPr/>
        </p:nvGrpSpPr>
        <p:grpSpPr>
          <a:xfrm>
            <a:off x="5628323" y="1699260"/>
            <a:ext cx="935990" cy="4041140"/>
            <a:chOff x="8862" y="2676"/>
            <a:chExt cx="1474" cy="6364"/>
          </a:xfrm>
        </p:grpSpPr>
        <p:sp>
          <p:nvSpPr>
            <p:cNvPr id="10" name="空心弧 9"/>
            <p:cNvSpPr/>
            <p:nvPr/>
          </p:nvSpPr>
          <p:spPr>
            <a:xfrm>
              <a:off x="8862" y="267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空心弧 11"/>
            <p:cNvSpPr/>
            <p:nvPr/>
          </p:nvSpPr>
          <p:spPr>
            <a:xfrm>
              <a:off x="8862" y="4571"/>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空心弧 12"/>
            <p:cNvSpPr/>
            <p:nvPr/>
          </p:nvSpPr>
          <p:spPr>
            <a:xfrm>
              <a:off x="8862" y="646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空心弧 13"/>
            <p:cNvSpPr/>
            <p:nvPr/>
          </p:nvSpPr>
          <p:spPr>
            <a:xfrm>
              <a:off x="8862" y="8248"/>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xit" presetSubtype="8" fill="hold" nodeType="click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par>
                          <p:cTn id="11" fill="hold">
                            <p:stCondLst>
                              <p:cond delay="500"/>
                            </p:stCondLst>
                            <p:childTnLst>
                              <p:par>
                                <p:cTn id="12" presetID="17" presetClass="entr" presetSubtype="2" fill="hold" nodeType="afterEffect">
                                  <p:stCondLst>
                                    <p:cond delay="0"/>
                                  </p:stCondLst>
                                  <p:childTnLst>
                                    <p:set>
                                      <p:cBhvr additive="base">
                                        <p:cTn id="13" dur="500"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ppt_w/2"/>
                                          </p:val>
                                        </p:tav>
                                        <p:tav tm="100000">
                                          <p:val>
                                            <p:strVal val="#ppt_x"/>
                                          </p:val>
                                        </p:tav>
                                      </p:tavLst>
                                    </p:anim>
                                    <p:anim calcmode="lin" valueType="num">
                                      <p:cBhvr additive="base">
                                        <p:cTn id="15" dur="500" fill="hold"/>
                                        <p:tgtEl>
                                          <p:spTgt spid="23"/>
                                        </p:tgtEl>
                                        <p:attrNameLst>
                                          <p:attrName>ppt_y</p:attrName>
                                        </p:attrNameLst>
                                      </p:cBhvr>
                                      <p:tavLst>
                                        <p:tav tm="0">
                                          <p:val>
                                            <p:strVal val="#ppt_y"/>
                                          </p:val>
                                        </p:tav>
                                        <p:tav tm="100000">
                                          <p:val>
                                            <p:strVal val="#ppt_y"/>
                                          </p:val>
                                        </p:tav>
                                      </p:tavLst>
                                    </p:anim>
                                    <p:anim calcmode="lin" valueType="num">
                                      <p:cBhvr additive="base">
                                        <p:cTn id="16" dur="500" fill="hold"/>
                                        <p:tgtEl>
                                          <p:spTgt spid="23"/>
                                        </p:tgtEl>
                                        <p:attrNameLst>
                                          <p:attrName>ppt_w</p:attrName>
                                        </p:attrNameLst>
                                      </p:cBhvr>
                                      <p:tavLst>
                                        <p:tav tm="0">
                                          <p:val>
                                            <p:fltVal val="0"/>
                                          </p:val>
                                        </p:tav>
                                        <p:tav tm="100000">
                                          <p:val>
                                            <p:strVal val="#ppt_w"/>
                                          </p:val>
                                        </p:tav>
                                      </p:tavLst>
                                    </p:anim>
                                    <p:anim calcmode="lin" valueType="num">
                                      <p:cBhvr additive="base">
                                        <p:cTn id="17" dur="500" fill="hold"/>
                                        <p:tgtEl>
                                          <p:spTgt spid="23"/>
                                        </p:tgtEl>
                                        <p:attrNameLst>
                                          <p:attrName>ppt_h</p:attrName>
                                        </p:attrNameLst>
                                      </p:cBhvr>
                                      <p:tavLst>
                                        <p:tav tm="0">
                                          <p:val>
                                            <p:strVal val="#ppt_h"/>
                                          </p:val>
                                        </p:tav>
                                        <p:tav tm="100000">
                                          <p:val>
                                            <p:strVal val="#ppt_h"/>
                                          </p:val>
                                        </p:tav>
                                      </p:tavLst>
                                    </p:anim>
                                  </p:childTnLst>
                                </p:cTn>
                              </p:par>
                              <p:par>
                                <p:cTn id="18" presetID="17" presetClass="entr" presetSubtype="2" fill="hold" nodeType="withEffect">
                                  <p:stCondLst>
                                    <p:cond delay="0"/>
                                  </p:stCondLst>
                                  <p:childTnLst>
                                    <p:set>
                                      <p:cBhvr additive="base">
                                        <p:cTn id="19" dur="500"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ppt_x+#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anim calcmode="lin" valueType="num">
                                      <p:cBhvr additive="base">
                                        <p:cTn id="22" dur="500" fill="hold"/>
                                        <p:tgtEl>
                                          <p:spTgt spid="15"/>
                                        </p:tgtEl>
                                        <p:attrNameLst>
                                          <p:attrName>ppt_w</p:attrName>
                                        </p:attrNameLst>
                                      </p:cBhvr>
                                      <p:tavLst>
                                        <p:tav tm="0">
                                          <p:val>
                                            <p:fltVal val="0"/>
                                          </p:val>
                                        </p:tav>
                                        <p:tav tm="100000">
                                          <p:val>
                                            <p:strVal val="#ppt_w"/>
                                          </p:val>
                                        </p:tav>
                                      </p:tavLst>
                                    </p:anim>
                                    <p:anim calcmode="lin" valueType="num">
                                      <p:cBhvr additive="base">
                                        <p:cTn id="23"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xit" presetSubtype="8" fill="hold" nodeType="clickEffect">
                                  <p:stCondLst>
                                    <p:cond delay="0"/>
                                  </p:stCondLst>
                                  <p:childTnLst>
                                    <p:anim calcmode="lin" valueType="num">
                                      <p:cBhvr additive="base">
                                        <p:cTn id="27" dur="500"/>
                                        <p:tgtEl>
                                          <p:spTgt spid="2"/>
                                        </p:tgtEl>
                                        <p:attrNameLst>
                                          <p:attrName>ppt_x</p:attrName>
                                        </p:attrNameLst>
                                      </p:cBhvr>
                                      <p:tavLst>
                                        <p:tav tm="0">
                                          <p:val>
                                            <p:strVal val="ppt_x"/>
                                          </p:val>
                                        </p:tav>
                                        <p:tav tm="100000">
                                          <p:val>
                                            <p:strVal val="ppt_x-ppt_w/2"/>
                                          </p:val>
                                        </p:tav>
                                      </p:tavLst>
                                    </p:anim>
                                    <p:anim calcmode="lin" valueType="num">
                                      <p:cBhvr additive="base">
                                        <p:cTn id="28" dur="500"/>
                                        <p:tgtEl>
                                          <p:spTgt spid="2"/>
                                        </p:tgtEl>
                                        <p:attrNameLst>
                                          <p:attrName>ppt_y</p:attrName>
                                        </p:attrNameLst>
                                      </p:cBhvr>
                                      <p:tavLst>
                                        <p:tav tm="0">
                                          <p:val>
                                            <p:strVal val="ppt_y"/>
                                          </p:val>
                                        </p:tav>
                                        <p:tav tm="100000">
                                          <p:val>
                                            <p:strVal val="ppt_y"/>
                                          </p:val>
                                        </p:tav>
                                      </p:tavLst>
                                    </p:anim>
                                    <p:anim calcmode="lin" valueType="num">
                                      <p:cBhvr additive="base">
                                        <p:cTn id="29" dur="500"/>
                                        <p:tgtEl>
                                          <p:spTgt spid="2"/>
                                        </p:tgtEl>
                                        <p:attrNameLst>
                                          <p:attrName>ppt_w</p:attrName>
                                        </p:attrNameLst>
                                      </p:cBhvr>
                                      <p:tavLst>
                                        <p:tav tm="0">
                                          <p:val>
                                            <p:strVal val="ppt_w"/>
                                          </p:val>
                                        </p:tav>
                                        <p:tav tm="100000">
                                          <p:val>
                                            <p:fltVal val="0"/>
                                          </p:val>
                                        </p:tav>
                                      </p:tavLst>
                                    </p:anim>
                                    <p:anim calcmode="lin" valueType="num">
                                      <p:cBhvr additive="base">
                                        <p:cTn id="30" dur="500"/>
                                        <p:tgtEl>
                                          <p:spTgt spid="2"/>
                                        </p:tgtEl>
                                        <p:attrNameLst>
                                          <p:attrName>ppt_h</p:attrName>
                                        </p:attrNameLst>
                                      </p:cBhvr>
                                      <p:tavLst>
                                        <p:tav tm="0">
                                          <p:val>
                                            <p:strVal val="ppt_h"/>
                                          </p:val>
                                        </p:tav>
                                        <p:tav tm="100000">
                                          <p:val>
                                            <p:strVal val="ppt_h"/>
                                          </p:val>
                                        </p:tav>
                                      </p:tavLst>
                                    </p:anim>
                                    <p:set>
                                      <p:cBhvr additive="base">
                                        <p:cTn id="31" dur="1" fill="hold">
                                          <p:stCondLst>
                                            <p:cond delay="499"/>
                                          </p:stCondLst>
                                        </p:cTn>
                                        <p:tgtEl>
                                          <p:spTgt spid="2"/>
                                        </p:tgtEl>
                                        <p:attrNameLst>
                                          <p:attrName>style.visibility</p:attrName>
                                        </p:attrNameLst>
                                      </p:cBhvr>
                                      <p:to>
                                        <p:strVal val="hidden"/>
                                      </p:to>
                                    </p:set>
                                  </p:childTnLst>
                                </p:cTn>
                              </p:par>
                            </p:childTnLst>
                          </p:cTn>
                        </p:par>
                        <p:par>
                          <p:cTn id="32" fill="hold">
                            <p:stCondLst>
                              <p:cond delay="500"/>
                            </p:stCondLst>
                            <p:childTnLst>
                              <p:par>
                                <p:cTn id="33" presetID="17" presetClass="entr" presetSubtype="2" fill="hold" nodeType="afterEffect">
                                  <p:stCondLst>
                                    <p:cond delay="0"/>
                                  </p:stCondLst>
                                  <p:childTnLst>
                                    <p:set>
                                      <p:cBhvr additive="base">
                                        <p:cTn id="34" dur="500"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anim calcmode="lin" valueType="num">
                                      <p:cBhvr additive="base">
                                        <p:cTn id="37" dur="500" fill="hold"/>
                                        <p:tgtEl>
                                          <p:spTgt spid="6"/>
                                        </p:tgtEl>
                                        <p:attrNameLst>
                                          <p:attrName>ppt_w</p:attrName>
                                        </p:attrNameLst>
                                      </p:cBhvr>
                                      <p:tavLst>
                                        <p:tav tm="0">
                                          <p:val>
                                            <p:fltVal val="0"/>
                                          </p:val>
                                        </p:tav>
                                        <p:tav tm="100000">
                                          <p:val>
                                            <p:strVal val="#ppt_w"/>
                                          </p:val>
                                        </p:tav>
                                      </p:tavLst>
                                    </p:anim>
                                    <p:anim calcmode="lin" valueType="num">
                                      <p:cBhvr additive="base">
                                        <p:cTn id="38"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2" name="翻书声.wav"/>
                                        </p:tgtEl>
                                      </p:cMediaNode>
                                    </p:audio>
                                  </p:subTnLst>
                                </p:cTn>
                              </p:par>
                            </p:childTnLst>
                          </p:cTn>
                        </p:par>
                      </p:childTnLst>
                    </p:cTn>
                  </p:par>
                  <p:par>
                    <p:cTn id="39" fill="hold">
                      <p:stCondLst>
                        <p:cond delay="indefinite"/>
                      </p:stCondLst>
                      <p:childTnLst>
                        <p:par>
                          <p:cTn id="40" fill="hold">
                            <p:stCondLst>
                              <p:cond delay="0"/>
                            </p:stCondLst>
                            <p:childTnLst>
                              <p:par>
                                <p:cTn id="41" presetID="17" presetClass="exit" presetSubtype="8" fill="hold" nodeType="clickEffect">
                                  <p:stCondLst>
                                    <p:cond delay="0"/>
                                  </p:stCondLst>
                                  <p:childTnLst>
                                    <p:anim calcmode="lin" valueType="num">
                                      <p:cBhvr additive="base">
                                        <p:cTn id="42" dur="500"/>
                                        <p:tgtEl>
                                          <p:spTgt spid="16"/>
                                        </p:tgtEl>
                                        <p:attrNameLst>
                                          <p:attrName>ppt_x</p:attrName>
                                        </p:attrNameLst>
                                      </p:cBhvr>
                                      <p:tavLst>
                                        <p:tav tm="0">
                                          <p:val>
                                            <p:strVal val="ppt_x"/>
                                          </p:val>
                                        </p:tav>
                                        <p:tav tm="100000">
                                          <p:val>
                                            <p:strVal val="ppt_x-ppt_w/2"/>
                                          </p:val>
                                        </p:tav>
                                      </p:tavLst>
                                    </p:anim>
                                    <p:anim calcmode="lin" valueType="num">
                                      <p:cBhvr additive="base">
                                        <p:cTn id="43" dur="500"/>
                                        <p:tgtEl>
                                          <p:spTgt spid="16"/>
                                        </p:tgtEl>
                                        <p:attrNameLst>
                                          <p:attrName>ppt_y</p:attrName>
                                        </p:attrNameLst>
                                      </p:cBhvr>
                                      <p:tavLst>
                                        <p:tav tm="0">
                                          <p:val>
                                            <p:strVal val="ppt_y"/>
                                          </p:val>
                                        </p:tav>
                                        <p:tav tm="100000">
                                          <p:val>
                                            <p:strVal val="ppt_y"/>
                                          </p:val>
                                        </p:tav>
                                      </p:tavLst>
                                    </p:anim>
                                    <p:anim calcmode="lin" valueType="num">
                                      <p:cBhvr additive="base">
                                        <p:cTn id="44" dur="500"/>
                                        <p:tgtEl>
                                          <p:spTgt spid="16"/>
                                        </p:tgtEl>
                                        <p:attrNameLst>
                                          <p:attrName>ppt_w</p:attrName>
                                        </p:attrNameLst>
                                      </p:cBhvr>
                                      <p:tavLst>
                                        <p:tav tm="0">
                                          <p:val>
                                            <p:strVal val="ppt_w"/>
                                          </p:val>
                                        </p:tav>
                                        <p:tav tm="100000">
                                          <p:val>
                                            <p:fltVal val="0"/>
                                          </p:val>
                                        </p:tav>
                                      </p:tavLst>
                                    </p:anim>
                                    <p:anim calcmode="lin" valueType="num">
                                      <p:cBhvr additive="base">
                                        <p:cTn id="45" dur="500"/>
                                        <p:tgtEl>
                                          <p:spTgt spid="16"/>
                                        </p:tgtEl>
                                        <p:attrNameLst>
                                          <p:attrName>ppt_h</p:attrName>
                                        </p:attrNameLst>
                                      </p:cBhvr>
                                      <p:tavLst>
                                        <p:tav tm="0">
                                          <p:val>
                                            <p:strVal val="ppt_h"/>
                                          </p:val>
                                        </p:tav>
                                        <p:tav tm="100000">
                                          <p:val>
                                            <p:strVal val="ppt_h"/>
                                          </p:val>
                                        </p:tav>
                                      </p:tavLst>
                                    </p:anim>
                                    <p:set>
                                      <p:cBhvr additive="base">
                                        <p:cTn id="46" dur="1" fill="hold">
                                          <p:stCondLst>
                                            <p:cond delay="499"/>
                                          </p:stCondLst>
                                        </p:cTn>
                                        <p:tgtEl>
                                          <p:spTgt spid="16"/>
                                        </p:tgtEl>
                                        <p:attrNameLst>
                                          <p:attrName>style.visibility</p:attrName>
                                        </p:attrNameLst>
                                      </p:cBhvr>
                                      <p:to>
                                        <p:strVal val="hidden"/>
                                      </p:to>
                                    </p:set>
                                  </p:childTnLst>
                                </p:cTn>
                              </p:par>
                            </p:childTnLst>
                          </p:cTn>
                        </p:par>
                        <p:par>
                          <p:cTn id="47" fill="hold">
                            <p:stCondLst>
                              <p:cond delay="500"/>
                            </p:stCondLst>
                            <p:childTnLst>
                              <p:par>
                                <p:cTn id="48" presetID="17" presetClass="entr" presetSubtype="2" fill="hold" nodeType="afterEffect">
                                  <p:stCondLst>
                                    <p:cond delay="0"/>
                                  </p:stCondLst>
                                  <p:childTnLst>
                                    <p:set>
                                      <p:cBhvr additive="base">
                                        <p:cTn id="49" dur="500" fill="hold">
                                          <p:stCondLst>
                                            <p:cond delay="0"/>
                                          </p:stCondLst>
                                        </p:cTn>
                                        <p:tgtEl>
                                          <p:spTgt spid="21"/>
                                        </p:tgtEl>
                                        <p:attrNameLst>
                                          <p:attrName>style.visibility</p:attrName>
                                        </p:attrNameLst>
                                      </p:cBhvr>
                                      <p:to>
                                        <p:strVal val="visible"/>
                                      </p:to>
                                    </p:set>
                                    <p:anim calcmode="lin" valueType="num">
                                      <p:cBhvr additive="base">
                                        <p:cTn id="50" dur="500" fill="hold"/>
                                        <p:tgtEl>
                                          <p:spTgt spid="21"/>
                                        </p:tgtEl>
                                        <p:attrNameLst>
                                          <p:attrName>ppt_x</p:attrName>
                                        </p:attrNameLst>
                                      </p:cBhvr>
                                      <p:tavLst>
                                        <p:tav tm="0">
                                          <p:val>
                                            <p:strVal val="#ppt_x+#ppt_w/2"/>
                                          </p:val>
                                        </p:tav>
                                        <p:tav tm="100000">
                                          <p:val>
                                            <p:strVal val="#ppt_x"/>
                                          </p:val>
                                        </p:tav>
                                      </p:tavLst>
                                    </p:anim>
                                    <p:anim calcmode="lin" valueType="num">
                                      <p:cBhvr additive="base">
                                        <p:cTn id="51" dur="500" fill="hold"/>
                                        <p:tgtEl>
                                          <p:spTgt spid="21"/>
                                        </p:tgtEl>
                                        <p:attrNameLst>
                                          <p:attrName>ppt_y</p:attrName>
                                        </p:attrNameLst>
                                      </p:cBhvr>
                                      <p:tavLst>
                                        <p:tav tm="0">
                                          <p:val>
                                            <p:strVal val="#ppt_y"/>
                                          </p:val>
                                        </p:tav>
                                        <p:tav tm="100000">
                                          <p:val>
                                            <p:strVal val="#ppt_y"/>
                                          </p:val>
                                        </p:tav>
                                      </p:tavLst>
                                    </p:anim>
                                    <p:anim calcmode="lin" valueType="num">
                                      <p:cBhvr additive="base">
                                        <p:cTn id="52" dur="500" fill="hold"/>
                                        <p:tgtEl>
                                          <p:spTgt spid="21"/>
                                        </p:tgtEl>
                                        <p:attrNameLst>
                                          <p:attrName>ppt_w</p:attrName>
                                        </p:attrNameLst>
                                      </p:cBhvr>
                                      <p:tavLst>
                                        <p:tav tm="0">
                                          <p:val>
                                            <p:fltVal val="0"/>
                                          </p:val>
                                        </p:tav>
                                        <p:tav tm="100000">
                                          <p:val>
                                            <p:strVal val="#ppt_w"/>
                                          </p:val>
                                        </p:tav>
                                      </p:tavLst>
                                    </p:anim>
                                    <p:anim calcmode="lin" valueType="num">
                                      <p:cBhvr additive="base">
                                        <p:cTn id="53"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8"/>
                                            </p:cond>
                                          </p:stCondLst>
                                          <p:endCondLst>
                                            <p:cond evt="onStopAudio" delay="0">
                                              <p:tgtEl>
                                                <p:sldTgt/>
                                              </p:tgtEl>
                                            </p:cond>
                                          </p:endCondLst>
                                        </p:cTn>
                                        <p:tgtEl>
                                          <p:sndTgt r:embed="rId2" name="翻书声.wav"/>
                                        </p:tgtEl>
                                      </p:cMediaNode>
                                    </p:audio>
                                  </p:subTnLst>
                                </p:cTn>
                              </p:par>
                            </p:childTnLst>
                          </p:cTn>
                        </p:par>
                      </p:childTnLst>
                    </p:cTn>
                  </p:par>
                  <p:par>
                    <p:cTn id="54" fill="hold">
                      <p:stCondLst>
                        <p:cond delay="indefinite"/>
                      </p:stCondLst>
                      <p:childTnLst>
                        <p:par>
                          <p:cTn id="55" fill="hold">
                            <p:stCondLst>
                              <p:cond delay="0"/>
                            </p:stCondLst>
                            <p:childTnLst>
                              <p:par>
                                <p:cTn id="56" presetID="17" presetClass="exit" presetSubtype="8" fill="hold" nodeType="clickEffect">
                                  <p:stCondLst>
                                    <p:cond delay="0"/>
                                  </p:stCondLst>
                                  <p:childTnLst>
                                    <p:anim calcmode="lin" valueType="num">
                                      <p:cBhvr additive="base">
                                        <p:cTn id="57" dur="500"/>
                                        <p:tgtEl>
                                          <p:spTgt spid="34"/>
                                        </p:tgtEl>
                                        <p:attrNameLst>
                                          <p:attrName>ppt_x</p:attrName>
                                        </p:attrNameLst>
                                      </p:cBhvr>
                                      <p:tavLst>
                                        <p:tav tm="0">
                                          <p:val>
                                            <p:strVal val="ppt_x"/>
                                          </p:val>
                                        </p:tav>
                                        <p:tav tm="100000">
                                          <p:val>
                                            <p:strVal val="ppt_x-ppt_w/2"/>
                                          </p:val>
                                        </p:tav>
                                      </p:tavLst>
                                    </p:anim>
                                    <p:anim calcmode="lin" valueType="num">
                                      <p:cBhvr additive="base">
                                        <p:cTn id="58" dur="500"/>
                                        <p:tgtEl>
                                          <p:spTgt spid="34"/>
                                        </p:tgtEl>
                                        <p:attrNameLst>
                                          <p:attrName>ppt_y</p:attrName>
                                        </p:attrNameLst>
                                      </p:cBhvr>
                                      <p:tavLst>
                                        <p:tav tm="0">
                                          <p:val>
                                            <p:strVal val="ppt_y"/>
                                          </p:val>
                                        </p:tav>
                                        <p:tav tm="100000">
                                          <p:val>
                                            <p:strVal val="ppt_y"/>
                                          </p:val>
                                        </p:tav>
                                      </p:tavLst>
                                    </p:anim>
                                    <p:anim calcmode="lin" valueType="num">
                                      <p:cBhvr additive="base">
                                        <p:cTn id="59" dur="500"/>
                                        <p:tgtEl>
                                          <p:spTgt spid="34"/>
                                        </p:tgtEl>
                                        <p:attrNameLst>
                                          <p:attrName>ppt_w</p:attrName>
                                        </p:attrNameLst>
                                      </p:cBhvr>
                                      <p:tavLst>
                                        <p:tav tm="0">
                                          <p:val>
                                            <p:strVal val="ppt_w"/>
                                          </p:val>
                                        </p:tav>
                                        <p:tav tm="100000">
                                          <p:val>
                                            <p:fltVal val="0"/>
                                          </p:val>
                                        </p:tav>
                                      </p:tavLst>
                                    </p:anim>
                                    <p:anim calcmode="lin" valueType="num">
                                      <p:cBhvr additive="base">
                                        <p:cTn id="60" dur="500"/>
                                        <p:tgtEl>
                                          <p:spTgt spid="34"/>
                                        </p:tgtEl>
                                        <p:attrNameLst>
                                          <p:attrName>ppt_h</p:attrName>
                                        </p:attrNameLst>
                                      </p:cBhvr>
                                      <p:tavLst>
                                        <p:tav tm="0">
                                          <p:val>
                                            <p:strVal val="ppt_h"/>
                                          </p:val>
                                        </p:tav>
                                        <p:tav tm="100000">
                                          <p:val>
                                            <p:strVal val="ppt_h"/>
                                          </p:val>
                                        </p:tav>
                                      </p:tavLst>
                                    </p:anim>
                                    <p:set>
                                      <p:cBhvr additive="base">
                                        <p:cTn id="61" dur="1" fill="hold">
                                          <p:stCondLst>
                                            <p:cond delay="499"/>
                                          </p:stCondLst>
                                        </p:cTn>
                                        <p:tgtEl>
                                          <p:spTgt spid="34"/>
                                        </p:tgtEl>
                                        <p:attrNameLst>
                                          <p:attrName>style.visibility</p:attrName>
                                        </p:attrNameLst>
                                      </p:cBhvr>
                                      <p:to>
                                        <p:strVal val="hidden"/>
                                      </p:to>
                                    </p:set>
                                  </p:childTnLst>
                                </p:cTn>
                              </p:par>
                            </p:childTnLst>
                          </p:cTn>
                        </p:par>
                        <p:par>
                          <p:cTn id="62" fill="hold">
                            <p:stCondLst>
                              <p:cond delay="500"/>
                            </p:stCondLst>
                            <p:childTnLst>
                              <p:par>
                                <p:cTn id="63" presetID="17" presetClass="entr" presetSubtype="2" fill="hold" nodeType="afterEffect">
                                  <p:stCondLst>
                                    <p:cond delay="0"/>
                                  </p:stCondLst>
                                  <p:childTnLst>
                                    <p:set>
                                      <p:cBhvr additive="base">
                                        <p:cTn id="64" dur="500"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ppt_w/2"/>
                                          </p:val>
                                        </p:tav>
                                        <p:tav tm="100000">
                                          <p:val>
                                            <p:strVal val="#ppt_x"/>
                                          </p:val>
                                        </p:tav>
                                      </p:tavLst>
                                    </p:anim>
                                    <p:anim calcmode="lin" valueType="num">
                                      <p:cBhvr additive="base">
                                        <p:cTn id="66" dur="500" fill="hold"/>
                                        <p:tgtEl>
                                          <p:spTgt spid="37"/>
                                        </p:tgtEl>
                                        <p:attrNameLst>
                                          <p:attrName>ppt_y</p:attrName>
                                        </p:attrNameLst>
                                      </p:cBhvr>
                                      <p:tavLst>
                                        <p:tav tm="0">
                                          <p:val>
                                            <p:strVal val="#ppt_y"/>
                                          </p:val>
                                        </p:tav>
                                        <p:tav tm="100000">
                                          <p:val>
                                            <p:strVal val="#ppt_y"/>
                                          </p:val>
                                        </p:tav>
                                      </p:tavLst>
                                    </p:anim>
                                    <p:anim calcmode="lin" valueType="num">
                                      <p:cBhvr additive="base">
                                        <p:cTn id="67" dur="500" fill="hold"/>
                                        <p:tgtEl>
                                          <p:spTgt spid="37"/>
                                        </p:tgtEl>
                                        <p:attrNameLst>
                                          <p:attrName>ppt_w</p:attrName>
                                        </p:attrNameLst>
                                      </p:cBhvr>
                                      <p:tavLst>
                                        <p:tav tm="0">
                                          <p:val>
                                            <p:fltVal val="0"/>
                                          </p:val>
                                        </p:tav>
                                        <p:tav tm="100000">
                                          <p:val>
                                            <p:strVal val="#ppt_w"/>
                                          </p:val>
                                        </p:tav>
                                      </p:tavLst>
                                    </p:anim>
                                    <p:anim calcmode="lin" valueType="num">
                                      <p:cBhvr additive="base">
                                        <p:cTn id="68" dur="5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2" name="翻书声.wav"/>
                                        </p:tgtEl>
                                      </p:cMediaNode>
                                    </p:audio>
                                  </p:subTnLst>
                                </p:cTn>
                              </p:par>
                            </p:childTnLst>
                          </p:cTn>
                        </p:par>
                      </p:childTnLst>
                    </p:cTn>
                  </p:par>
                  <p:par>
                    <p:cTn id="69" fill="hold">
                      <p:stCondLst>
                        <p:cond delay="indefinite"/>
                      </p:stCondLst>
                      <p:childTnLst>
                        <p:par>
                          <p:cTn id="70" fill="hold">
                            <p:stCondLst>
                              <p:cond delay="0"/>
                            </p:stCondLst>
                            <p:childTnLst>
                              <p:par>
                                <p:cTn id="71" presetID="17" presetClass="exit" presetSubtype="8" fill="hold" nodeType="clickEffect">
                                  <p:stCondLst>
                                    <p:cond delay="0"/>
                                  </p:stCondLst>
                                  <p:childTnLst>
                                    <p:anim calcmode="lin" valueType="num">
                                      <p:cBhvr additive="base">
                                        <p:cTn id="72" dur="500"/>
                                        <p:tgtEl>
                                          <p:spTgt spid="58"/>
                                        </p:tgtEl>
                                        <p:attrNameLst>
                                          <p:attrName>ppt_x</p:attrName>
                                        </p:attrNameLst>
                                      </p:cBhvr>
                                      <p:tavLst>
                                        <p:tav tm="0">
                                          <p:val>
                                            <p:strVal val="ppt_x"/>
                                          </p:val>
                                        </p:tav>
                                        <p:tav tm="100000">
                                          <p:val>
                                            <p:strVal val="ppt_x-ppt_w/2"/>
                                          </p:val>
                                        </p:tav>
                                      </p:tavLst>
                                    </p:anim>
                                    <p:anim calcmode="lin" valueType="num">
                                      <p:cBhvr additive="base">
                                        <p:cTn id="73" dur="500"/>
                                        <p:tgtEl>
                                          <p:spTgt spid="58"/>
                                        </p:tgtEl>
                                        <p:attrNameLst>
                                          <p:attrName>ppt_y</p:attrName>
                                        </p:attrNameLst>
                                      </p:cBhvr>
                                      <p:tavLst>
                                        <p:tav tm="0">
                                          <p:val>
                                            <p:strVal val="ppt_y"/>
                                          </p:val>
                                        </p:tav>
                                        <p:tav tm="100000">
                                          <p:val>
                                            <p:strVal val="ppt_y"/>
                                          </p:val>
                                        </p:tav>
                                      </p:tavLst>
                                    </p:anim>
                                    <p:anim calcmode="lin" valueType="num">
                                      <p:cBhvr additive="base">
                                        <p:cTn id="74" dur="500"/>
                                        <p:tgtEl>
                                          <p:spTgt spid="58"/>
                                        </p:tgtEl>
                                        <p:attrNameLst>
                                          <p:attrName>ppt_w</p:attrName>
                                        </p:attrNameLst>
                                      </p:cBhvr>
                                      <p:tavLst>
                                        <p:tav tm="0">
                                          <p:val>
                                            <p:strVal val="ppt_w"/>
                                          </p:val>
                                        </p:tav>
                                        <p:tav tm="100000">
                                          <p:val>
                                            <p:fltVal val="0"/>
                                          </p:val>
                                        </p:tav>
                                      </p:tavLst>
                                    </p:anim>
                                    <p:anim calcmode="lin" valueType="num">
                                      <p:cBhvr additive="base">
                                        <p:cTn id="75" dur="500"/>
                                        <p:tgtEl>
                                          <p:spTgt spid="58"/>
                                        </p:tgtEl>
                                        <p:attrNameLst>
                                          <p:attrName>ppt_h</p:attrName>
                                        </p:attrNameLst>
                                      </p:cBhvr>
                                      <p:tavLst>
                                        <p:tav tm="0">
                                          <p:val>
                                            <p:strVal val="ppt_h"/>
                                          </p:val>
                                        </p:tav>
                                        <p:tav tm="100000">
                                          <p:val>
                                            <p:strVal val="ppt_h"/>
                                          </p:val>
                                        </p:tav>
                                      </p:tavLst>
                                    </p:anim>
                                    <p:set>
                                      <p:cBhvr additive="base">
                                        <p:cTn id="76" dur="1" fill="hold">
                                          <p:stCondLst>
                                            <p:cond delay="499"/>
                                          </p:stCondLst>
                                        </p:cTn>
                                        <p:tgtEl>
                                          <p:spTgt spid="58"/>
                                        </p:tgtEl>
                                        <p:attrNameLst>
                                          <p:attrName>style.visibility</p:attrName>
                                        </p:attrNameLst>
                                      </p:cBhvr>
                                      <p:to>
                                        <p:strVal val="hidden"/>
                                      </p:to>
                                    </p:set>
                                  </p:childTnLst>
                                </p:cTn>
                              </p:par>
                            </p:childTnLst>
                          </p:cTn>
                        </p:par>
                        <p:par>
                          <p:cTn id="77" fill="hold">
                            <p:stCondLst>
                              <p:cond delay="500"/>
                            </p:stCondLst>
                            <p:childTnLst>
                              <p:par>
                                <p:cTn id="78" presetID="17" presetClass="entr" presetSubtype="2" fill="hold" nodeType="afterEffect">
                                  <p:stCondLst>
                                    <p:cond delay="0"/>
                                  </p:stCondLst>
                                  <p:childTnLst>
                                    <p:set>
                                      <p:cBhvr additive="base">
                                        <p:cTn id="79" dur="500" fill="hold">
                                          <p:stCondLst>
                                            <p:cond delay="0"/>
                                          </p:stCondLst>
                                        </p:cTn>
                                        <p:tgtEl>
                                          <p:spTgt spid="61"/>
                                        </p:tgtEl>
                                        <p:attrNameLst>
                                          <p:attrName>style.visibility</p:attrName>
                                        </p:attrNameLst>
                                      </p:cBhvr>
                                      <p:to>
                                        <p:strVal val="visible"/>
                                      </p:to>
                                    </p:set>
                                    <p:anim calcmode="lin" valueType="num">
                                      <p:cBhvr additive="base">
                                        <p:cTn id="80" dur="500" fill="hold"/>
                                        <p:tgtEl>
                                          <p:spTgt spid="61"/>
                                        </p:tgtEl>
                                        <p:attrNameLst>
                                          <p:attrName>ppt_x</p:attrName>
                                        </p:attrNameLst>
                                      </p:cBhvr>
                                      <p:tavLst>
                                        <p:tav tm="0">
                                          <p:val>
                                            <p:strVal val="#ppt_x+#ppt_w/2"/>
                                          </p:val>
                                        </p:tav>
                                        <p:tav tm="100000">
                                          <p:val>
                                            <p:strVal val="#ppt_x"/>
                                          </p:val>
                                        </p:tav>
                                      </p:tavLst>
                                    </p:anim>
                                    <p:anim calcmode="lin" valueType="num">
                                      <p:cBhvr additive="base">
                                        <p:cTn id="81" dur="500" fill="hold"/>
                                        <p:tgtEl>
                                          <p:spTgt spid="61"/>
                                        </p:tgtEl>
                                        <p:attrNameLst>
                                          <p:attrName>ppt_y</p:attrName>
                                        </p:attrNameLst>
                                      </p:cBhvr>
                                      <p:tavLst>
                                        <p:tav tm="0">
                                          <p:val>
                                            <p:strVal val="#ppt_y"/>
                                          </p:val>
                                        </p:tav>
                                        <p:tav tm="100000">
                                          <p:val>
                                            <p:strVal val="#ppt_y"/>
                                          </p:val>
                                        </p:tav>
                                      </p:tavLst>
                                    </p:anim>
                                    <p:anim calcmode="lin" valueType="num">
                                      <p:cBhvr additive="base">
                                        <p:cTn id="82" dur="500" fill="hold"/>
                                        <p:tgtEl>
                                          <p:spTgt spid="61"/>
                                        </p:tgtEl>
                                        <p:attrNameLst>
                                          <p:attrName>ppt_w</p:attrName>
                                        </p:attrNameLst>
                                      </p:cBhvr>
                                      <p:tavLst>
                                        <p:tav tm="0">
                                          <p:val>
                                            <p:fltVal val="0"/>
                                          </p:val>
                                        </p:tav>
                                        <p:tav tm="100000">
                                          <p:val>
                                            <p:strVal val="#ppt_w"/>
                                          </p:val>
                                        </p:tav>
                                      </p:tavLst>
                                    </p:anim>
                                    <p:anim calcmode="lin" valueType="num">
                                      <p:cBhvr additive="base">
                                        <p:cTn id="83"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2" name="翻书声.wav"/>
                                        </p:tgtEl>
                                      </p:cMediaNode>
                                    </p:audio>
                                  </p:subTnLst>
                                </p:cTn>
                              </p:par>
                            </p:childTnLst>
                          </p:cTn>
                        </p:par>
                      </p:childTnLst>
                    </p:cTn>
                  </p:par>
                  <p:par>
                    <p:cTn id="84" fill="hold">
                      <p:stCondLst>
                        <p:cond delay="indefinite"/>
                      </p:stCondLst>
                      <p:childTnLst>
                        <p:par>
                          <p:cTn id="85" fill="hold">
                            <p:stCondLst>
                              <p:cond delay="0"/>
                            </p:stCondLst>
                            <p:childTnLst>
                              <p:par>
                                <p:cTn id="86" presetID="17" presetClass="exit" presetSubtype="8" fill="hold" nodeType="clickEffect">
                                  <p:stCondLst>
                                    <p:cond delay="0"/>
                                  </p:stCondLst>
                                  <p:childTnLst>
                                    <p:anim calcmode="lin" valueType="num">
                                      <p:cBhvr additive="base">
                                        <p:cTn id="87" dur="500"/>
                                        <p:tgtEl>
                                          <p:spTgt spid="64"/>
                                        </p:tgtEl>
                                        <p:attrNameLst>
                                          <p:attrName>ppt_x</p:attrName>
                                        </p:attrNameLst>
                                      </p:cBhvr>
                                      <p:tavLst>
                                        <p:tav tm="0">
                                          <p:val>
                                            <p:strVal val="ppt_x"/>
                                          </p:val>
                                        </p:tav>
                                        <p:tav tm="100000">
                                          <p:val>
                                            <p:strVal val="ppt_x-ppt_w/2"/>
                                          </p:val>
                                        </p:tav>
                                      </p:tavLst>
                                    </p:anim>
                                    <p:anim calcmode="lin" valueType="num">
                                      <p:cBhvr additive="base">
                                        <p:cTn id="88" dur="500"/>
                                        <p:tgtEl>
                                          <p:spTgt spid="64"/>
                                        </p:tgtEl>
                                        <p:attrNameLst>
                                          <p:attrName>ppt_y</p:attrName>
                                        </p:attrNameLst>
                                      </p:cBhvr>
                                      <p:tavLst>
                                        <p:tav tm="0">
                                          <p:val>
                                            <p:strVal val="ppt_y"/>
                                          </p:val>
                                        </p:tav>
                                        <p:tav tm="100000">
                                          <p:val>
                                            <p:strVal val="ppt_y"/>
                                          </p:val>
                                        </p:tav>
                                      </p:tavLst>
                                    </p:anim>
                                    <p:anim calcmode="lin" valueType="num">
                                      <p:cBhvr additive="base">
                                        <p:cTn id="89" dur="500"/>
                                        <p:tgtEl>
                                          <p:spTgt spid="64"/>
                                        </p:tgtEl>
                                        <p:attrNameLst>
                                          <p:attrName>ppt_w</p:attrName>
                                        </p:attrNameLst>
                                      </p:cBhvr>
                                      <p:tavLst>
                                        <p:tav tm="0">
                                          <p:val>
                                            <p:strVal val="ppt_w"/>
                                          </p:val>
                                        </p:tav>
                                        <p:tav tm="100000">
                                          <p:val>
                                            <p:fltVal val="0"/>
                                          </p:val>
                                        </p:tav>
                                      </p:tavLst>
                                    </p:anim>
                                    <p:anim calcmode="lin" valueType="num">
                                      <p:cBhvr additive="base">
                                        <p:cTn id="90" dur="500"/>
                                        <p:tgtEl>
                                          <p:spTgt spid="64"/>
                                        </p:tgtEl>
                                        <p:attrNameLst>
                                          <p:attrName>ppt_h</p:attrName>
                                        </p:attrNameLst>
                                      </p:cBhvr>
                                      <p:tavLst>
                                        <p:tav tm="0">
                                          <p:val>
                                            <p:strVal val="ppt_h"/>
                                          </p:val>
                                        </p:tav>
                                        <p:tav tm="100000">
                                          <p:val>
                                            <p:strVal val="ppt_h"/>
                                          </p:val>
                                        </p:tav>
                                      </p:tavLst>
                                    </p:anim>
                                    <p:set>
                                      <p:cBhvr additive="base">
                                        <p:cTn id="91" dur="1" fill="hold">
                                          <p:stCondLst>
                                            <p:cond delay="499"/>
                                          </p:stCondLst>
                                        </p:cTn>
                                        <p:tgtEl>
                                          <p:spTgt spid="64"/>
                                        </p:tgtEl>
                                        <p:attrNameLst>
                                          <p:attrName>style.visibility</p:attrName>
                                        </p:attrNameLst>
                                      </p:cBhvr>
                                      <p:to>
                                        <p:strVal val="hidden"/>
                                      </p:to>
                                    </p:set>
                                  </p:childTnLst>
                                </p:cTn>
                              </p:par>
                            </p:childTnLst>
                          </p:cTn>
                        </p:par>
                        <p:par>
                          <p:cTn id="92" fill="hold">
                            <p:stCondLst>
                              <p:cond delay="500"/>
                            </p:stCondLst>
                            <p:childTnLst>
                              <p:par>
                                <p:cTn id="93" presetID="17" presetClass="entr" presetSubtype="2" fill="hold" nodeType="afterEffect">
                                  <p:stCondLst>
                                    <p:cond delay="0"/>
                                  </p:stCondLst>
                                  <p:childTnLst>
                                    <p:set>
                                      <p:cBhvr additive="base">
                                        <p:cTn id="94" dur="500" fill="hold">
                                          <p:stCondLst>
                                            <p:cond delay="0"/>
                                          </p:stCondLst>
                                        </p:cTn>
                                        <p:tgtEl>
                                          <p:spTgt spid="67"/>
                                        </p:tgtEl>
                                        <p:attrNameLst>
                                          <p:attrName>style.visibility</p:attrName>
                                        </p:attrNameLst>
                                      </p:cBhvr>
                                      <p:to>
                                        <p:strVal val="visible"/>
                                      </p:to>
                                    </p:set>
                                    <p:anim calcmode="lin" valueType="num">
                                      <p:cBhvr additive="base">
                                        <p:cTn id="95" dur="500" fill="hold"/>
                                        <p:tgtEl>
                                          <p:spTgt spid="67"/>
                                        </p:tgtEl>
                                        <p:attrNameLst>
                                          <p:attrName>ppt_x</p:attrName>
                                        </p:attrNameLst>
                                      </p:cBhvr>
                                      <p:tavLst>
                                        <p:tav tm="0">
                                          <p:val>
                                            <p:strVal val="#ppt_x+#ppt_w/2"/>
                                          </p:val>
                                        </p:tav>
                                        <p:tav tm="100000">
                                          <p:val>
                                            <p:strVal val="#ppt_x"/>
                                          </p:val>
                                        </p:tav>
                                      </p:tavLst>
                                    </p:anim>
                                    <p:anim calcmode="lin" valueType="num">
                                      <p:cBhvr additive="base">
                                        <p:cTn id="96" dur="500" fill="hold"/>
                                        <p:tgtEl>
                                          <p:spTgt spid="67"/>
                                        </p:tgtEl>
                                        <p:attrNameLst>
                                          <p:attrName>ppt_y</p:attrName>
                                        </p:attrNameLst>
                                      </p:cBhvr>
                                      <p:tavLst>
                                        <p:tav tm="0">
                                          <p:val>
                                            <p:strVal val="#ppt_y"/>
                                          </p:val>
                                        </p:tav>
                                        <p:tav tm="100000">
                                          <p:val>
                                            <p:strVal val="#ppt_y"/>
                                          </p:val>
                                        </p:tav>
                                      </p:tavLst>
                                    </p:anim>
                                    <p:anim calcmode="lin" valueType="num">
                                      <p:cBhvr additive="base">
                                        <p:cTn id="97" dur="500" fill="hold"/>
                                        <p:tgtEl>
                                          <p:spTgt spid="67"/>
                                        </p:tgtEl>
                                        <p:attrNameLst>
                                          <p:attrName>ppt_w</p:attrName>
                                        </p:attrNameLst>
                                      </p:cBhvr>
                                      <p:tavLst>
                                        <p:tav tm="0">
                                          <p:val>
                                            <p:fltVal val="0"/>
                                          </p:val>
                                        </p:tav>
                                        <p:tav tm="100000">
                                          <p:val>
                                            <p:strVal val="#ppt_w"/>
                                          </p:val>
                                        </p:tav>
                                      </p:tavLst>
                                    </p:anim>
                                    <p:anim calcmode="lin" valueType="num">
                                      <p:cBhvr additive="base">
                                        <p:cTn id="98"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3"/>
                                            </p:cond>
                                          </p:stCondLst>
                                          <p:endCondLst>
                                            <p:cond evt="onStopAudio" delay="0">
                                              <p:tgtEl>
                                                <p:sldTgt/>
                                              </p:tgtEl>
                                            </p:cond>
                                          </p:endCondLst>
                                        </p:cTn>
                                        <p:tgtEl>
                                          <p:sndTgt r:embed="rId2" name="翻书声.wav"/>
                                        </p:tgtEl>
                                      </p:cMediaNode>
                                    </p:audio>
                                  </p:subTnLst>
                                </p:cTn>
                              </p:par>
                            </p:childTnLst>
                          </p:cTn>
                        </p:par>
                      </p:childTnLst>
                    </p:cTn>
                  </p:par>
                  <p:par>
                    <p:cTn id="99" fill="hold">
                      <p:stCondLst>
                        <p:cond delay="indefinite"/>
                      </p:stCondLst>
                      <p:childTnLst>
                        <p:par>
                          <p:cTn id="100" fill="hold">
                            <p:stCondLst>
                              <p:cond delay="0"/>
                            </p:stCondLst>
                            <p:childTnLst>
                              <p:par>
                                <p:cTn id="101" presetID="17" presetClass="exit" presetSubtype="8" fill="hold" nodeType="clickEffect">
                                  <p:stCondLst>
                                    <p:cond delay="0"/>
                                  </p:stCondLst>
                                  <p:childTnLst>
                                    <p:anim calcmode="lin" valueType="num">
                                      <p:cBhvr additive="base">
                                        <p:cTn id="102" dur="500"/>
                                        <p:tgtEl>
                                          <p:spTgt spid="70"/>
                                        </p:tgtEl>
                                        <p:attrNameLst>
                                          <p:attrName>ppt_x</p:attrName>
                                        </p:attrNameLst>
                                      </p:cBhvr>
                                      <p:tavLst>
                                        <p:tav tm="0">
                                          <p:val>
                                            <p:strVal val="ppt_x"/>
                                          </p:val>
                                        </p:tav>
                                        <p:tav tm="100000">
                                          <p:val>
                                            <p:strVal val="ppt_x-ppt_w/2"/>
                                          </p:val>
                                        </p:tav>
                                      </p:tavLst>
                                    </p:anim>
                                    <p:anim calcmode="lin" valueType="num">
                                      <p:cBhvr additive="base">
                                        <p:cTn id="103" dur="500"/>
                                        <p:tgtEl>
                                          <p:spTgt spid="70"/>
                                        </p:tgtEl>
                                        <p:attrNameLst>
                                          <p:attrName>ppt_y</p:attrName>
                                        </p:attrNameLst>
                                      </p:cBhvr>
                                      <p:tavLst>
                                        <p:tav tm="0">
                                          <p:val>
                                            <p:strVal val="ppt_y"/>
                                          </p:val>
                                        </p:tav>
                                        <p:tav tm="100000">
                                          <p:val>
                                            <p:strVal val="ppt_y"/>
                                          </p:val>
                                        </p:tav>
                                      </p:tavLst>
                                    </p:anim>
                                    <p:anim calcmode="lin" valueType="num">
                                      <p:cBhvr additive="base">
                                        <p:cTn id="104" dur="500"/>
                                        <p:tgtEl>
                                          <p:spTgt spid="70"/>
                                        </p:tgtEl>
                                        <p:attrNameLst>
                                          <p:attrName>ppt_w</p:attrName>
                                        </p:attrNameLst>
                                      </p:cBhvr>
                                      <p:tavLst>
                                        <p:tav tm="0">
                                          <p:val>
                                            <p:strVal val="ppt_w"/>
                                          </p:val>
                                        </p:tav>
                                        <p:tav tm="100000">
                                          <p:val>
                                            <p:fltVal val="0"/>
                                          </p:val>
                                        </p:tav>
                                      </p:tavLst>
                                    </p:anim>
                                    <p:anim calcmode="lin" valueType="num">
                                      <p:cBhvr additive="base">
                                        <p:cTn id="105" dur="500"/>
                                        <p:tgtEl>
                                          <p:spTgt spid="70"/>
                                        </p:tgtEl>
                                        <p:attrNameLst>
                                          <p:attrName>ppt_h</p:attrName>
                                        </p:attrNameLst>
                                      </p:cBhvr>
                                      <p:tavLst>
                                        <p:tav tm="0">
                                          <p:val>
                                            <p:strVal val="ppt_h"/>
                                          </p:val>
                                        </p:tav>
                                        <p:tav tm="100000">
                                          <p:val>
                                            <p:strVal val="ppt_h"/>
                                          </p:val>
                                        </p:tav>
                                      </p:tavLst>
                                    </p:anim>
                                    <p:set>
                                      <p:cBhvr additive="base">
                                        <p:cTn id="106"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101"/>
                                            </p:cond>
                                          </p:stCondLst>
                                          <p:endCondLst>
                                            <p:cond evt="onStopAudio" delay="0">
                                              <p:tgtEl>
                                                <p:sldTgt/>
                                              </p:tgtEl>
                                            </p:cond>
                                          </p:endCondLst>
                                        </p:cTn>
                                        <p:tgtEl>
                                          <p:sndTgt r:embed="rId2" name="翻书声.wav"/>
                                        </p:tgtEl>
                                      </p:cMediaNode>
                                    </p:audio>
                                  </p:subTnLst>
                                </p:cTn>
                              </p:par>
                            </p:childTnLst>
                          </p:cTn>
                        </p:par>
                        <p:par>
                          <p:cTn id="107" fill="hold">
                            <p:stCondLst>
                              <p:cond delay="500"/>
                            </p:stCondLst>
                            <p:childTnLst>
                              <p:par>
                                <p:cTn id="108" presetID="17" presetClass="entr" presetSubtype="2" fill="hold" nodeType="afterEffect">
                                  <p:stCondLst>
                                    <p:cond delay="0"/>
                                  </p:stCondLst>
                                  <p:childTnLst>
                                    <p:set>
                                      <p:cBhvr additive="base">
                                        <p:cTn id="109" dur="500" fill="hold">
                                          <p:stCondLst>
                                            <p:cond delay="0"/>
                                          </p:stCondLst>
                                        </p:cTn>
                                        <p:tgtEl>
                                          <p:spTgt spid="27"/>
                                        </p:tgtEl>
                                        <p:attrNameLst>
                                          <p:attrName>style.visibility</p:attrName>
                                        </p:attrNameLst>
                                      </p:cBhvr>
                                      <p:to>
                                        <p:strVal val="visible"/>
                                      </p:to>
                                    </p:set>
                                    <p:anim calcmode="lin" valueType="num">
                                      <p:cBhvr additive="base">
                                        <p:cTn id="110" dur="500" fill="hold"/>
                                        <p:tgtEl>
                                          <p:spTgt spid="27"/>
                                        </p:tgtEl>
                                        <p:attrNameLst>
                                          <p:attrName>ppt_x</p:attrName>
                                        </p:attrNameLst>
                                      </p:cBhvr>
                                      <p:tavLst>
                                        <p:tav tm="0">
                                          <p:val>
                                            <p:strVal val="#ppt_x+#ppt_w/2"/>
                                          </p:val>
                                        </p:tav>
                                        <p:tav tm="100000">
                                          <p:val>
                                            <p:strVal val="#ppt_x"/>
                                          </p:val>
                                        </p:tav>
                                      </p:tavLst>
                                    </p:anim>
                                    <p:anim calcmode="lin" valueType="num">
                                      <p:cBhvr additive="base">
                                        <p:cTn id="111" dur="500" fill="hold"/>
                                        <p:tgtEl>
                                          <p:spTgt spid="27"/>
                                        </p:tgtEl>
                                        <p:attrNameLst>
                                          <p:attrName>ppt_y</p:attrName>
                                        </p:attrNameLst>
                                      </p:cBhvr>
                                      <p:tavLst>
                                        <p:tav tm="0">
                                          <p:val>
                                            <p:strVal val="#ppt_y"/>
                                          </p:val>
                                        </p:tav>
                                        <p:tav tm="100000">
                                          <p:val>
                                            <p:strVal val="#ppt_y"/>
                                          </p:val>
                                        </p:tav>
                                      </p:tavLst>
                                    </p:anim>
                                    <p:anim calcmode="lin" valueType="num">
                                      <p:cBhvr additive="base">
                                        <p:cTn id="112" dur="500" fill="hold"/>
                                        <p:tgtEl>
                                          <p:spTgt spid="27"/>
                                        </p:tgtEl>
                                        <p:attrNameLst>
                                          <p:attrName>ppt_w</p:attrName>
                                        </p:attrNameLst>
                                      </p:cBhvr>
                                      <p:tavLst>
                                        <p:tav tm="0">
                                          <p:val>
                                            <p:fltVal val="0"/>
                                          </p:val>
                                        </p:tav>
                                        <p:tav tm="100000">
                                          <p:val>
                                            <p:strVal val="#ppt_w"/>
                                          </p:val>
                                        </p:tav>
                                      </p:tavLst>
                                    </p:anim>
                                    <p:anim calcmode="lin" valueType="num">
                                      <p:cBhvr additive="base">
                                        <p:cTn id="113"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8"/>
                                            </p:cond>
                                          </p:stCondLst>
                                          <p:endCondLst>
                                            <p:cond evt="onStopAudio" delay="0">
                                              <p:tgtEl>
                                                <p:sldTgt/>
                                              </p:tgtEl>
                                            </p:cond>
                                          </p:endCondLst>
                                        </p:cTn>
                                        <p:tgtEl>
                                          <p:sndTgt r:embed="rId2" name="翻书声.wav"/>
                                        </p:tgtEl>
                                      </p:cMediaNode>
                                    </p:audio>
                                  </p:subTnLst>
                                </p:cTn>
                              </p:par>
                            </p:childTnLst>
                          </p:cTn>
                        </p:par>
                      </p:childTnLst>
                    </p:cTn>
                  </p:par>
                  <p:par>
                    <p:cTn id="114" fill="hold">
                      <p:stCondLst>
                        <p:cond delay="indefinite"/>
                      </p:stCondLst>
                      <p:childTnLst>
                        <p:par>
                          <p:cTn id="115" fill="hold">
                            <p:stCondLst>
                              <p:cond delay="0"/>
                            </p:stCondLst>
                            <p:childTnLst>
                              <p:par>
                                <p:cTn id="116" presetID="17" presetClass="exit" presetSubtype="8" fill="hold" nodeType="clickEffect">
                                  <p:stCondLst>
                                    <p:cond delay="0"/>
                                  </p:stCondLst>
                                  <p:childTnLst>
                                    <p:anim calcmode="lin" valueType="num">
                                      <p:cBhvr additive="base">
                                        <p:cTn id="117" dur="500"/>
                                        <p:tgtEl>
                                          <p:spTgt spid="22"/>
                                        </p:tgtEl>
                                        <p:attrNameLst>
                                          <p:attrName>ppt_x</p:attrName>
                                        </p:attrNameLst>
                                      </p:cBhvr>
                                      <p:tavLst>
                                        <p:tav tm="0">
                                          <p:val>
                                            <p:strVal val="ppt_x"/>
                                          </p:val>
                                        </p:tav>
                                        <p:tav tm="100000">
                                          <p:val>
                                            <p:strVal val="ppt_x-ppt_w/2"/>
                                          </p:val>
                                        </p:tav>
                                      </p:tavLst>
                                    </p:anim>
                                    <p:anim calcmode="lin" valueType="num">
                                      <p:cBhvr additive="base">
                                        <p:cTn id="118" dur="500"/>
                                        <p:tgtEl>
                                          <p:spTgt spid="22"/>
                                        </p:tgtEl>
                                        <p:attrNameLst>
                                          <p:attrName>ppt_y</p:attrName>
                                        </p:attrNameLst>
                                      </p:cBhvr>
                                      <p:tavLst>
                                        <p:tav tm="0">
                                          <p:val>
                                            <p:strVal val="ppt_y"/>
                                          </p:val>
                                        </p:tav>
                                        <p:tav tm="100000">
                                          <p:val>
                                            <p:strVal val="ppt_y"/>
                                          </p:val>
                                        </p:tav>
                                      </p:tavLst>
                                    </p:anim>
                                    <p:anim calcmode="lin" valueType="num">
                                      <p:cBhvr additive="base">
                                        <p:cTn id="119" dur="500"/>
                                        <p:tgtEl>
                                          <p:spTgt spid="22"/>
                                        </p:tgtEl>
                                        <p:attrNameLst>
                                          <p:attrName>ppt_w</p:attrName>
                                        </p:attrNameLst>
                                      </p:cBhvr>
                                      <p:tavLst>
                                        <p:tav tm="0">
                                          <p:val>
                                            <p:strVal val="ppt_w"/>
                                          </p:val>
                                        </p:tav>
                                        <p:tav tm="100000">
                                          <p:val>
                                            <p:fltVal val="0"/>
                                          </p:val>
                                        </p:tav>
                                      </p:tavLst>
                                    </p:anim>
                                    <p:anim calcmode="lin" valueType="num">
                                      <p:cBhvr additive="base">
                                        <p:cTn id="120" dur="500"/>
                                        <p:tgtEl>
                                          <p:spTgt spid="22"/>
                                        </p:tgtEl>
                                        <p:attrNameLst>
                                          <p:attrName>ppt_h</p:attrName>
                                        </p:attrNameLst>
                                      </p:cBhvr>
                                      <p:tavLst>
                                        <p:tav tm="0">
                                          <p:val>
                                            <p:strVal val="ppt_h"/>
                                          </p:val>
                                        </p:tav>
                                        <p:tav tm="100000">
                                          <p:val>
                                            <p:strVal val="ppt_h"/>
                                          </p:val>
                                        </p:tav>
                                      </p:tavLst>
                                    </p:anim>
                                    <p:set>
                                      <p:cBhvr additive="base">
                                        <p:cTn id="121" dur="1" fill="hold">
                                          <p:stCondLst>
                                            <p:cond delay="499"/>
                                          </p:stCondLst>
                                        </p:cTn>
                                        <p:tgtEl>
                                          <p:spTgt spid="22"/>
                                        </p:tgtEl>
                                        <p:attrNameLst>
                                          <p:attrName>style.visibility</p:attrName>
                                        </p:attrNameLst>
                                      </p:cBhvr>
                                      <p:to>
                                        <p:strVal val="hidden"/>
                                      </p:to>
                                    </p:set>
                                  </p:childTnLst>
                                </p:cTn>
                              </p:par>
                            </p:childTnLst>
                          </p:cTn>
                        </p:par>
                        <p:par>
                          <p:cTn id="122" fill="hold">
                            <p:stCondLst>
                              <p:cond delay="500"/>
                            </p:stCondLst>
                            <p:childTnLst>
                              <p:par>
                                <p:cTn id="123" presetID="17" presetClass="entr" presetSubtype="2" fill="hold" nodeType="afterEffect">
                                  <p:stCondLst>
                                    <p:cond delay="0"/>
                                  </p:stCondLst>
                                  <p:childTnLst>
                                    <p:set>
                                      <p:cBhvr additive="base">
                                        <p:cTn id="124" dur="500" fill="hold">
                                          <p:stCondLst>
                                            <p:cond delay="0"/>
                                          </p:stCondLst>
                                        </p:cTn>
                                        <p:tgtEl>
                                          <p:spTgt spid="76"/>
                                        </p:tgtEl>
                                        <p:attrNameLst>
                                          <p:attrName>style.visibility</p:attrName>
                                        </p:attrNameLst>
                                      </p:cBhvr>
                                      <p:to>
                                        <p:strVal val="visible"/>
                                      </p:to>
                                    </p:set>
                                    <p:anim calcmode="lin" valueType="num">
                                      <p:cBhvr additive="base">
                                        <p:cTn id="125" dur="500" fill="hold"/>
                                        <p:tgtEl>
                                          <p:spTgt spid="76"/>
                                        </p:tgtEl>
                                        <p:attrNameLst>
                                          <p:attrName>ppt_x</p:attrName>
                                        </p:attrNameLst>
                                      </p:cBhvr>
                                      <p:tavLst>
                                        <p:tav tm="0">
                                          <p:val>
                                            <p:strVal val="#ppt_x+#ppt_w/2"/>
                                          </p:val>
                                        </p:tav>
                                        <p:tav tm="100000">
                                          <p:val>
                                            <p:strVal val="#ppt_x"/>
                                          </p:val>
                                        </p:tav>
                                      </p:tavLst>
                                    </p:anim>
                                    <p:anim calcmode="lin" valueType="num">
                                      <p:cBhvr additive="base">
                                        <p:cTn id="126" dur="500" fill="hold"/>
                                        <p:tgtEl>
                                          <p:spTgt spid="76"/>
                                        </p:tgtEl>
                                        <p:attrNameLst>
                                          <p:attrName>ppt_y</p:attrName>
                                        </p:attrNameLst>
                                      </p:cBhvr>
                                      <p:tavLst>
                                        <p:tav tm="0">
                                          <p:val>
                                            <p:strVal val="#ppt_y"/>
                                          </p:val>
                                        </p:tav>
                                        <p:tav tm="100000">
                                          <p:val>
                                            <p:strVal val="#ppt_y"/>
                                          </p:val>
                                        </p:tav>
                                      </p:tavLst>
                                    </p:anim>
                                    <p:anim calcmode="lin" valueType="num">
                                      <p:cBhvr additive="base">
                                        <p:cTn id="127" dur="500" fill="hold"/>
                                        <p:tgtEl>
                                          <p:spTgt spid="76"/>
                                        </p:tgtEl>
                                        <p:attrNameLst>
                                          <p:attrName>ppt_w</p:attrName>
                                        </p:attrNameLst>
                                      </p:cBhvr>
                                      <p:tavLst>
                                        <p:tav tm="0">
                                          <p:val>
                                            <p:fltVal val="0"/>
                                          </p:val>
                                        </p:tav>
                                        <p:tav tm="100000">
                                          <p:val>
                                            <p:strVal val="#ppt_w"/>
                                          </p:val>
                                        </p:tav>
                                      </p:tavLst>
                                    </p:anim>
                                    <p:anim calcmode="lin" valueType="num">
                                      <p:cBhvr additive="base">
                                        <p:cTn id="128" dur="500" fill="hold"/>
                                        <p:tgtEl>
                                          <p:spTgt spid="76"/>
                                        </p:tgtEl>
                                        <p:attrNameLst>
                                          <p:attrName>ppt_h</p:attrName>
                                        </p:attrNameLst>
                                      </p:cBhvr>
                                      <p:tavLst>
                                        <p:tav tm="0">
                                          <p:val>
                                            <p:strVal val="#ppt_h"/>
                                          </p:val>
                                        </p:tav>
                                        <p:tav tm="100000">
                                          <p:val>
                                            <p:strVal val="#ppt_h"/>
                                          </p:val>
                                        </p:tav>
                                      </p:tavLst>
                                    </p:anim>
                                  </p:childTnLst>
                                </p:cTn>
                              </p:par>
                            </p:childTnLst>
                          </p:cTn>
                        </p:par>
                        <p:par>
                          <p:cTn id="129" fill="hold">
                            <p:stCondLst>
                              <p:cond delay="1000"/>
                            </p:stCondLst>
                            <p:childTnLst>
                              <p:par>
                                <p:cTn id="130" presetID="17" presetClass="exit" presetSubtype="8" fill="hold" nodeType="afterEffect">
                                  <p:stCondLst>
                                    <p:cond delay="0"/>
                                  </p:stCondLst>
                                  <p:childTnLst>
                                    <p:anim calcmode="lin" valueType="num">
                                      <p:cBhvr additive="base">
                                        <p:cTn id="131" dur="500"/>
                                        <p:tgtEl>
                                          <p:spTgt spid="15"/>
                                        </p:tgtEl>
                                        <p:attrNameLst>
                                          <p:attrName>ppt_x</p:attrName>
                                        </p:attrNameLst>
                                      </p:cBhvr>
                                      <p:tavLst>
                                        <p:tav tm="0">
                                          <p:val>
                                            <p:strVal val="ppt_x"/>
                                          </p:val>
                                        </p:tav>
                                        <p:tav tm="100000">
                                          <p:val>
                                            <p:strVal val="ppt_x-ppt_w/2"/>
                                          </p:val>
                                        </p:tav>
                                      </p:tavLst>
                                    </p:anim>
                                    <p:anim calcmode="lin" valueType="num">
                                      <p:cBhvr additive="base">
                                        <p:cTn id="132" dur="500"/>
                                        <p:tgtEl>
                                          <p:spTgt spid="15"/>
                                        </p:tgtEl>
                                        <p:attrNameLst>
                                          <p:attrName>ppt_y</p:attrName>
                                        </p:attrNameLst>
                                      </p:cBhvr>
                                      <p:tavLst>
                                        <p:tav tm="0">
                                          <p:val>
                                            <p:strVal val="ppt_y"/>
                                          </p:val>
                                        </p:tav>
                                        <p:tav tm="100000">
                                          <p:val>
                                            <p:strVal val="ppt_y"/>
                                          </p:val>
                                        </p:tav>
                                      </p:tavLst>
                                    </p:anim>
                                    <p:anim calcmode="lin" valueType="num">
                                      <p:cBhvr additive="base">
                                        <p:cTn id="133" dur="500"/>
                                        <p:tgtEl>
                                          <p:spTgt spid="15"/>
                                        </p:tgtEl>
                                        <p:attrNameLst>
                                          <p:attrName>ppt_w</p:attrName>
                                        </p:attrNameLst>
                                      </p:cBhvr>
                                      <p:tavLst>
                                        <p:tav tm="0">
                                          <p:val>
                                            <p:strVal val="ppt_w"/>
                                          </p:val>
                                        </p:tav>
                                        <p:tav tm="100000">
                                          <p:val>
                                            <p:fltVal val="0"/>
                                          </p:val>
                                        </p:tav>
                                      </p:tavLst>
                                    </p:anim>
                                    <p:anim calcmode="lin" valueType="num">
                                      <p:cBhvr additive="base">
                                        <p:cTn id="134" dur="500"/>
                                        <p:tgtEl>
                                          <p:spTgt spid="15"/>
                                        </p:tgtEl>
                                        <p:attrNameLst>
                                          <p:attrName>ppt_h</p:attrName>
                                        </p:attrNameLst>
                                      </p:cBhvr>
                                      <p:tavLst>
                                        <p:tav tm="0">
                                          <p:val>
                                            <p:strVal val="ppt_h"/>
                                          </p:val>
                                        </p:tav>
                                        <p:tav tm="100000">
                                          <p:val>
                                            <p:strVal val="ppt_h"/>
                                          </p:val>
                                        </p:tav>
                                      </p:tavLst>
                                    </p:anim>
                                    <p:set>
                                      <p:cBhvr additive="base">
                                        <p:cTn id="135"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2" name="biyao"/>
          <p:cNvGrpSpPr/>
          <p:nvPr/>
        </p:nvGrpSpPr>
        <p:grpSpPr>
          <a:xfrm>
            <a:off x="38172" y="3429000"/>
            <a:ext cx="2849960" cy="3350895"/>
            <a:chOff x="9663" y="1159"/>
            <a:chExt cx="7440" cy="9161"/>
          </a:xfrm>
          <a:solidFill>
            <a:srgbClr val="E2AEAB"/>
          </a:solidFill>
        </p:grpSpPr>
        <p:sp>
          <p:nvSpPr>
            <p:cNvPr id="3" name="圆角矩形 2"/>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9675" y="2857"/>
              <a:ext cx="7428" cy="6297"/>
            </a:xfrm>
            <a:prstGeom prst="rect">
              <a:avLst/>
            </a:prstGeom>
            <a:grpFill/>
            <a:ln>
              <a:solidFill>
                <a:srgbClr val="E2AEAB"/>
              </a:solidFill>
            </a:ln>
          </p:spPr>
          <p:txBody>
            <a:bodyPr wrap="square" rtlCol="0">
              <a:noAutofit/>
            </a:bodyPr>
            <a:lstStyle/>
            <a:p>
              <a:pPr algn="ctr"/>
              <a:r>
                <a:rPr lang="en-US" altLang="zh-CN" sz="4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altLang="zh-CN" sz="4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bì</a:t>
              </a:r>
              <a:r>
                <a:rPr lang="en-US" altLang="zh-CN" sz="4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altLang="zh-CN" sz="4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yào</a:t>
              </a:r>
              <a:endParaRPr lang="en-US" sz="4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必要</a:t>
              </a:r>
            </a:p>
            <a:p>
              <a:pPr algn="ctr"/>
              <a:r>
                <a:rPr lang="en-US" altLang="zh-CN"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adj. necessary</a:t>
              </a:r>
            </a:p>
          </p:txBody>
        </p:sp>
      </p:grpSp>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37" name="guodu"/>
          <p:cNvGrpSpPr/>
          <p:nvPr/>
        </p:nvGrpSpPr>
        <p:grpSpPr>
          <a:xfrm>
            <a:off x="0" y="0"/>
            <a:ext cx="2687955" cy="3476625"/>
            <a:chOff x="2106" y="1159"/>
            <a:chExt cx="7429" cy="9161"/>
          </a:xfrm>
          <a:solidFill>
            <a:schemeClr val="tx2">
              <a:lumMod val="60000"/>
              <a:lumOff val="40000"/>
            </a:schemeClr>
          </a:solidFill>
        </p:grpSpPr>
        <p:sp>
          <p:nvSpPr>
            <p:cNvPr id="38" name="圆角矩形 37"/>
            <p:cNvSpPr/>
            <p:nvPr/>
          </p:nvSpPr>
          <p:spPr>
            <a:xfrm>
              <a:off x="2106" y="1159"/>
              <a:ext cx="7428" cy="9161"/>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文本框 38"/>
            <p:cNvSpPr txBox="1"/>
            <p:nvPr/>
          </p:nvSpPr>
          <p:spPr>
            <a:xfrm>
              <a:off x="2106" y="1888"/>
              <a:ext cx="7429" cy="6323"/>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altLang="zh-CN" sz="4400" dirty="0" err="1">
                  <a:latin typeface="华文细黑" panose="02010600040101010101" pitchFamily="2" charset="-122"/>
                  <a:ea typeface="华文细黑" panose="02010600040101010101" pitchFamily="2" charset="-122"/>
                  <a:sym typeface="华文细黑" panose="02010600040101010101" pitchFamily="2" charset="-122"/>
                </a:rPr>
                <a:t>guò</a:t>
              </a:r>
              <a:r>
                <a:rPr lang="en-US" altLang="zh-CN" sz="4400" dirty="0">
                  <a:latin typeface="华文细黑" panose="02010600040101010101" pitchFamily="2" charset="-122"/>
                  <a:ea typeface="华文细黑" panose="02010600040101010101" pitchFamily="2" charset="-122"/>
                  <a:sym typeface="华文细黑" panose="02010600040101010101" pitchFamily="2" charset="-122"/>
                </a:rPr>
                <a:t> </a:t>
              </a:r>
              <a:r>
                <a:rPr lang="en-US" altLang="zh-CN" sz="4400" dirty="0" err="1">
                  <a:latin typeface="华文细黑" panose="02010600040101010101" pitchFamily="2" charset="-122"/>
                  <a:ea typeface="华文细黑" panose="02010600040101010101" pitchFamily="2" charset="-122"/>
                  <a:sym typeface="华文细黑" panose="02010600040101010101" pitchFamily="2" charset="-122"/>
                </a:rPr>
                <a:t>dù</a:t>
              </a:r>
              <a:r>
                <a:rPr 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过度</a:t>
              </a:r>
            </a:p>
            <a:p>
              <a:pPr algn="ctr"/>
              <a:r>
                <a:rPr b="1" kern="100" dirty="0">
                  <a:solidFill>
                    <a:schemeClr val="bg1"/>
                  </a:solidFill>
                  <a:ea typeface="思源黑体 CN Regular" panose="020B0500000000000000" pitchFamily="34" charset="-122"/>
                  <a:sym typeface="Times New Roman" panose="02020603050405020304" pitchFamily="18" charset="0"/>
                </a:rPr>
                <a:t>v. </a:t>
              </a:r>
              <a:r>
                <a:rPr lang="en-US" b="1" kern="100" dirty="0">
                  <a:solidFill>
                    <a:schemeClr val="bg1"/>
                  </a:solidFill>
                  <a:ea typeface="思源黑体 CN Regular" panose="020B0500000000000000" pitchFamily="34" charset="-122"/>
                  <a:sym typeface="Times New Roman" panose="02020603050405020304" pitchFamily="18" charset="0"/>
                </a:rPr>
                <a:t>to transit</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pic>
        <p:nvPicPr>
          <p:cNvPr id="8" name="图片 7"/>
          <p:cNvPicPr/>
          <p:nvPr/>
        </p:nvPicPr>
        <p:blipFill>
          <a:blip r:embed="rId3"/>
          <a:stretch>
            <a:fillRect/>
          </a:stretch>
        </p:blipFill>
        <p:spPr>
          <a:xfrm>
            <a:off x="7299960" y="122555"/>
            <a:ext cx="4751070" cy="2922270"/>
          </a:xfrm>
          <a:prstGeom prst="rect">
            <a:avLst/>
          </a:prstGeom>
        </p:spPr>
      </p:pic>
      <p:sp>
        <p:nvSpPr>
          <p:cNvPr id="41" name="文本框 40"/>
          <p:cNvSpPr txBox="1"/>
          <p:nvPr/>
        </p:nvSpPr>
        <p:spPr>
          <a:xfrm>
            <a:off x="2842260" y="702310"/>
            <a:ext cx="3890010" cy="953135"/>
          </a:xfrm>
          <a:prstGeom prst="rect">
            <a:avLst/>
          </a:prstGeom>
          <a:noFill/>
        </p:spPr>
        <p:txBody>
          <a:bodyPr wrap="square" rtlCol="0">
            <a:spAutoFit/>
          </a:bodyPr>
          <a:lstStyle/>
          <a:p>
            <a:r>
              <a:rPr lang="zh-CN" altLang="en-US" sz="2800"/>
              <a:t>人类的</a:t>
            </a:r>
            <a:r>
              <a:rPr lang="zh-CN" altLang="en-US" sz="2800">
                <a:solidFill>
                  <a:schemeClr val="accent6"/>
                </a:solidFill>
              </a:rPr>
              <a:t>过度</a:t>
            </a:r>
            <a:r>
              <a:rPr lang="zh-CN" altLang="en-US" sz="2800"/>
              <a:t>砍伐给生态环境带来了极大的危害</a:t>
            </a:r>
            <a:r>
              <a:rPr lang="en-US" altLang="zh-CN" sz="2800"/>
              <a:t>。</a:t>
            </a:r>
          </a:p>
        </p:txBody>
      </p:sp>
      <p:pic>
        <p:nvPicPr>
          <p:cNvPr id="42" name="图片 41"/>
          <p:cNvPicPr/>
          <p:nvPr/>
        </p:nvPicPr>
        <p:blipFill>
          <a:blip r:embed="rId4"/>
          <a:stretch>
            <a:fillRect/>
          </a:stretch>
        </p:blipFill>
        <p:spPr>
          <a:xfrm>
            <a:off x="7299960" y="2712085"/>
            <a:ext cx="4592955" cy="2618740"/>
          </a:xfrm>
          <a:prstGeom prst="rect">
            <a:avLst/>
          </a:prstGeom>
        </p:spPr>
      </p:pic>
      <p:sp>
        <p:nvSpPr>
          <p:cNvPr id="43" name="文本框 42"/>
          <p:cNvSpPr txBox="1"/>
          <p:nvPr/>
        </p:nvSpPr>
        <p:spPr>
          <a:xfrm>
            <a:off x="2827655" y="1926590"/>
            <a:ext cx="4331335" cy="521970"/>
          </a:xfrm>
          <a:prstGeom prst="rect">
            <a:avLst/>
          </a:prstGeom>
          <a:noFill/>
        </p:spPr>
        <p:txBody>
          <a:bodyPr wrap="square" rtlCol="0">
            <a:spAutoFit/>
          </a:bodyPr>
          <a:lstStyle/>
          <a:p>
            <a:r>
              <a:rPr lang="zh-CN" altLang="en-US" sz="2800">
                <a:solidFill>
                  <a:schemeClr val="accent6"/>
                </a:solidFill>
              </a:rPr>
              <a:t>过度</a:t>
            </a:r>
            <a:r>
              <a:rPr lang="zh-CN" altLang="en-US" sz="2800"/>
              <a:t>劳累有害我们的健康</a:t>
            </a:r>
            <a:r>
              <a:rPr lang="en-US" altLang="zh-CN" sz="2800"/>
              <a:t>。</a:t>
            </a:r>
          </a:p>
        </p:txBody>
      </p:sp>
      <p:sp>
        <p:nvSpPr>
          <p:cNvPr id="44" name="文本框 43"/>
          <p:cNvSpPr txBox="1"/>
          <p:nvPr/>
        </p:nvSpPr>
        <p:spPr>
          <a:xfrm>
            <a:off x="2897505" y="3730625"/>
            <a:ext cx="4331335" cy="891540"/>
          </a:xfrm>
          <a:prstGeom prst="rect">
            <a:avLst/>
          </a:prstGeom>
          <a:noFill/>
        </p:spPr>
        <p:txBody>
          <a:bodyPr wrap="square" rtlCol="0">
            <a:spAutoFit/>
          </a:bodyPr>
          <a:lstStyle/>
          <a:p>
            <a:r>
              <a:rPr lang="zh-CN" altLang="en-US" sz="2400"/>
              <a:t>为了保护环境</a:t>
            </a:r>
            <a:r>
              <a:rPr lang="en-US" altLang="zh-CN" sz="2400"/>
              <a:t>，</a:t>
            </a:r>
            <a:r>
              <a:rPr lang="zh-CN" altLang="en-US" sz="2400"/>
              <a:t>人类多多种树是非常</a:t>
            </a:r>
            <a:r>
              <a:rPr lang="zh-CN" altLang="en-US" sz="2800">
                <a:solidFill>
                  <a:schemeClr val="accent6"/>
                </a:solidFill>
              </a:rPr>
              <a:t>必要</a:t>
            </a:r>
            <a:r>
              <a:rPr lang="zh-CN" altLang="en-US" sz="2400"/>
              <a:t>的</a:t>
            </a:r>
            <a:r>
              <a:rPr lang="en-US" altLang="zh-CN" sz="2400"/>
              <a:t>。</a:t>
            </a:r>
          </a:p>
        </p:txBody>
      </p:sp>
      <p:sp>
        <p:nvSpPr>
          <p:cNvPr id="45" name="文本框 44"/>
          <p:cNvSpPr txBox="1"/>
          <p:nvPr/>
        </p:nvSpPr>
        <p:spPr>
          <a:xfrm>
            <a:off x="3024505" y="4954905"/>
            <a:ext cx="4331335" cy="460375"/>
          </a:xfrm>
          <a:prstGeom prst="rect">
            <a:avLst/>
          </a:prstGeom>
          <a:noFill/>
        </p:spPr>
        <p:txBody>
          <a:bodyPr wrap="square" rtlCol="0">
            <a:spAutoFit/>
          </a:bodyPr>
          <a:lstStyle/>
          <a:p>
            <a:r>
              <a:rPr lang="zh-CN" altLang="en-US" sz="2400"/>
              <a:t>过度追求美真的有</a:t>
            </a:r>
            <a:r>
              <a:rPr lang="zh-CN" altLang="en-US" sz="2400">
                <a:solidFill>
                  <a:schemeClr val="accent6"/>
                </a:solidFill>
              </a:rPr>
              <a:t>必要</a:t>
            </a:r>
            <a:r>
              <a:rPr lang="zh-CN" altLang="en-US" sz="2400"/>
              <a:t>吗</a:t>
            </a:r>
            <a:r>
              <a:rPr lang="en-US" altLang="zh-CN" sz="2400"/>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xit" presetSubtype="8" fill="hold" nodeType="clickEffect">
                                  <p:stCondLst>
                                    <p:cond delay="0"/>
                                  </p:stCondLst>
                                  <p:childTnLst>
                                    <p:anim calcmode="lin" valueType="num">
                                      <p:cBhvr additive="base">
                                        <p:cTn id="6" dur="500"/>
                                        <p:tgtEl>
                                          <p:spTgt spid="58"/>
                                        </p:tgtEl>
                                        <p:attrNameLst>
                                          <p:attrName>ppt_x</p:attrName>
                                        </p:attrNameLst>
                                      </p:cBhvr>
                                      <p:tavLst>
                                        <p:tav tm="0">
                                          <p:val>
                                            <p:strVal val="ppt_x"/>
                                          </p:val>
                                        </p:tav>
                                        <p:tav tm="100000">
                                          <p:val>
                                            <p:strVal val="ppt_x-ppt_w/2"/>
                                          </p:val>
                                        </p:tav>
                                      </p:tavLst>
                                    </p:anim>
                                    <p:anim calcmode="lin" valueType="num">
                                      <p:cBhvr additive="base">
                                        <p:cTn id="7" dur="500"/>
                                        <p:tgtEl>
                                          <p:spTgt spid="58"/>
                                        </p:tgtEl>
                                        <p:attrNameLst>
                                          <p:attrName>ppt_y</p:attrName>
                                        </p:attrNameLst>
                                      </p:cBhvr>
                                      <p:tavLst>
                                        <p:tav tm="0">
                                          <p:val>
                                            <p:strVal val="ppt_y"/>
                                          </p:val>
                                        </p:tav>
                                        <p:tav tm="100000">
                                          <p:val>
                                            <p:strVal val="ppt_y"/>
                                          </p:val>
                                        </p:tav>
                                      </p:tavLst>
                                    </p:anim>
                                    <p:anim calcmode="lin" valueType="num">
                                      <p:cBhvr additive="base">
                                        <p:cTn id="8" dur="500"/>
                                        <p:tgtEl>
                                          <p:spTgt spid="58"/>
                                        </p:tgtEl>
                                        <p:attrNameLst>
                                          <p:attrName>ppt_w</p:attrName>
                                        </p:attrNameLst>
                                      </p:cBhvr>
                                      <p:tavLst>
                                        <p:tav tm="0">
                                          <p:val>
                                            <p:strVal val="ppt_w"/>
                                          </p:val>
                                        </p:tav>
                                        <p:tav tm="100000">
                                          <p:val>
                                            <p:fltVal val="0"/>
                                          </p:val>
                                        </p:tav>
                                      </p:tavLst>
                                    </p:anim>
                                    <p:anim calcmode="lin" valueType="num">
                                      <p:cBhvr additive="base">
                                        <p:cTn id="9" dur="500"/>
                                        <p:tgtEl>
                                          <p:spTgt spid="58"/>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58"/>
                                        </p:tgtEl>
                                        <p:attrNameLst>
                                          <p:attrName>style.visibility</p:attrName>
                                        </p:attrNameLst>
                                      </p:cBhvr>
                                      <p:to>
                                        <p:strVal val="hidden"/>
                                      </p:to>
                                    </p:set>
                                  </p:childTnLst>
                                </p:cTn>
                              </p:par>
                            </p:childTnLst>
                          </p:cTn>
                        </p:par>
                        <p:par>
                          <p:cTn id="11" fill="hold">
                            <p:stCondLst>
                              <p:cond delay="500"/>
                            </p:stCondLst>
                            <p:childTnLst>
                              <p:par>
                                <p:cTn id="12" presetID="17" presetClass="entr" presetSubtype="2" fill="hold" nodeType="afterEffect">
                                  <p:stCondLst>
                                    <p:cond delay="0"/>
                                  </p:stCondLst>
                                  <p:childTnLst>
                                    <p:set>
                                      <p:cBhvr additive="base">
                                        <p:cTn id="13" dur="500" fill="hold">
                                          <p:stCondLst>
                                            <p:cond delay="0"/>
                                          </p:stCondLst>
                                        </p:cTn>
                                        <p:tgtEl>
                                          <p:spTgt spid="61"/>
                                        </p:tgtEl>
                                        <p:attrNameLst>
                                          <p:attrName>style.visibility</p:attrName>
                                        </p:attrNameLst>
                                      </p:cBhvr>
                                      <p:to>
                                        <p:strVal val="visible"/>
                                      </p:to>
                                    </p:set>
                                    <p:anim calcmode="lin" valueType="num">
                                      <p:cBhvr additive="base">
                                        <p:cTn id="14" dur="500" fill="hold"/>
                                        <p:tgtEl>
                                          <p:spTgt spid="61"/>
                                        </p:tgtEl>
                                        <p:attrNameLst>
                                          <p:attrName>ppt_x</p:attrName>
                                        </p:attrNameLst>
                                      </p:cBhvr>
                                      <p:tavLst>
                                        <p:tav tm="0">
                                          <p:val>
                                            <p:strVal val="#ppt_x+#ppt_w/2"/>
                                          </p:val>
                                        </p:tav>
                                        <p:tav tm="100000">
                                          <p:val>
                                            <p:strVal val="#ppt_x"/>
                                          </p:val>
                                        </p:tav>
                                      </p:tavLst>
                                    </p:anim>
                                    <p:anim calcmode="lin" valueType="num">
                                      <p:cBhvr additive="base">
                                        <p:cTn id="15" dur="500" fill="hold"/>
                                        <p:tgtEl>
                                          <p:spTgt spid="61"/>
                                        </p:tgtEl>
                                        <p:attrNameLst>
                                          <p:attrName>ppt_y</p:attrName>
                                        </p:attrNameLst>
                                      </p:cBhvr>
                                      <p:tavLst>
                                        <p:tav tm="0">
                                          <p:val>
                                            <p:strVal val="#ppt_y"/>
                                          </p:val>
                                        </p:tav>
                                        <p:tav tm="100000">
                                          <p:val>
                                            <p:strVal val="#ppt_y"/>
                                          </p:val>
                                        </p:tav>
                                      </p:tavLst>
                                    </p:anim>
                                    <p:anim calcmode="lin" valueType="num">
                                      <p:cBhvr additive="base">
                                        <p:cTn id="16" dur="500" fill="hold"/>
                                        <p:tgtEl>
                                          <p:spTgt spid="61"/>
                                        </p:tgtEl>
                                        <p:attrNameLst>
                                          <p:attrName>ppt_w</p:attrName>
                                        </p:attrNameLst>
                                      </p:cBhvr>
                                      <p:tavLst>
                                        <p:tav tm="0">
                                          <p:val>
                                            <p:fltVal val="0"/>
                                          </p:val>
                                        </p:tav>
                                        <p:tav tm="100000">
                                          <p:val>
                                            <p:strVal val="#ppt_w"/>
                                          </p:val>
                                        </p:tav>
                                      </p:tavLst>
                                    </p:anim>
                                    <p:anim calcmode="lin" valueType="num">
                                      <p:cBhvr additive="base">
                                        <p:cTn id="17"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
                                            </p:cond>
                                          </p:stCondLst>
                                          <p:endCondLst>
                                            <p:cond evt="onStopAudio" delay="0">
                                              <p:tgtEl>
                                                <p:sldTgt/>
                                              </p:tgtEl>
                                            </p:cond>
                                          </p:endCondLst>
                                        </p:cTn>
                                        <p:tgtEl>
                                          <p:sndTgt r:embed="rId2" name="翻书声.wav"/>
                                        </p:tgtEl>
                                      </p:cMediaNode>
                                    </p:audio>
                                  </p:subTnLst>
                                </p:cTn>
                              </p:par>
                            </p:childTnLst>
                          </p:cTn>
                        </p:par>
                      </p:childTnLst>
                    </p:cTn>
                  </p:par>
                  <p:par>
                    <p:cTn id="18" fill="hold">
                      <p:stCondLst>
                        <p:cond delay="indefinite"/>
                      </p:stCondLst>
                      <p:childTnLst>
                        <p:par>
                          <p:cTn id="19" fill="hold">
                            <p:stCondLst>
                              <p:cond delay="0"/>
                            </p:stCondLst>
                            <p:childTnLst>
                              <p:par>
                                <p:cTn id="20" presetID="17" presetClass="exit" presetSubtype="8" fill="hold" nodeType="clickEffect">
                                  <p:stCondLst>
                                    <p:cond delay="0"/>
                                  </p:stCondLst>
                                  <p:childTnLst>
                                    <p:anim calcmode="lin" valueType="num">
                                      <p:cBhvr additive="base">
                                        <p:cTn id="21" dur="500"/>
                                        <p:tgtEl>
                                          <p:spTgt spid="64"/>
                                        </p:tgtEl>
                                        <p:attrNameLst>
                                          <p:attrName>ppt_x</p:attrName>
                                        </p:attrNameLst>
                                      </p:cBhvr>
                                      <p:tavLst>
                                        <p:tav tm="0">
                                          <p:val>
                                            <p:strVal val="ppt_x"/>
                                          </p:val>
                                        </p:tav>
                                        <p:tav tm="100000">
                                          <p:val>
                                            <p:strVal val="ppt_x-ppt_w/2"/>
                                          </p:val>
                                        </p:tav>
                                      </p:tavLst>
                                    </p:anim>
                                    <p:anim calcmode="lin" valueType="num">
                                      <p:cBhvr additive="base">
                                        <p:cTn id="22" dur="500"/>
                                        <p:tgtEl>
                                          <p:spTgt spid="64"/>
                                        </p:tgtEl>
                                        <p:attrNameLst>
                                          <p:attrName>ppt_y</p:attrName>
                                        </p:attrNameLst>
                                      </p:cBhvr>
                                      <p:tavLst>
                                        <p:tav tm="0">
                                          <p:val>
                                            <p:strVal val="ppt_y"/>
                                          </p:val>
                                        </p:tav>
                                        <p:tav tm="100000">
                                          <p:val>
                                            <p:strVal val="ppt_y"/>
                                          </p:val>
                                        </p:tav>
                                      </p:tavLst>
                                    </p:anim>
                                    <p:anim calcmode="lin" valueType="num">
                                      <p:cBhvr additive="base">
                                        <p:cTn id="23" dur="500"/>
                                        <p:tgtEl>
                                          <p:spTgt spid="64"/>
                                        </p:tgtEl>
                                        <p:attrNameLst>
                                          <p:attrName>ppt_w</p:attrName>
                                        </p:attrNameLst>
                                      </p:cBhvr>
                                      <p:tavLst>
                                        <p:tav tm="0">
                                          <p:val>
                                            <p:strVal val="ppt_w"/>
                                          </p:val>
                                        </p:tav>
                                        <p:tav tm="100000">
                                          <p:val>
                                            <p:fltVal val="0"/>
                                          </p:val>
                                        </p:tav>
                                      </p:tavLst>
                                    </p:anim>
                                    <p:anim calcmode="lin" valueType="num">
                                      <p:cBhvr additive="base">
                                        <p:cTn id="24" dur="500"/>
                                        <p:tgtEl>
                                          <p:spTgt spid="64"/>
                                        </p:tgtEl>
                                        <p:attrNameLst>
                                          <p:attrName>ppt_h</p:attrName>
                                        </p:attrNameLst>
                                      </p:cBhvr>
                                      <p:tavLst>
                                        <p:tav tm="0">
                                          <p:val>
                                            <p:strVal val="ppt_h"/>
                                          </p:val>
                                        </p:tav>
                                        <p:tav tm="100000">
                                          <p:val>
                                            <p:strVal val="ppt_h"/>
                                          </p:val>
                                        </p:tav>
                                      </p:tavLst>
                                    </p:anim>
                                    <p:set>
                                      <p:cBhvr additive="base">
                                        <p:cTn id="25" dur="1" fill="hold">
                                          <p:stCondLst>
                                            <p:cond delay="499"/>
                                          </p:stCondLst>
                                        </p:cTn>
                                        <p:tgtEl>
                                          <p:spTgt spid="64"/>
                                        </p:tgtEl>
                                        <p:attrNameLst>
                                          <p:attrName>style.visibility</p:attrName>
                                        </p:attrNameLst>
                                      </p:cBhvr>
                                      <p:to>
                                        <p:strVal val="hidden"/>
                                      </p:to>
                                    </p:set>
                                  </p:childTnLst>
                                </p:cTn>
                              </p:par>
                            </p:childTnLst>
                          </p:cTn>
                        </p:par>
                        <p:par>
                          <p:cTn id="26" fill="hold">
                            <p:stCondLst>
                              <p:cond delay="500"/>
                            </p:stCondLst>
                            <p:childTnLst>
                              <p:par>
                                <p:cTn id="27" presetID="17" presetClass="entr" presetSubtype="2" fill="hold" nodeType="afterEffect">
                                  <p:stCondLst>
                                    <p:cond delay="0"/>
                                  </p:stCondLst>
                                  <p:childTnLst>
                                    <p:set>
                                      <p:cBhvr additive="base">
                                        <p:cTn id="28" dur="500" fill="hold">
                                          <p:stCondLst>
                                            <p:cond delay="0"/>
                                          </p:stCondLst>
                                        </p:cTn>
                                        <p:tgtEl>
                                          <p:spTgt spid="67"/>
                                        </p:tgtEl>
                                        <p:attrNameLst>
                                          <p:attrName>style.visibility</p:attrName>
                                        </p:attrNameLst>
                                      </p:cBhvr>
                                      <p:to>
                                        <p:strVal val="visible"/>
                                      </p:to>
                                    </p:set>
                                    <p:anim calcmode="lin" valueType="num">
                                      <p:cBhvr additive="base">
                                        <p:cTn id="29" dur="500" fill="hold"/>
                                        <p:tgtEl>
                                          <p:spTgt spid="67"/>
                                        </p:tgtEl>
                                        <p:attrNameLst>
                                          <p:attrName>ppt_x</p:attrName>
                                        </p:attrNameLst>
                                      </p:cBhvr>
                                      <p:tavLst>
                                        <p:tav tm="0">
                                          <p:val>
                                            <p:strVal val="#ppt_x+#ppt_w/2"/>
                                          </p:val>
                                        </p:tav>
                                        <p:tav tm="100000">
                                          <p:val>
                                            <p:strVal val="#ppt_x"/>
                                          </p:val>
                                        </p:tav>
                                      </p:tavLst>
                                    </p:anim>
                                    <p:anim calcmode="lin" valueType="num">
                                      <p:cBhvr additive="base">
                                        <p:cTn id="30" dur="500" fill="hold"/>
                                        <p:tgtEl>
                                          <p:spTgt spid="67"/>
                                        </p:tgtEl>
                                        <p:attrNameLst>
                                          <p:attrName>ppt_y</p:attrName>
                                        </p:attrNameLst>
                                      </p:cBhvr>
                                      <p:tavLst>
                                        <p:tav tm="0">
                                          <p:val>
                                            <p:strVal val="#ppt_y"/>
                                          </p:val>
                                        </p:tav>
                                        <p:tav tm="100000">
                                          <p:val>
                                            <p:strVal val="#ppt_y"/>
                                          </p:val>
                                        </p:tav>
                                      </p:tavLst>
                                    </p:anim>
                                    <p:anim calcmode="lin" valueType="num">
                                      <p:cBhvr additive="base">
                                        <p:cTn id="31" dur="500" fill="hold"/>
                                        <p:tgtEl>
                                          <p:spTgt spid="67"/>
                                        </p:tgtEl>
                                        <p:attrNameLst>
                                          <p:attrName>ppt_w</p:attrName>
                                        </p:attrNameLst>
                                      </p:cBhvr>
                                      <p:tavLst>
                                        <p:tav tm="0">
                                          <p:val>
                                            <p:fltVal val="0"/>
                                          </p:val>
                                        </p:tav>
                                        <p:tav tm="100000">
                                          <p:val>
                                            <p:strVal val="#ppt_w"/>
                                          </p:val>
                                        </p:tav>
                                      </p:tavLst>
                                    </p:anim>
                                    <p:anim calcmode="lin" valueType="num">
                                      <p:cBhvr additive="base">
                                        <p:cTn id="32"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2" name="翻书声.wav"/>
                                        </p:tgtEl>
                                      </p:cMediaNode>
                                    </p:audio>
                                  </p:subTnLst>
                                </p:cTn>
                              </p:par>
                            </p:childTnLst>
                          </p:cTn>
                        </p:par>
                      </p:childTnLst>
                    </p:cTn>
                  </p:par>
                  <p:par>
                    <p:cTn id="33" fill="hold">
                      <p:stCondLst>
                        <p:cond delay="indefinite"/>
                      </p:stCondLst>
                      <p:childTnLst>
                        <p:par>
                          <p:cTn id="34" fill="hold">
                            <p:stCondLst>
                              <p:cond delay="0"/>
                            </p:stCondLst>
                            <p:childTnLst>
                              <p:par>
                                <p:cTn id="35" presetID="17" presetClass="exit" presetSubtype="8" fill="hold" nodeType="clickEffect">
                                  <p:stCondLst>
                                    <p:cond delay="0"/>
                                  </p:stCondLst>
                                  <p:childTnLst>
                                    <p:anim calcmode="lin" valueType="num">
                                      <p:cBhvr additive="base">
                                        <p:cTn id="36" dur="500"/>
                                        <p:tgtEl>
                                          <p:spTgt spid="70"/>
                                        </p:tgtEl>
                                        <p:attrNameLst>
                                          <p:attrName>ppt_x</p:attrName>
                                        </p:attrNameLst>
                                      </p:cBhvr>
                                      <p:tavLst>
                                        <p:tav tm="0">
                                          <p:val>
                                            <p:strVal val="ppt_x"/>
                                          </p:val>
                                        </p:tav>
                                        <p:tav tm="100000">
                                          <p:val>
                                            <p:strVal val="ppt_x-ppt_w/2"/>
                                          </p:val>
                                        </p:tav>
                                      </p:tavLst>
                                    </p:anim>
                                    <p:anim calcmode="lin" valueType="num">
                                      <p:cBhvr additive="base">
                                        <p:cTn id="37" dur="500"/>
                                        <p:tgtEl>
                                          <p:spTgt spid="70"/>
                                        </p:tgtEl>
                                        <p:attrNameLst>
                                          <p:attrName>ppt_y</p:attrName>
                                        </p:attrNameLst>
                                      </p:cBhvr>
                                      <p:tavLst>
                                        <p:tav tm="0">
                                          <p:val>
                                            <p:strVal val="ppt_y"/>
                                          </p:val>
                                        </p:tav>
                                        <p:tav tm="100000">
                                          <p:val>
                                            <p:strVal val="ppt_y"/>
                                          </p:val>
                                        </p:tav>
                                      </p:tavLst>
                                    </p:anim>
                                    <p:anim calcmode="lin" valueType="num">
                                      <p:cBhvr additive="base">
                                        <p:cTn id="38" dur="500"/>
                                        <p:tgtEl>
                                          <p:spTgt spid="70"/>
                                        </p:tgtEl>
                                        <p:attrNameLst>
                                          <p:attrName>ppt_w</p:attrName>
                                        </p:attrNameLst>
                                      </p:cBhvr>
                                      <p:tavLst>
                                        <p:tav tm="0">
                                          <p:val>
                                            <p:strVal val="ppt_w"/>
                                          </p:val>
                                        </p:tav>
                                        <p:tav tm="100000">
                                          <p:val>
                                            <p:fltVal val="0"/>
                                          </p:val>
                                        </p:tav>
                                      </p:tavLst>
                                    </p:anim>
                                    <p:anim calcmode="lin" valueType="num">
                                      <p:cBhvr additive="base">
                                        <p:cTn id="39" dur="500"/>
                                        <p:tgtEl>
                                          <p:spTgt spid="70"/>
                                        </p:tgtEl>
                                        <p:attrNameLst>
                                          <p:attrName>ppt_h</p:attrName>
                                        </p:attrNameLst>
                                      </p:cBhvr>
                                      <p:tavLst>
                                        <p:tav tm="0">
                                          <p:val>
                                            <p:strVal val="ppt_h"/>
                                          </p:val>
                                        </p:tav>
                                        <p:tav tm="100000">
                                          <p:val>
                                            <p:strVal val="ppt_h"/>
                                          </p:val>
                                        </p:tav>
                                      </p:tavLst>
                                    </p:anim>
                                    <p:set>
                                      <p:cBhvr additive="base">
                                        <p:cTn id="40"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35"/>
                                            </p:cond>
                                          </p:stCondLst>
                                          <p:endCondLst>
                                            <p:cond evt="onStopAudio" delay="0">
                                              <p:tgtEl>
                                                <p:sldTgt/>
                                              </p:tgtEl>
                                            </p:cond>
                                          </p:endCondLst>
                                        </p:cTn>
                                        <p:tgtEl>
                                          <p:sndTgt r:embed="rId2" name="翻书声.wav"/>
                                        </p:tgtEl>
                                      </p:cMediaNode>
                                    </p:audio>
                                  </p:subTnLst>
                                </p:cTn>
                              </p:par>
                            </p:childTnLst>
                          </p:cTn>
                        </p:par>
                        <p:par>
                          <p:cTn id="41" fill="hold">
                            <p:stCondLst>
                              <p:cond delay="500"/>
                            </p:stCondLst>
                            <p:childTnLst>
                              <p:par>
                                <p:cTn id="42" presetID="17" presetClass="entr" presetSubtype="2" fill="hold" nodeType="afterEffect">
                                  <p:stCondLst>
                                    <p:cond delay="0"/>
                                  </p:stCondLst>
                                  <p:childTnLst>
                                    <p:set>
                                      <p:cBhvr additive="base">
                                        <p:cTn id="43" dur="500" fill="hold">
                                          <p:stCondLst>
                                            <p:cond delay="0"/>
                                          </p:stCondLst>
                                        </p:cTn>
                                        <p:tgtEl>
                                          <p:spTgt spid="27"/>
                                        </p:tgtEl>
                                        <p:attrNameLst>
                                          <p:attrName>style.visibility</p:attrName>
                                        </p:attrNameLst>
                                      </p:cBhvr>
                                      <p:to>
                                        <p:strVal val="visible"/>
                                      </p:to>
                                    </p:set>
                                    <p:anim calcmode="lin" valueType="num">
                                      <p:cBhvr additive="base">
                                        <p:cTn id="44" dur="500" fill="hold"/>
                                        <p:tgtEl>
                                          <p:spTgt spid="27"/>
                                        </p:tgtEl>
                                        <p:attrNameLst>
                                          <p:attrName>ppt_x</p:attrName>
                                        </p:attrNameLst>
                                      </p:cBhvr>
                                      <p:tavLst>
                                        <p:tav tm="0">
                                          <p:val>
                                            <p:strVal val="#ppt_x+#ppt_w/2"/>
                                          </p:val>
                                        </p:tav>
                                        <p:tav tm="100000">
                                          <p:val>
                                            <p:strVal val="#ppt_x"/>
                                          </p:val>
                                        </p:tav>
                                      </p:tavLst>
                                    </p:anim>
                                    <p:anim calcmode="lin" valueType="num">
                                      <p:cBhvr additive="base">
                                        <p:cTn id="45" dur="500" fill="hold"/>
                                        <p:tgtEl>
                                          <p:spTgt spid="27"/>
                                        </p:tgtEl>
                                        <p:attrNameLst>
                                          <p:attrName>ppt_y</p:attrName>
                                        </p:attrNameLst>
                                      </p:cBhvr>
                                      <p:tavLst>
                                        <p:tav tm="0">
                                          <p:val>
                                            <p:strVal val="#ppt_y"/>
                                          </p:val>
                                        </p:tav>
                                        <p:tav tm="100000">
                                          <p:val>
                                            <p:strVal val="#ppt_y"/>
                                          </p:val>
                                        </p:tav>
                                      </p:tavLst>
                                    </p:anim>
                                    <p:anim calcmode="lin" valueType="num">
                                      <p:cBhvr additive="base">
                                        <p:cTn id="46" dur="500" fill="hold"/>
                                        <p:tgtEl>
                                          <p:spTgt spid="27"/>
                                        </p:tgtEl>
                                        <p:attrNameLst>
                                          <p:attrName>ppt_w</p:attrName>
                                        </p:attrNameLst>
                                      </p:cBhvr>
                                      <p:tavLst>
                                        <p:tav tm="0">
                                          <p:val>
                                            <p:fltVal val="0"/>
                                          </p:val>
                                        </p:tav>
                                        <p:tav tm="100000">
                                          <p:val>
                                            <p:strVal val="#ppt_w"/>
                                          </p:val>
                                        </p:tav>
                                      </p:tavLst>
                                    </p:anim>
                                    <p:anim calcmode="lin" valueType="num">
                                      <p:cBhvr additive="base">
                                        <p:cTn id="47"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29" name="qian-有问题不显示"/>
          <p:cNvGrpSpPr/>
          <p:nvPr/>
        </p:nvGrpSpPr>
        <p:grpSpPr>
          <a:xfrm>
            <a:off x="297884" y="3429000"/>
            <a:ext cx="2388503" cy="3081655"/>
            <a:chOff x="9663" y="1159"/>
            <a:chExt cx="7433"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67" y="2172"/>
              <a:ext cx="7429" cy="7134"/>
            </a:xfrm>
            <a:prstGeom prst="rect">
              <a:avLst/>
            </a:prstGeom>
            <a:grpFill/>
            <a:ln>
              <a:solidFill>
                <a:srgbClr val="E2AEAB"/>
              </a:solidFill>
            </a:ln>
          </p:spPr>
          <p:txBody>
            <a:bodyPr wrap="square" rtlCol="0">
              <a:spAutoFit/>
            </a:bodyPr>
            <a:lstStyle/>
            <a:p>
              <a:pPr algn="ctr"/>
              <a:r>
                <a:rPr lang="en-US" altLang="zh-CN" sz="4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qiǎn</a:t>
              </a: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浅</a:t>
              </a:r>
            </a:p>
            <a:p>
              <a:pPr algn="ctr"/>
              <a:r>
                <a:rPr lang="en-US" altLang="zh-CN" b="1" kern="100" dirty="0" err="1">
                  <a:solidFill>
                    <a:schemeClr val="bg1"/>
                  </a:solidFill>
                  <a:ea typeface="思源黑体 CN Regular" panose="020B0500000000000000"/>
                  <a:sym typeface="+mn-ea"/>
                </a:rPr>
                <a:t>adj.shallow</a:t>
              </a:r>
              <a:r>
                <a:rPr lang="en-US" altLang="zh-CN" b="1" kern="100" dirty="0">
                  <a:solidFill>
                    <a:schemeClr val="bg1"/>
                  </a:solidFill>
                  <a:ea typeface="思源黑体 CN Regular" panose="020B0500000000000000"/>
                  <a:sym typeface="+mn-ea"/>
                </a:rPr>
                <a:t> </a:t>
              </a:r>
            </a:p>
          </p:txBody>
        </p:sp>
      </p:grpSp>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1" name="xiandai"/>
          <p:cNvGrpSpPr/>
          <p:nvPr/>
        </p:nvGrpSpPr>
        <p:grpSpPr>
          <a:xfrm>
            <a:off x="167005" y="213936"/>
            <a:ext cx="2530005" cy="2997894"/>
            <a:chOff x="2106" y="1408"/>
            <a:chExt cx="7034" cy="8912"/>
          </a:xfrm>
          <a:solidFill>
            <a:srgbClr val="558ED5"/>
          </a:solidFill>
        </p:grpSpPr>
        <p:sp>
          <p:nvSpPr>
            <p:cNvPr id="32" name="圆角矩形 31"/>
            <p:cNvSpPr/>
            <p:nvPr/>
          </p:nvSpPr>
          <p:spPr>
            <a:xfrm>
              <a:off x="2106" y="1408"/>
              <a:ext cx="7034" cy="8912"/>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2106" y="2510"/>
              <a:ext cx="6823" cy="5578"/>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altLang="zh-CN" sz="4000" dirty="0" err="1">
                  <a:latin typeface="华文细黑" panose="02010600040101010101" pitchFamily="2" charset="-122"/>
                  <a:ea typeface="华文细黑" panose="02010600040101010101" pitchFamily="2" charset="-122"/>
                  <a:cs typeface="华文细黑" panose="02010600040101010101" pitchFamily="2" charset="-122"/>
                  <a:sym typeface="+mn-ea"/>
                </a:rPr>
                <a:t>xiàn</a:t>
              </a:r>
              <a:r>
                <a:rPr lang="en-US" altLang="zh-CN" sz="4000" dirty="0">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altLang="zh-CN" sz="4000" dirty="0" err="1">
                  <a:latin typeface="华文细黑" panose="02010600040101010101" pitchFamily="2" charset="-122"/>
                  <a:ea typeface="华文细黑" panose="02010600040101010101" pitchFamily="2" charset="-122"/>
                  <a:cs typeface="华文细黑" panose="02010600040101010101" pitchFamily="2" charset="-122"/>
                  <a:sym typeface="+mn-ea"/>
                </a:rPr>
                <a:t>dài</a:t>
              </a:r>
              <a:endParaRPr sz="4000" dirty="0">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现代</a:t>
              </a:r>
            </a:p>
            <a:p>
              <a:pPr algn="ctr"/>
              <a:r>
                <a:rPr lang="en-US" sz="1600" b="1" kern="100" dirty="0">
                  <a:solidFill>
                    <a:schemeClr val="bg1"/>
                  </a:solidFill>
                  <a:ea typeface="思源黑体 CN Regular" panose="020B0500000000000000"/>
                  <a:sym typeface="Times New Roman" panose="02020603050405020304" pitchFamily="18" charset="0"/>
                </a:rPr>
                <a:t>n</a:t>
              </a:r>
              <a:r>
                <a:rPr lang="en-US" sz="1600" b="1" kern="100" dirty="0">
                  <a:solidFill>
                    <a:schemeClr val="bg1"/>
                  </a:solidFill>
                  <a:ea typeface="思源黑体 CN Regular" panose="020B0500000000000000" pitchFamily="34" charset="-122"/>
                  <a:sym typeface="Times New Roman" panose="02020603050405020304" pitchFamily="18" charset="0"/>
                </a:rPr>
                <a:t>./</a:t>
              </a:r>
              <a:r>
                <a:rPr lang="en-US" sz="1600" b="1" kern="100" dirty="0" err="1">
                  <a:solidFill>
                    <a:schemeClr val="bg1"/>
                  </a:solidFill>
                  <a:ea typeface="思源黑体 CN Regular" panose="020B0500000000000000" pitchFamily="34" charset="-122"/>
                  <a:sym typeface="Times New Roman" panose="02020603050405020304" pitchFamily="18" charset="0"/>
                </a:rPr>
                <a:t>adj.mordern</a:t>
              </a:r>
              <a:r>
                <a:rPr lang="en-US" sz="1600" b="1" kern="100" dirty="0">
                  <a:solidFill>
                    <a:schemeClr val="bg1"/>
                  </a:solidFill>
                  <a:ea typeface="思源黑体 CN Regular" panose="020B0500000000000000" pitchFamily="34" charset="-122"/>
                  <a:sym typeface="Times New Roman" panose="02020603050405020304" pitchFamily="18" charset="0"/>
                </a:rPr>
                <a:t> </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sp>
        <p:nvSpPr>
          <p:cNvPr id="8" name="文本框 7"/>
          <p:cNvSpPr txBox="1"/>
          <p:nvPr/>
        </p:nvSpPr>
        <p:spPr>
          <a:xfrm>
            <a:off x="2764790" y="702310"/>
            <a:ext cx="3263900" cy="829945"/>
          </a:xfrm>
          <a:prstGeom prst="rect">
            <a:avLst/>
          </a:prstGeom>
          <a:noFill/>
        </p:spPr>
        <p:txBody>
          <a:bodyPr wrap="square" rtlCol="0">
            <a:spAutoFit/>
          </a:bodyPr>
          <a:lstStyle/>
          <a:p>
            <a:r>
              <a:rPr lang="zh-CN" altLang="en-US" sz="2400"/>
              <a:t>随着科学技术的发展</a:t>
            </a:r>
            <a:r>
              <a:rPr lang="en-US" altLang="zh-CN" sz="2400"/>
              <a:t>，</a:t>
            </a:r>
            <a:r>
              <a:rPr lang="zh-CN" altLang="en-US" sz="2400">
                <a:solidFill>
                  <a:schemeClr val="accent6"/>
                </a:solidFill>
              </a:rPr>
              <a:t>现代</a:t>
            </a:r>
            <a:r>
              <a:rPr lang="zh-CN" altLang="en-US" sz="2400"/>
              <a:t>生活越来越便利里</a:t>
            </a:r>
            <a:r>
              <a:rPr lang="en-US" altLang="zh-CN" sz="2400"/>
              <a:t>。</a:t>
            </a:r>
          </a:p>
        </p:txBody>
      </p:sp>
      <p:pic>
        <p:nvPicPr>
          <p:cNvPr id="41" name="图片 40"/>
          <p:cNvPicPr/>
          <p:nvPr/>
        </p:nvPicPr>
        <p:blipFill>
          <a:blip r:embed="rId3"/>
          <a:stretch>
            <a:fillRect/>
          </a:stretch>
        </p:blipFill>
        <p:spPr>
          <a:xfrm>
            <a:off x="6096000" y="213995"/>
            <a:ext cx="5152390" cy="2547620"/>
          </a:xfrm>
          <a:prstGeom prst="rect">
            <a:avLst/>
          </a:prstGeom>
        </p:spPr>
      </p:pic>
      <p:sp>
        <p:nvSpPr>
          <p:cNvPr id="42" name="文本框 41"/>
          <p:cNvSpPr txBox="1"/>
          <p:nvPr/>
        </p:nvSpPr>
        <p:spPr>
          <a:xfrm>
            <a:off x="2832100" y="1788160"/>
            <a:ext cx="2890520" cy="460375"/>
          </a:xfrm>
          <a:prstGeom prst="rect">
            <a:avLst/>
          </a:prstGeom>
          <a:noFill/>
        </p:spPr>
        <p:txBody>
          <a:bodyPr wrap="square" rtlCol="0">
            <a:spAutoFit/>
          </a:bodyPr>
          <a:lstStyle/>
          <a:p>
            <a:r>
              <a:rPr lang="zh-CN" altLang="en-US" sz="2400">
                <a:solidFill>
                  <a:schemeClr val="accent6"/>
                </a:solidFill>
              </a:rPr>
              <a:t>现代</a:t>
            </a:r>
            <a:r>
              <a:rPr lang="zh-CN" altLang="en-US" sz="2400"/>
              <a:t>城市交通便捷</a:t>
            </a:r>
            <a:r>
              <a:rPr lang="en-US" altLang="zh-CN" sz="2400"/>
              <a:t>。</a:t>
            </a:r>
          </a:p>
        </p:txBody>
      </p:sp>
      <p:pic>
        <p:nvPicPr>
          <p:cNvPr id="43" name="图片 42"/>
          <p:cNvPicPr/>
          <p:nvPr/>
        </p:nvPicPr>
        <p:blipFill>
          <a:blip r:embed="rId4"/>
          <a:stretch>
            <a:fillRect/>
          </a:stretch>
        </p:blipFill>
        <p:spPr>
          <a:xfrm>
            <a:off x="5859780" y="2966720"/>
            <a:ext cx="2725420" cy="2670810"/>
          </a:xfrm>
          <a:prstGeom prst="rect">
            <a:avLst/>
          </a:prstGeom>
        </p:spPr>
      </p:pic>
      <p:sp>
        <p:nvSpPr>
          <p:cNvPr id="44" name="文本框 43"/>
          <p:cNvSpPr txBox="1"/>
          <p:nvPr/>
        </p:nvSpPr>
        <p:spPr>
          <a:xfrm>
            <a:off x="2905125" y="3979545"/>
            <a:ext cx="2118995" cy="645160"/>
          </a:xfrm>
          <a:prstGeom prst="rect">
            <a:avLst/>
          </a:prstGeom>
          <a:noFill/>
        </p:spPr>
        <p:txBody>
          <a:bodyPr wrap="square" rtlCol="0">
            <a:spAutoFit/>
          </a:bodyPr>
          <a:lstStyle/>
          <a:p>
            <a:r>
              <a:rPr lang="zh-CN" altLang="en-US"/>
              <a:t>海水非常干净</a:t>
            </a:r>
            <a:r>
              <a:rPr lang="en-US" altLang="zh-CN"/>
              <a:t>，</a:t>
            </a:r>
            <a:r>
              <a:rPr lang="zh-CN" altLang="en-US"/>
              <a:t>靠近沙滩的水很</a:t>
            </a:r>
            <a:r>
              <a:rPr lang="zh-CN" altLang="en-US">
                <a:solidFill>
                  <a:schemeClr val="accent6"/>
                </a:solidFill>
              </a:rPr>
              <a:t>浅</a:t>
            </a:r>
            <a:r>
              <a:rPr lang="en-US" altLang="zh-CN"/>
              <a:t>。</a:t>
            </a:r>
          </a:p>
        </p:txBody>
      </p:sp>
      <p:pic>
        <p:nvPicPr>
          <p:cNvPr id="45" name="图片 44"/>
          <p:cNvPicPr/>
          <p:nvPr/>
        </p:nvPicPr>
        <p:blipFill>
          <a:blip r:embed="rId5"/>
          <a:stretch>
            <a:fillRect/>
          </a:stretch>
        </p:blipFill>
        <p:spPr>
          <a:xfrm>
            <a:off x="8959215" y="2966720"/>
            <a:ext cx="2386965" cy="3360420"/>
          </a:xfrm>
          <a:prstGeom prst="rect">
            <a:avLst/>
          </a:prstGeom>
        </p:spPr>
      </p:pic>
      <p:sp>
        <p:nvSpPr>
          <p:cNvPr id="46" name="文本框 45"/>
          <p:cNvSpPr txBox="1"/>
          <p:nvPr/>
        </p:nvSpPr>
        <p:spPr>
          <a:xfrm>
            <a:off x="9528175" y="5801360"/>
            <a:ext cx="2094865" cy="460375"/>
          </a:xfrm>
          <a:prstGeom prst="rect">
            <a:avLst/>
          </a:prstGeom>
          <a:noFill/>
        </p:spPr>
        <p:txBody>
          <a:bodyPr wrap="square" rtlCol="0">
            <a:spAutoFit/>
          </a:bodyPr>
          <a:lstStyle/>
          <a:p>
            <a:r>
              <a:rPr lang="zh-CN" altLang="en-US" sz="2400">
                <a:solidFill>
                  <a:schemeClr val="accent6"/>
                </a:solidFill>
              </a:rPr>
              <a:t>浅</a:t>
            </a:r>
            <a:r>
              <a:rPr lang="zh-CN" altLang="en-US" sz="2400"/>
              <a:t>粉色</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xit" presetSubtype="8" fill="hold" nodeType="click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par>
                          <p:cTn id="11" fill="hold">
                            <p:stCondLst>
                              <p:cond delay="500"/>
                            </p:stCondLst>
                            <p:childTnLst>
                              <p:par>
                                <p:cTn id="12" presetID="17" presetClass="entr" presetSubtype="2" fill="hold" nodeType="afterEffect">
                                  <p:stCondLst>
                                    <p:cond delay="0"/>
                                  </p:stCondLst>
                                  <p:childTnLst>
                                    <p:set>
                                      <p:cBhvr additive="base">
                                        <p:cTn id="13" dur="500" fill="hold">
                                          <p:stCondLst>
                                            <p:cond delay="0"/>
                                          </p:stCondLst>
                                        </p:cTn>
                                        <p:tgtEl>
                                          <p:spTgt spid="21"/>
                                        </p:tgtEl>
                                        <p:attrNameLst>
                                          <p:attrName>style.visibility</p:attrName>
                                        </p:attrNameLst>
                                      </p:cBhvr>
                                      <p:to>
                                        <p:strVal val="visible"/>
                                      </p:to>
                                    </p:set>
                                    <p:anim calcmode="lin" valueType="num">
                                      <p:cBhvr additive="base">
                                        <p:cTn id="14" dur="500" fill="hold"/>
                                        <p:tgtEl>
                                          <p:spTgt spid="21"/>
                                        </p:tgtEl>
                                        <p:attrNameLst>
                                          <p:attrName>ppt_x</p:attrName>
                                        </p:attrNameLst>
                                      </p:cBhvr>
                                      <p:tavLst>
                                        <p:tav tm="0">
                                          <p:val>
                                            <p:strVal val="#ppt_x+#ppt_w/2"/>
                                          </p:val>
                                        </p:tav>
                                        <p:tav tm="100000">
                                          <p:val>
                                            <p:strVal val="#ppt_x"/>
                                          </p:val>
                                        </p:tav>
                                      </p:tavLst>
                                    </p:anim>
                                    <p:anim calcmode="lin" valueType="num">
                                      <p:cBhvr additive="base">
                                        <p:cTn id="15" dur="500" fill="hold"/>
                                        <p:tgtEl>
                                          <p:spTgt spid="21"/>
                                        </p:tgtEl>
                                        <p:attrNameLst>
                                          <p:attrName>ppt_y</p:attrName>
                                        </p:attrNameLst>
                                      </p:cBhvr>
                                      <p:tavLst>
                                        <p:tav tm="0">
                                          <p:val>
                                            <p:strVal val="#ppt_y"/>
                                          </p:val>
                                        </p:tav>
                                        <p:tav tm="100000">
                                          <p:val>
                                            <p:strVal val="#ppt_y"/>
                                          </p:val>
                                        </p:tav>
                                      </p:tavLst>
                                    </p:anim>
                                    <p:anim calcmode="lin" valueType="num">
                                      <p:cBhvr additive="base">
                                        <p:cTn id="16" dur="500" fill="hold"/>
                                        <p:tgtEl>
                                          <p:spTgt spid="21"/>
                                        </p:tgtEl>
                                        <p:attrNameLst>
                                          <p:attrName>ppt_w</p:attrName>
                                        </p:attrNameLst>
                                      </p:cBhvr>
                                      <p:tavLst>
                                        <p:tav tm="0">
                                          <p:val>
                                            <p:fltVal val="0"/>
                                          </p:val>
                                        </p:tav>
                                        <p:tav tm="100000">
                                          <p:val>
                                            <p:strVal val="#ppt_w"/>
                                          </p:val>
                                        </p:tav>
                                      </p:tavLst>
                                    </p:anim>
                                    <p:anim calcmode="lin" valueType="num">
                                      <p:cBhvr additive="base">
                                        <p:cTn id="17"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
                                            </p:cond>
                                          </p:stCondLst>
                                          <p:endCondLst>
                                            <p:cond evt="onStopAudio" delay="0">
                                              <p:tgtEl>
                                                <p:sldTgt/>
                                              </p:tgtEl>
                                            </p:cond>
                                          </p:endCondLst>
                                        </p:cTn>
                                        <p:tgtEl>
                                          <p:sndTgt r:embed="rId2" name="翻书声.wav"/>
                                        </p:tgtEl>
                                      </p:cMediaNode>
                                    </p:audio>
                                  </p:subTnLst>
                                </p:cTn>
                              </p:par>
                            </p:childTnLst>
                          </p:cTn>
                        </p:par>
                      </p:childTnLst>
                    </p:cTn>
                  </p:par>
                  <p:par>
                    <p:cTn id="18" fill="hold">
                      <p:stCondLst>
                        <p:cond delay="indefinite"/>
                      </p:stCondLst>
                      <p:childTnLst>
                        <p:par>
                          <p:cTn id="19" fill="hold">
                            <p:stCondLst>
                              <p:cond delay="0"/>
                            </p:stCondLst>
                            <p:childTnLst>
                              <p:par>
                                <p:cTn id="20" presetID="17" presetClass="exit" presetSubtype="8" fill="hold" nodeType="clickEffect">
                                  <p:stCondLst>
                                    <p:cond delay="0"/>
                                  </p:stCondLst>
                                  <p:childTnLst>
                                    <p:anim calcmode="lin" valueType="num">
                                      <p:cBhvr additive="base">
                                        <p:cTn id="21" dur="500"/>
                                        <p:tgtEl>
                                          <p:spTgt spid="58"/>
                                        </p:tgtEl>
                                        <p:attrNameLst>
                                          <p:attrName>ppt_x</p:attrName>
                                        </p:attrNameLst>
                                      </p:cBhvr>
                                      <p:tavLst>
                                        <p:tav tm="0">
                                          <p:val>
                                            <p:strVal val="ppt_x"/>
                                          </p:val>
                                        </p:tav>
                                        <p:tav tm="100000">
                                          <p:val>
                                            <p:strVal val="ppt_x-ppt_w/2"/>
                                          </p:val>
                                        </p:tav>
                                      </p:tavLst>
                                    </p:anim>
                                    <p:anim calcmode="lin" valueType="num">
                                      <p:cBhvr additive="base">
                                        <p:cTn id="22" dur="500"/>
                                        <p:tgtEl>
                                          <p:spTgt spid="58"/>
                                        </p:tgtEl>
                                        <p:attrNameLst>
                                          <p:attrName>ppt_y</p:attrName>
                                        </p:attrNameLst>
                                      </p:cBhvr>
                                      <p:tavLst>
                                        <p:tav tm="0">
                                          <p:val>
                                            <p:strVal val="ppt_y"/>
                                          </p:val>
                                        </p:tav>
                                        <p:tav tm="100000">
                                          <p:val>
                                            <p:strVal val="ppt_y"/>
                                          </p:val>
                                        </p:tav>
                                      </p:tavLst>
                                    </p:anim>
                                    <p:anim calcmode="lin" valueType="num">
                                      <p:cBhvr additive="base">
                                        <p:cTn id="23" dur="500"/>
                                        <p:tgtEl>
                                          <p:spTgt spid="58"/>
                                        </p:tgtEl>
                                        <p:attrNameLst>
                                          <p:attrName>ppt_w</p:attrName>
                                        </p:attrNameLst>
                                      </p:cBhvr>
                                      <p:tavLst>
                                        <p:tav tm="0">
                                          <p:val>
                                            <p:strVal val="ppt_w"/>
                                          </p:val>
                                        </p:tav>
                                        <p:tav tm="100000">
                                          <p:val>
                                            <p:fltVal val="0"/>
                                          </p:val>
                                        </p:tav>
                                      </p:tavLst>
                                    </p:anim>
                                    <p:anim calcmode="lin" valueType="num">
                                      <p:cBhvr additive="base">
                                        <p:cTn id="24" dur="500"/>
                                        <p:tgtEl>
                                          <p:spTgt spid="58"/>
                                        </p:tgtEl>
                                        <p:attrNameLst>
                                          <p:attrName>ppt_h</p:attrName>
                                        </p:attrNameLst>
                                      </p:cBhvr>
                                      <p:tavLst>
                                        <p:tav tm="0">
                                          <p:val>
                                            <p:strVal val="ppt_h"/>
                                          </p:val>
                                        </p:tav>
                                        <p:tav tm="100000">
                                          <p:val>
                                            <p:strVal val="ppt_h"/>
                                          </p:val>
                                        </p:tav>
                                      </p:tavLst>
                                    </p:anim>
                                    <p:set>
                                      <p:cBhvr additive="base">
                                        <p:cTn id="25" dur="1" fill="hold">
                                          <p:stCondLst>
                                            <p:cond delay="499"/>
                                          </p:stCondLst>
                                        </p:cTn>
                                        <p:tgtEl>
                                          <p:spTgt spid="58"/>
                                        </p:tgtEl>
                                        <p:attrNameLst>
                                          <p:attrName>style.visibility</p:attrName>
                                        </p:attrNameLst>
                                      </p:cBhvr>
                                      <p:to>
                                        <p:strVal val="hidden"/>
                                      </p:to>
                                    </p:set>
                                  </p:childTnLst>
                                </p:cTn>
                              </p:par>
                            </p:childTnLst>
                          </p:cTn>
                        </p:par>
                        <p:par>
                          <p:cTn id="26" fill="hold">
                            <p:stCondLst>
                              <p:cond delay="500"/>
                            </p:stCondLst>
                            <p:childTnLst>
                              <p:par>
                                <p:cTn id="27" presetID="17" presetClass="entr" presetSubtype="2" fill="hold" nodeType="afterEffect">
                                  <p:stCondLst>
                                    <p:cond delay="0"/>
                                  </p:stCondLst>
                                  <p:childTnLst>
                                    <p:set>
                                      <p:cBhvr additive="base">
                                        <p:cTn id="28" dur="500" fill="hold">
                                          <p:stCondLst>
                                            <p:cond delay="0"/>
                                          </p:stCondLst>
                                        </p:cTn>
                                        <p:tgtEl>
                                          <p:spTgt spid="61"/>
                                        </p:tgtEl>
                                        <p:attrNameLst>
                                          <p:attrName>style.visibility</p:attrName>
                                        </p:attrNameLst>
                                      </p:cBhvr>
                                      <p:to>
                                        <p:strVal val="visible"/>
                                      </p:to>
                                    </p:set>
                                    <p:anim calcmode="lin" valueType="num">
                                      <p:cBhvr additive="base">
                                        <p:cTn id="29" dur="500" fill="hold"/>
                                        <p:tgtEl>
                                          <p:spTgt spid="61"/>
                                        </p:tgtEl>
                                        <p:attrNameLst>
                                          <p:attrName>ppt_x</p:attrName>
                                        </p:attrNameLst>
                                      </p:cBhvr>
                                      <p:tavLst>
                                        <p:tav tm="0">
                                          <p:val>
                                            <p:strVal val="#ppt_x+#ppt_w/2"/>
                                          </p:val>
                                        </p:tav>
                                        <p:tav tm="100000">
                                          <p:val>
                                            <p:strVal val="#ppt_x"/>
                                          </p:val>
                                        </p:tav>
                                      </p:tavLst>
                                    </p:anim>
                                    <p:anim calcmode="lin" valueType="num">
                                      <p:cBhvr additive="base">
                                        <p:cTn id="30" dur="500" fill="hold"/>
                                        <p:tgtEl>
                                          <p:spTgt spid="61"/>
                                        </p:tgtEl>
                                        <p:attrNameLst>
                                          <p:attrName>ppt_y</p:attrName>
                                        </p:attrNameLst>
                                      </p:cBhvr>
                                      <p:tavLst>
                                        <p:tav tm="0">
                                          <p:val>
                                            <p:strVal val="#ppt_y"/>
                                          </p:val>
                                        </p:tav>
                                        <p:tav tm="100000">
                                          <p:val>
                                            <p:strVal val="#ppt_y"/>
                                          </p:val>
                                        </p:tav>
                                      </p:tavLst>
                                    </p:anim>
                                    <p:anim calcmode="lin" valueType="num">
                                      <p:cBhvr additive="base">
                                        <p:cTn id="31" dur="500" fill="hold"/>
                                        <p:tgtEl>
                                          <p:spTgt spid="61"/>
                                        </p:tgtEl>
                                        <p:attrNameLst>
                                          <p:attrName>ppt_w</p:attrName>
                                        </p:attrNameLst>
                                      </p:cBhvr>
                                      <p:tavLst>
                                        <p:tav tm="0">
                                          <p:val>
                                            <p:fltVal val="0"/>
                                          </p:val>
                                        </p:tav>
                                        <p:tav tm="100000">
                                          <p:val>
                                            <p:strVal val="#ppt_w"/>
                                          </p:val>
                                        </p:tav>
                                      </p:tavLst>
                                    </p:anim>
                                    <p:anim calcmode="lin" valueType="num">
                                      <p:cBhvr additive="base">
                                        <p:cTn id="32"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2" name="翻书声.wav"/>
                                        </p:tgtEl>
                                      </p:cMediaNode>
                                    </p:audio>
                                  </p:subTnLst>
                                </p:cTn>
                              </p:par>
                            </p:childTnLst>
                          </p:cTn>
                        </p:par>
                      </p:childTnLst>
                    </p:cTn>
                  </p:par>
                  <p:par>
                    <p:cTn id="33" fill="hold">
                      <p:stCondLst>
                        <p:cond delay="indefinite"/>
                      </p:stCondLst>
                      <p:childTnLst>
                        <p:par>
                          <p:cTn id="34" fill="hold">
                            <p:stCondLst>
                              <p:cond delay="0"/>
                            </p:stCondLst>
                            <p:childTnLst>
                              <p:par>
                                <p:cTn id="35" presetID="17" presetClass="exit" presetSubtype="8" fill="hold" nodeType="clickEffect">
                                  <p:stCondLst>
                                    <p:cond delay="0"/>
                                  </p:stCondLst>
                                  <p:childTnLst>
                                    <p:anim calcmode="lin" valueType="num">
                                      <p:cBhvr additive="base">
                                        <p:cTn id="36" dur="500"/>
                                        <p:tgtEl>
                                          <p:spTgt spid="64"/>
                                        </p:tgtEl>
                                        <p:attrNameLst>
                                          <p:attrName>ppt_x</p:attrName>
                                        </p:attrNameLst>
                                      </p:cBhvr>
                                      <p:tavLst>
                                        <p:tav tm="0">
                                          <p:val>
                                            <p:strVal val="ppt_x"/>
                                          </p:val>
                                        </p:tav>
                                        <p:tav tm="100000">
                                          <p:val>
                                            <p:strVal val="ppt_x-ppt_w/2"/>
                                          </p:val>
                                        </p:tav>
                                      </p:tavLst>
                                    </p:anim>
                                    <p:anim calcmode="lin" valueType="num">
                                      <p:cBhvr additive="base">
                                        <p:cTn id="37" dur="500"/>
                                        <p:tgtEl>
                                          <p:spTgt spid="64"/>
                                        </p:tgtEl>
                                        <p:attrNameLst>
                                          <p:attrName>ppt_y</p:attrName>
                                        </p:attrNameLst>
                                      </p:cBhvr>
                                      <p:tavLst>
                                        <p:tav tm="0">
                                          <p:val>
                                            <p:strVal val="ppt_y"/>
                                          </p:val>
                                        </p:tav>
                                        <p:tav tm="100000">
                                          <p:val>
                                            <p:strVal val="ppt_y"/>
                                          </p:val>
                                        </p:tav>
                                      </p:tavLst>
                                    </p:anim>
                                    <p:anim calcmode="lin" valueType="num">
                                      <p:cBhvr additive="base">
                                        <p:cTn id="38" dur="500"/>
                                        <p:tgtEl>
                                          <p:spTgt spid="64"/>
                                        </p:tgtEl>
                                        <p:attrNameLst>
                                          <p:attrName>ppt_w</p:attrName>
                                        </p:attrNameLst>
                                      </p:cBhvr>
                                      <p:tavLst>
                                        <p:tav tm="0">
                                          <p:val>
                                            <p:strVal val="ppt_w"/>
                                          </p:val>
                                        </p:tav>
                                        <p:tav tm="100000">
                                          <p:val>
                                            <p:fltVal val="0"/>
                                          </p:val>
                                        </p:tav>
                                      </p:tavLst>
                                    </p:anim>
                                    <p:anim calcmode="lin" valueType="num">
                                      <p:cBhvr additive="base">
                                        <p:cTn id="39" dur="500"/>
                                        <p:tgtEl>
                                          <p:spTgt spid="64"/>
                                        </p:tgtEl>
                                        <p:attrNameLst>
                                          <p:attrName>ppt_h</p:attrName>
                                        </p:attrNameLst>
                                      </p:cBhvr>
                                      <p:tavLst>
                                        <p:tav tm="0">
                                          <p:val>
                                            <p:strVal val="ppt_h"/>
                                          </p:val>
                                        </p:tav>
                                        <p:tav tm="100000">
                                          <p:val>
                                            <p:strVal val="ppt_h"/>
                                          </p:val>
                                        </p:tav>
                                      </p:tavLst>
                                    </p:anim>
                                    <p:set>
                                      <p:cBhvr additive="base">
                                        <p:cTn id="40" dur="1" fill="hold">
                                          <p:stCondLst>
                                            <p:cond delay="499"/>
                                          </p:stCondLst>
                                        </p:cTn>
                                        <p:tgtEl>
                                          <p:spTgt spid="64"/>
                                        </p:tgtEl>
                                        <p:attrNameLst>
                                          <p:attrName>style.visibility</p:attrName>
                                        </p:attrNameLst>
                                      </p:cBhvr>
                                      <p:to>
                                        <p:strVal val="hidden"/>
                                      </p:to>
                                    </p:set>
                                  </p:childTnLst>
                                </p:cTn>
                              </p:par>
                            </p:childTnLst>
                          </p:cTn>
                        </p:par>
                        <p:par>
                          <p:cTn id="41" fill="hold">
                            <p:stCondLst>
                              <p:cond delay="500"/>
                            </p:stCondLst>
                            <p:childTnLst>
                              <p:par>
                                <p:cTn id="42" presetID="17" presetClass="entr" presetSubtype="2" fill="hold" nodeType="afterEffect">
                                  <p:stCondLst>
                                    <p:cond delay="0"/>
                                  </p:stCondLst>
                                  <p:childTnLst>
                                    <p:set>
                                      <p:cBhvr additive="base">
                                        <p:cTn id="43" dur="500" fill="hold">
                                          <p:stCondLst>
                                            <p:cond delay="0"/>
                                          </p:stCondLst>
                                        </p:cTn>
                                        <p:tgtEl>
                                          <p:spTgt spid="67"/>
                                        </p:tgtEl>
                                        <p:attrNameLst>
                                          <p:attrName>style.visibility</p:attrName>
                                        </p:attrNameLst>
                                      </p:cBhvr>
                                      <p:to>
                                        <p:strVal val="visible"/>
                                      </p:to>
                                    </p:set>
                                    <p:anim calcmode="lin" valueType="num">
                                      <p:cBhvr additive="base">
                                        <p:cTn id="44" dur="500" fill="hold"/>
                                        <p:tgtEl>
                                          <p:spTgt spid="67"/>
                                        </p:tgtEl>
                                        <p:attrNameLst>
                                          <p:attrName>ppt_x</p:attrName>
                                        </p:attrNameLst>
                                      </p:cBhvr>
                                      <p:tavLst>
                                        <p:tav tm="0">
                                          <p:val>
                                            <p:strVal val="#ppt_x+#ppt_w/2"/>
                                          </p:val>
                                        </p:tav>
                                        <p:tav tm="100000">
                                          <p:val>
                                            <p:strVal val="#ppt_x"/>
                                          </p:val>
                                        </p:tav>
                                      </p:tavLst>
                                    </p:anim>
                                    <p:anim calcmode="lin" valueType="num">
                                      <p:cBhvr additive="base">
                                        <p:cTn id="45" dur="500" fill="hold"/>
                                        <p:tgtEl>
                                          <p:spTgt spid="67"/>
                                        </p:tgtEl>
                                        <p:attrNameLst>
                                          <p:attrName>ppt_y</p:attrName>
                                        </p:attrNameLst>
                                      </p:cBhvr>
                                      <p:tavLst>
                                        <p:tav tm="0">
                                          <p:val>
                                            <p:strVal val="#ppt_y"/>
                                          </p:val>
                                        </p:tav>
                                        <p:tav tm="100000">
                                          <p:val>
                                            <p:strVal val="#ppt_y"/>
                                          </p:val>
                                        </p:tav>
                                      </p:tavLst>
                                    </p:anim>
                                    <p:anim calcmode="lin" valueType="num">
                                      <p:cBhvr additive="base">
                                        <p:cTn id="46" dur="500" fill="hold"/>
                                        <p:tgtEl>
                                          <p:spTgt spid="67"/>
                                        </p:tgtEl>
                                        <p:attrNameLst>
                                          <p:attrName>ppt_w</p:attrName>
                                        </p:attrNameLst>
                                      </p:cBhvr>
                                      <p:tavLst>
                                        <p:tav tm="0">
                                          <p:val>
                                            <p:fltVal val="0"/>
                                          </p:val>
                                        </p:tav>
                                        <p:tav tm="100000">
                                          <p:val>
                                            <p:strVal val="#ppt_w"/>
                                          </p:val>
                                        </p:tav>
                                      </p:tavLst>
                                    </p:anim>
                                    <p:anim calcmode="lin" valueType="num">
                                      <p:cBhvr additive="base">
                                        <p:cTn id="47"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2" name="翻书声.wav"/>
                                        </p:tgtEl>
                                      </p:cMediaNode>
                                    </p:audio>
                                  </p:subTnLst>
                                </p:cTn>
                              </p:par>
                            </p:childTnLst>
                          </p:cTn>
                        </p:par>
                      </p:childTnLst>
                    </p:cTn>
                  </p:par>
                  <p:par>
                    <p:cTn id="48" fill="hold">
                      <p:stCondLst>
                        <p:cond delay="indefinite"/>
                      </p:stCondLst>
                      <p:childTnLst>
                        <p:par>
                          <p:cTn id="49" fill="hold">
                            <p:stCondLst>
                              <p:cond delay="0"/>
                            </p:stCondLst>
                            <p:childTnLst>
                              <p:par>
                                <p:cTn id="50" presetID="17" presetClass="exit" presetSubtype="8" fill="hold" nodeType="clickEffect">
                                  <p:stCondLst>
                                    <p:cond delay="0"/>
                                  </p:stCondLst>
                                  <p:childTnLst>
                                    <p:anim calcmode="lin" valueType="num">
                                      <p:cBhvr additive="base">
                                        <p:cTn id="51" dur="500"/>
                                        <p:tgtEl>
                                          <p:spTgt spid="70"/>
                                        </p:tgtEl>
                                        <p:attrNameLst>
                                          <p:attrName>ppt_x</p:attrName>
                                        </p:attrNameLst>
                                      </p:cBhvr>
                                      <p:tavLst>
                                        <p:tav tm="0">
                                          <p:val>
                                            <p:strVal val="ppt_x"/>
                                          </p:val>
                                        </p:tav>
                                        <p:tav tm="100000">
                                          <p:val>
                                            <p:strVal val="ppt_x-ppt_w/2"/>
                                          </p:val>
                                        </p:tav>
                                      </p:tavLst>
                                    </p:anim>
                                    <p:anim calcmode="lin" valueType="num">
                                      <p:cBhvr additive="base">
                                        <p:cTn id="52" dur="500"/>
                                        <p:tgtEl>
                                          <p:spTgt spid="70"/>
                                        </p:tgtEl>
                                        <p:attrNameLst>
                                          <p:attrName>ppt_y</p:attrName>
                                        </p:attrNameLst>
                                      </p:cBhvr>
                                      <p:tavLst>
                                        <p:tav tm="0">
                                          <p:val>
                                            <p:strVal val="ppt_y"/>
                                          </p:val>
                                        </p:tav>
                                        <p:tav tm="100000">
                                          <p:val>
                                            <p:strVal val="ppt_y"/>
                                          </p:val>
                                        </p:tav>
                                      </p:tavLst>
                                    </p:anim>
                                    <p:anim calcmode="lin" valueType="num">
                                      <p:cBhvr additive="base">
                                        <p:cTn id="53" dur="500"/>
                                        <p:tgtEl>
                                          <p:spTgt spid="70"/>
                                        </p:tgtEl>
                                        <p:attrNameLst>
                                          <p:attrName>ppt_w</p:attrName>
                                        </p:attrNameLst>
                                      </p:cBhvr>
                                      <p:tavLst>
                                        <p:tav tm="0">
                                          <p:val>
                                            <p:strVal val="ppt_w"/>
                                          </p:val>
                                        </p:tav>
                                        <p:tav tm="100000">
                                          <p:val>
                                            <p:fltVal val="0"/>
                                          </p:val>
                                        </p:tav>
                                      </p:tavLst>
                                    </p:anim>
                                    <p:anim calcmode="lin" valueType="num">
                                      <p:cBhvr additive="base">
                                        <p:cTn id="54" dur="500"/>
                                        <p:tgtEl>
                                          <p:spTgt spid="70"/>
                                        </p:tgtEl>
                                        <p:attrNameLst>
                                          <p:attrName>ppt_h</p:attrName>
                                        </p:attrNameLst>
                                      </p:cBhvr>
                                      <p:tavLst>
                                        <p:tav tm="0">
                                          <p:val>
                                            <p:strVal val="ppt_h"/>
                                          </p:val>
                                        </p:tav>
                                        <p:tav tm="100000">
                                          <p:val>
                                            <p:strVal val="ppt_h"/>
                                          </p:val>
                                        </p:tav>
                                      </p:tavLst>
                                    </p:anim>
                                    <p:set>
                                      <p:cBhvr additive="base">
                                        <p:cTn id="55"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50"/>
                                            </p:cond>
                                          </p:stCondLst>
                                          <p:endCondLst>
                                            <p:cond evt="onStopAudio" delay="0">
                                              <p:tgtEl>
                                                <p:sldTgt/>
                                              </p:tgtEl>
                                            </p:cond>
                                          </p:endCondLst>
                                        </p:cTn>
                                        <p:tgtEl>
                                          <p:sndTgt r:embed="rId2" name="翻书声.wav"/>
                                        </p:tgtEl>
                                      </p:cMediaNode>
                                    </p:audio>
                                  </p:subTnLst>
                                </p:cTn>
                              </p:par>
                            </p:childTnLst>
                          </p:cTn>
                        </p:par>
                        <p:par>
                          <p:cTn id="56" fill="hold">
                            <p:stCondLst>
                              <p:cond delay="500"/>
                            </p:stCondLst>
                            <p:childTnLst>
                              <p:par>
                                <p:cTn id="57" presetID="17" presetClass="entr" presetSubtype="2" fill="hold" nodeType="afterEffect">
                                  <p:stCondLst>
                                    <p:cond delay="0"/>
                                  </p:stCondLst>
                                  <p:childTnLst>
                                    <p:set>
                                      <p:cBhvr additive="base">
                                        <p:cTn id="58" dur="500" fill="hold">
                                          <p:stCondLst>
                                            <p:cond delay="0"/>
                                          </p:stCondLst>
                                        </p:cTn>
                                        <p:tgtEl>
                                          <p:spTgt spid="27"/>
                                        </p:tgtEl>
                                        <p:attrNameLst>
                                          <p:attrName>style.visibility</p:attrName>
                                        </p:attrNameLst>
                                      </p:cBhvr>
                                      <p:to>
                                        <p:strVal val="visible"/>
                                      </p:to>
                                    </p:set>
                                    <p:anim calcmode="lin" valueType="num">
                                      <p:cBhvr additive="base">
                                        <p:cTn id="59" dur="500" fill="hold"/>
                                        <p:tgtEl>
                                          <p:spTgt spid="27"/>
                                        </p:tgtEl>
                                        <p:attrNameLst>
                                          <p:attrName>ppt_x</p:attrName>
                                        </p:attrNameLst>
                                      </p:cBhvr>
                                      <p:tavLst>
                                        <p:tav tm="0">
                                          <p:val>
                                            <p:strVal val="#ppt_x+#ppt_w/2"/>
                                          </p:val>
                                        </p:tav>
                                        <p:tav tm="100000">
                                          <p:val>
                                            <p:strVal val="#ppt_x"/>
                                          </p:val>
                                        </p:tav>
                                      </p:tavLst>
                                    </p:anim>
                                    <p:anim calcmode="lin" valueType="num">
                                      <p:cBhvr additive="base">
                                        <p:cTn id="60" dur="500" fill="hold"/>
                                        <p:tgtEl>
                                          <p:spTgt spid="27"/>
                                        </p:tgtEl>
                                        <p:attrNameLst>
                                          <p:attrName>ppt_y</p:attrName>
                                        </p:attrNameLst>
                                      </p:cBhvr>
                                      <p:tavLst>
                                        <p:tav tm="0">
                                          <p:val>
                                            <p:strVal val="#ppt_y"/>
                                          </p:val>
                                        </p:tav>
                                        <p:tav tm="100000">
                                          <p:val>
                                            <p:strVal val="#ppt_y"/>
                                          </p:val>
                                        </p:tav>
                                      </p:tavLst>
                                    </p:anim>
                                    <p:anim calcmode="lin" valueType="num">
                                      <p:cBhvr additive="base">
                                        <p:cTn id="61" dur="500" fill="hold"/>
                                        <p:tgtEl>
                                          <p:spTgt spid="27"/>
                                        </p:tgtEl>
                                        <p:attrNameLst>
                                          <p:attrName>ppt_w</p:attrName>
                                        </p:attrNameLst>
                                      </p:cBhvr>
                                      <p:tavLst>
                                        <p:tav tm="0">
                                          <p:val>
                                            <p:fltVal val="0"/>
                                          </p:val>
                                        </p:tav>
                                        <p:tav tm="100000">
                                          <p:val>
                                            <p:strVal val="#ppt_w"/>
                                          </p:val>
                                        </p:tav>
                                      </p:tavLst>
                                    </p:anim>
                                    <p:anim calcmode="lin" valueType="num">
                                      <p:cBhvr additive="base">
                                        <p:cTn id="62"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7"/>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34" name="yongtu"/>
          <p:cNvGrpSpPr/>
          <p:nvPr/>
        </p:nvGrpSpPr>
        <p:grpSpPr>
          <a:xfrm>
            <a:off x="167005" y="3462020"/>
            <a:ext cx="2737485" cy="3395980"/>
            <a:chOff x="10360" y="1633"/>
            <a:chExt cx="6539" cy="8331"/>
          </a:xfrm>
          <a:solidFill>
            <a:schemeClr val="accent5"/>
          </a:solidFill>
        </p:grpSpPr>
        <p:sp>
          <p:nvSpPr>
            <p:cNvPr id="35" name="圆角矩形 34"/>
            <p:cNvSpPr/>
            <p:nvPr/>
          </p:nvSpPr>
          <p:spPr>
            <a:xfrm>
              <a:off x="10360" y="1633"/>
              <a:ext cx="6539" cy="833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10518" y="3695"/>
              <a:ext cx="6084" cy="4603"/>
            </a:xfrm>
            <a:prstGeom prst="rect">
              <a:avLst/>
            </a:prstGeom>
            <a:grpFill/>
            <a:ln>
              <a:solidFill>
                <a:schemeClr val="accent5"/>
              </a:solidFill>
            </a:ln>
          </p:spPr>
          <p:txBody>
            <a:bodyPr wrap="square" rtlCol="0">
              <a:spAutoFit/>
            </a:bodyPr>
            <a:lstStyle/>
            <a:p>
              <a:pPr algn="ct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yòng</a:t>
              </a:r>
              <a:r>
                <a:rPr lang="en-US" altLang="zh-CN" sz="40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tú</a:t>
              </a:r>
              <a:r>
                <a:rPr sz="4000" dirty="0">
                  <a:latin typeface="Arial" panose="020B0704020202020204"/>
                  <a:ea typeface="Arial" panose="020B0704020202020204"/>
                  <a:cs typeface="Arial" panose="020B0704020202020204"/>
                  <a:sym typeface="Arial" panose="020B0704020202020204"/>
                </a:rPr>
                <a:t> </a:t>
              </a:r>
              <a:endParaRPr lang="en-US" sz="4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sym typeface="+mn-ea"/>
                </a:rPr>
                <a:t>用途</a:t>
              </a:r>
            </a:p>
            <a:p>
              <a:pPr algn="ctr"/>
              <a:r>
                <a:rPr lang="en-US" altLang="zh-CN" sz="1600" b="1" kern="100" dirty="0">
                  <a:solidFill>
                    <a:schemeClr val="bg1"/>
                  </a:solidFill>
                  <a:ea typeface="思源黑体 CN Regular" panose="020B0500000000000000"/>
                  <a:sym typeface="Times New Roman" panose="02020603050405020304" pitchFamily="18" charset="0"/>
                </a:rPr>
                <a:t>n. to use</a:t>
              </a:r>
            </a:p>
          </p:txBody>
        </p:sp>
      </p:grpSp>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6" name="xiangshou"/>
          <p:cNvGrpSpPr/>
          <p:nvPr/>
        </p:nvGrpSpPr>
        <p:grpSpPr>
          <a:xfrm>
            <a:off x="167005" y="107315"/>
            <a:ext cx="3022600" cy="3225800"/>
            <a:chOff x="2637" y="2751"/>
            <a:chExt cx="6029" cy="6157"/>
          </a:xfrm>
          <a:solidFill>
            <a:srgbClr val="558ED5"/>
          </a:solidFill>
        </p:grpSpPr>
        <p:sp>
          <p:nvSpPr>
            <p:cNvPr id="9" name="圆角矩形 8"/>
            <p:cNvSpPr/>
            <p:nvPr/>
          </p:nvSpPr>
          <p:spPr>
            <a:xfrm>
              <a:off x="2637" y="2751"/>
              <a:ext cx="6029" cy="6157"/>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793" y="4147"/>
              <a:ext cx="5718" cy="3229"/>
            </a:xfrm>
            <a:prstGeom prst="rect">
              <a:avLst/>
            </a:prstGeom>
            <a:grpFill/>
            <a:ln>
              <a:solidFill>
                <a:srgbClr val="558ED5"/>
              </a:solidFill>
            </a:ln>
          </p:spPr>
          <p:txBody>
            <a:bodyPr wrap="square" rtlCol="0">
              <a:spAutoFit/>
            </a:bodyPr>
            <a:lstStyle/>
            <a:p>
              <a:pPr algn="ctr"/>
              <a:r>
                <a:rPr lang="en-US" altLang="zh-CN" sz="36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xiǎng</a:t>
              </a:r>
              <a:r>
                <a:rPr lang="en-US" altLang="zh-CN" sz="36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36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shòu</a:t>
              </a:r>
              <a:endParaRPr lang="en-US" sz="36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享受</a:t>
              </a:r>
              <a:endParaRPr lang="zh-CN"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1400" b="1" kern="100" dirty="0">
                  <a:solidFill>
                    <a:schemeClr val="bg1"/>
                  </a:solidFill>
                  <a:ea typeface="思源黑体 CN Regular" panose="020B0500000000000000" pitchFamily="34" charset="-122"/>
                  <a:sym typeface="Times New Roman" panose="02020603050405020304" pitchFamily="18" charset="0"/>
                </a:rPr>
                <a:t>v. to enjoy</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pic>
        <p:nvPicPr>
          <p:cNvPr id="8" name="图片 7"/>
          <p:cNvPicPr/>
          <p:nvPr/>
        </p:nvPicPr>
        <p:blipFill>
          <a:blip r:embed="rId3"/>
          <a:stretch>
            <a:fillRect/>
          </a:stretch>
        </p:blipFill>
        <p:spPr>
          <a:xfrm>
            <a:off x="6044565" y="349250"/>
            <a:ext cx="2948940" cy="2582545"/>
          </a:xfrm>
          <a:prstGeom prst="rect">
            <a:avLst/>
          </a:prstGeom>
        </p:spPr>
      </p:pic>
      <p:sp>
        <p:nvSpPr>
          <p:cNvPr id="41" name="文本框 40"/>
          <p:cNvSpPr txBox="1"/>
          <p:nvPr/>
        </p:nvSpPr>
        <p:spPr>
          <a:xfrm>
            <a:off x="3401060" y="943610"/>
            <a:ext cx="2546350" cy="368300"/>
          </a:xfrm>
          <a:prstGeom prst="rect">
            <a:avLst/>
          </a:prstGeom>
          <a:noFill/>
        </p:spPr>
        <p:txBody>
          <a:bodyPr wrap="square" rtlCol="0">
            <a:spAutoFit/>
          </a:bodyPr>
          <a:lstStyle/>
          <a:p>
            <a:r>
              <a:rPr lang="zh-CN" altLang="en-US"/>
              <a:t>小猫躺着</a:t>
            </a:r>
            <a:r>
              <a:rPr lang="zh-CN" altLang="en-US">
                <a:solidFill>
                  <a:schemeClr val="accent6"/>
                </a:solidFill>
              </a:rPr>
              <a:t>享受</a:t>
            </a:r>
            <a:r>
              <a:rPr lang="zh-CN" altLang="en-US"/>
              <a:t>着阳光</a:t>
            </a:r>
            <a:r>
              <a:rPr lang="en-US" altLang="zh-CN"/>
              <a:t>。</a:t>
            </a:r>
          </a:p>
        </p:txBody>
      </p:sp>
      <p:pic>
        <p:nvPicPr>
          <p:cNvPr id="42" name="图片 41"/>
          <p:cNvPicPr/>
          <p:nvPr/>
        </p:nvPicPr>
        <p:blipFill>
          <a:blip r:embed="rId4"/>
          <a:stretch>
            <a:fillRect/>
          </a:stretch>
        </p:blipFill>
        <p:spPr>
          <a:xfrm>
            <a:off x="9076055" y="165735"/>
            <a:ext cx="2858135" cy="4137025"/>
          </a:xfrm>
          <a:prstGeom prst="rect">
            <a:avLst/>
          </a:prstGeom>
        </p:spPr>
      </p:pic>
      <p:sp>
        <p:nvSpPr>
          <p:cNvPr id="43" name="文本框 42"/>
          <p:cNvSpPr txBox="1"/>
          <p:nvPr/>
        </p:nvSpPr>
        <p:spPr>
          <a:xfrm>
            <a:off x="3362960" y="1645285"/>
            <a:ext cx="2571750" cy="645160"/>
          </a:xfrm>
          <a:prstGeom prst="rect">
            <a:avLst/>
          </a:prstGeom>
          <a:noFill/>
        </p:spPr>
        <p:txBody>
          <a:bodyPr wrap="square" rtlCol="0">
            <a:spAutoFit/>
          </a:bodyPr>
          <a:lstStyle/>
          <a:p>
            <a:r>
              <a:rPr lang="zh-CN" altLang="en-US"/>
              <a:t>放假了</a:t>
            </a:r>
            <a:r>
              <a:rPr lang="en-US" altLang="zh-CN"/>
              <a:t>，</a:t>
            </a:r>
            <a:r>
              <a:rPr lang="zh-CN" altLang="en-US"/>
              <a:t>人们来到河边</a:t>
            </a:r>
            <a:r>
              <a:rPr lang="zh-CN" altLang="en-US">
                <a:solidFill>
                  <a:schemeClr val="accent6"/>
                </a:solidFill>
              </a:rPr>
              <a:t>享受</a:t>
            </a:r>
            <a:r>
              <a:rPr lang="zh-CN" altLang="en-US"/>
              <a:t>生活</a:t>
            </a:r>
            <a:r>
              <a:rPr lang="en-US" altLang="zh-CN"/>
              <a:t>。</a:t>
            </a:r>
          </a:p>
        </p:txBody>
      </p:sp>
      <p:pic>
        <p:nvPicPr>
          <p:cNvPr id="44" name="图片 43"/>
          <p:cNvPicPr/>
          <p:nvPr/>
        </p:nvPicPr>
        <p:blipFill>
          <a:blip r:embed="rId5"/>
          <a:stretch>
            <a:fillRect/>
          </a:stretch>
        </p:blipFill>
        <p:spPr>
          <a:xfrm>
            <a:off x="5934710" y="2530475"/>
            <a:ext cx="3273425" cy="4243070"/>
          </a:xfrm>
          <a:prstGeom prst="rect">
            <a:avLst/>
          </a:prstGeom>
        </p:spPr>
      </p:pic>
      <p:sp>
        <p:nvSpPr>
          <p:cNvPr id="45" name="文本框 44"/>
          <p:cNvSpPr txBox="1"/>
          <p:nvPr/>
        </p:nvSpPr>
        <p:spPr>
          <a:xfrm>
            <a:off x="3133725" y="4175760"/>
            <a:ext cx="2571750" cy="1014730"/>
          </a:xfrm>
          <a:prstGeom prst="rect">
            <a:avLst/>
          </a:prstGeom>
          <a:noFill/>
        </p:spPr>
        <p:txBody>
          <a:bodyPr wrap="square" rtlCol="0">
            <a:spAutoFit/>
          </a:bodyPr>
          <a:lstStyle/>
          <a:p>
            <a:r>
              <a:rPr lang="zh-CN" altLang="en-US" sz="2000"/>
              <a:t>芦荟的</a:t>
            </a:r>
            <a:r>
              <a:rPr lang="zh-CN" altLang="en-US" sz="2000">
                <a:solidFill>
                  <a:schemeClr val="accent6"/>
                </a:solidFill>
              </a:rPr>
              <a:t>用途</a:t>
            </a:r>
            <a:r>
              <a:rPr lang="zh-CN" altLang="en-US" sz="2000"/>
              <a:t>有很多</a:t>
            </a:r>
            <a:r>
              <a:rPr lang="en-US" altLang="zh-CN" sz="2000"/>
              <a:t>，</a:t>
            </a:r>
            <a:r>
              <a:rPr lang="zh-CN" altLang="en-US" sz="2000"/>
              <a:t>比如可以杀菌</a:t>
            </a:r>
            <a:r>
              <a:rPr lang="en-US" altLang="zh-CN" sz="2000"/>
              <a:t>、</a:t>
            </a:r>
            <a:r>
              <a:rPr lang="zh-CN" altLang="en-US" sz="2000"/>
              <a:t>可以保湿</a:t>
            </a:r>
            <a:r>
              <a:rPr lang="en-US" altLang="zh-CN" sz="2000"/>
              <a:t>、</a:t>
            </a:r>
            <a:r>
              <a:rPr lang="zh-CN" altLang="en-US" sz="2000"/>
              <a:t>可以促消化</a:t>
            </a:r>
            <a:r>
              <a:rPr lang="en-US" altLang="zh-CN" sz="2000"/>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nodeType="afterEffect">
                                  <p:stCondLst>
                                    <p:cond delay="0"/>
                                  </p:stCondLst>
                                  <p:childTnLst>
                                    <p:set>
                                      <p:cBhvr additive="base">
                                        <p:cTn id="6" dur="500"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anim calcmode="lin" valueType="num">
                                      <p:cBhvr additive="base">
                                        <p:cTn id="9" dur="500" fill="hold"/>
                                        <p:tgtEl>
                                          <p:spTgt spid="6"/>
                                        </p:tgtEl>
                                        <p:attrNameLst>
                                          <p:attrName>ppt_w</p:attrName>
                                        </p:attrNameLst>
                                      </p:cBhvr>
                                      <p:tavLst>
                                        <p:tav tm="0">
                                          <p:val>
                                            <p:fltVal val="0"/>
                                          </p:val>
                                        </p:tav>
                                        <p:tav tm="100000">
                                          <p:val>
                                            <p:strVal val="#ppt_w"/>
                                          </p:val>
                                        </p:tav>
                                      </p:tavLst>
                                    </p:anim>
                                    <p:anim calcmode="lin" valueType="num">
                                      <p:cBhvr additive="base">
                                        <p:cTn id="10"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childTnLst>
                    </p:cTn>
                  </p:par>
                  <p:par>
                    <p:cTn id="11" fill="hold">
                      <p:stCondLst>
                        <p:cond delay="indefinite"/>
                      </p:stCondLst>
                      <p:childTnLst>
                        <p:par>
                          <p:cTn id="12" fill="hold">
                            <p:stCondLst>
                              <p:cond delay="0"/>
                            </p:stCondLst>
                            <p:childTnLst>
                              <p:par>
                                <p:cTn id="13" presetID="17" presetClass="exit" presetSubtype="8" fill="hold" nodeType="clickEffect">
                                  <p:stCondLst>
                                    <p:cond delay="0"/>
                                  </p:stCondLst>
                                  <p:childTnLst>
                                    <p:anim calcmode="lin" valueType="num">
                                      <p:cBhvr additive="base">
                                        <p:cTn id="14" dur="500"/>
                                        <p:tgtEl>
                                          <p:spTgt spid="34"/>
                                        </p:tgtEl>
                                        <p:attrNameLst>
                                          <p:attrName>ppt_x</p:attrName>
                                        </p:attrNameLst>
                                      </p:cBhvr>
                                      <p:tavLst>
                                        <p:tav tm="0">
                                          <p:val>
                                            <p:strVal val="ppt_x"/>
                                          </p:val>
                                        </p:tav>
                                        <p:tav tm="100000">
                                          <p:val>
                                            <p:strVal val="ppt_x-ppt_w/2"/>
                                          </p:val>
                                        </p:tav>
                                      </p:tavLst>
                                    </p:anim>
                                    <p:anim calcmode="lin" valueType="num">
                                      <p:cBhvr additive="base">
                                        <p:cTn id="15" dur="500"/>
                                        <p:tgtEl>
                                          <p:spTgt spid="34"/>
                                        </p:tgtEl>
                                        <p:attrNameLst>
                                          <p:attrName>ppt_y</p:attrName>
                                        </p:attrNameLst>
                                      </p:cBhvr>
                                      <p:tavLst>
                                        <p:tav tm="0">
                                          <p:val>
                                            <p:strVal val="ppt_y"/>
                                          </p:val>
                                        </p:tav>
                                        <p:tav tm="100000">
                                          <p:val>
                                            <p:strVal val="ppt_y"/>
                                          </p:val>
                                        </p:tav>
                                      </p:tavLst>
                                    </p:anim>
                                    <p:anim calcmode="lin" valueType="num">
                                      <p:cBhvr additive="base">
                                        <p:cTn id="16" dur="500"/>
                                        <p:tgtEl>
                                          <p:spTgt spid="34"/>
                                        </p:tgtEl>
                                        <p:attrNameLst>
                                          <p:attrName>ppt_w</p:attrName>
                                        </p:attrNameLst>
                                      </p:cBhvr>
                                      <p:tavLst>
                                        <p:tav tm="0">
                                          <p:val>
                                            <p:strVal val="ppt_w"/>
                                          </p:val>
                                        </p:tav>
                                        <p:tav tm="100000">
                                          <p:val>
                                            <p:fltVal val="0"/>
                                          </p:val>
                                        </p:tav>
                                      </p:tavLst>
                                    </p:anim>
                                    <p:anim calcmode="lin" valueType="num">
                                      <p:cBhvr additive="base">
                                        <p:cTn id="17" dur="500"/>
                                        <p:tgtEl>
                                          <p:spTgt spid="34"/>
                                        </p:tgtEl>
                                        <p:attrNameLst>
                                          <p:attrName>ppt_h</p:attrName>
                                        </p:attrNameLst>
                                      </p:cBhvr>
                                      <p:tavLst>
                                        <p:tav tm="0">
                                          <p:val>
                                            <p:strVal val="ppt_h"/>
                                          </p:val>
                                        </p:tav>
                                        <p:tav tm="100000">
                                          <p:val>
                                            <p:strVal val="ppt_h"/>
                                          </p:val>
                                        </p:tav>
                                      </p:tavLst>
                                    </p:anim>
                                    <p:set>
                                      <p:cBhvr additive="base">
                                        <p:cTn id="18" dur="1" fill="hold">
                                          <p:stCondLst>
                                            <p:cond delay="499"/>
                                          </p:stCondLst>
                                        </p:cTn>
                                        <p:tgtEl>
                                          <p:spTgt spid="3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7" presetClass="exit" presetSubtype="8" fill="hold" nodeType="clickEffect">
                                  <p:stCondLst>
                                    <p:cond delay="0"/>
                                  </p:stCondLst>
                                  <p:childTnLst>
                                    <p:anim calcmode="lin" valueType="num">
                                      <p:cBhvr additive="base">
                                        <p:cTn id="22" dur="500"/>
                                        <p:tgtEl>
                                          <p:spTgt spid="58"/>
                                        </p:tgtEl>
                                        <p:attrNameLst>
                                          <p:attrName>ppt_x</p:attrName>
                                        </p:attrNameLst>
                                      </p:cBhvr>
                                      <p:tavLst>
                                        <p:tav tm="0">
                                          <p:val>
                                            <p:strVal val="ppt_x"/>
                                          </p:val>
                                        </p:tav>
                                        <p:tav tm="100000">
                                          <p:val>
                                            <p:strVal val="ppt_x-ppt_w/2"/>
                                          </p:val>
                                        </p:tav>
                                      </p:tavLst>
                                    </p:anim>
                                    <p:anim calcmode="lin" valueType="num">
                                      <p:cBhvr additive="base">
                                        <p:cTn id="23" dur="500"/>
                                        <p:tgtEl>
                                          <p:spTgt spid="58"/>
                                        </p:tgtEl>
                                        <p:attrNameLst>
                                          <p:attrName>ppt_y</p:attrName>
                                        </p:attrNameLst>
                                      </p:cBhvr>
                                      <p:tavLst>
                                        <p:tav tm="0">
                                          <p:val>
                                            <p:strVal val="ppt_y"/>
                                          </p:val>
                                        </p:tav>
                                        <p:tav tm="100000">
                                          <p:val>
                                            <p:strVal val="ppt_y"/>
                                          </p:val>
                                        </p:tav>
                                      </p:tavLst>
                                    </p:anim>
                                    <p:anim calcmode="lin" valueType="num">
                                      <p:cBhvr additive="base">
                                        <p:cTn id="24" dur="500"/>
                                        <p:tgtEl>
                                          <p:spTgt spid="58"/>
                                        </p:tgtEl>
                                        <p:attrNameLst>
                                          <p:attrName>ppt_w</p:attrName>
                                        </p:attrNameLst>
                                      </p:cBhvr>
                                      <p:tavLst>
                                        <p:tav tm="0">
                                          <p:val>
                                            <p:strVal val="ppt_w"/>
                                          </p:val>
                                        </p:tav>
                                        <p:tav tm="100000">
                                          <p:val>
                                            <p:fltVal val="0"/>
                                          </p:val>
                                        </p:tav>
                                      </p:tavLst>
                                    </p:anim>
                                    <p:anim calcmode="lin" valueType="num">
                                      <p:cBhvr additive="base">
                                        <p:cTn id="25" dur="500"/>
                                        <p:tgtEl>
                                          <p:spTgt spid="58"/>
                                        </p:tgtEl>
                                        <p:attrNameLst>
                                          <p:attrName>ppt_h</p:attrName>
                                        </p:attrNameLst>
                                      </p:cBhvr>
                                      <p:tavLst>
                                        <p:tav tm="0">
                                          <p:val>
                                            <p:strVal val="ppt_h"/>
                                          </p:val>
                                        </p:tav>
                                        <p:tav tm="100000">
                                          <p:val>
                                            <p:strVal val="ppt_h"/>
                                          </p:val>
                                        </p:tav>
                                      </p:tavLst>
                                    </p:anim>
                                    <p:set>
                                      <p:cBhvr additive="base">
                                        <p:cTn id="26" dur="1" fill="hold">
                                          <p:stCondLst>
                                            <p:cond delay="499"/>
                                          </p:stCondLst>
                                        </p:cTn>
                                        <p:tgtEl>
                                          <p:spTgt spid="58"/>
                                        </p:tgtEl>
                                        <p:attrNameLst>
                                          <p:attrName>style.visibility</p:attrName>
                                        </p:attrNameLst>
                                      </p:cBhvr>
                                      <p:to>
                                        <p:strVal val="hidden"/>
                                      </p:to>
                                    </p:set>
                                  </p:childTnLst>
                                </p:cTn>
                              </p:par>
                            </p:childTnLst>
                          </p:cTn>
                        </p:par>
                        <p:par>
                          <p:cTn id="27" fill="hold">
                            <p:stCondLst>
                              <p:cond delay="500"/>
                            </p:stCondLst>
                            <p:childTnLst>
                              <p:par>
                                <p:cTn id="28" presetID="17" presetClass="entr" presetSubtype="2" fill="hold" nodeType="afterEffect">
                                  <p:stCondLst>
                                    <p:cond delay="0"/>
                                  </p:stCondLst>
                                  <p:childTnLst>
                                    <p:set>
                                      <p:cBhvr additive="base">
                                        <p:cTn id="29" dur="500" fill="hold">
                                          <p:stCondLst>
                                            <p:cond delay="0"/>
                                          </p:stCondLst>
                                        </p:cTn>
                                        <p:tgtEl>
                                          <p:spTgt spid="61"/>
                                        </p:tgtEl>
                                        <p:attrNameLst>
                                          <p:attrName>style.visibility</p:attrName>
                                        </p:attrNameLst>
                                      </p:cBhvr>
                                      <p:to>
                                        <p:strVal val="visible"/>
                                      </p:to>
                                    </p:set>
                                    <p:anim calcmode="lin" valueType="num">
                                      <p:cBhvr additive="base">
                                        <p:cTn id="30" dur="500" fill="hold"/>
                                        <p:tgtEl>
                                          <p:spTgt spid="61"/>
                                        </p:tgtEl>
                                        <p:attrNameLst>
                                          <p:attrName>ppt_x</p:attrName>
                                        </p:attrNameLst>
                                      </p:cBhvr>
                                      <p:tavLst>
                                        <p:tav tm="0">
                                          <p:val>
                                            <p:strVal val="#ppt_x+#ppt_w/2"/>
                                          </p:val>
                                        </p:tav>
                                        <p:tav tm="100000">
                                          <p:val>
                                            <p:strVal val="#ppt_x"/>
                                          </p:val>
                                        </p:tav>
                                      </p:tavLst>
                                    </p:anim>
                                    <p:anim calcmode="lin" valueType="num">
                                      <p:cBhvr additive="base">
                                        <p:cTn id="31" dur="500" fill="hold"/>
                                        <p:tgtEl>
                                          <p:spTgt spid="61"/>
                                        </p:tgtEl>
                                        <p:attrNameLst>
                                          <p:attrName>ppt_y</p:attrName>
                                        </p:attrNameLst>
                                      </p:cBhvr>
                                      <p:tavLst>
                                        <p:tav tm="0">
                                          <p:val>
                                            <p:strVal val="#ppt_y"/>
                                          </p:val>
                                        </p:tav>
                                        <p:tav tm="100000">
                                          <p:val>
                                            <p:strVal val="#ppt_y"/>
                                          </p:val>
                                        </p:tav>
                                      </p:tavLst>
                                    </p:anim>
                                    <p:anim calcmode="lin" valueType="num">
                                      <p:cBhvr additive="base">
                                        <p:cTn id="32" dur="500" fill="hold"/>
                                        <p:tgtEl>
                                          <p:spTgt spid="61"/>
                                        </p:tgtEl>
                                        <p:attrNameLst>
                                          <p:attrName>ppt_w</p:attrName>
                                        </p:attrNameLst>
                                      </p:cBhvr>
                                      <p:tavLst>
                                        <p:tav tm="0">
                                          <p:val>
                                            <p:fltVal val="0"/>
                                          </p:val>
                                        </p:tav>
                                        <p:tav tm="100000">
                                          <p:val>
                                            <p:strVal val="#ppt_w"/>
                                          </p:val>
                                        </p:tav>
                                      </p:tavLst>
                                    </p:anim>
                                    <p:anim calcmode="lin" valueType="num">
                                      <p:cBhvr additive="base">
                                        <p:cTn id="33"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2" name="翻书声.wav"/>
                                        </p:tgtEl>
                                      </p:cMediaNode>
                                    </p:audio>
                                  </p:subTnLst>
                                </p:cTn>
                              </p:par>
                            </p:childTnLst>
                          </p:cTn>
                        </p:par>
                      </p:childTnLst>
                    </p:cTn>
                  </p:par>
                  <p:par>
                    <p:cTn id="34" fill="hold">
                      <p:stCondLst>
                        <p:cond delay="indefinite"/>
                      </p:stCondLst>
                      <p:childTnLst>
                        <p:par>
                          <p:cTn id="35" fill="hold">
                            <p:stCondLst>
                              <p:cond delay="0"/>
                            </p:stCondLst>
                            <p:childTnLst>
                              <p:par>
                                <p:cTn id="36" presetID="17" presetClass="exit" presetSubtype="8" fill="hold" nodeType="clickEffect">
                                  <p:stCondLst>
                                    <p:cond delay="0"/>
                                  </p:stCondLst>
                                  <p:childTnLst>
                                    <p:anim calcmode="lin" valueType="num">
                                      <p:cBhvr additive="base">
                                        <p:cTn id="37" dur="500"/>
                                        <p:tgtEl>
                                          <p:spTgt spid="64"/>
                                        </p:tgtEl>
                                        <p:attrNameLst>
                                          <p:attrName>ppt_x</p:attrName>
                                        </p:attrNameLst>
                                      </p:cBhvr>
                                      <p:tavLst>
                                        <p:tav tm="0">
                                          <p:val>
                                            <p:strVal val="ppt_x"/>
                                          </p:val>
                                        </p:tav>
                                        <p:tav tm="100000">
                                          <p:val>
                                            <p:strVal val="ppt_x-ppt_w/2"/>
                                          </p:val>
                                        </p:tav>
                                      </p:tavLst>
                                    </p:anim>
                                    <p:anim calcmode="lin" valueType="num">
                                      <p:cBhvr additive="base">
                                        <p:cTn id="38" dur="500"/>
                                        <p:tgtEl>
                                          <p:spTgt spid="64"/>
                                        </p:tgtEl>
                                        <p:attrNameLst>
                                          <p:attrName>ppt_y</p:attrName>
                                        </p:attrNameLst>
                                      </p:cBhvr>
                                      <p:tavLst>
                                        <p:tav tm="0">
                                          <p:val>
                                            <p:strVal val="ppt_y"/>
                                          </p:val>
                                        </p:tav>
                                        <p:tav tm="100000">
                                          <p:val>
                                            <p:strVal val="ppt_y"/>
                                          </p:val>
                                        </p:tav>
                                      </p:tavLst>
                                    </p:anim>
                                    <p:anim calcmode="lin" valueType="num">
                                      <p:cBhvr additive="base">
                                        <p:cTn id="39" dur="500"/>
                                        <p:tgtEl>
                                          <p:spTgt spid="64"/>
                                        </p:tgtEl>
                                        <p:attrNameLst>
                                          <p:attrName>ppt_w</p:attrName>
                                        </p:attrNameLst>
                                      </p:cBhvr>
                                      <p:tavLst>
                                        <p:tav tm="0">
                                          <p:val>
                                            <p:strVal val="ppt_w"/>
                                          </p:val>
                                        </p:tav>
                                        <p:tav tm="100000">
                                          <p:val>
                                            <p:fltVal val="0"/>
                                          </p:val>
                                        </p:tav>
                                      </p:tavLst>
                                    </p:anim>
                                    <p:anim calcmode="lin" valueType="num">
                                      <p:cBhvr additive="base">
                                        <p:cTn id="40" dur="500"/>
                                        <p:tgtEl>
                                          <p:spTgt spid="64"/>
                                        </p:tgtEl>
                                        <p:attrNameLst>
                                          <p:attrName>ppt_h</p:attrName>
                                        </p:attrNameLst>
                                      </p:cBhvr>
                                      <p:tavLst>
                                        <p:tav tm="0">
                                          <p:val>
                                            <p:strVal val="ppt_h"/>
                                          </p:val>
                                        </p:tav>
                                        <p:tav tm="100000">
                                          <p:val>
                                            <p:strVal val="ppt_h"/>
                                          </p:val>
                                        </p:tav>
                                      </p:tavLst>
                                    </p:anim>
                                    <p:set>
                                      <p:cBhvr additive="base">
                                        <p:cTn id="41" dur="1" fill="hold">
                                          <p:stCondLst>
                                            <p:cond delay="499"/>
                                          </p:stCondLst>
                                        </p:cTn>
                                        <p:tgtEl>
                                          <p:spTgt spid="64"/>
                                        </p:tgtEl>
                                        <p:attrNameLst>
                                          <p:attrName>style.visibility</p:attrName>
                                        </p:attrNameLst>
                                      </p:cBhvr>
                                      <p:to>
                                        <p:strVal val="hidden"/>
                                      </p:to>
                                    </p:set>
                                  </p:childTnLst>
                                </p:cTn>
                              </p:par>
                            </p:childTnLst>
                          </p:cTn>
                        </p:par>
                        <p:par>
                          <p:cTn id="42" fill="hold">
                            <p:stCondLst>
                              <p:cond delay="500"/>
                            </p:stCondLst>
                            <p:childTnLst>
                              <p:par>
                                <p:cTn id="43" presetID="17" presetClass="entr" presetSubtype="2" fill="hold" nodeType="afterEffect">
                                  <p:stCondLst>
                                    <p:cond delay="0"/>
                                  </p:stCondLst>
                                  <p:childTnLst>
                                    <p:set>
                                      <p:cBhvr additive="base">
                                        <p:cTn id="44" dur="500" fill="hold">
                                          <p:stCondLst>
                                            <p:cond delay="0"/>
                                          </p:stCondLst>
                                        </p:cTn>
                                        <p:tgtEl>
                                          <p:spTgt spid="67"/>
                                        </p:tgtEl>
                                        <p:attrNameLst>
                                          <p:attrName>style.visibility</p:attrName>
                                        </p:attrNameLst>
                                      </p:cBhvr>
                                      <p:to>
                                        <p:strVal val="visible"/>
                                      </p:to>
                                    </p:set>
                                    <p:anim calcmode="lin" valueType="num">
                                      <p:cBhvr additive="base">
                                        <p:cTn id="45" dur="500" fill="hold"/>
                                        <p:tgtEl>
                                          <p:spTgt spid="67"/>
                                        </p:tgtEl>
                                        <p:attrNameLst>
                                          <p:attrName>ppt_x</p:attrName>
                                        </p:attrNameLst>
                                      </p:cBhvr>
                                      <p:tavLst>
                                        <p:tav tm="0">
                                          <p:val>
                                            <p:strVal val="#ppt_x+#ppt_w/2"/>
                                          </p:val>
                                        </p:tav>
                                        <p:tav tm="100000">
                                          <p:val>
                                            <p:strVal val="#ppt_x"/>
                                          </p:val>
                                        </p:tav>
                                      </p:tavLst>
                                    </p:anim>
                                    <p:anim calcmode="lin" valueType="num">
                                      <p:cBhvr additive="base">
                                        <p:cTn id="46" dur="500" fill="hold"/>
                                        <p:tgtEl>
                                          <p:spTgt spid="67"/>
                                        </p:tgtEl>
                                        <p:attrNameLst>
                                          <p:attrName>ppt_y</p:attrName>
                                        </p:attrNameLst>
                                      </p:cBhvr>
                                      <p:tavLst>
                                        <p:tav tm="0">
                                          <p:val>
                                            <p:strVal val="#ppt_y"/>
                                          </p:val>
                                        </p:tav>
                                        <p:tav tm="100000">
                                          <p:val>
                                            <p:strVal val="#ppt_y"/>
                                          </p:val>
                                        </p:tav>
                                      </p:tavLst>
                                    </p:anim>
                                    <p:anim calcmode="lin" valueType="num">
                                      <p:cBhvr additive="base">
                                        <p:cTn id="47" dur="500" fill="hold"/>
                                        <p:tgtEl>
                                          <p:spTgt spid="67"/>
                                        </p:tgtEl>
                                        <p:attrNameLst>
                                          <p:attrName>ppt_w</p:attrName>
                                        </p:attrNameLst>
                                      </p:cBhvr>
                                      <p:tavLst>
                                        <p:tav tm="0">
                                          <p:val>
                                            <p:fltVal val="0"/>
                                          </p:val>
                                        </p:tav>
                                        <p:tav tm="100000">
                                          <p:val>
                                            <p:strVal val="#ppt_w"/>
                                          </p:val>
                                        </p:tav>
                                      </p:tavLst>
                                    </p:anim>
                                    <p:anim calcmode="lin" valueType="num">
                                      <p:cBhvr additive="base">
                                        <p:cTn id="48"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2" name="翻书声.wav"/>
                                        </p:tgtEl>
                                      </p:cMediaNode>
                                    </p:audio>
                                  </p:subTnLst>
                                </p:cTn>
                              </p:par>
                            </p:childTnLst>
                          </p:cTn>
                        </p:par>
                      </p:childTnLst>
                    </p:cTn>
                  </p:par>
                  <p:par>
                    <p:cTn id="49" fill="hold">
                      <p:stCondLst>
                        <p:cond delay="indefinite"/>
                      </p:stCondLst>
                      <p:childTnLst>
                        <p:par>
                          <p:cTn id="50" fill="hold">
                            <p:stCondLst>
                              <p:cond delay="0"/>
                            </p:stCondLst>
                            <p:childTnLst>
                              <p:par>
                                <p:cTn id="51" presetID="17" presetClass="exit" presetSubtype="8" fill="hold" nodeType="clickEffect">
                                  <p:stCondLst>
                                    <p:cond delay="0"/>
                                  </p:stCondLst>
                                  <p:childTnLst>
                                    <p:anim calcmode="lin" valueType="num">
                                      <p:cBhvr additive="base">
                                        <p:cTn id="52" dur="500"/>
                                        <p:tgtEl>
                                          <p:spTgt spid="70"/>
                                        </p:tgtEl>
                                        <p:attrNameLst>
                                          <p:attrName>ppt_x</p:attrName>
                                        </p:attrNameLst>
                                      </p:cBhvr>
                                      <p:tavLst>
                                        <p:tav tm="0">
                                          <p:val>
                                            <p:strVal val="ppt_x"/>
                                          </p:val>
                                        </p:tav>
                                        <p:tav tm="100000">
                                          <p:val>
                                            <p:strVal val="ppt_x-ppt_w/2"/>
                                          </p:val>
                                        </p:tav>
                                      </p:tavLst>
                                    </p:anim>
                                    <p:anim calcmode="lin" valueType="num">
                                      <p:cBhvr additive="base">
                                        <p:cTn id="53" dur="500"/>
                                        <p:tgtEl>
                                          <p:spTgt spid="70"/>
                                        </p:tgtEl>
                                        <p:attrNameLst>
                                          <p:attrName>ppt_y</p:attrName>
                                        </p:attrNameLst>
                                      </p:cBhvr>
                                      <p:tavLst>
                                        <p:tav tm="0">
                                          <p:val>
                                            <p:strVal val="ppt_y"/>
                                          </p:val>
                                        </p:tav>
                                        <p:tav tm="100000">
                                          <p:val>
                                            <p:strVal val="ppt_y"/>
                                          </p:val>
                                        </p:tav>
                                      </p:tavLst>
                                    </p:anim>
                                    <p:anim calcmode="lin" valueType="num">
                                      <p:cBhvr additive="base">
                                        <p:cTn id="54" dur="500"/>
                                        <p:tgtEl>
                                          <p:spTgt spid="70"/>
                                        </p:tgtEl>
                                        <p:attrNameLst>
                                          <p:attrName>ppt_w</p:attrName>
                                        </p:attrNameLst>
                                      </p:cBhvr>
                                      <p:tavLst>
                                        <p:tav tm="0">
                                          <p:val>
                                            <p:strVal val="ppt_w"/>
                                          </p:val>
                                        </p:tav>
                                        <p:tav tm="100000">
                                          <p:val>
                                            <p:fltVal val="0"/>
                                          </p:val>
                                        </p:tav>
                                      </p:tavLst>
                                    </p:anim>
                                    <p:anim calcmode="lin" valueType="num">
                                      <p:cBhvr additive="base">
                                        <p:cTn id="55" dur="500"/>
                                        <p:tgtEl>
                                          <p:spTgt spid="70"/>
                                        </p:tgtEl>
                                        <p:attrNameLst>
                                          <p:attrName>ppt_h</p:attrName>
                                        </p:attrNameLst>
                                      </p:cBhvr>
                                      <p:tavLst>
                                        <p:tav tm="0">
                                          <p:val>
                                            <p:strVal val="ppt_h"/>
                                          </p:val>
                                        </p:tav>
                                        <p:tav tm="100000">
                                          <p:val>
                                            <p:strVal val="ppt_h"/>
                                          </p:val>
                                        </p:tav>
                                      </p:tavLst>
                                    </p:anim>
                                    <p:set>
                                      <p:cBhvr additive="base">
                                        <p:cTn id="56"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51"/>
                                            </p:cond>
                                          </p:stCondLst>
                                          <p:endCondLst>
                                            <p:cond evt="onStopAudio" delay="0">
                                              <p:tgtEl>
                                                <p:sldTgt/>
                                              </p:tgtEl>
                                            </p:cond>
                                          </p:endCondLst>
                                        </p:cTn>
                                        <p:tgtEl>
                                          <p:sndTgt r:embed="rId2" name="翻书声.wav"/>
                                        </p:tgtEl>
                                      </p:cMediaNode>
                                    </p:audio>
                                  </p:subTnLst>
                                </p:cTn>
                              </p:par>
                            </p:childTnLst>
                          </p:cTn>
                        </p:par>
                        <p:par>
                          <p:cTn id="57" fill="hold">
                            <p:stCondLst>
                              <p:cond delay="500"/>
                            </p:stCondLst>
                            <p:childTnLst>
                              <p:par>
                                <p:cTn id="58" presetID="17" presetClass="entr" presetSubtype="2" fill="hold" nodeType="afterEffect">
                                  <p:stCondLst>
                                    <p:cond delay="0"/>
                                  </p:stCondLst>
                                  <p:childTnLst>
                                    <p:set>
                                      <p:cBhvr additive="base">
                                        <p:cTn id="59" dur="500" fill="hold">
                                          <p:stCondLst>
                                            <p:cond delay="0"/>
                                          </p:stCondLst>
                                        </p:cTn>
                                        <p:tgtEl>
                                          <p:spTgt spid="27"/>
                                        </p:tgtEl>
                                        <p:attrNameLst>
                                          <p:attrName>style.visibility</p:attrName>
                                        </p:attrNameLst>
                                      </p:cBhvr>
                                      <p:to>
                                        <p:strVal val="visible"/>
                                      </p:to>
                                    </p:set>
                                    <p:anim calcmode="lin" valueType="num">
                                      <p:cBhvr additive="base">
                                        <p:cTn id="60" dur="500" fill="hold"/>
                                        <p:tgtEl>
                                          <p:spTgt spid="27"/>
                                        </p:tgtEl>
                                        <p:attrNameLst>
                                          <p:attrName>ppt_x</p:attrName>
                                        </p:attrNameLst>
                                      </p:cBhvr>
                                      <p:tavLst>
                                        <p:tav tm="0">
                                          <p:val>
                                            <p:strVal val="#ppt_x+#ppt_w/2"/>
                                          </p:val>
                                        </p:tav>
                                        <p:tav tm="100000">
                                          <p:val>
                                            <p:strVal val="#ppt_x"/>
                                          </p:val>
                                        </p:tav>
                                      </p:tavLst>
                                    </p:anim>
                                    <p:anim calcmode="lin" valueType="num">
                                      <p:cBhvr additive="base">
                                        <p:cTn id="61" dur="500" fill="hold"/>
                                        <p:tgtEl>
                                          <p:spTgt spid="27"/>
                                        </p:tgtEl>
                                        <p:attrNameLst>
                                          <p:attrName>ppt_y</p:attrName>
                                        </p:attrNameLst>
                                      </p:cBhvr>
                                      <p:tavLst>
                                        <p:tav tm="0">
                                          <p:val>
                                            <p:strVal val="#ppt_y"/>
                                          </p:val>
                                        </p:tav>
                                        <p:tav tm="100000">
                                          <p:val>
                                            <p:strVal val="#ppt_y"/>
                                          </p:val>
                                        </p:tav>
                                      </p:tavLst>
                                    </p:anim>
                                    <p:anim calcmode="lin" valueType="num">
                                      <p:cBhvr additive="base">
                                        <p:cTn id="62" dur="500" fill="hold"/>
                                        <p:tgtEl>
                                          <p:spTgt spid="27"/>
                                        </p:tgtEl>
                                        <p:attrNameLst>
                                          <p:attrName>ppt_w</p:attrName>
                                        </p:attrNameLst>
                                      </p:cBhvr>
                                      <p:tavLst>
                                        <p:tav tm="0">
                                          <p:val>
                                            <p:fltVal val="0"/>
                                          </p:val>
                                        </p:tav>
                                        <p:tav tm="100000">
                                          <p:val>
                                            <p:strVal val="#ppt_w"/>
                                          </p:val>
                                        </p:tav>
                                      </p:tavLst>
                                    </p:anim>
                                    <p:anim calcmode="lin" valueType="num">
                                      <p:cBhvr additive="base">
                                        <p:cTn id="63"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3" name="递"/>
          <p:cNvGrpSpPr/>
          <p:nvPr/>
        </p:nvGrpSpPr>
        <p:grpSpPr>
          <a:xfrm>
            <a:off x="237864" y="1743220"/>
            <a:ext cx="3367102" cy="3371929"/>
            <a:chOff x="2952" y="3014"/>
            <a:chExt cx="6191" cy="6868"/>
          </a:xfrm>
        </p:grpSpPr>
        <p:sp>
          <p:nvSpPr>
            <p:cNvPr id="5" name="圆角矩形 4"/>
            <p:cNvSpPr/>
            <p:nvPr/>
          </p:nvSpPr>
          <p:spPr>
            <a:xfrm>
              <a:off x="2952" y="3014"/>
              <a:ext cx="5870" cy="6868"/>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953" y="4165"/>
              <a:ext cx="6190" cy="4073"/>
            </a:xfrm>
            <a:prstGeom prst="rect">
              <a:avLst/>
            </a:prstGeom>
            <a:noFill/>
          </p:spPr>
          <p:txBody>
            <a:bodyPr wrap="square" rtlCol="0">
              <a:spAutoFit/>
            </a:bodyPr>
            <a:lstStyle/>
            <a:p>
              <a:pPr algn="ct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shí</a:t>
              </a:r>
              <a:r>
                <a:rPr lang="en-US" altLang="zh-CN" sz="40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yàn</a:t>
              </a:r>
              <a:r>
                <a:rPr lang="en-US" altLang="zh-CN" sz="48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实验</a:t>
              </a:r>
              <a:endParaRPr lang="zh-CN"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algn="ctr"/>
              <a:r>
                <a:rPr lang="en-US" altLang="zh-CN" sz="1600" b="1" kern="100" dirty="0">
                  <a:solidFill>
                    <a:schemeClr val="bg1"/>
                  </a:solidFill>
                  <a:ea typeface="思源黑体 CN Regular" panose="020B0500000000000000" pitchFamily="34" charset="-122"/>
                  <a:sym typeface="Times New Roman" panose="02020603050405020304" pitchFamily="18" charset="0"/>
                </a:rPr>
                <a:t>v./n. to make a experiment</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pic>
        <p:nvPicPr>
          <p:cNvPr id="8" name="图片 7"/>
          <p:cNvPicPr/>
          <p:nvPr/>
        </p:nvPicPr>
        <p:blipFill>
          <a:blip r:embed="rId3"/>
          <a:stretch>
            <a:fillRect/>
          </a:stretch>
        </p:blipFill>
        <p:spPr>
          <a:xfrm>
            <a:off x="6315075" y="1161415"/>
            <a:ext cx="5876925" cy="3812540"/>
          </a:xfrm>
          <a:prstGeom prst="rect">
            <a:avLst/>
          </a:prstGeom>
        </p:spPr>
      </p:pic>
      <p:sp>
        <p:nvSpPr>
          <p:cNvPr id="41" name="文本框 40"/>
          <p:cNvSpPr txBox="1"/>
          <p:nvPr/>
        </p:nvSpPr>
        <p:spPr>
          <a:xfrm>
            <a:off x="3508375" y="2506980"/>
            <a:ext cx="2491105" cy="1121410"/>
          </a:xfrm>
          <a:prstGeom prst="rect">
            <a:avLst/>
          </a:prstGeom>
          <a:noFill/>
        </p:spPr>
        <p:txBody>
          <a:bodyPr wrap="square" rtlCol="0">
            <a:noAutofit/>
          </a:bodyPr>
          <a:lstStyle/>
          <a:p>
            <a:r>
              <a:rPr lang="zh-CN" altLang="en-US"/>
              <a:t>麦克很喜欢科学</a:t>
            </a:r>
            <a:r>
              <a:rPr lang="en-US" altLang="zh-CN"/>
              <a:t>，</a:t>
            </a:r>
            <a:r>
              <a:rPr lang="zh-CN" altLang="en-US"/>
              <a:t>他经常在学校</a:t>
            </a:r>
            <a:r>
              <a:rPr lang="zh-CN" altLang="en-US">
                <a:solidFill>
                  <a:schemeClr val="accent6"/>
                </a:solidFill>
              </a:rPr>
              <a:t>实验</a:t>
            </a:r>
            <a:r>
              <a:rPr lang="zh-CN" altLang="en-US"/>
              <a:t>室做</a:t>
            </a:r>
            <a:r>
              <a:rPr lang="zh-CN" altLang="en-US">
                <a:solidFill>
                  <a:schemeClr val="accent6"/>
                </a:solidFill>
              </a:rPr>
              <a:t>实验</a:t>
            </a:r>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nodeType="afterEffect">
                                  <p:stCondLst>
                                    <p:cond delay="0"/>
                                  </p:stCondLst>
                                  <p:childTnLst>
                                    <p:set>
                                      <p:cBhvr additive="base">
                                        <p:cTn id="6" dur="500"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anim calcmode="lin" valueType="num">
                                      <p:cBhvr additive="base">
                                        <p:cTn id="9" dur="500" fill="hold"/>
                                        <p:tgtEl>
                                          <p:spTgt spid="23"/>
                                        </p:tgtEl>
                                        <p:attrNameLst>
                                          <p:attrName>ppt_w</p:attrName>
                                        </p:attrNameLst>
                                      </p:cBhvr>
                                      <p:tavLst>
                                        <p:tav tm="0">
                                          <p:val>
                                            <p:fltVal val="0"/>
                                          </p:val>
                                        </p:tav>
                                        <p:tav tm="100000">
                                          <p:val>
                                            <p:strVal val="#ppt_w"/>
                                          </p:val>
                                        </p:tav>
                                      </p:tavLst>
                                    </p:anim>
                                    <p:anim calcmode="lin" valueType="num">
                                      <p:cBhvr additive="base">
                                        <p:cTn id="10"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xit" presetSubtype="8" fill="hold" nodeType="clickEffect">
                                  <p:stCondLst>
                                    <p:cond delay="0"/>
                                  </p:stCondLst>
                                  <p:childTnLst>
                                    <p:anim calcmode="lin" valueType="num">
                                      <p:cBhvr additive="base">
                                        <p:cTn id="14" dur="500"/>
                                        <p:tgtEl>
                                          <p:spTgt spid="58"/>
                                        </p:tgtEl>
                                        <p:attrNameLst>
                                          <p:attrName>ppt_x</p:attrName>
                                        </p:attrNameLst>
                                      </p:cBhvr>
                                      <p:tavLst>
                                        <p:tav tm="0">
                                          <p:val>
                                            <p:strVal val="ppt_x"/>
                                          </p:val>
                                        </p:tav>
                                        <p:tav tm="100000">
                                          <p:val>
                                            <p:strVal val="ppt_x-ppt_w/2"/>
                                          </p:val>
                                        </p:tav>
                                      </p:tavLst>
                                    </p:anim>
                                    <p:anim calcmode="lin" valueType="num">
                                      <p:cBhvr additive="base">
                                        <p:cTn id="15" dur="500"/>
                                        <p:tgtEl>
                                          <p:spTgt spid="58"/>
                                        </p:tgtEl>
                                        <p:attrNameLst>
                                          <p:attrName>ppt_y</p:attrName>
                                        </p:attrNameLst>
                                      </p:cBhvr>
                                      <p:tavLst>
                                        <p:tav tm="0">
                                          <p:val>
                                            <p:strVal val="ppt_y"/>
                                          </p:val>
                                        </p:tav>
                                        <p:tav tm="100000">
                                          <p:val>
                                            <p:strVal val="ppt_y"/>
                                          </p:val>
                                        </p:tav>
                                      </p:tavLst>
                                    </p:anim>
                                    <p:anim calcmode="lin" valueType="num">
                                      <p:cBhvr additive="base">
                                        <p:cTn id="16" dur="500"/>
                                        <p:tgtEl>
                                          <p:spTgt spid="58"/>
                                        </p:tgtEl>
                                        <p:attrNameLst>
                                          <p:attrName>ppt_w</p:attrName>
                                        </p:attrNameLst>
                                      </p:cBhvr>
                                      <p:tavLst>
                                        <p:tav tm="0">
                                          <p:val>
                                            <p:strVal val="ppt_w"/>
                                          </p:val>
                                        </p:tav>
                                        <p:tav tm="100000">
                                          <p:val>
                                            <p:fltVal val="0"/>
                                          </p:val>
                                        </p:tav>
                                      </p:tavLst>
                                    </p:anim>
                                    <p:anim calcmode="lin" valueType="num">
                                      <p:cBhvr additive="base">
                                        <p:cTn id="17" dur="500"/>
                                        <p:tgtEl>
                                          <p:spTgt spid="58"/>
                                        </p:tgtEl>
                                        <p:attrNameLst>
                                          <p:attrName>ppt_h</p:attrName>
                                        </p:attrNameLst>
                                      </p:cBhvr>
                                      <p:tavLst>
                                        <p:tav tm="0">
                                          <p:val>
                                            <p:strVal val="ppt_h"/>
                                          </p:val>
                                        </p:tav>
                                        <p:tav tm="100000">
                                          <p:val>
                                            <p:strVal val="ppt_h"/>
                                          </p:val>
                                        </p:tav>
                                      </p:tavLst>
                                    </p:anim>
                                    <p:set>
                                      <p:cBhvr additive="base">
                                        <p:cTn id="18" dur="1" fill="hold">
                                          <p:stCondLst>
                                            <p:cond delay="499"/>
                                          </p:stCondLst>
                                        </p:cTn>
                                        <p:tgtEl>
                                          <p:spTgt spid="58"/>
                                        </p:tgtEl>
                                        <p:attrNameLst>
                                          <p:attrName>style.visibility</p:attrName>
                                        </p:attrNameLst>
                                      </p:cBhvr>
                                      <p:to>
                                        <p:strVal val="hidden"/>
                                      </p:to>
                                    </p:set>
                                  </p:childTnLst>
                                </p:cTn>
                              </p:par>
                            </p:childTnLst>
                          </p:cTn>
                        </p:par>
                        <p:par>
                          <p:cTn id="19" fill="hold">
                            <p:stCondLst>
                              <p:cond delay="500"/>
                            </p:stCondLst>
                            <p:childTnLst>
                              <p:par>
                                <p:cTn id="20" presetID="17" presetClass="entr" presetSubtype="2" fill="hold" nodeType="afterEffect">
                                  <p:stCondLst>
                                    <p:cond delay="0"/>
                                  </p:stCondLst>
                                  <p:childTnLst>
                                    <p:set>
                                      <p:cBhvr additive="base">
                                        <p:cTn id="21" dur="500" fill="hold">
                                          <p:stCondLst>
                                            <p:cond delay="0"/>
                                          </p:stCondLst>
                                        </p:cTn>
                                        <p:tgtEl>
                                          <p:spTgt spid="61"/>
                                        </p:tgtEl>
                                        <p:attrNameLst>
                                          <p:attrName>style.visibility</p:attrName>
                                        </p:attrNameLst>
                                      </p:cBhvr>
                                      <p:to>
                                        <p:strVal val="visible"/>
                                      </p:to>
                                    </p:set>
                                    <p:anim calcmode="lin" valueType="num">
                                      <p:cBhvr additive="base">
                                        <p:cTn id="22" dur="500" fill="hold"/>
                                        <p:tgtEl>
                                          <p:spTgt spid="61"/>
                                        </p:tgtEl>
                                        <p:attrNameLst>
                                          <p:attrName>ppt_x</p:attrName>
                                        </p:attrNameLst>
                                      </p:cBhvr>
                                      <p:tavLst>
                                        <p:tav tm="0">
                                          <p:val>
                                            <p:strVal val="#ppt_x+#ppt_w/2"/>
                                          </p:val>
                                        </p:tav>
                                        <p:tav tm="100000">
                                          <p:val>
                                            <p:strVal val="#ppt_x"/>
                                          </p:val>
                                        </p:tav>
                                      </p:tavLst>
                                    </p:anim>
                                    <p:anim calcmode="lin" valueType="num">
                                      <p:cBhvr additive="base">
                                        <p:cTn id="23" dur="500" fill="hold"/>
                                        <p:tgtEl>
                                          <p:spTgt spid="61"/>
                                        </p:tgtEl>
                                        <p:attrNameLst>
                                          <p:attrName>ppt_y</p:attrName>
                                        </p:attrNameLst>
                                      </p:cBhvr>
                                      <p:tavLst>
                                        <p:tav tm="0">
                                          <p:val>
                                            <p:strVal val="#ppt_y"/>
                                          </p:val>
                                        </p:tav>
                                        <p:tav tm="100000">
                                          <p:val>
                                            <p:strVal val="#ppt_y"/>
                                          </p:val>
                                        </p:tav>
                                      </p:tavLst>
                                    </p:anim>
                                    <p:anim calcmode="lin" valueType="num">
                                      <p:cBhvr additive="base">
                                        <p:cTn id="24" dur="500" fill="hold"/>
                                        <p:tgtEl>
                                          <p:spTgt spid="61"/>
                                        </p:tgtEl>
                                        <p:attrNameLst>
                                          <p:attrName>ppt_w</p:attrName>
                                        </p:attrNameLst>
                                      </p:cBhvr>
                                      <p:tavLst>
                                        <p:tav tm="0">
                                          <p:val>
                                            <p:fltVal val="0"/>
                                          </p:val>
                                        </p:tav>
                                        <p:tav tm="100000">
                                          <p:val>
                                            <p:strVal val="#ppt_w"/>
                                          </p:val>
                                        </p:tav>
                                      </p:tavLst>
                                    </p:anim>
                                    <p:anim calcmode="lin" valueType="num">
                                      <p:cBhvr additive="base">
                                        <p:cTn id="25"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2" name="翻书声.wav"/>
                                        </p:tgtEl>
                                      </p:cMediaNode>
                                    </p:audio>
                                  </p:subTnLst>
                                </p:cTn>
                              </p:par>
                            </p:childTnLst>
                          </p:cTn>
                        </p:par>
                      </p:childTnLst>
                    </p:cTn>
                  </p:par>
                  <p:par>
                    <p:cTn id="26" fill="hold">
                      <p:stCondLst>
                        <p:cond delay="indefinite"/>
                      </p:stCondLst>
                      <p:childTnLst>
                        <p:par>
                          <p:cTn id="27" fill="hold">
                            <p:stCondLst>
                              <p:cond delay="0"/>
                            </p:stCondLst>
                            <p:childTnLst>
                              <p:par>
                                <p:cTn id="28" presetID="17" presetClass="exit" presetSubtype="8" fill="hold" nodeType="clickEffect">
                                  <p:stCondLst>
                                    <p:cond delay="0"/>
                                  </p:stCondLst>
                                  <p:childTnLst>
                                    <p:anim calcmode="lin" valueType="num">
                                      <p:cBhvr additive="base">
                                        <p:cTn id="29" dur="500"/>
                                        <p:tgtEl>
                                          <p:spTgt spid="64"/>
                                        </p:tgtEl>
                                        <p:attrNameLst>
                                          <p:attrName>ppt_x</p:attrName>
                                        </p:attrNameLst>
                                      </p:cBhvr>
                                      <p:tavLst>
                                        <p:tav tm="0">
                                          <p:val>
                                            <p:strVal val="ppt_x"/>
                                          </p:val>
                                        </p:tav>
                                        <p:tav tm="100000">
                                          <p:val>
                                            <p:strVal val="ppt_x-ppt_w/2"/>
                                          </p:val>
                                        </p:tav>
                                      </p:tavLst>
                                    </p:anim>
                                    <p:anim calcmode="lin" valueType="num">
                                      <p:cBhvr additive="base">
                                        <p:cTn id="30" dur="500"/>
                                        <p:tgtEl>
                                          <p:spTgt spid="64"/>
                                        </p:tgtEl>
                                        <p:attrNameLst>
                                          <p:attrName>ppt_y</p:attrName>
                                        </p:attrNameLst>
                                      </p:cBhvr>
                                      <p:tavLst>
                                        <p:tav tm="0">
                                          <p:val>
                                            <p:strVal val="ppt_y"/>
                                          </p:val>
                                        </p:tav>
                                        <p:tav tm="100000">
                                          <p:val>
                                            <p:strVal val="ppt_y"/>
                                          </p:val>
                                        </p:tav>
                                      </p:tavLst>
                                    </p:anim>
                                    <p:anim calcmode="lin" valueType="num">
                                      <p:cBhvr additive="base">
                                        <p:cTn id="31" dur="500"/>
                                        <p:tgtEl>
                                          <p:spTgt spid="64"/>
                                        </p:tgtEl>
                                        <p:attrNameLst>
                                          <p:attrName>ppt_w</p:attrName>
                                        </p:attrNameLst>
                                      </p:cBhvr>
                                      <p:tavLst>
                                        <p:tav tm="0">
                                          <p:val>
                                            <p:strVal val="ppt_w"/>
                                          </p:val>
                                        </p:tav>
                                        <p:tav tm="100000">
                                          <p:val>
                                            <p:fltVal val="0"/>
                                          </p:val>
                                        </p:tav>
                                      </p:tavLst>
                                    </p:anim>
                                    <p:anim calcmode="lin" valueType="num">
                                      <p:cBhvr additive="base">
                                        <p:cTn id="32" dur="500"/>
                                        <p:tgtEl>
                                          <p:spTgt spid="64"/>
                                        </p:tgtEl>
                                        <p:attrNameLst>
                                          <p:attrName>ppt_h</p:attrName>
                                        </p:attrNameLst>
                                      </p:cBhvr>
                                      <p:tavLst>
                                        <p:tav tm="0">
                                          <p:val>
                                            <p:strVal val="ppt_h"/>
                                          </p:val>
                                        </p:tav>
                                        <p:tav tm="100000">
                                          <p:val>
                                            <p:strVal val="ppt_h"/>
                                          </p:val>
                                        </p:tav>
                                      </p:tavLst>
                                    </p:anim>
                                    <p:set>
                                      <p:cBhvr additive="base">
                                        <p:cTn id="33" dur="1" fill="hold">
                                          <p:stCondLst>
                                            <p:cond delay="499"/>
                                          </p:stCondLst>
                                        </p:cTn>
                                        <p:tgtEl>
                                          <p:spTgt spid="64"/>
                                        </p:tgtEl>
                                        <p:attrNameLst>
                                          <p:attrName>style.visibility</p:attrName>
                                        </p:attrNameLst>
                                      </p:cBhvr>
                                      <p:to>
                                        <p:strVal val="hidden"/>
                                      </p:to>
                                    </p:set>
                                  </p:childTnLst>
                                </p:cTn>
                              </p:par>
                            </p:childTnLst>
                          </p:cTn>
                        </p:par>
                        <p:par>
                          <p:cTn id="34" fill="hold">
                            <p:stCondLst>
                              <p:cond delay="500"/>
                            </p:stCondLst>
                            <p:childTnLst>
                              <p:par>
                                <p:cTn id="35" presetID="17" presetClass="entr" presetSubtype="2" fill="hold" nodeType="afterEffect">
                                  <p:stCondLst>
                                    <p:cond delay="0"/>
                                  </p:stCondLst>
                                  <p:childTnLst>
                                    <p:set>
                                      <p:cBhvr additive="base">
                                        <p:cTn id="36" dur="500" fill="hold">
                                          <p:stCondLst>
                                            <p:cond delay="0"/>
                                          </p:stCondLst>
                                        </p:cTn>
                                        <p:tgtEl>
                                          <p:spTgt spid="67"/>
                                        </p:tgtEl>
                                        <p:attrNameLst>
                                          <p:attrName>style.visibility</p:attrName>
                                        </p:attrNameLst>
                                      </p:cBhvr>
                                      <p:to>
                                        <p:strVal val="visible"/>
                                      </p:to>
                                    </p:set>
                                    <p:anim calcmode="lin" valueType="num">
                                      <p:cBhvr additive="base">
                                        <p:cTn id="37" dur="500" fill="hold"/>
                                        <p:tgtEl>
                                          <p:spTgt spid="67"/>
                                        </p:tgtEl>
                                        <p:attrNameLst>
                                          <p:attrName>ppt_x</p:attrName>
                                        </p:attrNameLst>
                                      </p:cBhvr>
                                      <p:tavLst>
                                        <p:tav tm="0">
                                          <p:val>
                                            <p:strVal val="#ppt_x+#ppt_w/2"/>
                                          </p:val>
                                        </p:tav>
                                        <p:tav tm="100000">
                                          <p:val>
                                            <p:strVal val="#ppt_x"/>
                                          </p:val>
                                        </p:tav>
                                      </p:tavLst>
                                    </p:anim>
                                    <p:anim calcmode="lin" valueType="num">
                                      <p:cBhvr additive="base">
                                        <p:cTn id="38" dur="500" fill="hold"/>
                                        <p:tgtEl>
                                          <p:spTgt spid="67"/>
                                        </p:tgtEl>
                                        <p:attrNameLst>
                                          <p:attrName>ppt_y</p:attrName>
                                        </p:attrNameLst>
                                      </p:cBhvr>
                                      <p:tavLst>
                                        <p:tav tm="0">
                                          <p:val>
                                            <p:strVal val="#ppt_y"/>
                                          </p:val>
                                        </p:tav>
                                        <p:tav tm="100000">
                                          <p:val>
                                            <p:strVal val="#ppt_y"/>
                                          </p:val>
                                        </p:tav>
                                      </p:tavLst>
                                    </p:anim>
                                    <p:anim calcmode="lin" valueType="num">
                                      <p:cBhvr additive="base">
                                        <p:cTn id="39" dur="500" fill="hold"/>
                                        <p:tgtEl>
                                          <p:spTgt spid="67"/>
                                        </p:tgtEl>
                                        <p:attrNameLst>
                                          <p:attrName>ppt_w</p:attrName>
                                        </p:attrNameLst>
                                      </p:cBhvr>
                                      <p:tavLst>
                                        <p:tav tm="0">
                                          <p:val>
                                            <p:fltVal val="0"/>
                                          </p:val>
                                        </p:tav>
                                        <p:tav tm="100000">
                                          <p:val>
                                            <p:strVal val="#ppt_w"/>
                                          </p:val>
                                        </p:tav>
                                      </p:tavLst>
                                    </p:anim>
                                    <p:anim calcmode="lin" valueType="num">
                                      <p:cBhvr additive="base">
                                        <p:cTn id="40"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2" name="翻书声.wav"/>
                                        </p:tgtEl>
                                      </p:cMediaNode>
                                    </p:audio>
                                  </p:subTnLst>
                                </p:cTn>
                              </p:par>
                            </p:childTnLst>
                          </p:cTn>
                        </p:par>
                      </p:childTnLst>
                    </p:cTn>
                  </p:par>
                  <p:par>
                    <p:cTn id="41" fill="hold">
                      <p:stCondLst>
                        <p:cond delay="indefinite"/>
                      </p:stCondLst>
                      <p:childTnLst>
                        <p:par>
                          <p:cTn id="42" fill="hold">
                            <p:stCondLst>
                              <p:cond delay="0"/>
                            </p:stCondLst>
                            <p:childTnLst>
                              <p:par>
                                <p:cTn id="43" presetID="17" presetClass="exit" presetSubtype="8" fill="hold" nodeType="clickEffect">
                                  <p:stCondLst>
                                    <p:cond delay="0"/>
                                  </p:stCondLst>
                                  <p:childTnLst>
                                    <p:anim calcmode="lin" valueType="num">
                                      <p:cBhvr additive="base">
                                        <p:cTn id="44" dur="500"/>
                                        <p:tgtEl>
                                          <p:spTgt spid="70"/>
                                        </p:tgtEl>
                                        <p:attrNameLst>
                                          <p:attrName>ppt_x</p:attrName>
                                        </p:attrNameLst>
                                      </p:cBhvr>
                                      <p:tavLst>
                                        <p:tav tm="0">
                                          <p:val>
                                            <p:strVal val="ppt_x"/>
                                          </p:val>
                                        </p:tav>
                                        <p:tav tm="100000">
                                          <p:val>
                                            <p:strVal val="ppt_x-ppt_w/2"/>
                                          </p:val>
                                        </p:tav>
                                      </p:tavLst>
                                    </p:anim>
                                    <p:anim calcmode="lin" valueType="num">
                                      <p:cBhvr additive="base">
                                        <p:cTn id="45" dur="500"/>
                                        <p:tgtEl>
                                          <p:spTgt spid="70"/>
                                        </p:tgtEl>
                                        <p:attrNameLst>
                                          <p:attrName>ppt_y</p:attrName>
                                        </p:attrNameLst>
                                      </p:cBhvr>
                                      <p:tavLst>
                                        <p:tav tm="0">
                                          <p:val>
                                            <p:strVal val="ppt_y"/>
                                          </p:val>
                                        </p:tav>
                                        <p:tav tm="100000">
                                          <p:val>
                                            <p:strVal val="ppt_y"/>
                                          </p:val>
                                        </p:tav>
                                      </p:tavLst>
                                    </p:anim>
                                    <p:anim calcmode="lin" valueType="num">
                                      <p:cBhvr additive="base">
                                        <p:cTn id="46" dur="500"/>
                                        <p:tgtEl>
                                          <p:spTgt spid="70"/>
                                        </p:tgtEl>
                                        <p:attrNameLst>
                                          <p:attrName>ppt_w</p:attrName>
                                        </p:attrNameLst>
                                      </p:cBhvr>
                                      <p:tavLst>
                                        <p:tav tm="0">
                                          <p:val>
                                            <p:strVal val="ppt_w"/>
                                          </p:val>
                                        </p:tav>
                                        <p:tav tm="100000">
                                          <p:val>
                                            <p:fltVal val="0"/>
                                          </p:val>
                                        </p:tav>
                                      </p:tavLst>
                                    </p:anim>
                                    <p:anim calcmode="lin" valueType="num">
                                      <p:cBhvr additive="base">
                                        <p:cTn id="47" dur="500"/>
                                        <p:tgtEl>
                                          <p:spTgt spid="70"/>
                                        </p:tgtEl>
                                        <p:attrNameLst>
                                          <p:attrName>ppt_h</p:attrName>
                                        </p:attrNameLst>
                                      </p:cBhvr>
                                      <p:tavLst>
                                        <p:tav tm="0">
                                          <p:val>
                                            <p:strVal val="ppt_h"/>
                                          </p:val>
                                        </p:tav>
                                        <p:tav tm="100000">
                                          <p:val>
                                            <p:strVal val="ppt_h"/>
                                          </p:val>
                                        </p:tav>
                                      </p:tavLst>
                                    </p:anim>
                                    <p:set>
                                      <p:cBhvr additive="base">
                                        <p:cTn id="48"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43"/>
                                            </p:cond>
                                          </p:stCondLst>
                                          <p:endCondLst>
                                            <p:cond evt="onStopAudio" delay="0">
                                              <p:tgtEl>
                                                <p:sldTgt/>
                                              </p:tgtEl>
                                            </p:cond>
                                          </p:endCondLst>
                                        </p:cTn>
                                        <p:tgtEl>
                                          <p:sndTgt r:embed="rId2" name="翻书声.wav"/>
                                        </p:tgtEl>
                                      </p:cMediaNode>
                                    </p:audio>
                                  </p:subTnLst>
                                </p:cTn>
                              </p:par>
                            </p:childTnLst>
                          </p:cTn>
                        </p:par>
                        <p:par>
                          <p:cTn id="49" fill="hold">
                            <p:stCondLst>
                              <p:cond delay="500"/>
                            </p:stCondLst>
                            <p:childTnLst>
                              <p:par>
                                <p:cTn id="50" presetID="17" presetClass="entr" presetSubtype="2" fill="hold" nodeType="afterEffect">
                                  <p:stCondLst>
                                    <p:cond delay="0"/>
                                  </p:stCondLst>
                                  <p:childTnLst>
                                    <p:set>
                                      <p:cBhvr additive="base">
                                        <p:cTn id="51" dur="500" fill="hold">
                                          <p:stCondLst>
                                            <p:cond delay="0"/>
                                          </p:stCondLst>
                                        </p:cTn>
                                        <p:tgtEl>
                                          <p:spTgt spid="27"/>
                                        </p:tgtEl>
                                        <p:attrNameLst>
                                          <p:attrName>style.visibility</p:attrName>
                                        </p:attrNameLst>
                                      </p:cBhvr>
                                      <p:to>
                                        <p:strVal val="visible"/>
                                      </p:to>
                                    </p:set>
                                    <p:anim calcmode="lin" valueType="num">
                                      <p:cBhvr additive="base">
                                        <p:cTn id="52" dur="500" fill="hold"/>
                                        <p:tgtEl>
                                          <p:spTgt spid="27"/>
                                        </p:tgtEl>
                                        <p:attrNameLst>
                                          <p:attrName>ppt_x</p:attrName>
                                        </p:attrNameLst>
                                      </p:cBhvr>
                                      <p:tavLst>
                                        <p:tav tm="0">
                                          <p:val>
                                            <p:strVal val="#ppt_x+#ppt_w/2"/>
                                          </p:val>
                                        </p:tav>
                                        <p:tav tm="100000">
                                          <p:val>
                                            <p:strVal val="#ppt_x"/>
                                          </p:val>
                                        </p:tav>
                                      </p:tavLst>
                                    </p:anim>
                                    <p:anim calcmode="lin" valueType="num">
                                      <p:cBhvr additive="base">
                                        <p:cTn id="53" dur="500" fill="hold"/>
                                        <p:tgtEl>
                                          <p:spTgt spid="27"/>
                                        </p:tgtEl>
                                        <p:attrNameLst>
                                          <p:attrName>ppt_y</p:attrName>
                                        </p:attrNameLst>
                                      </p:cBhvr>
                                      <p:tavLst>
                                        <p:tav tm="0">
                                          <p:val>
                                            <p:strVal val="#ppt_y"/>
                                          </p:val>
                                        </p:tav>
                                        <p:tav tm="100000">
                                          <p:val>
                                            <p:strVal val="#ppt_y"/>
                                          </p:val>
                                        </p:tav>
                                      </p:tavLst>
                                    </p:anim>
                                    <p:anim calcmode="lin" valueType="num">
                                      <p:cBhvr additive="base">
                                        <p:cTn id="54" dur="500" fill="hold"/>
                                        <p:tgtEl>
                                          <p:spTgt spid="27"/>
                                        </p:tgtEl>
                                        <p:attrNameLst>
                                          <p:attrName>ppt_w</p:attrName>
                                        </p:attrNameLst>
                                      </p:cBhvr>
                                      <p:tavLst>
                                        <p:tav tm="0">
                                          <p:val>
                                            <p:fltVal val="0"/>
                                          </p:val>
                                        </p:tav>
                                        <p:tav tm="100000">
                                          <p:val>
                                            <p:strVal val="#ppt_w"/>
                                          </p:val>
                                        </p:tav>
                                      </p:tavLst>
                                    </p:anim>
                                    <p:anim calcmode="lin" valueType="num">
                                      <p:cBhvr additive="base">
                                        <p:cTn id="55"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740535" y="138430"/>
            <a:ext cx="2591435" cy="3194050"/>
            <a:chOff x="1486086" y="120403"/>
            <a:chExt cx="2200089" cy="3194297"/>
          </a:xfrm>
        </p:grpSpPr>
        <p:sp>
          <p:nvSpPr>
            <p:cNvPr id="44"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45" name="图片 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grpSp>
        <p:nvGrpSpPr>
          <p:cNvPr id="57" name="组合 56"/>
          <p:cNvGrpSpPr/>
          <p:nvPr/>
        </p:nvGrpSpPr>
        <p:grpSpPr>
          <a:xfrm>
            <a:off x="8241665" y="165100"/>
            <a:ext cx="2581275" cy="3194050"/>
            <a:chOff x="1486086" y="120403"/>
            <a:chExt cx="2200089" cy="3194297"/>
          </a:xfrm>
        </p:grpSpPr>
        <p:sp>
          <p:nvSpPr>
            <p:cNvPr id="5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9" name="图片 5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7" name="组合 6"/>
          <p:cNvGrpSpPr/>
          <p:nvPr/>
        </p:nvGrpSpPr>
        <p:grpSpPr>
          <a:xfrm>
            <a:off x="5026660" y="127635"/>
            <a:ext cx="2581275" cy="3194050"/>
            <a:chOff x="1486086" y="120403"/>
            <a:chExt cx="2200089" cy="3194297"/>
          </a:xfrm>
        </p:grpSpPr>
        <p:sp>
          <p:nvSpPr>
            <p:cNvPr id="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26" name="组合 25"/>
          <p:cNvGrpSpPr/>
          <p:nvPr/>
        </p:nvGrpSpPr>
        <p:grpSpPr>
          <a:xfrm>
            <a:off x="308610" y="3610610"/>
            <a:ext cx="2511425" cy="3194050"/>
            <a:chOff x="1486086" y="120403"/>
            <a:chExt cx="2200089" cy="3194297"/>
          </a:xfrm>
        </p:grpSpPr>
        <p:sp>
          <p:nvSpPr>
            <p:cNvPr id="27"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15" name="组合 14"/>
          <p:cNvGrpSpPr/>
          <p:nvPr/>
        </p:nvGrpSpPr>
        <p:grpSpPr>
          <a:xfrm>
            <a:off x="3347085" y="3628390"/>
            <a:ext cx="2621280" cy="3194050"/>
            <a:chOff x="1486086" y="120403"/>
            <a:chExt cx="2200089" cy="3194297"/>
          </a:xfrm>
        </p:grpSpPr>
        <p:sp>
          <p:nvSpPr>
            <p:cNvPr id="1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grpSp>
        <p:nvGrpSpPr>
          <p:cNvPr id="17" name="组合 16"/>
          <p:cNvGrpSpPr/>
          <p:nvPr/>
        </p:nvGrpSpPr>
        <p:grpSpPr>
          <a:xfrm>
            <a:off x="6415405" y="3592830"/>
            <a:ext cx="2604770" cy="3194050"/>
            <a:chOff x="1486086" y="120403"/>
            <a:chExt cx="2200089" cy="3194297"/>
          </a:xfrm>
        </p:grpSpPr>
        <p:sp>
          <p:nvSpPr>
            <p:cNvPr id="22"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32" name="组合 31"/>
          <p:cNvGrpSpPr/>
          <p:nvPr/>
        </p:nvGrpSpPr>
        <p:grpSpPr>
          <a:xfrm>
            <a:off x="9409430" y="3610610"/>
            <a:ext cx="2686050" cy="3194050"/>
            <a:chOff x="1486086" y="120403"/>
            <a:chExt cx="2200089" cy="3194297"/>
          </a:xfrm>
        </p:grpSpPr>
        <p:sp>
          <p:nvSpPr>
            <p:cNvPr id="33"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40" name="文本框 39"/>
          <p:cNvSpPr txBox="1"/>
          <p:nvPr/>
        </p:nvSpPr>
        <p:spPr>
          <a:xfrm>
            <a:off x="1734820" y="505460"/>
            <a:ext cx="2668270" cy="2399665"/>
          </a:xfrm>
          <a:prstGeom prst="rect">
            <a:avLst/>
          </a:prstGeom>
          <a:noFill/>
        </p:spPr>
        <p:txBody>
          <a:bodyPr wrap="square" rtlCol="0" anchor="t">
            <a:spAutoFit/>
          </a:bodyPr>
          <a:lstStyle/>
          <a:p>
            <a:pPr algn="ctr"/>
            <a:r>
              <a:rPr lang="en-US" altLang="zh-CN" sz="4400" dirty="0" err="1">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guò</a:t>
            </a:r>
            <a:r>
              <a:rPr lang="en-US" altLang="zh-CN" sz="4400" dirty="0">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 </a:t>
            </a:r>
            <a:r>
              <a:rPr lang="en-US" altLang="zh-CN" sz="4400" dirty="0" err="1">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dù</a:t>
            </a:r>
            <a:r>
              <a:rPr 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过度</a:t>
            </a:r>
          </a:p>
          <a:p>
            <a:pPr algn="ctr"/>
            <a:r>
              <a:rPr b="1" kern="100" dirty="0">
                <a:solidFill>
                  <a:schemeClr val="bg1"/>
                </a:solidFill>
                <a:ea typeface="思源黑体 CN Regular" panose="020B0500000000000000" pitchFamily="34" charset="-122"/>
                <a:sym typeface="Times New Roman" panose="02020603050405020304" pitchFamily="18" charset="0"/>
              </a:rPr>
              <a:t>v. </a:t>
            </a:r>
            <a:r>
              <a:rPr lang="en-US" b="1" kern="100" dirty="0">
                <a:solidFill>
                  <a:schemeClr val="bg1"/>
                </a:solidFill>
                <a:ea typeface="思源黑体 CN Regular" panose="020B0500000000000000" pitchFamily="34" charset="-122"/>
                <a:sym typeface="Times New Roman" panose="02020603050405020304" pitchFamily="18" charset="0"/>
              </a:rPr>
              <a:t>to transit</a:t>
            </a:r>
            <a:endParaRPr lang="en-US" altLang="en-US" b="1" kern="100" dirty="0">
              <a:solidFill>
                <a:schemeClr val="bg1"/>
              </a:solidFill>
              <a:ea typeface="思源黑体 CN Regular" panose="020B0500000000000000" pitchFamily="34" charset="-122"/>
              <a:sym typeface="Times New Roman" panose="02020603050405020304" pitchFamily="18" charset="0"/>
            </a:endParaRPr>
          </a:p>
        </p:txBody>
      </p:sp>
      <p:sp>
        <p:nvSpPr>
          <p:cNvPr id="41" name="文本框 40"/>
          <p:cNvSpPr txBox="1"/>
          <p:nvPr/>
        </p:nvSpPr>
        <p:spPr>
          <a:xfrm>
            <a:off x="5059045" y="694055"/>
            <a:ext cx="2573020" cy="2061210"/>
          </a:xfrm>
          <a:prstGeom prst="rect">
            <a:avLst/>
          </a:prstGeom>
          <a:noFill/>
        </p:spPr>
        <p:txBody>
          <a:bodyPr wrap="square" rtlCol="0" anchor="t">
            <a:spAutoFit/>
          </a:bodyPr>
          <a:lstStyle/>
          <a:p>
            <a:pPr algn="ctr"/>
            <a:r>
              <a:rPr lang="en-US" altLang="zh-CN" sz="4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bì</a:t>
            </a:r>
            <a:r>
              <a:rPr lang="en-US" altLang="zh-CN" sz="4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altLang="zh-CN" sz="4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yào</a:t>
            </a:r>
            <a:endParaRPr lang="en-US" sz="4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必要</a:t>
            </a:r>
          </a:p>
          <a:p>
            <a:pPr algn="ctr"/>
            <a:r>
              <a:rPr lang="en-US" altLang="zh-CN"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adj. necessary</a:t>
            </a:r>
          </a:p>
        </p:txBody>
      </p:sp>
      <p:sp>
        <p:nvSpPr>
          <p:cNvPr id="42" name="文本框 41"/>
          <p:cNvSpPr txBox="1"/>
          <p:nvPr/>
        </p:nvSpPr>
        <p:spPr>
          <a:xfrm>
            <a:off x="8302625" y="878840"/>
            <a:ext cx="2580640" cy="1876425"/>
          </a:xfrm>
          <a:prstGeom prst="rect">
            <a:avLst/>
          </a:prstGeom>
          <a:noFill/>
        </p:spPr>
        <p:txBody>
          <a:bodyPr wrap="square" rtlCol="0" anchor="t">
            <a:spAutoFit/>
          </a:bodyPr>
          <a:lstStyle/>
          <a:p>
            <a:pPr algn="ctr"/>
            <a:r>
              <a:rPr lang="en-US" altLang="zh-CN" sz="40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xiàn</a:t>
            </a:r>
            <a:r>
              <a:rPr lang="en-US" altLang="zh-CN" sz="40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altLang="zh-CN" sz="40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dài</a:t>
            </a:r>
            <a:endParaRPr sz="4000" dirty="0">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现代</a:t>
            </a:r>
          </a:p>
          <a:p>
            <a:pPr algn="ctr"/>
            <a:r>
              <a:rPr lang="en-US" sz="1600" b="1" kern="100" dirty="0">
                <a:solidFill>
                  <a:schemeClr val="bg1"/>
                </a:solidFill>
                <a:ea typeface="思源黑体 CN Regular" panose="020B0500000000000000"/>
                <a:sym typeface="Times New Roman" panose="02020603050405020304" pitchFamily="18" charset="0"/>
              </a:rPr>
              <a:t>n</a:t>
            </a:r>
            <a:r>
              <a:rPr lang="en-US" sz="1600" b="1" kern="100" dirty="0">
                <a:solidFill>
                  <a:schemeClr val="bg1"/>
                </a:solidFill>
                <a:ea typeface="思源黑体 CN Regular" panose="020B0500000000000000" pitchFamily="34" charset="-122"/>
                <a:sym typeface="Times New Roman" panose="02020603050405020304" pitchFamily="18" charset="0"/>
              </a:rPr>
              <a:t>./</a:t>
            </a:r>
            <a:r>
              <a:rPr lang="en-US" sz="1600" b="1" kern="100" dirty="0" err="1">
                <a:solidFill>
                  <a:schemeClr val="bg1"/>
                </a:solidFill>
                <a:ea typeface="思源黑体 CN Regular" panose="020B0500000000000000" pitchFamily="34" charset="-122"/>
                <a:sym typeface="Times New Roman" panose="02020603050405020304" pitchFamily="18" charset="0"/>
              </a:rPr>
              <a:t>adj.mordern</a:t>
            </a:r>
            <a:r>
              <a:rPr lang="en-US" sz="1600" b="1" kern="100" dirty="0">
                <a:solidFill>
                  <a:schemeClr val="bg1"/>
                </a:solidFill>
                <a:ea typeface="思源黑体 CN Regular" panose="020B0500000000000000" pitchFamily="34" charset="-122"/>
                <a:sym typeface="Times New Roman" panose="02020603050405020304" pitchFamily="18" charset="0"/>
              </a:rPr>
              <a:t> </a:t>
            </a:r>
            <a:endParaRPr lang="en-US" altLang="en-US" sz="1600" b="1" kern="100" dirty="0">
              <a:solidFill>
                <a:schemeClr val="bg1"/>
              </a:solidFill>
              <a:ea typeface="思源黑体 CN Regular" panose="020B0500000000000000" pitchFamily="34" charset="-122"/>
              <a:sym typeface="Times New Roman" panose="02020603050405020304" pitchFamily="18" charset="0"/>
            </a:endParaRPr>
          </a:p>
        </p:txBody>
      </p:sp>
      <p:sp>
        <p:nvSpPr>
          <p:cNvPr id="46" name="文本框 45"/>
          <p:cNvSpPr txBox="1"/>
          <p:nvPr/>
        </p:nvSpPr>
        <p:spPr>
          <a:xfrm>
            <a:off x="308610" y="4030980"/>
            <a:ext cx="2350135" cy="2399665"/>
          </a:xfrm>
          <a:prstGeom prst="rect">
            <a:avLst/>
          </a:prstGeom>
          <a:noFill/>
        </p:spPr>
        <p:txBody>
          <a:bodyPr wrap="square" rtlCol="0" anchor="t">
            <a:spAutoFit/>
          </a:bodyPr>
          <a:lstStyle/>
          <a:p>
            <a:pPr algn="ctr"/>
            <a:r>
              <a:rPr lang="en-US" altLang="zh-CN" sz="4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qiǎn</a:t>
            </a: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浅</a:t>
            </a:r>
          </a:p>
          <a:p>
            <a:pPr algn="ctr"/>
            <a:r>
              <a:rPr lang="en-US" altLang="zh-CN" b="1" kern="100" dirty="0" err="1">
                <a:solidFill>
                  <a:schemeClr val="bg1"/>
                </a:solidFill>
                <a:ea typeface="思源黑体 CN Regular" panose="020B0500000000000000"/>
                <a:sym typeface="+mn-ea"/>
              </a:rPr>
              <a:t>adj.shallow</a:t>
            </a:r>
            <a:r>
              <a:rPr lang="en-US" altLang="zh-CN" b="1" kern="100" dirty="0">
                <a:solidFill>
                  <a:schemeClr val="bg1"/>
                </a:solidFill>
                <a:ea typeface="思源黑体 CN Regular" panose="020B0500000000000000"/>
                <a:sym typeface="+mn-ea"/>
              </a:rPr>
              <a:t> </a:t>
            </a:r>
          </a:p>
        </p:txBody>
      </p:sp>
      <p:sp>
        <p:nvSpPr>
          <p:cNvPr id="47" name="文本框 46"/>
          <p:cNvSpPr txBox="1"/>
          <p:nvPr/>
        </p:nvSpPr>
        <p:spPr>
          <a:xfrm>
            <a:off x="3192780" y="4364355"/>
            <a:ext cx="2883535" cy="1753235"/>
          </a:xfrm>
          <a:prstGeom prst="rect">
            <a:avLst/>
          </a:prstGeom>
          <a:noFill/>
        </p:spPr>
        <p:txBody>
          <a:bodyPr wrap="square" rtlCol="0" anchor="t">
            <a:spAutoFit/>
          </a:bodyPr>
          <a:lstStyle/>
          <a:p>
            <a:pPr algn="ctr"/>
            <a:r>
              <a:rPr lang="en-US" altLang="zh-CN" sz="36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xiǎng</a:t>
            </a:r>
            <a:r>
              <a:rPr lang="en-US" altLang="zh-CN" sz="36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36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shòu</a:t>
            </a:r>
            <a:endParaRPr lang="en-US" sz="36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享受</a:t>
            </a:r>
            <a:endParaRPr lang="zh-CN"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b="1" kern="100" dirty="0">
                <a:solidFill>
                  <a:schemeClr val="bg1"/>
                </a:solidFill>
                <a:ea typeface="思源黑体 CN Regular" panose="020B0500000000000000" pitchFamily="34" charset="-122"/>
                <a:sym typeface="Times New Roman" panose="02020603050405020304" pitchFamily="18" charset="0"/>
              </a:rPr>
              <a:t>v. to enjoy</a:t>
            </a:r>
          </a:p>
        </p:txBody>
      </p:sp>
      <p:sp>
        <p:nvSpPr>
          <p:cNvPr id="48" name="文本框 47"/>
          <p:cNvSpPr txBox="1"/>
          <p:nvPr/>
        </p:nvSpPr>
        <p:spPr>
          <a:xfrm>
            <a:off x="6413500" y="4364355"/>
            <a:ext cx="2606675" cy="1938020"/>
          </a:xfrm>
          <a:prstGeom prst="rect">
            <a:avLst/>
          </a:prstGeom>
          <a:noFill/>
        </p:spPr>
        <p:txBody>
          <a:bodyPr wrap="square" rtlCol="0" anchor="t">
            <a:spAutoFit/>
          </a:bodyPr>
          <a:lstStyle/>
          <a:p>
            <a:pPr algn="ct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yòng</a:t>
            </a:r>
            <a:r>
              <a:rPr lang="en-US" altLang="zh-CN" sz="40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tú</a:t>
            </a:r>
            <a:r>
              <a:rPr sz="4000" dirty="0">
                <a:latin typeface="Arial" panose="020B0704020202020204"/>
                <a:ea typeface="Arial" panose="020B0704020202020204"/>
                <a:cs typeface="Arial" panose="020B0704020202020204"/>
                <a:sym typeface="Arial" panose="020B0704020202020204"/>
              </a:rPr>
              <a:t> </a:t>
            </a:r>
            <a:endParaRPr lang="en-US" sz="4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sym typeface="+mn-ea"/>
              </a:rPr>
              <a:t>用途</a:t>
            </a:r>
          </a:p>
          <a:p>
            <a:pPr algn="ctr"/>
            <a:r>
              <a:rPr lang="en-US" altLang="zh-CN" sz="2000" b="1" kern="100" dirty="0">
                <a:solidFill>
                  <a:schemeClr val="bg1"/>
                </a:solidFill>
                <a:ea typeface="思源黑体 CN Regular" panose="020B0500000000000000"/>
                <a:sym typeface="Times New Roman" panose="02020603050405020304" pitchFamily="18" charset="0"/>
              </a:rPr>
              <a:t>n. to use</a:t>
            </a:r>
          </a:p>
        </p:txBody>
      </p:sp>
      <p:sp>
        <p:nvSpPr>
          <p:cNvPr id="49" name="文本框 48"/>
          <p:cNvSpPr txBox="1"/>
          <p:nvPr/>
        </p:nvSpPr>
        <p:spPr>
          <a:xfrm>
            <a:off x="9521825" y="4185285"/>
            <a:ext cx="2350135" cy="2245360"/>
          </a:xfrm>
          <a:prstGeom prst="rect">
            <a:avLst/>
          </a:prstGeom>
          <a:noFill/>
        </p:spPr>
        <p:txBody>
          <a:bodyPr wrap="square" rtlCol="0" anchor="t">
            <a:spAutoFit/>
          </a:bodyPr>
          <a:lstStyle/>
          <a:p>
            <a:pPr algn="ct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shí</a:t>
            </a:r>
            <a:r>
              <a:rPr lang="en-US" altLang="zh-CN" sz="40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yàn</a:t>
            </a:r>
            <a:r>
              <a:rPr lang="en-US" altLang="zh-CN" sz="48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实验</a:t>
            </a:r>
            <a:endParaRPr lang="zh-CN"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algn="ctr"/>
            <a:r>
              <a:rPr lang="en-US" altLang="zh-CN" sz="1600" b="1" kern="100" dirty="0">
                <a:solidFill>
                  <a:schemeClr val="bg1"/>
                </a:solidFill>
                <a:ea typeface="思源黑体 CN Regular" panose="020B0500000000000000" pitchFamily="34" charset="-122"/>
                <a:sym typeface="Times New Roman" panose="02020603050405020304" pitchFamily="18" charset="0"/>
              </a:rPr>
              <a:t>v./n. to make a experiment</a:t>
            </a:r>
          </a:p>
        </p:txBody>
      </p:sp>
    </p:spTree>
    <p:custDataLst>
      <p:tags r:id="rId1"/>
    </p:custDataLst>
  </p:cSld>
  <p:clrMapOvr>
    <a:masterClrMapping/>
  </p:clrMapOvr>
  <p:transition spd="slow">
    <p:split orient="vert" dir="in"/>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5"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grpSp>
        <p:nvGrpSpPr>
          <p:cNvPr id="9" name="组合 8"/>
          <p:cNvGrpSpPr/>
          <p:nvPr/>
        </p:nvGrpSpPr>
        <p:grpSpPr>
          <a:xfrm>
            <a:off x="2261235" y="363855"/>
            <a:ext cx="1402371" cy="706755"/>
            <a:chOff x="4428" y="448"/>
            <a:chExt cx="3124" cy="1113"/>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文本框 43"/>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所</a:t>
              </a:r>
            </a:p>
          </p:txBody>
        </p:sp>
      </p:grpSp>
      <p:grpSp>
        <p:nvGrpSpPr>
          <p:cNvPr id="10" name="组合 9"/>
          <p:cNvGrpSpPr/>
          <p:nvPr/>
        </p:nvGrpSpPr>
        <p:grpSpPr>
          <a:xfrm>
            <a:off x="4203065" y="372745"/>
            <a:ext cx="1472565" cy="706755"/>
            <a:chOff x="4428" y="448"/>
            <a:chExt cx="2319" cy="1113"/>
          </a:xfrm>
        </p:grpSpPr>
        <p:sp>
          <p:nvSpPr>
            <p:cNvPr id="11" name="圆角矩形 10"/>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享受</a:t>
              </a:r>
            </a:p>
          </p:txBody>
        </p:sp>
      </p:grpSp>
      <p:grpSp>
        <p:nvGrpSpPr>
          <p:cNvPr id="4" name="组合 3"/>
          <p:cNvGrpSpPr/>
          <p:nvPr/>
        </p:nvGrpSpPr>
        <p:grpSpPr>
          <a:xfrm>
            <a:off x="-349885" y="1278255"/>
            <a:ext cx="12103735" cy="1628140"/>
            <a:chOff x="-443" y="1654"/>
            <a:chExt cx="19061" cy="2564"/>
          </a:xfrm>
        </p:grpSpPr>
        <p:sp>
          <p:nvSpPr>
            <p:cNvPr id="2" name="矩形 1"/>
            <p:cNvSpPr/>
            <p:nvPr/>
          </p:nvSpPr>
          <p:spPr>
            <a:xfrm>
              <a:off x="1460" y="2610"/>
              <a:ext cx="17158"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在婚姻问题上，听听父母的意见还是很有 </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 的。</a:t>
              </a: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36" name="文本框 35"/>
          <p:cNvSpPr txBox="1"/>
          <p:nvPr/>
        </p:nvSpPr>
        <p:spPr>
          <a:xfrm>
            <a:off x="9011285" y="2082800"/>
            <a:ext cx="1995170" cy="768350"/>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必要</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7" name="组合 6"/>
          <p:cNvGrpSpPr/>
          <p:nvPr/>
        </p:nvGrpSpPr>
        <p:grpSpPr>
          <a:xfrm>
            <a:off x="-349885" y="2957195"/>
            <a:ext cx="12103735" cy="1628140"/>
            <a:chOff x="-443" y="1654"/>
            <a:chExt cx="19576" cy="2564"/>
          </a:xfrm>
        </p:grpSpPr>
        <p:sp>
          <p:nvSpPr>
            <p:cNvPr id="8" name="矩形 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正如你</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估计的那样，李岩确实改变了主意。</a:t>
              </a: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17" name="组合 16"/>
          <p:cNvGrpSpPr/>
          <p:nvPr/>
        </p:nvGrpSpPr>
        <p:grpSpPr>
          <a:xfrm>
            <a:off x="-406189" y="4567555"/>
            <a:ext cx="12160039" cy="2007575"/>
            <a:chOff x="-443" y="1654"/>
            <a:chExt cx="19063" cy="2926"/>
          </a:xfrm>
        </p:grpSpPr>
        <p:sp>
          <p:nvSpPr>
            <p:cNvPr id="18" name="矩形 17"/>
            <p:cNvSpPr/>
            <p:nvPr/>
          </p:nvSpPr>
          <p:spPr>
            <a:xfrm>
              <a:off x="1460" y="2530"/>
              <a:ext cx="17160" cy="2050"/>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擦擦办公桌，整理一下文件，这些都可以让你从放松的休息状态自然______到工作状态。</a:t>
              </a:r>
            </a:p>
          </p:txBody>
        </p:sp>
        <p:pic>
          <p:nvPicPr>
            <p:cNvPr id="23" name="图片 22"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24" name="文本框 23"/>
          <p:cNvSpPr txBox="1"/>
          <p:nvPr/>
        </p:nvSpPr>
        <p:spPr>
          <a:xfrm>
            <a:off x="1963264" y="3712210"/>
            <a:ext cx="1995170" cy="768350"/>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所</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
        <p:nvSpPr>
          <p:cNvPr id="25" name="文本框 24"/>
          <p:cNvSpPr txBox="1"/>
          <p:nvPr/>
        </p:nvSpPr>
        <p:spPr>
          <a:xfrm>
            <a:off x="3801368" y="5805689"/>
            <a:ext cx="1881119" cy="769441"/>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过渡</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22" name="组合 21"/>
          <p:cNvGrpSpPr/>
          <p:nvPr/>
        </p:nvGrpSpPr>
        <p:grpSpPr>
          <a:xfrm>
            <a:off x="6156960" y="381635"/>
            <a:ext cx="1402371" cy="706755"/>
            <a:chOff x="4428" y="448"/>
            <a:chExt cx="3124" cy="1113"/>
          </a:xfrm>
        </p:grpSpPr>
        <p:sp>
          <p:nvSpPr>
            <p:cNvPr id="26" name="圆角矩形 25"/>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 name="文本框 26"/>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过渡</a:t>
              </a:r>
            </a:p>
          </p:txBody>
        </p:sp>
      </p:grpSp>
      <p:grpSp>
        <p:nvGrpSpPr>
          <p:cNvPr id="28" name="组合 27"/>
          <p:cNvGrpSpPr/>
          <p:nvPr/>
        </p:nvGrpSpPr>
        <p:grpSpPr>
          <a:xfrm>
            <a:off x="8047990" y="390525"/>
            <a:ext cx="1472565" cy="706755"/>
            <a:chOff x="4428" y="448"/>
            <a:chExt cx="2319" cy="1113"/>
          </a:xfrm>
        </p:grpSpPr>
        <p:sp>
          <p:nvSpPr>
            <p:cNvPr id="29" name="圆角矩形 28"/>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必要</a:t>
              </a:r>
            </a:p>
          </p:txBody>
        </p:sp>
      </p:grpSp>
      <p:grpSp>
        <p:nvGrpSpPr>
          <p:cNvPr id="31" name="组合 30"/>
          <p:cNvGrpSpPr/>
          <p:nvPr/>
        </p:nvGrpSpPr>
        <p:grpSpPr>
          <a:xfrm>
            <a:off x="10008870" y="372745"/>
            <a:ext cx="1472565" cy="706755"/>
            <a:chOff x="4428" y="448"/>
            <a:chExt cx="2319" cy="1113"/>
          </a:xfrm>
        </p:grpSpPr>
        <p:sp>
          <p:nvSpPr>
            <p:cNvPr id="32" name="圆角矩形 31"/>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规律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subTnLst>
                                    <p:audio>
                                      <p:cMediaNode>
                                        <p:cTn display="0" masterRel="sameClick">
                                          <p:stCondLst>
                                            <p:cond evt="begin" delay="0">
                                              <p:tn val="15"/>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4" grpId="0"/>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5"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grpSp>
        <p:nvGrpSpPr>
          <p:cNvPr id="9" name="组合 8"/>
          <p:cNvGrpSpPr/>
          <p:nvPr/>
        </p:nvGrpSpPr>
        <p:grpSpPr>
          <a:xfrm>
            <a:off x="2261235" y="363855"/>
            <a:ext cx="1402371" cy="706755"/>
            <a:chOff x="4428" y="448"/>
            <a:chExt cx="3124" cy="1113"/>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文本框 43"/>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所</a:t>
              </a:r>
            </a:p>
          </p:txBody>
        </p:sp>
      </p:grpSp>
      <p:grpSp>
        <p:nvGrpSpPr>
          <p:cNvPr id="10" name="组合 9"/>
          <p:cNvGrpSpPr/>
          <p:nvPr/>
        </p:nvGrpSpPr>
        <p:grpSpPr>
          <a:xfrm>
            <a:off x="4203065" y="372745"/>
            <a:ext cx="1472565" cy="706755"/>
            <a:chOff x="4428" y="448"/>
            <a:chExt cx="2319" cy="1113"/>
          </a:xfrm>
        </p:grpSpPr>
        <p:sp>
          <p:nvSpPr>
            <p:cNvPr id="11" name="圆角矩形 10"/>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享受</a:t>
              </a:r>
            </a:p>
          </p:txBody>
        </p:sp>
      </p:grpSp>
      <p:grpSp>
        <p:nvGrpSpPr>
          <p:cNvPr id="4" name="组合 3"/>
          <p:cNvGrpSpPr/>
          <p:nvPr/>
        </p:nvGrpSpPr>
        <p:grpSpPr>
          <a:xfrm>
            <a:off x="-349885" y="1278254"/>
            <a:ext cx="12108180" cy="2017395"/>
            <a:chOff x="-443" y="1654"/>
            <a:chExt cx="19068" cy="2564"/>
          </a:xfrm>
        </p:grpSpPr>
        <p:sp>
          <p:nvSpPr>
            <p:cNvPr id="2" name="矩形 1"/>
            <p:cNvSpPr/>
            <p:nvPr/>
          </p:nvSpPr>
          <p:spPr>
            <a:xfrm>
              <a:off x="1467" y="2532"/>
              <a:ext cx="17158" cy="1641"/>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生命在于运动，有 </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 的运动对于身体健康大有好处。</a:t>
              </a: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36" name="文本框 35"/>
          <p:cNvSpPr txBox="1"/>
          <p:nvPr/>
        </p:nvSpPr>
        <p:spPr>
          <a:xfrm>
            <a:off x="4436745" y="1969195"/>
            <a:ext cx="1995170" cy="768350"/>
          </a:xfrm>
          <a:prstGeom prst="rect">
            <a:avLst/>
          </a:prstGeom>
          <a:noFill/>
        </p:spPr>
        <p:txBody>
          <a:bodyPr wrap="square" rtlCol="0" anchor="t">
            <a:spAutoFit/>
          </a:bodyPr>
          <a:lstStyle/>
          <a:p>
            <a:pPr algn="ctr"/>
            <a:r>
              <a:rPr lang="zh-CN" altLang="en-US" sz="44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规律</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7" name="组合 6"/>
          <p:cNvGrpSpPr/>
          <p:nvPr/>
        </p:nvGrpSpPr>
        <p:grpSpPr>
          <a:xfrm>
            <a:off x="-376873" y="3597759"/>
            <a:ext cx="12119811" cy="2161055"/>
            <a:chOff x="-443" y="1654"/>
            <a:chExt cx="19602" cy="2564"/>
          </a:xfrm>
        </p:grpSpPr>
        <p:sp>
          <p:nvSpPr>
            <p:cNvPr id="8" name="矩形 7"/>
            <p:cNvSpPr/>
            <p:nvPr/>
          </p:nvSpPr>
          <p:spPr>
            <a:xfrm>
              <a:off x="1537" y="2610"/>
              <a:ext cx="17622"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为了</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轻松的生活，夫妻俩决定把家搬到这个安静的小镇。</a:t>
              </a: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24" name="文本框 23"/>
          <p:cNvSpPr txBox="1"/>
          <p:nvPr/>
        </p:nvSpPr>
        <p:spPr>
          <a:xfrm>
            <a:off x="1525114" y="4444237"/>
            <a:ext cx="1995170" cy="768350"/>
          </a:xfrm>
          <a:prstGeom prst="rect">
            <a:avLst/>
          </a:prstGeom>
          <a:noFill/>
        </p:spPr>
        <p:txBody>
          <a:bodyPr wrap="square" rtlCol="0" anchor="t">
            <a:spAutoFit/>
          </a:bodyPr>
          <a:lstStyle/>
          <a:p>
            <a:pPr algn="ctr"/>
            <a:r>
              <a:rPr lang="zh-CN" altLang="en-US" sz="44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享受</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22" name="组合 21"/>
          <p:cNvGrpSpPr/>
          <p:nvPr/>
        </p:nvGrpSpPr>
        <p:grpSpPr>
          <a:xfrm>
            <a:off x="6156960" y="381635"/>
            <a:ext cx="1402371" cy="706755"/>
            <a:chOff x="4428" y="448"/>
            <a:chExt cx="3124" cy="1113"/>
          </a:xfrm>
        </p:grpSpPr>
        <p:sp>
          <p:nvSpPr>
            <p:cNvPr id="26" name="圆角矩形 25"/>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 name="文本框 26"/>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过渡</a:t>
              </a:r>
            </a:p>
          </p:txBody>
        </p:sp>
      </p:grpSp>
      <p:grpSp>
        <p:nvGrpSpPr>
          <p:cNvPr id="28" name="组合 27"/>
          <p:cNvGrpSpPr/>
          <p:nvPr/>
        </p:nvGrpSpPr>
        <p:grpSpPr>
          <a:xfrm>
            <a:off x="8047990" y="390525"/>
            <a:ext cx="1472565" cy="706755"/>
            <a:chOff x="4428" y="448"/>
            <a:chExt cx="2319" cy="1113"/>
          </a:xfrm>
        </p:grpSpPr>
        <p:sp>
          <p:nvSpPr>
            <p:cNvPr id="29" name="圆角矩形 28"/>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必要</a:t>
              </a:r>
            </a:p>
          </p:txBody>
        </p:sp>
      </p:grpSp>
      <p:grpSp>
        <p:nvGrpSpPr>
          <p:cNvPr id="31" name="组合 30"/>
          <p:cNvGrpSpPr/>
          <p:nvPr/>
        </p:nvGrpSpPr>
        <p:grpSpPr>
          <a:xfrm>
            <a:off x="10008870" y="372745"/>
            <a:ext cx="1472565" cy="706755"/>
            <a:chOff x="4428" y="448"/>
            <a:chExt cx="2319" cy="1113"/>
          </a:xfrm>
        </p:grpSpPr>
        <p:sp>
          <p:nvSpPr>
            <p:cNvPr id="32" name="圆角矩形 31"/>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规律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354947" y="2138949"/>
            <a:ext cx="2837180" cy="2742690"/>
            <a:chOff x="7919" y="1971"/>
            <a:chExt cx="5660" cy="3051"/>
          </a:xfrm>
        </p:grpSpPr>
        <p:sp>
          <p:nvSpPr>
            <p:cNvPr id="33" name="圆角矩形 32"/>
            <p:cNvSpPr/>
            <p:nvPr/>
          </p:nvSpPr>
          <p:spPr>
            <a:xfrm>
              <a:off x="8776" y="1971"/>
              <a:ext cx="3577" cy="29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919" y="2099"/>
              <a:ext cx="5660" cy="2923"/>
            </a:xfrm>
            <a:prstGeom prst="rect">
              <a:avLst/>
            </a:prstGeom>
            <a:noFill/>
          </p:spPr>
          <p:txBody>
            <a:bodyPr wrap="square" rtlCol="0">
              <a:no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来</a:t>
              </a:r>
              <a:endPar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动词</a:t>
              </a:r>
              <a:r>
                <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常见格式</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动词</a:t>
              </a:r>
              <a:r>
                <a:rPr lang="en-US" altLang="zh-CN"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来</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用在动词“</a:t>
              </a:r>
              <a:r>
                <a:rPr lang="zh-CN" altLang="en-US" sz="2000" b="1" kern="100" dirty="0">
                  <a:solidFill>
                    <a:schemeClr val="accent1">
                      <a:lumMod val="75000"/>
                    </a:schemeClr>
                  </a:solidFill>
                  <a:latin typeface="华文楷体" panose="02010600040101010101" charset="-122"/>
                  <a:ea typeface="华文楷体" panose="02010600040101010101" charset="-122"/>
                  <a:cs typeface="华文细黑" panose="02010600040101010101" pitchFamily="2" charset="-122"/>
                  <a:sym typeface="+mn-ea"/>
                </a:rPr>
                <a:t>醒</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后，表示</a:t>
              </a:r>
              <a:r>
                <a:rPr lang="zh-CN" altLang="en-US" sz="2000" b="1" kern="100" dirty="0">
                  <a:solidFill>
                    <a:schemeClr val="accent6"/>
                  </a:solidFill>
                  <a:latin typeface="华文楷体" panose="02010600040101010101" charset="-122"/>
                  <a:ea typeface="华文楷体" panose="02010600040101010101" charset="-122"/>
                  <a:cs typeface="华文细黑" panose="02010600040101010101" pitchFamily="2" charset="-122"/>
                  <a:sym typeface="+mn-ea"/>
                </a:rPr>
                <a:t>由睡眠</a:t>
              </a:r>
              <a:endParaRPr lang="en-US" altLang="zh-CN" sz="2000" b="1" kern="100" dirty="0">
                <a:solidFill>
                  <a:schemeClr val="accent6"/>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accent6"/>
                  </a:solidFill>
                  <a:latin typeface="华文楷体" panose="02010600040101010101" charset="-122"/>
                  <a:ea typeface="华文楷体" panose="02010600040101010101" charset="-122"/>
                  <a:cs typeface="华文细黑" panose="02010600040101010101" pitchFamily="2" charset="-122"/>
                  <a:sym typeface="+mn-ea"/>
                </a:rPr>
                <a:t>向清醒的过渡</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endPar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Tỉnh lại</a:t>
              </a:r>
              <a:endPar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p:txBody>
        </p:sp>
      </p:grpSp>
      <p:grpSp>
        <p:nvGrpSpPr>
          <p:cNvPr id="68" name="组合 67"/>
          <p:cNvGrpSpPr/>
          <p:nvPr/>
        </p:nvGrpSpPr>
        <p:grpSpPr>
          <a:xfrm>
            <a:off x="328930" y="2253615"/>
            <a:ext cx="8538845" cy="828675"/>
            <a:chOff x="518" y="3426"/>
            <a:chExt cx="13447"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8" y="3640"/>
              <a:ext cx="13446" cy="921"/>
            </a:xfrm>
            <a:prstGeom prst="rect">
              <a:avLst/>
            </a:prstGeom>
            <a:noFill/>
          </p:spPr>
          <p:txBody>
            <a:bodyPr wrap="square">
              <a:spAutoFit/>
            </a:bodyPr>
            <a:lstStyle/>
            <a:p>
              <a:pPr algn="ctr" eaLnBrk="1" fontAlgn="base">
                <a:buClrTx/>
                <a:buSzTx/>
                <a:buFontTx/>
              </a:pPr>
              <a:r>
                <a:rPr lang="en-US" altLang="zh-CN" sz="3200" b="1" noProof="0" dirty="0">
                  <a:ln>
                    <a:noFill/>
                  </a:ln>
                  <a:effectLst/>
                  <a:uLnTx/>
                  <a:uFillTx/>
                  <a:latin typeface="KaiTi" panose="02010609060101010101" pitchFamily="49" charset="-122"/>
                  <a:ea typeface="KaiTi" panose="02010609060101010101" pitchFamily="49" charset="-122"/>
                  <a:sym typeface="华文细黑" panose="02010600040101010101" pitchFamily="2" charset="-122"/>
                </a:rPr>
                <a:t>……</a:t>
              </a:r>
              <a:r>
                <a:rPr lang="zh-CN" altLang="en-US" sz="3200" b="1" noProof="0" dirty="0">
                  <a:ln>
                    <a:noFill/>
                  </a:ln>
                  <a:effectLst/>
                  <a:uLnTx/>
                  <a:uFillTx/>
                  <a:latin typeface="华文楷体" panose="02010600040101010101" charset="-122"/>
                  <a:ea typeface="华文楷体" panose="02010600040101010101" charset="-122"/>
                  <a:sym typeface="华文细黑" panose="02010600040101010101" pitchFamily="2" charset="-122"/>
                </a:rPr>
                <a:t>人们逐渐从熟睡过渡到浅睡，直到</a:t>
              </a:r>
              <a:r>
                <a:rPr lang="zh-CN" altLang="en-US" sz="3200" b="1" noProof="0" dirty="0">
                  <a:ln>
                    <a:noFill/>
                  </a:ln>
                  <a:solidFill>
                    <a:schemeClr val="accent1">
                      <a:lumMod val="75000"/>
                    </a:schemeClr>
                  </a:solidFill>
                  <a:effectLst/>
                  <a:uLnTx/>
                  <a:uFillTx/>
                  <a:latin typeface="华文楷体" panose="02010600040101010101" charset="-122"/>
                  <a:ea typeface="华文楷体" panose="02010600040101010101" charset="-122"/>
                  <a:sym typeface="华文细黑" panose="02010600040101010101" pitchFamily="2" charset="-122"/>
                </a:rPr>
                <a:t>醒</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来</a:t>
              </a:r>
              <a:r>
                <a:rPr lang="zh-CN" altLang="en-US" sz="3200" b="1" noProof="0" dirty="0">
                  <a:ln>
                    <a:noFill/>
                  </a:ln>
                  <a:effectLst/>
                  <a:uLnTx/>
                  <a:uFillTx/>
                  <a:latin typeface="华文楷体" panose="02010600040101010101" charset="-122"/>
                  <a:ea typeface="华文楷体" panose="02010600040101010101" charset="-122"/>
                  <a:sym typeface="华文细黑" panose="02010600040101010101" pitchFamily="2" charset="-122"/>
                </a:rPr>
                <a:t>。</a:t>
              </a:r>
              <a:endParaRPr lang="zh-CN" altLang="en-US" sz="3200" b="1" noProof="0" dirty="0">
                <a:ln>
                  <a:noFill/>
                </a:ln>
                <a:solidFill>
                  <a:schemeClr val="tx1"/>
                </a:solidFill>
                <a:effectLst/>
                <a:uLnTx/>
                <a:uFillTx/>
                <a:latin typeface="华文楷体" panose="02010600040101010101" charset="-122"/>
                <a:ea typeface="华文楷体" panose="02010600040101010101" charset="-122"/>
                <a:sym typeface="+mn-ea"/>
              </a:endParaRPr>
            </a:p>
          </p:txBody>
        </p:sp>
      </p:grpSp>
      <p:grpSp>
        <p:nvGrpSpPr>
          <p:cNvPr id="80" name="组合 79"/>
          <p:cNvGrpSpPr/>
          <p:nvPr/>
        </p:nvGrpSpPr>
        <p:grpSpPr>
          <a:xfrm>
            <a:off x="328930" y="4256405"/>
            <a:ext cx="8538845" cy="828675"/>
            <a:chOff x="518" y="3426"/>
            <a:chExt cx="13447" cy="1305"/>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8" y="3640"/>
              <a:ext cx="13446" cy="919"/>
            </a:xfrm>
            <a:prstGeom prst="rect">
              <a:avLst/>
            </a:prstGeom>
            <a:noFill/>
          </p:spPr>
          <p:txBody>
            <a:bodyPr wrap="square">
              <a:spAutoFit/>
            </a:bodyPr>
            <a:lstStyle/>
            <a:p>
              <a:pPr algn="ctr" eaLnBrk="1" fontAlgn="base">
                <a:buClrTx/>
                <a:buSzTx/>
                <a:buFontTx/>
              </a:pPr>
              <a:r>
                <a:rPr lang="zh-CN" altLang="en-US" sz="3200" b="1" dirty="0">
                  <a:latin typeface="华文楷体" panose="02010600040101010101" charset="-122"/>
                  <a:ea typeface="华文楷体" panose="02010600040101010101" charset="-122"/>
                  <a:sym typeface="华文细黑" panose="02010600040101010101" pitchFamily="2" charset="-122"/>
                </a:rPr>
                <a:t>早晨</a:t>
              </a:r>
              <a:r>
                <a:rPr lang="zh-CN" altLang="en-US" sz="3200" b="1" dirty="0">
                  <a:solidFill>
                    <a:schemeClr val="accent1">
                      <a:lumMod val="75000"/>
                    </a:schemeClr>
                  </a:solidFill>
                  <a:latin typeface="华文楷体" panose="02010600040101010101" charset="-122"/>
                  <a:ea typeface="华文楷体" panose="02010600040101010101" charset="-122"/>
                  <a:sym typeface="华文细黑" panose="02010600040101010101" pitchFamily="2" charset="-122"/>
                </a:rPr>
                <a:t>醒</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来</a:t>
              </a:r>
              <a:r>
                <a:rPr lang="zh-CN" altLang="en-US" sz="3200" b="1" dirty="0">
                  <a:latin typeface="华文楷体" panose="02010600040101010101" charset="-122"/>
                  <a:ea typeface="华文楷体" panose="02010600040101010101" charset="-122"/>
                  <a:sym typeface="华文细黑" panose="02010600040101010101" pitchFamily="2" charset="-122"/>
                </a:rPr>
                <a:t>，我发现窗外正下着大雪。</a:t>
              </a:r>
              <a:endParaRPr lang="zh-CN" altLang="en-US" sz="3200" b="1" noProof="0" dirty="0">
                <a:ln>
                  <a:noFill/>
                </a:ln>
                <a:effectLst/>
                <a:uLnTx/>
                <a:uFillTx/>
                <a:latin typeface="华文楷体" panose="02010600040101010101" charset="-122"/>
                <a:ea typeface="华文楷体" panose="02010600040101010101" charset="-122"/>
                <a:sym typeface="+mn-ea"/>
              </a:endParaRPr>
            </a:p>
          </p:txBody>
        </p:sp>
      </p:grpSp>
      <p:pic>
        <p:nvPicPr>
          <p:cNvPr id="3" name="图片 2"/>
          <p:cNvPicPr>
            <a:picLocks noChangeAspect="1"/>
          </p:cNvPicPr>
          <p:nvPr/>
        </p:nvPicPr>
        <p:blipFill>
          <a:blip r:embed="rId5"/>
          <a:stretch>
            <a:fillRect/>
          </a:stretch>
        </p:blipFill>
        <p:spPr>
          <a:xfrm>
            <a:off x="6497955" y="965517"/>
            <a:ext cx="2086454" cy="1386206"/>
          </a:xfrm>
          <a:prstGeom prst="rect">
            <a:avLst/>
          </a:prstGeom>
        </p:spPr>
      </p:pic>
      <p:pic>
        <p:nvPicPr>
          <p:cNvPr id="6" name="图片 5"/>
          <p:cNvPicPr>
            <a:picLocks noChangeAspect="1"/>
          </p:cNvPicPr>
          <p:nvPr/>
        </p:nvPicPr>
        <p:blipFill>
          <a:blip r:embed="rId6"/>
          <a:stretch>
            <a:fillRect/>
          </a:stretch>
        </p:blipFill>
        <p:spPr>
          <a:xfrm>
            <a:off x="6824663" y="5111750"/>
            <a:ext cx="1862138" cy="1481592"/>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288780" y="2182495"/>
            <a:ext cx="2837180" cy="3135953"/>
            <a:chOff x="7787" y="3144"/>
            <a:chExt cx="5660" cy="2489"/>
          </a:xfrm>
        </p:grpSpPr>
        <p:sp>
          <p:nvSpPr>
            <p:cNvPr id="33" name="圆角矩形 32"/>
            <p:cNvSpPr/>
            <p:nvPr/>
          </p:nvSpPr>
          <p:spPr>
            <a:xfrm>
              <a:off x="8776" y="3144"/>
              <a:ext cx="3577" cy="174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787" y="3144"/>
              <a:ext cx="5660" cy="2489"/>
            </a:xfrm>
            <a:prstGeom prst="rect">
              <a:avLst/>
            </a:prstGeom>
            <a:noFill/>
          </p:spPr>
          <p:txBody>
            <a:bodyPr wrap="square" rtlCol="0">
              <a:no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过来</a:t>
              </a: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动词</a:t>
              </a:r>
              <a:r>
                <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常见格式</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“动词</a:t>
              </a:r>
              <a:r>
                <a:rPr lang="en-US" altLang="zh-CN"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过来”</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用在动词后，表示</a:t>
              </a:r>
              <a:endParaRPr lang="en-US"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r>
                <a:rPr lang="zh-CN" altLang="zh-CN" sz="2000" b="1" kern="100" dirty="0">
                  <a:solidFill>
                    <a:schemeClr val="accent6"/>
                  </a:solidFill>
                  <a:latin typeface="华文楷体" panose="02010600040101010101" charset="-122"/>
                  <a:ea typeface="华文楷体" panose="02010600040101010101" charset="-122"/>
                  <a:sym typeface="华文细黑" panose="02010600040101010101" pitchFamily="2" charset="-122"/>
                </a:rPr>
                <a:t>回到原来的、</a:t>
              </a:r>
              <a:endParaRPr lang="en-US" altLang="zh-CN" sz="2000" b="1" kern="100" dirty="0">
                <a:solidFill>
                  <a:schemeClr val="accent6"/>
                </a:solidFill>
                <a:latin typeface="华文楷体" panose="02010600040101010101" charset="-122"/>
                <a:ea typeface="华文楷体" panose="02010600040101010101" charset="-122"/>
                <a:sym typeface="华文细黑" panose="02010600040101010101" pitchFamily="2" charset="-122"/>
              </a:endParaRPr>
            </a:p>
            <a:p>
              <a:pPr algn="ctr" fontAlgn="ctr"/>
              <a:r>
                <a:rPr lang="zh-CN" altLang="zh-CN" sz="2000" b="1" kern="100" dirty="0">
                  <a:solidFill>
                    <a:schemeClr val="accent6"/>
                  </a:solidFill>
                  <a:latin typeface="华文楷体" panose="02010600040101010101" charset="-122"/>
                  <a:ea typeface="华文楷体" panose="02010600040101010101" charset="-122"/>
                  <a:sym typeface="华文细黑" panose="02010600040101010101" pitchFamily="2" charset="-122"/>
                </a:rPr>
                <a:t>正常的状态。</a:t>
              </a:r>
              <a:endParaRPr lang="vi-VN" altLang="zh-CN" sz="2000" b="1" kern="100" dirty="0">
                <a:solidFill>
                  <a:schemeClr val="accent6"/>
                </a:solidFill>
                <a:latin typeface="华文楷体" panose="02010600040101010101" charset="-122"/>
                <a:ea typeface="华文楷体" panose="02010600040101010101" charset="-122"/>
                <a:sym typeface="华文细黑" panose="02010600040101010101" pitchFamily="2" charset="-122"/>
              </a:endParaRPr>
            </a:p>
            <a:p>
              <a:pPr algn="ctr" fontAlgn="ctr"/>
              <a:r>
                <a:rPr lang="vi-VN" altLang="zh-CN" sz="2000" b="1" kern="100" dirty="0">
                  <a:solidFill>
                    <a:schemeClr val="accent6"/>
                  </a:solidFill>
                  <a:latin typeface="华文楷体" panose="02010600040101010101" charset="-122"/>
                  <a:ea typeface="华文楷体" panose="02010600040101010101" charset="-122"/>
                  <a:sym typeface="华文细黑" panose="02010600040101010101" pitchFamily="2" charset="-122"/>
                </a:rPr>
                <a:t>Hồi phục lại trạng thái, bình thường ban đầu </a:t>
              </a:r>
              <a:endParaRPr lang="zh-CN" altLang="zh-CN" sz="2000" b="1" kern="100" dirty="0">
                <a:solidFill>
                  <a:schemeClr val="accent6"/>
                </a:solidFill>
                <a:latin typeface="华文楷体" panose="02010600040101010101" charset="-122"/>
                <a:ea typeface="华文楷体" panose="02010600040101010101" charset="-122"/>
                <a:sym typeface="华文细黑" panose="02010600040101010101" pitchFamily="2" charset="-122"/>
              </a:endParaRPr>
            </a:p>
          </p:txBody>
        </p:sp>
      </p:grpSp>
      <p:grpSp>
        <p:nvGrpSpPr>
          <p:cNvPr id="68" name="组合 67"/>
          <p:cNvGrpSpPr/>
          <p:nvPr/>
        </p:nvGrpSpPr>
        <p:grpSpPr>
          <a:xfrm>
            <a:off x="328930" y="2183130"/>
            <a:ext cx="8561705" cy="1202048"/>
            <a:chOff x="518" y="3426"/>
            <a:chExt cx="13483"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55" y="3494"/>
              <a:ext cx="13446" cy="1169"/>
            </a:xfrm>
            <a:prstGeom prst="rect">
              <a:avLst/>
            </a:prstGeom>
            <a:noFill/>
          </p:spPr>
          <p:txBody>
            <a:bodyPr wrap="square">
              <a:spAutoFit/>
            </a:bodyPr>
            <a:lstStyle/>
            <a:p>
              <a:pPr eaLnBrk="1" fontAlgn="base">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我被一阵吵闹声突然惊醒，过了半天，脑子才清醒</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过来</a:t>
              </a:r>
              <a:r>
                <a:rPr lang="zh-CN" altLang="zh-CN" sz="3200" b="1" dirty="0">
                  <a:latin typeface="华文楷体" panose="02010600040101010101" charset="-122"/>
                  <a:ea typeface="华文楷体" panose="02010600040101010101" charset="-122"/>
                  <a:sym typeface="华文细黑" panose="02010600040101010101" pitchFamily="2" charset="-122"/>
                </a:rPr>
                <a:t>。</a:t>
              </a:r>
              <a:endParaRPr lang="zh-CN" altLang="en-US" sz="3200" b="1" dirty="0">
                <a:latin typeface="华文楷体" panose="02010600040101010101" charset="-122"/>
                <a:ea typeface="华文楷体" panose="02010600040101010101" charset="-122"/>
                <a:sym typeface="+mn-ea"/>
              </a:endParaRPr>
            </a:p>
          </p:txBody>
        </p:sp>
      </p:grpSp>
      <p:grpSp>
        <p:nvGrpSpPr>
          <p:cNvPr id="80" name="组合 79"/>
          <p:cNvGrpSpPr/>
          <p:nvPr/>
        </p:nvGrpSpPr>
        <p:grpSpPr>
          <a:xfrm>
            <a:off x="328930" y="4311017"/>
            <a:ext cx="8538845" cy="1632864"/>
            <a:chOff x="518" y="3426"/>
            <a:chExt cx="13447" cy="1777"/>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9" y="3495"/>
              <a:ext cx="13446" cy="1708"/>
            </a:xfrm>
            <a:prstGeom prst="rect">
              <a:avLst/>
            </a:prstGeom>
            <a:noFill/>
          </p:spPr>
          <p:txBody>
            <a:bodyPr wrap="square">
              <a:spAutoFit/>
            </a:bodyPr>
            <a:lstStyle/>
            <a:p>
              <a:pPr algn="ctr" fontAlgn="base"/>
              <a:r>
                <a:rPr lang="zh-CN" altLang="zh-CN" sz="3200" b="1" dirty="0">
                  <a:latin typeface="华文楷体" panose="02010600040101010101" charset="-122"/>
                  <a:ea typeface="华文楷体" panose="02010600040101010101" charset="-122"/>
                  <a:sym typeface="华文细黑" panose="02010600040101010101" pitchFamily="2" charset="-122"/>
                </a:rPr>
                <a:t>他救了妻子，没救孩子。有的人说他做得对，因为孩子可以再生一个，妻子却不能活</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过来</a:t>
              </a:r>
              <a:r>
                <a:rPr lang="zh-CN" altLang="zh-CN" sz="3200" b="1" dirty="0">
                  <a:latin typeface="华文楷体" panose="02010600040101010101" charset="-122"/>
                  <a:ea typeface="华文楷体" panose="02010600040101010101" charset="-122"/>
                  <a:sym typeface="华文细黑" panose="02010600040101010101" pitchFamily="2" charset="-122"/>
                </a:rPr>
                <a:t>。</a:t>
              </a:r>
            </a:p>
            <a:p>
              <a:pPr algn="ctr" eaLnBrk="1" fontAlgn="base">
                <a:buClrTx/>
                <a:buSzTx/>
                <a:buFontTx/>
              </a:pPr>
              <a:endParaRPr lang="zh-CN" altLang="en-US" sz="3200" b="1" dirty="0">
                <a:latin typeface="华文楷体" panose="02010600040101010101" charset="-122"/>
                <a:ea typeface="华文楷体" panose="02010600040101010101" charset="-122"/>
                <a:sym typeface="+mn-ea"/>
              </a:endParaRPr>
            </a:p>
          </p:txBody>
        </p:sp>
      </p:grpSp>
      <p:pic>
        <p:nvPicPr>
          <p:cNvPr id="7" name="图片 6"/>
          <p:cNvPicPr>
            <a:picLocks noChangeAspect="1"/>
          </p:cNvPicPr>
          <p:nvPr/>
        </p:nvPicPr>
        <p:blipFill>
          <a:blip r:embed="rId5"/>
          <a:stretch>
            <a:fillRect/>
          </a:stretch>
        </p:blipFill>
        <p:spPr>
          <a:xfrm>
            <a:off x="6715505" y="993140"/>
            <a:ext cx="1602487" cy="1260476"/>
          </a:xfrm>
          <a:prstGeom prst="rect">
            <a:avLst/>
          </a:prstGeom>
        </p:spPr>
      </p:pic>
      <p:pic>
        <p:nvPicPr>
          <p:cNvPr id="10" name="图片 9"/>
          <p:cNvPicPr>
            <a:picLocks noChangeAspect="1"/>
          </p:cNvPicPr>
          <p:nvPr/>
        </p:nvPicPr>
        <p:blipFill>
          <a:blip r:embed="rId6"/>
          <a:stretch>
            <a:fillRect/>
          </a:stretch>
        </p:blipFill>
        <p:spPr>
          <a:xfrm>
            <a:off x="5957887" y="5510166"/>
            <a:ext cx="2436305" cy="1328094"/>
          </a:xfrm>
          <a:prstGeom prst="rect">
            <a:avLst/>
          </a:prstGeom>
        </p:spPr>
      </p:pic>
      <p:sp>
        <p:nvSpPr>
          <p:cNvPr id="2" name="文本框 1"/>
          <p:cNvSpPr txBox="1"/>
          <p:nvPr/>
        </p:nvSpPr>
        <p:spPr>
          <a:xfrm>
            <a:off x="6985000" y="4136390"/>
            <a:ext cx="4064000" cy="368300"/>
          </a:xfrm>
          <a:prstGeom prst="rect">
            <a:avLst/>
          </a:prstGeom>
          <a:noFill/>
        </p:spPr>
        <p:txBody>
          <a:bodyPr wrap="square" rtlCol="0">
            <a:spAutoFit/>
          </a:bodyPr>
          <a:lstStyle/>
          <a:p>
            <a:endParaRPr lang="zh-CN"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355064" y="1976755"/>
            <a:ext cx="2837180" cy="4314600"/>
            <a:chOff x="7919" y="3144"/>
            <a:chExt cx="5660" cy="3699"/>
          </a:xfrm>
        </p:grpSpPr>
        <p:sp>
          <p:nvSpPr>
            <p:cNvPr id="33" name="圆角矩形 32"/>
            <p:cNvSpPr/>
            <p:nvPr/>
          </p:nvSpPr>
          <p:spPr>
            <a:xfrm>
              <a:off x="8776" y="3144"/>
              <a:ext cx="3577" cy="308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919" y="3144"/>
              <a:ext cx="5660" cy="3699"/>
            </a:xfrm>
            <a:prstGeom prst="rect">
              <a:avLst/>
            </a:prstGeom>
            <a:noFill/>
          </p:spPr>
          <p:txBody>
            <a:bodyPr wrap="square" rtlCol="0">
              <a:no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过来</a:t>
              </a:r>
            </a:p>
            <a:p>
              <a:pPr algn="ctr" fontAlgn="ctr"/>
              <a:endPar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动词</a:t>
              </a:r>
              <a:r>
                <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常见格式</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动词</a:t>
              </a:r>
              <a:r>
                <a:rPr lang="en-US" altLang="zh-CN"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得</a:t>
              </a:r>
              <a:r>
                <a:rPr lang="en-US" altLang="zh-CN"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不</a:t>
              </a:r>
              <a:r>
                <a:rPr lang="en-US" altLang="zh-CN"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过来</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表示</a:t>
              </a:r>
              <a:r>
                <a:rPr lang="zh-CN" altLang="en-US" sz="2000" b="1" kern="100" dirty="0">
                  <a:solidFill>
                    <a:schemeClr val="accent6"/>
                  </a:solidFill>
                  <a:latin typeface="华文楷体" panose="02010600040101010101" charset="-122"/>
                  <a:ea typeface="华文楷体" panose="02010600040101010101" charset="-122"/>
                  <a:sym typeface="华文细黑" panose="02010600040101010101" pitchFamily="2" charset="-122"/>
                </a:rPr>
                <a:t>能力可以</a:t>
              </a:r>
              <a:endParaRPr lang="en-US" altLang="zh-CN" sz="2000" b="1" kern="100" dirty="0">
                <a:solidFill>
                  <a:schemeClr val="accent6"/>
                </a:solidFill>
                <a:latin typeface="华文楷体" panose="02010600040101010101" charset="-122"/>
                <a:ea typeface="华文楷体" panose="02010600040101010101" charset="-122"/>
                <a:sym typeface="华文细黑" panose="02010600040101010101" pitchFamily="2" charset="-122"/>
              </a:endParaRPr>
            </a:p>
            <a:p>
              <a:pPr algn="ctr" fontAlgn="ctr"/>
              <a:r>
                <a:rPr lang="zh-CN" altLang="en-US" sz="2000" b="1" kern="100" dirty="0">
                  <a:solidFill>
                    <a:schemeClr val="accent6"/>
                  </a:solidFill>
                  <a:latin typeface="华文楷体" panose="02010600040101010101" charset="-122"/>
                  <a:ea typeface="华文楷体" panose="02010600040101010101" charset="-122"/>
                  <a:sym typeface="华文细黑" panose="02010600040101010101" pitchFamily="2" charset="-122"/>
                </a:rPr>
                <a:t>（或不够）做某事</a:t>
              </a:r>
              <a:r>
                <a:rPr lang="zh-CN" altLang="en-US"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a:t>
              </a:r>
              <a:endParaRPr lang="en-US"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一般</a:t>
              </a:r>
              <a:r>
                <a:rPr lang="zh-CN" altLang="en-US" sz="2000" b="1" kern="100" dirty="0">
                  <a:solidFill>
                    <a:schemeClr val="accent6"/>
                  </a:solidFill>
                  <a:latin typeface="华文楷体" panose="02010600040101010101" charset="-122"/>
                  <a:ea typeface="华文楷体" panose="02010600040101010101" charset="-122"/>
                  <a:sym typeface="华文细黑" panose="02010600040101010101" pitchFamily="2" charset="-122"/>
                </a:rPr>
                <a:t>多用否定形式</a:t>
              </a:r>
              <a:r>
                <a:rPr lang="zh-C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a:t>
              </a:r>
              <a:endParaRPr lang="vi-V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r>
                <a:rPr lang="vi-V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Động từ +</a:t>
              </a:r>
              <a:r>
                <a:rPr kumimoji="0" lang="zh-CN" altLang="en-US"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华文细黑" panose="02010600040101010101" pitchFamily="2" charset="-122"/>
                  <a:sym typeface="+mn-ea"/>
                </a:rPr>
                <a:t>得</a:t>
              </a:r>
              <a:r>
                <a:rPr kumimoji="0" lang="en-US" altLang="zh-CN"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华文细黑" panose="02010600040101010101" pitchFamily="2" charset="-122"/>
                  <a:sym typeface="+mn-ea"/>
                </a:rPr>
                <a:t>/</a:t>
              </a:r>
              <a:r>
                <a:rPr kumimoji="0" lang="zh-CN" altLang="en-US"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华文细黑" panose="02010600040101010101" pitchFamily="2" charset="-122"/>
                  <a:sym typeface="+mn-ea"/>
                </a:rPr>
                <a:t>不</a:t>
              </a:r>
              <a:r>
                <a:rPr kumimoji="0" lang="en-US" altLang="zh-CN"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华文细黑" panose="02010600040101010101" pitchFamily="2" charset="-122"/>
                  <a:sym typeface="+mn-ea"/>
                </a:rPr>
                <a:t>+</a:t>
              </a:r>
              <a:r>
                <a:rPr kumimoji="0" lang="zh-CN" altLang="en-US"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华文细黑" panose="02010600040101010101" pitchFamily="2" charset="-122"/>
                  <a:sym typeface="+mn-ea"/>
                </a:rPr>
                <a:t>过来</a:t>
              </a:r>
              <a:r>
                <a:rPr kumimoji="0" lang="vi-VN" altLang="zh-CN"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华文细黑" panose="02010600040101010101" pitchFamily="2" charset="-122"/>
                  <a:sym typeface="+mn-ea"/>
                </a:rPr>
                <a:t>: năng lực có thể( hoặc không đủ) làm 1 việc, thường dùng trong dạng phủ định</a:t>
              </a:r>
              <a:endParaRPr lang="en-US" altLang="zh-CN" sz="2000" b="1" kern="100" dirty="0">
                <a:solidFill>
                  <a:schemeClr val="bg1">
                    <a:lumMod val="65000"/>
                  </a:schemeClr>
                </a:solidFill>
                <a:latin typeface="华文楷体" panose="02010600040101010101" charset="-122"/>
                <a:ea typeface="华文楷体" panose="02010600040101010101" charset="-122"/>
                <a:sym typeface="+mn-ea"/>
              </a:endParaRPr>
            </a:p>
          </p:txBody>
        </p:sp>
      </p:grpSp>
      <p:grpSp>
        <p:nvGrpSpPr>
          <p:cNvPr id="68" name="组合 67"/>
          <p:cNvGrpSpPr/>
          <p:nvPr/>
        </p:nvGrpSpPr>
        <p:grpSpPr>
          <a:xfrm>
            <a:off x="328930" y="2183130"/>
            <a:ext cx="8561705" cy="683895"/>
            <a:chOff x="518" y="3426"/>
            <a:chExt cx="13483"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55" y="3494"/>
              <a:ext cx="13446" cy="635"/>
            </a:xfrm>
            <a:prstGeom prst="rect">
              <a:avLst/>
            </a:prstGeom>
            <a:noFill/>
          </p:spPr>
          <p:txBody>
            <a:bodyPr wrap="square">
              <a:spAutoFit/>
            </a:bodyPr>
            <a:lstStyle/>
            <a:p>
              <a:pPr algn="ctr" fontAlgn="base">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天上的星星那么多，谁数</a:t>
              </a:r>
              <a:r>
                <a:rPr lang="zh-CN" altLang="zh-CN" sz="3200" b="1" dirty="0">
                  <a:solidFill>
                    <a:schemeClr val="accent1">
                      <a:lumMod val="75000"/>
                    </a:schemeClr>
                  </a:solidFill>
                  <a:latin typeface="华文楷体" panose="02010600040101010101" charset="-122"/>
                  <a:ea typeface="华文楷体" panose="02010600040101010101" charset="-122"/>
                  <a:sym typeface="华文细黑" panose="02010600040101010101" pitchFamily="2" charset="-122"/>
                </a:rPr>
                <a:t>得</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过来</a:t>
              </a:r>
              <a:r>
                <a:rPr lang="zh-CN" altLang="zh-CN" sz="3200" b="1" dirty="0">
                  <a:latin typeface="华文楷体" panose="02010600040101010101" charset="-122"/>
                  <a:ea typeface="华文楷体" panose="02010600040101010101" charset="-122"/>
                  <a:sym typeface="华文细黑" panose="02010600040101010101" pitchFamily="2" charset="-122"/>
                </a:rPr>
                <a:t>呀？</a:t>
              </a:r>
              <a:endParaRPr lang="zh-CN" altLang="en-US" sz="3200" b="1" dirty="0">
                <a:latin typeface="华文楷体" panose="02010600040101010101" charset="-122"/>
                <a:ea typeface="华文楷体" panose="02010600040101010101" charset="-122"/>
                <a:sym typeface="+mn-ea"/>
              </a:endParaRPr>
            </a:p>
          </p:txBody>
        </p:sp>
      </p:grpSp>
      <p:grpSp>
        <p:nvGrpSpPr>
          <p:cNvPr id="80" name="组合 79"/>
          <p:cNvGrpSpPr/>
          <p:nvPr/>
        </p:nvGrpSpPr>
        <p:grpSpPr>
          <a:xfrm>
            <a:off x="328930" y="4311018"/>
            <a:ext cx="8538845" cy="683896"/>
            <a:chOff x="518" y="3426"/>
            <a:chExt cx="13447" cy="1305"/>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9" y="3495"/>
              <a:ext cx="13446" cy="636"/>
            </a:xfrm>
            <a:prstGeom prst="rect">
              <a:avLst/>
            </a:prstGeom>
            <a:noFill/>
          </p:spPr>
          <p:txBody>
            <a:bodyPr wrap="square">
              <a:spAutoFit/>
            </a:bodyPr>
            <a:lstStyle/>
            <a:p>
              <a:pPr algn="ctr" fontAlgn="base"/>
              <a:r>
                <a:rPr lang="zh-CN" altLang="zh-CN" sz="3200" b="1" dirty="0">
                  <a:latin typeface="华文楷体" panose="02010600040101010101" charset="-122"/>
                  <a:ea typeface="华文楷体" panose="02010600040101010101" charset="-122"/>
                  <a:sym typeface="华文细黑" panose="02010600040101010101" pitchFamily="2" charset="-122"/>
                </a:rPr>
                <a:t>最近手头的工作太多了，我都忙</a:t>
              </a:r>
              <a:r>
                <a:rPr lang="zh-CN" altLang="zh-CN" sz="3200" b="1" dirty="0">
                  <a:solidFill>
                    <a:schemeClr val="accent1">
                      <a:lumMod val="75000"/>
                    </a:schemeClr>
                  </a:solidFill>
                  <a:latin typeface="华文楷体" panose="02010600040101010101" charset="-122"/>
                  <a:ea typeface="华文楷体" panose="02010600040101010101" charset="-122"/>
                  <a:sym typeface="华文细黑" panose="02010600040101010101" pitchFamily="2" charset="-122"/>
                </a:rPr>
                <a:t>不</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过来</a:t>
              </a:r>
              <a:r>
                <a:rPr lang="zh-CN" altLang="zh-CN" sz="3200" b="1" dirty="0">
                  <a:latin typeface="华文楷体" panose="02010600040101010101" charset="-122"/>
                  <a:ea typeface="华文楷体" panose="02010600040101010101" charset="-122"/>
                  <a:sym typeface="华文细黑" panose="02010600040101010101" pitchFamily="2" charset="-122"/>
                </a:rPr>
                <a:t>了。</a:t>
              </a:r>
              <a:endParaRPr lang="zh-CN" altLang="en-US" sz="3200" b="1" dirty="0">
                <a:latin typeface="华文楷体" panose="02010600040101010101" charset="-122"/>
                <a:ea typeface="华文楷体" panose="02010600040101010101" charset="-122"/>
                <a:sym typeface="+mn-ea"/>
              </a:endParaRPr>
            </a:p>
          </p:txBody>
        </p:sp>
      </p:grpSp>
      <p:pic>
        <p:nvPicPr>
          <p:cNvPr id="3" name="图片 2"/>
          <p:cNvPicPr>
            <a:picLocks noChangeAspect="1"/>
          </p:cNvPicPr>
          <p:nvPr/>
        </p:nvPicPr>
        <p:blipFill>
          <a:blip r:embed="rId5"/>
          <a:stretch>
            <a:fillRect/>
          </a:stretch>
        </p:blipFill>
        <p:spPr>
          <a:xfrm>
            <a:off x="7843838" y="879475"/>
            <a:ext cx="1614488" cy="1982978"/>
          </a:xfrm>
          <a:prstGeom prst="rect">
            <a:avLst/>
          </a:prstGeom>
        </p:spPr>
      </p:pic>
      <p:pic>
        <p:nvPicPr>
          <p:cNvPr id="6" name="图片 5"/>
          <p:cNvPicPr>
            <a:picLocks noChangeAspect="1"/>
          </p:cNvPicPr>
          <p:nvPr/>
        </p:nvPicPr>
        <p:blipFill>
          <a:blip r:embed="rId6"/>
          <a:stretch>
            <a:fillRect/>
          </a:stretch>
        </p:blipFill>
        <p:spPr>
          <a:xfrm>
            <a:off x="7168514" y="5031074"/>
            <a:ext cx="1909763" cy="1485371"/>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288780" y="2866198"/>
            <a:ext cx="2837180" cy="3031252"/>
            <a:chOff x="7787" y="2780"/>
            <a:chExt cx="5660" cy="3372"/>
          </a:xfrm>
        </p:grpSpPr>
        <p:sp>
          <p:nvSpPr>
            <p:cNvPr id="33" name="圆角矩形 32"/>
            <p:cNvSpPr/>
            <p:nvPr/>
          </p:nvSpPr>
          <p:spPr>
            <a:xfrm>
              <a:off x="8776" y="2780"/>
              <a:ext cx="3577" cy="211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787" y="2899"/>
              <a:ext cx="5660" cy="3253"/>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所</a:t>
              </a:r>
            </a:p>
            <a:p>
              <a:pPr algn="ctr" fontAlgn="ctr"/>
              <a:r>
                <a:rPr lang="zh-CN" altLang="en-US" sz="2000" b="1" kern="100" dirty="0">
                  <a:solidFill>
                    <a:schemeClr val="accent6"/>
                  </a:solidFill>
                  <a:latin typeface="华文楷体" panose="02010600040101010101" charset="-122"/>
                  <a:ea typeface="华文楷体" panose="02010600040101010101" charset="-122"/>
                  <a:cs typeface="华文细黑" panose="02010600040101010101" pitchFamily="2" charset="-122"/>
                  <a:sym typeface="+mn-ea"/>
                </a:rPr>
                <a:t>所</a:t>
              </a:r>
              <a:r>
                <a:rPr lang="en-US" altLang="zh-CN" sz="2000" b="1" kern="100" dirty="0">
                  <a:solidFill>
                    <a:schemeClr val="accent6"/>
                  </a:solidFill>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latin typeface="华文楷体" panose="02010600040101010101" charset="-122"/>
                  <a:ea typeface="华文楷体" panose="02010600040101010101" charset="-122"/>
                  <a:cs typeface="华文细黑" panose="02010600040101010101" pitchFamily="2" charset="-122"/>
                  <a:sym typeface="+mn-ea"/>
                </a:rPr>
                <a:t>动词</a:t>
              </a: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代词</a:t>
              </a:r>
              <a:r>
                <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用在动词</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   前，指称事物。</a:t>
              </a:r>
              <a:endPar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Là đại từ, đứng trc động từ gọi tên sự vật </a:t>
              </a:r>
            </a:p>
            <a:p>
              <a:pPr algn="ctr" fontAlgn="ctr"/>
              <a:r>
                <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(những cái đc biểu hiện, những cái đc sản sinh...)</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p:txBody>
        </p:sp>
      </p:grpSp>
      <p:grpSp>
        <p:nvGrpSpPr>
          <p:cNvPr id="68" name="组合 67"/>
          <p:cNvGrpSpPr/>
          <p:nvPr/>
        </p:nvGrpSpPr>
        <p:grpSpPr>
          <a:xfrm>
            <a:off x="328930" y="2253615"/>
            <a:ext cx="8538845" cy="828675"/>
            <a:chOff x="518" y="3426"/>
            <a:chExt cx="13447"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8" y="3640"/>
              <a:ext cx="13446" cy="919"/>
            </a:xfrm>
            <a:prstGeom prst="rect">
              <a:avLst/>
            </a:prstGeom>
            <a:noFill/>
          </p:spPr>
          <p:txBody>
            <a:bodyPr wrap="square">
              <a:spAutoFit/>
            </a:bodyPr>
            <a:lstStyle/>
            <a:p>
              <a:pPr fontAlgn="base"/>
              <a:r>
                <a:rPr lang="zh-CN" altLang="zh-CN" sz="3200" b="1" dirty="0">
                  <a:latin typeface="华文楷体" panose="02010600040101010101" charset="-122"/>
                  <a:ea typeface="华文楷体" panose="02010600040101010101" charset="-122"/>
                  <a:sym typeface="华文细黑" panose="02010600040101010101" pitchFamily="2" charset="-122"/>
                </a:rPr>
                <a:t>山水画</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所</a:t>
              </a:r>
              <a:r>
                <a:rPr lang="zh-CN" altLang="zh-CN" sz="3200" b="1" dirty="0">
                  <a:highlight>
                    <a:srgbClr val="FFFF00"/>
                  </a:highlight>
                  <a:latin typeface="华文楷体" panose="02010600040101010101" charset="-122"/>
                  <a:ea typeface="华文楷体" panose="02010600040101010101" charset="-122"/>
                  <a:sym typeface="华文细黑" panose="02010600040101010101" pitchFamily="2" charset="-122"/>
                </a:rPr>
                <a:t>表现</a:t>
              </a:r>
              <a:r>
                <a:rPr lang="zh-CN" altLang="zh-CN" sz="3200" b="1" dirty="0">
                  <a:latin typeface="华文楷体" panose="02010600040101010101" charset="-122"/>
                  <a:ea typeface="华文楷体" panose="02010600040101010101" charset="-122"/>
                  <a:sym typeface="华文细黑" panose="02010600040101010101" pitchFamily="2" charset="-122"/>
                </a:rPr>
                <a:t>的是人与自然的关系。</a:t>
              </a:r>
              <a:endParaRPr lang="zh-CN" altLang="en-US" sz="3200" b="1" dirty="0">
                <a:latin typeface="华文楷体" panose="02010600040101010101" charset="-122"/>
                <a:ea typeface="华文楷体" panose="02010600040101010101" charset="-122"/>
                <a:sym typeface="+mn-ea"/>
              </a:endParaRPr>
            </a:p>
          </p:txBody>
        </p:sp>
      </p:grpSp>
      <p:grpSp>
        <p:nvGrpSpPr>
          <p:cNvPr id="80" name="组合 79"/>
          <p:cNvGrpSpPr/>
          <p:nvPr/>
        </p:nvGrpSpPr>
        <p:grpSpPr>
          <a:xfrm>
            <a:off x="328930" y="4256403"/>
            <a:ext cx="8538845" cy="1198324"/>
            <a:chOff x="518" y="3426"/>
            <a:chExt cx="13447" cy="1305"/>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8" y="3492"/>
              <a:ext cx="13446" cy="1173"/>
            </a:xfrm>
            <a:prstGeom prst="rect">
              <a:avLst/>
            </a:prstGeom>
            <a:noFill/>
          </p:spPr>
          <p:txBody>
            <a:bodyPr wrap="square">
              <a:spAutoFit/>
            </a:bodyPr>
            <a:lstStyle/>
            <a:p>
              <a:pPr eaLnBrk="1" fontAlgn="base">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……人们对自然醒与被闹钟铃声叫醒</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所</a:t>
              </a:r>
              <a:r>
                <a:rPr lang="zh-CN" altLang="zh-CN" sz="3200" b="1" dirty="0">
                  <a:highlight>
                    <a:srgbClr val="FFFF00"/>
                  </a:highlight>
                  <a:latin typeface="华文楷体" panose="02010600040101010101" charset="-122"/>
                  <a:ea typeface="华文楷体" panose="02010600040101010101" charset="-122"/>
                  <a:sym typeface="华文细黑" panose="02010600040101010101" pitchFamily="2" charset="-122"/>
                </a:rPr>
                <a:t>产生</a:t>
              </a:r>
              <a:r>
                <a:rPr lang="zh-CN" altLang="zh-CN" sz="3200" b="1" dirty="0">
                  <a:latin typeface="华文楷体" panose="02010600040101010101" charset="-122"/>
                  <a:ea typeface="华文楷体" panose="02010600040101010101" charset="-122"/>
                  <a:sym typeface="华文细黑" panose="02010600040101010101" pitchFamily="2" charset="-122"/>
                </a:rPr>
                <a:t>的反应是不同的。</a:t>
              </a:r>
              <a:endParaRPr lang="zh-CN" altLang="en-US" sz="3200" b="1" dirty="0">
                <a:latin typeface="华文楷体" panose="02010600040101010101" charset="-122"/>
                <a:ea typeface="华文楷体" panose="02010600040101010101" charset="-122"/>
                <a:sym typeface="+mn-ea"/>
              </a:endParaRPr>
            </a:p>
          </p:txBody>
        </p:sp>
      </p:grpSp>
      <p:pic>
        <p:nvPicPr>
          <p:cNvPr id="6" name="图片 5"/>
          <p:cNvPicPr>
            <a:picLocks noChangeAspect="1"/>
          </p:cNvPicPr>
          <p:nvPr/>
        </p:nvPicPr>
        <p:blipFill>
          <a:blip r:embed="rId5"/>
          <a:stretch>
            <a:fillRect/>
          </a:stretch>
        </p:blipFill>
        <p:spPr>
          <a:xfrm>
            <a:off x="6641017" y="978654"/>
            <a:ext cx="2477583" cy="1728787"/>
          </a:xfrm>
          <a:prstGeom prst="rect">
            <a:avLst/>
          </a:prstGeom>
        </p:spPr>
      </p:pic>
      <p:pic>
        <p:nvPicPr>
          <p:cNvPr id="8" name="图片 7"/>
          <p:cNvPicPr>
            <a:picLocks noChangeAspect="1"/>
          </p:cNvPicPr>
          <p:nvPr/>
        </p:nvPicPr>
        <p:blipFill>
          <a:blip r:embed="rId6"/>
          <a:stretch>
            <a:fillRect/>
          </a:stretch>
        </p:blipFill>
        <p:spPr>
          <a:xfrm>
            <a:off x="6641017" y="4952766"/>
            <a:ext cx="2074358" cy="1483654"/>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314344" y="2254015"/>
            <a:ext cx="2837180" cy="2701338"/>
            <a:chOff x="7838" y="2099"/>
            <a:chExt cx="5660" cy="3005"/>
          </a:xfrm>
        </p:grpSpPr>
        <p:sp>
          <p:nvSpPr>
            <p:cNvPr id="33" name="圆角矩形 32"/>
            <p:cNvSpPr/>
            <p:nvPr/>
          </p:nvSpPr>
          <p:spPr>
            <a:xfrm>
              <a:off x="8776" y="2099"/>
              <a:ext cx="3577" cy="27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838" y="2194"/>
              <a:ext cx="5660" cy="2910"/>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所</a:t>
              </a:r>
              <a:endPar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a:t>
              </a:r>
              <a:r>
                <a:rPr lang="zh-CN" altLang="zh-CN" sz="2000" b="1" kern="100" dirty="0">
                  <a:solidFill>
                    <a:schemeClr val="accent6"/>
                  </a:solidFill>
                  <a:highlight>
                    <a:srgbClr val="FFFF00"/>
                  </a:highlight>
                  <a:latin typeface="华文楷体" panose="02010600040101010101" charset="-122"/>
                  <a:ea typeface="华文楷体" panose="02010600040101010101" charset="-122"/>
                  <a:sym typeface="华文细黑" panose="02010600040101010101" pitchFamily="2" charset="-122"/>
                </a:rPr>
                <a:t>有/无+所+动词</a:t>
              </a:r>
              <a:r>
                <a:rPr lang="zh-C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a:t>
              </a:r>
              <a:endParaRPr lang="en-US"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r>
                <a:rPr lang="zh-CN" altLang="en-US"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a:t>
              </a:r>
              <a:r>
                <a:rPr lang="zh-C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所</a:t>
              </a:r>
              <a:r>
                <a:rPr lang="zh-CN" altLang="en-US"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a:t>
              </a:r>
              <a:r>
                <a:rPr lang="zh-C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与后接动词</a:t>
              </a:r>
              <a:endParaRPr lang="en-US"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r>
                <a:rPr lang="zh-C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构成短语，做“有、</a:t>
              </a:r>
              <a:endParaRPr lang="en-US"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r>
                <a:rPr lang="zh-CN" altLang="zh-CN" sz="2000" b="1" kern="100"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无”的宾语。</a:t>
              </a:r>
            </a:p>
            <a:p>
              <a:pPr algn="ctr" fontAlgn="ctr"/>
              <a:r>
                <a:rPr kumimoji="0" lang="zh-CN" altLang="zh-CN"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mn-cs"/>
                  <a:sym typeface="华文细黑" panose="02010600040101010101" pitchFamily="2" charset="-122"/>
                </a:rPr>
                <a:t>有+所+动词</a:t>
              </a:r>
              <a:r>
                <a:rPr lang="vi-VN" altLang="zh-CN" sz="2000" b="1" kern="100" dirty="0">
                  <a:solidFill>
                    <a:srgbClr val="EC5F74"/>
                  </a:solidFill>
                  <a:highlight>
                    <a:srgbClr val="FFFF00"/>
                  </a:highlight>
                  <a:latin typeface="华文楷体" panose="02010600040101010101" charset="-122"/>
                  <a:ea typeface="华文楷体" panose="02010600040101010101" charset="-122"/>
                  <a:sym typeface="华文细黑" panose="02010600040101010101" pitchFamily="2" charset="-122"/>
                </a:rPr>
                <a:t>: có...</a:t>
              </a:r>
              <a:endParaRPr kumimoji="0" lang="vi-VN" altLang="zh-CN"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mn-cs"/>
                <a:sym typeface="华文细黑" panose="02010600040101010101" pitchFamily="2" charset="-122"/>
              </a:endParaRPr>
            </a:p>
            <a:p>
              <a:pPr algn="ctr" fontAlgn="ctr"/>
              <a:r>
                <a:rPr kumimoji="0" lang="zh-CN" altLang="zh-CN" sz="2000" b="1" i="0" u="none" strike="noStrike" kern="100" cap="none" spc="0" normalizeH="0" baseline="0" noProof="0" dirty="0">
                  <a:ln>
                    <a:noFill/>
                  </a:ln>
                  <a:solidFill>
                    <a:srgbClr val="EC5F74"/>
                  </a:solidFill>
                  <a:effectLst/>
                  <a:highlight>
                    <a:srgbClr val="FFFF00"/>
                  </a:highlight>
                  <a:uLnTx/>
                  <a:uFillTx/>
                  <a:latin typeface="华文楷体" panose="02010600040101010101" charset="-122"/>
                  <a:ea typeface="华文楷体" panose="02010600040101010101" charset="-122"/>
                  <a:cs typeface="+mn-cs"/>
                  <a:sym typeface="华文细黑" panose="02010600040101010101" pitchFamily="2" charset="-122"/>
                </a:rPr>
                <a:t>无+所+动词</a:t>
              </a:r>
              <a:r>
                <a:rPr lang="vi-VN" altLang="zh-CN" sz="2000" b="1" kern="100" dirty="0">
                  <a:solidFill>
                    <a:srgbClr val="EC5F74"/>
                  </a:solidFill>
                  <a:highlight>
                    <a:srgbClr val="FFFF00"/>
                  </a:highlight>
                  <a:latin typeface="华文楷体" panose="02010600040101010101" charset="-122"/>
                  <a:ea typeface="华文楷体" panose="02010600040101010101" charset="-122"/>
                  <a:sym typeface="华文细黑" panose="02010600040101010101" pitchFamily="2" charset="-122"/>
                </a:rPr>
                <a:t>: không có...</a:t>
              </a:r>
              <a:endParaRPr lang="en-US" altLang="zh-CN" sz="2000" b="1" kern="100" dirty="0">
                <a:solidFill>
                  <a:schemeClr val="bg1">
                    <a:lumMod val="65000"/>
                  </a:schemeClr>
                </a:solidFill>
                <a:latin typeface="华文楷体" panose="02010600040101010101" charset="-122"/>
                <a:ea typeface="华文楷体" panose="02010600040101010101" charset="-122"/>
                <a:sym typeface="+mn-ea"/>
              </a:endParaRPr>
            </a:p>
          </p:txBody>
        </p:sp>
      </p:grpSp>
      <p:grpSp>
        <p:nvGrpSpPr>
          <p:cNvPr id="68" name="组合 67"/>
          <p:cNvGrpSpPr/>
          <p:nvPr/>
        </p:nvGrpSpPr>
        <p:grpSpPr>
          <a:xfrm>
            <a:off x="328930" y="2253614"/>
            <a:ext cx="8571865" cy="1200060"/>
            <a:chOff x="518" y="3426"/>
            <a:chExt cx="13499"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71" y="3471"/>
              <a:ext cx="13446" cy="1171"/>
            </a:xfrm>
            <a:prstGeom prst="rect">
              <a:avLst/>
            </a:prstGeom>
            <a:noFill/>
          </p:spPr>
          <p:txBody>
            <a:bodyPr wrap="square">
              <a:spAutoFit/>
            </a:bodyPr>
            <a:lstStyle/>
            <a:p>
              <a:pPr fontAlgn="base"/>
              <a:r>
                <a:rPr lang="zh-CN" altLang="zh-CN" sz="3200" b="1" dirty="0">
                  <a:latin typeface="华文楷体" panose="02010600040101010101" charset="-122"/>
                  <a:ea typeface="华文楷体" panose="02010600040101010101" charset="-122"/>
                  <a:sym typeface="华文细黑" panose="02010600040101010101" pitchFamily="2" charset="-122"/>
                </a:rPr>
                <a:t>调查显示，随着年龄的增大，女性的职场幸福感有</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所</a:t>
              </a:r>
              <a:r>
                <a:rPr lang="zh-CN" altLang="zh-CN" sz="3200" b="1" dirty="0">
                  <a:latin typeface="华文楷体" panose="02010600040101010101" charset="-122"/>
                  <a:ea typeface="华文楷体" panose="02010600040101010101" charset="-122"/>
                  <a:sym typeface="华文细黑" panose="02010600040101010101" pitchFamily="2" charset="-122"/>
                </a:rPr>
                <a:t>提高。</a:t>
              </a:r>
              <a:endParaRPr lang="zh-CN" altLang="en-US" sz="3200" b="1" dirty="0">
                <a:latin typeface="华文楷体" panose="02010600040101010101" charset="-122"/>
                <a:ea typeface="华文楷体" panose="02010600040101010101" charset="-122"/>
                <a:sym typeface="+mn-ea"/>
              </a:endParaRPr>
            </a:p>
          </p:txBody>
        </p:sp>
      </p:grpSp>
      <p:grpSp>
        <p:nvGrpSpPr>
          <p:cNvPr id="80" name="组合 79"/>
          <p:cNvGrpSpPr/>
          <p:nvPr/>
        </p:nvGrpSpPr>
        <p:grpSpPr>
          <a:xfrm>
            <a:off x="328930" y="4256403"/>
            <a:ext cx="8538845" cy="755562"/>
            <a:chOff x="518" y="3426"/>
            <a:chExt cx="13447" cy="1305"/>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8" y="3492"/>
              <a:ext cx="13446" cy="1010"/>
            </a:xfrm>
            <a:prstGeom prst="rect">
              <a:avLst/>
            </a:prstGeom>
            <a:noFill/>
          </p:spPr>
          <p:txBody>
            <a:bodyPr wrap="square">
              <a:spAutoFit/>
            </a:bodyPr>
            <a:lstStyle/>
            <a:p>
              <a:pPr eaLnBrk="1" fontAlgn="base">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我和李阳是无</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所</a:t>
              </a:r>
              <a:r>
                <a:rPr lang="zh-CN" altLang="zh-CN" sz="3200" b="1" dirty="0">
                  <a:latin typeface="华文楷体" panose="02010600040101010101" charset="-122"/>
                  <a:ea typeface="华文楷体" panose="02010600040101010101" charset="-122"/>
                  <a:sym typeface="华文细黑" panose="02010600040101010101" pitchFamily="2" charset="-122"/>
                </a:rPr>
                <a:t>不谈的好朋友。</a:t>
              </a:r>
              <a:endParaRPr lang="zh-CN" altLang="en-US" sz="3200" b="1" dirty="0">
                <a:latin typeface="华文楷体" panose="02010600040101010101" charset="-122"/>
                <a:ea typeface="华文楷体" panose="02010600040101010101" charset="-122"/>
                <a:sym typeface="+mn-ea"/>
              </a:endParaRPr>
            </a:p>
          </p:txBody>
        </p:sp>
      </p:grpSp>
      <p:pic>
        <p:nvPicPr>
          <p:cNvPr id="3" name="图片 2"/>
          <p:cNvPicPr>
            <a:picLocks noChangeAspect="1"/>
          </p:cNvPicPr>
          <p:nvPr/>
        </p:nvPicPr>
        <p:blipFill>
          <a:blip r:embed="rId5"/>
          <a:stretch>
            <a:fillRect/>
          </a:stretch>
        </p:blipFill>
        <p:spPr>
          <a:xfrm>
            <a:off x="6539865" y="743506"/>
            <a:ext cx="2361122" cy="1509732"/>
          </a:xfrm>
          <a:prstGeom prst="rect">
            <a:avLst/>
          </a:prstGeom>
        </p:spPr>
      </p:pic>
      <p:pic>
        <p:nvPicPr>
          <p:cNvPr id="6" name="图片 5"/>
          <p:cNvPicPr>
            <a:picLocks noChangeAspect="1"/>
          </p:cNvPicPr>
          <p:nvPr/>
        </p:nvPicPr>
        <p:blipFill>
          <a:blip r:embed="rId6"/>
          <a:stretch>
            <a:fillRect/>
          </a:stretch>
        </p:blipFill>
        <p:spPr>
          <a:xfrm>
            <a:off x="6497955" y="4643663"/>
            <a:ext cx="2356103" cy="1579829"/>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354947" y="2255812"/>
            <a:ext cx="2837180" cy="3024061"/>
            <a:chOff x="7919" y="2101"/>
            <a:chExt cx="5660" cy="3364"/>
          </a:xfrm>
        </p:grpSpPr>
        <p:sp>
          <p:nvSpPr>
            <p:cNvPr id="33" name="圆角矩形 32"/>
            <p:cNvSpPr/>
            <p:nvPr/>
          </p:nvSpPr>
          <p:spPr>
            <a:xfrm>
              <a:off x="8776" y="2101"/>
              <a:ext cx="3577" cy="279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919" y="2555"/>
              <a:ext cx="5660" cy="2910"/>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所</a:t>
              </a:r>
            </a:p>
            <a:p>
              <a:pPr algn="ctr" fontAlgn="ctr"/>
              <a:endPar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量词</a:t>
              </a:r>
              <a:r>
                <a:rPr lang="en-US" altLang="zh-CN"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a:t>
              </a: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用于住所、</a:t>
              </a:r>
              <a:endParaRPr lang="en-US" altLang="zh-CN"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accent6"/>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机构</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等。</a:t>
              </a:r>
              <a:endPar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rPr>
                <a:t>Lượng từ: dùng cho trung tâm đt, trường học...</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p:txBody>
        </p:sp>
      </p:grpSp>
      <p:grpSp>
        <p:nvGrpSpPr>
          <p:cNvPr id="68" name="组合 67"/>
          <p:cNvGrpSpPr/>
          <p:nvPr/>
        </p:nvGrpSpPr>
        <p:grpSpPr>
          <a:xfrm>
            <a:off x="309033" y="2403649"/>
            <a:ext cx="8561705" cy="1105564"/>
            <a:chOff x="518" y="3426"/>
            <a:chExt cx="13483" cy="1309"/>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55" y="3460"/>
              <a:ext cx="13446" cy="1275"/>
            </a:xfrm>
            <a:prstGeom prst="rect">
              <a:avLst/>
            </a:prstGeom>
            <a:noFill/>
          </p:spPr>
          <p:txBody>
            <a:bodyPr wrap="square">
              <a:spAutoFit/>
            </a:bodyPr>
            <a:lstStyle/>
            <a:p>
              <a:pPr fontAlgn="base"/>
              <a:r>
                <a:rPr lang="zh-CN" altLang="zh-CN" sz="3200" b="1" dirty="0">
                  <a:latin typeface="华文楷体" panose="02010600040101010101" charset="-122"/>
                  <a:ea typeface="华文楷体" panose="02010600040101010101" charset="-122"/>
                  <a:sym typeface="华文细黑" panose="02010600040101010101" pitchFamily="2" charset="-122"/>
                </a:rPr>
                <a:t>来自北京一</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所</a:t>
              </a:r>
              <a:r>
                <a:rPr lang="zh-CN" altLang="zh-CN" sz="3200" b="1" dirty="0">
                  <a:latin typeface="华文楷体" panose="02010600040101010101" charset="-122"/>
                  <a:ea typeface="华文楷体" panose="02010600040101010101" charset="-122"/>
                  <a:sym typeface="华文细黑" panose="02010600040101010101" pitchFamily="2" charset="-122"/>
                </a:rPr>
                <a:t>大学的学生做了关于这个问题的实验。</a:t>
              </a:r>
              <a:endParaRPr lang="zh-CN" altLang="en-US" sz="3200" b="1" dirty="0">
                <a:latin typeface="华文楷体" panose="02010600040101010101" charset="-122"/>
                <a:ea typeface="华文楷体" panose="02010600040101010101" charset="-122"/>
                <a:sym typeface="+mn-ea"/>
              </a:endParaRPr>
            </a:p>
          </p:txBody>
        </p:sp>
      </p:grpSp>
      <p:grpSp>
        <p:nvGrpSpPr>
          <p:cNvPr id="80" name="组合 79"/>
          <p:cNvGrpSpPr/>
          <p:nvPr/>
        </p:nvGrpSpPr>
        <p:grpSpPr>
          <a:xfrm>
            <a:off x="309033" y="4446903"/>
            <a:ext cx="8538845" cy="1198324"/>
            <a:chOff x="518" y="3426"/>
            <a:chExt cx="13447" cy="1305"/>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8" y="3492"/>
              <a:ext cx="13446" cy="1173"/>
            </a:xfrm>
            <a:prstGeom prst="rect">
              <a:avLst/>
            </a:prstGeom>
            <a:noFill/>
          </p:spPr>
          <p:txBody>
            <a:bodyPr wrap="square">
              <a:spAutoFit/>
            </a:bodyPr>
            <a:lstStyle/>
            <a:p>
              <a:pPr eaLnBrk="1" fontAlgn="base">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学校附近就有一</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所</a:t>
              </a:r>
              <a:r>
                <a:rPr lang="zh-CN" altLang="zh-CN" sz="3200" b="1" dirty="0">
                  <a:latin typeface="华文楷体" panose="02010600040101010101" charset="-122"/>
                  <a:ea typeface="华文楷体" panose="02010600040101010101" charset="-122"/>
                  <a:sym typeface="华文细黑" panose="02010600040101010101" pitchFamily="2" charset="-122"/>
                </a:rPr>
                <a:t>幼儿园，你可以把孩子送到那儿去。</a:t>
              </a:r>
              <a:endParaRPr lang="zh-CN" altLang="en-US" sz="3200" b="1" dirty="0">
                <a:latin typeface="华文楷体" panose="02010600040101010101" charset="-122"/>
                <a:ea typeface="华文楷体" panose="02010600040101010101" charset="-122"/>
                <a:sym typeface="+mn-ea"/>
              </a:endParaRPr>
            </a:p>
          </p:txBody>
        </p:sp>
      </p:grpSp>
      <p:pic>
        <p:nvPicPr>
          <p:cNvPr id="6" name="图片 5"/>
          <p:cNvPicPr>
            <a:picLocks noChangeAspect="1"/>
          </p:cNvPicPr>
          <p:nvPr/>
        </p:nvPicPr>
        <p:blipFill>
          <a:blip r:embed="rId5"/>
          <a:stretch>
            <a:fillRect/>
          </a:stretch>
        </p:blipFill>
        <p:spPr>
          <a:xfrm>
            <a:off x="6096000" y="5260658"/>
            <a:ext cx="2637410" cy="1423987"/>
          </a:xfrm>
          <a:prstGeom prst="rect">
            <a:avLst/>
          </a:prstGeom>
        </p:spPr>
      </p:pic>
      <p:pic>
        <p:nvPicPr>
          <p:cNvPr id="8" name="图片 7"/>
          <p:cNvPicPr>
            <a:picLocks noChangeAspect="1"/>
          </p:cNvPicPr>
          <p:nvPr/>
        </p:nvPicPr>
        <p:blipFill>
          <a:blip r:embed="rId6"/>
          <a:stretch>
            <a:fillRect/>
          </a:stretch>
        </p:blipFill>
        <p:spPr>
          <a:xfrm>
            <a:off x="6336921" y="940681"/>
            <a:ext cx="2396489" cy="1585912"/>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6" name="文本框 5"/>
          <p:cNvSpPr txBox="1"/>
          <p:nvPr/>
        </p:nvSpPr>
        <p:spPr>
          <a:xfrm>
            <a:off x="1496060" y="2007235"/>
            <a:ext cx="9017635" cy="460375"/>
          </a:xfrm>
          <a:prstGeom prst="rect">
            <a:avLst/>
          </a:prstGeom>
          <a:noFill/>
        </p:spPr>
        <p:txBody>
          <a:bodyPr wrap="square" rtlCol="0">
            <a:spAutoFit/>
          </a:bodyPr>
          <a:lstStyle/>
          <a:p>
            <a:pPr algn="ctr"/>
            <a:r>
              <a:rPr lang="zh-CN" altLang="en-US"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用“过来”完成下列句子或对话。</a:t>
            </a:r>
            <a:endParaRPr lang="en-US" altLang="zh-CN"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p:txBody>
      </p:sp>
      <p:sp>
        <p:nvSpPr>
          <p:cNvPr id="8" name="文本框 7"/>
          <p:cNvSpPr txBox="1"/>
          <p:nvPr/>
        </p:nvSpPr>
        <p:spPr>
          <a:xfrm>
            <a:off x="1192530" y="1205230"/>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7" name="文本框 6"/>
          <p:cNvSpPr txBox="1"/>
          <p:nvPr/>
        </p:nvSpPr>
        <p:spPr>
          <a:xfrm>
            <a:off x="1591503" y="2629071"/>
            <a:ext cx="9079730" cy="584775"/>
          </a:xfrm>
          <a:prstGeom prst="rect">
            <a:avLst/>
          </a:prstGeom>
          <a:noFill/>
        </p:spPr>
        <p:txBody>
          <a:bodyPr wrap="none" rtlCol="0" anchor="t">
            <a:spAutoFit/>
          </a:bodyPr>
          <a:lstStyle/>
          <a:p>
            <a:pPr algn="l"/>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1.</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这棵树有上百年的树龄了，树干很粗，_____</a:t>
            </a:r>
            <a:r>
              <a:rPr lang="zh-CN" altLang="en-US"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sp>
        <p:nvSpPr>
          <p:cNvPr id="9" name="文本框 8"/>
          <p:cNvSpPr txBox="1"/>
          <p:nvPr/>
        </p:nvSpPr>
        <p:spPr>
          <a:xfrm>
            <a:off x="1591503" y="3291448"/>
            <a:ext cx="9283311" cy="632353"/>
          </a:xfrm>
          <a:prstGeom prst="rect">
            <a:avLst/>
          </a:prstGeom>
          <a:noFill/>
        </p:spPr>
        <p:txBody>
          <a:bodyPr wrap="none" rtlCol="0" anchor="t">
            <a:spAutoFit/>
          </a:bodyPr>
          <a:lstStyle/>
          <a:p>
            <a:pPr algn="l" eaLnBrk="1">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2</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老师说我文章里的错别字比较多，_________</a:t>
            </a:r>
            <a:r>
              <a:rPr lang="zh-CN" altLang="en-US"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13" name="文本框 12"/>
          <p:cNvSpPr txBox="1"/>
          <p:nvPr/>
        </p:nvSpPr>
        <p:spPr>
          <a:xfrm>
            <a:off x="1591503" y="4017551"/>
            <a:ext cx="9254457" cy="1815049"/>
          </a:xfrm>
          <a:prstGeom prst="rect">
            <a:avLst/>
          </a:prstGeom>
          <a:noFill/>
        </p:spPr>
        <p:txBody>
          <a:bodyPr wrap="none" rtlCol="0" anchor="t">
            <a:spAutoFit/>
          </a:bodyPr>
          <a:lstStyle/>
          <a:p>
            <a:pPr algn="l" eaLnBrk="1">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3</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刘阿姨帮着照顾孙子就够累的了，下个月她</a:t>
            </a:r>
            <a:endPar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endParaRPr>
          </a:p>
          <a:p>
            <a:pPr algn="l" eaLnBrk="1">
              <a:lnSpc>
                <a:spcPct val="120000"/>
              </a:lnSpc>
            </a:pPr>
            <a:r>
              <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女儿的孩子</a:t>
            </a:r>
            <a:r>
              <a:rPr lang="zh-CN" altLang="en-US"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又要出生了。</a:t>
            </a:r>
          </a:p>
          <a:p>
            <a:pPr algn="l" eaLnBrk="1">
              <a:lnSpc>
                <a:spcPct val="12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B：是啊！ </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___________________。</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6" name="文本框 5"/>
          <p:cNvSpPr txBox="1"/>
          <p:nvPr/>
        </p:nvSpPr>
        <p:spPr>
          <a:xfrm>
            <a:off x="1496060" y="2007235"/>
            <a:ext cx="9017635" cy="460375"/>
          </a:xfrm>
          <a:prstGeom prst="rect">
            <a:avLst/>
          </a:prstGeom>
          <a:noFill/>
        </p:spPr>
        <p:txBody>
          <a:bodyPr wrap="square" rtlCol="0">
            <a:spAutoFit/>
          </a:bodyPr>
          <a:lstStyle/>
          <a:p>
            <a:pPr algn="ctr"/>
            <a:r>
              <a:rPr lang="zh-CN" altLang="en-US"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用“所”改写下列句子。</a:t>
            </a:r>
            <a:endParaRPr lang="en-US" altLang="zh-CN"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p:txBody>
      </p:sp>
      <p:sp>
        <p:nvSpPr>
          <p:cNvPr id="8" name="文本框 7"/>
          <p:cNvSpPr txBox="1"/>
          <p:nvPr/>
        </p:nvSpPr>
        <p:spPr>
          <a:xfrm>
            <a:off x="1192530" y="1205230"/>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7" name="文本框 6"/>
          <p:cNvSpPr txBox="1"/>
          <p:nvPr/>
        </p:nvSpPr>
        <p:spPr>
          <a:xfrm>
            <a:off x="1591503" y="2629071"/>
            <a:ext cx="8351966" cy="584775"/>
          </a:xfrm>
          <a:prstGeom prst="rect">
            <a:avLst/>
          </a:prstGeom>
          <a:noFill/>
        </p:spPr>
        <p:txBody>
          <a:bodyPr wrap="none" rtlCol="0" anchor="t">
            <a:spAutoFit/>
          </a:bodyPr>
          <a:lstStyle/>
          <a:p>
            <a:pPr algn="l"/>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1.</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我有一个建议要送给你，希望它能帮助你。</a:t>
            </a:r>
            <a:endParaRPr lang="zh-CN" altLang="en-US" sz="3200" b="1" dirty="0">
              <a:blipFill dpi="0" rotWithShape="1">
                <a:blip r:embed="rId3"/>
                <a:srcRect/>
                <a:tile tx="0" ty="0" sx="100000" sy="100000" flip="none" algn="br"/>
              </a:blipFill>
              <a:ea typeface="方正喵呜体" panose="02010600010101010101" pitchFamily="2" charset="-122"/>
              <a:sym typeface="+mn-ea"/>
            </a:endParaRPr>
          </a:p>
        </p:txBody>
      </p:sp>
      <p:sp>
        <p:nvSpPr>
          <p:cNvPr id="9" name="文本框 8"/>
          <p:cNvSpPr txBox="1"/>
          <p:nvPr/>
        </p:nvSpPr>
        <p:spPr>
          <a:xfrm>
            <a:off x="1591503" y="3291448"/>
            <a:ext cx="8068234" cy="632353"/>
          </a:xfrm>
          <a:prstGeom prst="rect">
            <a:avLst/>
          </a:prstGeom>
          <a:noFill/>
        </p:spPr>
        <p:txBody>
          <a:bodyPr wrap="none" rtlCol="0" anchor="t">
            <a:spAutoFit/>
          </a:bodyPr>
          <a:lstStyle/>
          <a:p>
            <a:pPr algn="l" eaLnBrk="1">
              <a:lnSpc>
                <a:spcPct val="120000"/>
              </a:lnSpc>
            </a:pPr>
            <a:r>
              <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我有一个建议要送给你， _________</a:t>
            </a:r>
            <a:r>
              <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r>
              <a:rPr lang="zh-CN" altLang="en-US"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13" name="文本框 12"/>
          <p:cNvSpPr txBox="1"/>
          <p:nvPr/>
        </p:nvSpPr>
        <p:spPr>
          <a:xfrm>
            <a:off x="1591503" y="4017551"/>
            <a:ext cx="9278502" cy="1814215"/>
          </a:xfrm>
          <a:prstGeom prst="rect">
            <a:avLst/>
          </a:prstGeom>
          <a:noFill/>
        </p:spPr>
        <p:txBody>
          <a:bodyPr wrap="none" rtlCol="0" anchor="t">
            <a:spAutoFit/>
          </a:bodyPr>
          <a:lstStyle/>
          <a:p>
            <a:pPr algn="l" eaLnBrk="1">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2</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孔军是我们县出了名的好医生，这儿的人没有</a:t>
            </a:r>
            <a:endPar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endParaRPr>
          </a:p>
          <a:p>
            <a:pPr algn="l" eaLnBrk="1">
              <a:lnSpc>
                <a:spcPct val="120000"/>
              </a:lnSpc>
            </a:pPr>
            <a:r>
              <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不知道的。</a:t>
            </a:r>
            <a:endPar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endParaRPr>
          </a:p>
          <a:p>
            <a:pPr algn="l" eaLnBrk="1">
              <a:lnSpc>
                <a:spcPct val="120000"/>
              </a:lnSpc>
            </a:pPr>
            <a:r>
              <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孔军是位出了名的好医生，我们县的人______。</a:t>
            </a:r>
            <a:endParaRPr lang="zh-CN" altLang="en-US" sz="3200" b="1" dirty="0">
              <a:blipFill dpi="0" rotWithShape="1">
                <a:blip r:embed="rId3"/>
                <a:srcRect/>
                <a:tile tx="0" ty="0" sx="100000" sy="100000" flip="none" algn="br"/>
              </a:blipFill>
              <a:ea typeface="方正喵呜体" panose="02010600010101010101" pitchFamily="2"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6" name="文本框 5"/>
          <p:cNvSpPr txBox="1"/>
          <p:nvPr/>
        </p:nvSpPr>
        <p:spPr>
          <a:xfrm>
            <a:off x="1496060" y="2007235"/>
            <a:ext cx="9017635" cy="460375"/>
          </a:xfrm>
          <a:prstGeom prst="rect">
            <a:avLst/>
          </a:prstGeom>
          <a:noFill/>
        </p:spPr>
        <p:txBody>
          <a:bodyPr wrap="square" rtlCol="0">
            <a:spAutoFit/>
          </a:bodyPr>
          <a:lstStyle/>
          <a:p>
            <a:pPr algn="ctr"/>
            <a:r>
              <a:rPr lang="zh-CN" altLang="en-US"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用“所”改写下列句子。</a:t>
            </a:r>
            <a:endParaRPr lang="en-US" altLang="zh-CN"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p:txBody>
      </p:sp>
      <p:sp>
        <p:nvSpPr>
          <p:cNvPr id="8" name="文本框 7"/>
          <p:cNvSpPr txBox="1"/>
          <p:nvPr/>
        </p:nvSpPr>
        <p:spPr>
          <a:xfrm>
            <a:off x="1192530" y="1205230"/>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7" name="文本框 6"/>
          <p:cNvSpPr txBox="1"/>
          <p:nvPr/>
        </p:nvSpPr>
        <p:spPr>
          <a:xfrm>
            <a:off x="1591503" y="2629071"/>
            <a:ext cx="8762335" cy="1223284"/>
          </a:xfrm>
          <a:prstGeom prst="rect">
            <a:avLst/>
          </a:prstGeom>
          <a:noFill/>
        </p:spPr>
        <p:txBody>
          <a:bodyPr wrap="none" rtlCol="0" anchor="t">
            <a:spAutoFit/>
          </a:bodyPr>
          <a:lstStyle/>
          <a:p>
            <a:pPr algn="l">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3</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他在北京住了五十年，我了解的情况是他非常</a:t>
            </a:r>
            <a:endPar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endParaRPr>
          </a:p>
          <a:p>
            <a:pPr algn="l">
              <a:lnSpc>
                <a:spcPct val="120000"/>
              </a:lnSpc>
            </a:pPr>
            <a:r>
              <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热爱北京。 </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sp>
        <p:nvSpPr>
          <p:cNvPr id="9" name="文本框 8"/>
          <p:cNvSpPr txBox="1"/>
          <p:nvPr/>
        </p:nvSpPr>
        <p:spPr>
          <a:xfrm>
            <a:off x="1591503" y="3852355"/>
            <a:ext cx="9023624" cy="632353"/>
          </a:xfrm>
          <a:prstGeom prst="rect">
            <a:avLst/>
          </a:prstGeom>
          <a:noFill/>
        </p:spPr>
        <p:txBody>
          <a:bodyPr wrap="none" rtlCol="0" anchor="t">
            <a:spAutoFit/>
          </a:bodyPr>
          <a:lstStyle/>
          <a:p>
            <a:pPr algn="l" eaLnBrk="1">
              <a:lnSpc>
                <a:spcPct val="120000"/>
              </a:lnSpc>
            </a:pPr>
            <a:r>
              <a:rPr lang="en-US"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r>
              <a:rPr lang="zh-CN" altLang="en-US"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他在北京住了五十年，</a:t>
            </a:r>
            <a:r>
              <a:rPr lang="zh-CN" altLang="zh-CN"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_________________</a:t>
            </a:r>
            <a:r>
              <a:rPr lang="zh-CN" altLang="en-US" sz="3200" b="1" dirty="0">
                <a:blipFill dpi="0" rotWithShape="1">
                  <a:blip r:embed="rId3"/>
                  <a:srcRect/>
                  <a:tile tx="0" ty="0" sx="100000" sy="100000" flip="none" algn="br"/>
                </a:blipFill>
                <a:ea typeface="方正喵呜体" panose="02010600010101010101" pitchFamily="2" charset="-122"/>
                <a:sym typeface="华文细黑" panose="02010600040101010101" pitchFamily="2" charset="-122"/>
              </a:rPr>
              <a:t>。 </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2" name="图片 601" descr="C:\Users\38577\Desktop\11.jpg11"/>
          <p:cNvPicPr>
            <a:picLocks noChangeAspect="1"/>
          </p:cNvPicPr>
          <p:nvPr/>
        </p:nvPicPr>
        <p:blipFill rotWithShape="1">
          <a:blip r:embed="rId118"/>
          <a:srcRect/>
          <a:stretch>
            <a:fillRect/>
          </a:stretch>
        </p:blipFill>
        <p:spPr>
          <a:xfrm>
            <a:off x="-190500" y="-578167"/>
            <a:ext cx="12573635" cy="8015605"/>
          </a:xfrm>
          <a:prstGeom prst="rect">
            <a:avLst/>
          </a:prstGeom>
        </p:spPr>
      </p:pic>
      <p:sp>
        <p:nvSpPr>
          <p:cNvPr id="34" name="PA-4-Point Star 33"/>
          <p:cNvSpPr/>
          <p:nvPr>
            <p:custDataLst>
              <p:tags r:id="rId1"/>
            </p:custDataLst>
          </p:nvPr>
        </p:nvSpPr>
        <p:spPr>
          <a:xfrm rot="8294776">
            <a:off x="5002837" y="21462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PA-4-Point Star 34"/>
          <p:cNvSpPr/>
          <p:nvPr>
            <p:custDataLst>
              <p:tags r:id="rId2"/>
            </p:custDataLst>
          </p:nvPr>
        </p:nvSpPr>
        <p:spPr>
          <a:xfrm rot="8294776">
            <a:off x="5483061" y="2369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PA-4-Point Star 35"/>
          <p:cNvSpPr/>
          <p:nvPr>
            <p:custDataLst>
              <p:tags r:id="rId3"/>
            </p:custDataLst>
          </p:nvPr>
        </p:nvSpPr>
        <p:spPr>
          <a:xfrm rot="8294776">
            <a:off x="5344914" y="2685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PA-4-Point Star 36"/>
          <p:cNvSpPr/>
          <p:nvPr>
            <p:custDataLst>
              <p:tags r:id="rId4"/>
            </p:custDataLst>
          </p:nvPr>
        </p:nvSpPr>
        <p:spPr>
          <a:xfrm rot="16200000">
            <a:off x="243104" y="-655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A-4-Point Star 77"/>
          <p:cNvSpPr/>
          <p:nvPr>
            <p:custDataLst>
              <p:tags r:id="rId5"/>
            </p:custDataLst>
          </p:nvPr>
        </p:nvSpPr>
        <p:spPr>
          <a:xfrm rot="16200000">
            <a:off x="6457747" y="229694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PA-4-Point Star 96"/>
          <p:cNvSpPr/>
          <p:nvPr>
            <p:custDataLst>
              <p:tags r:id="rId6"/>
            </p:custDataLst>
          </p:nvPr>
        </p:nvSpPr>
        <p:spPr>
          <a:xfrm rot="8294776">
            <a:off x="5628180" y="26272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PA-4-Point Star 97"/>
          <p:cNvSpPr/>
          <p:nvPr>
            <p:custDataLst>
              <p:tags r:id="rId7"/>
            </p:custDataLst>
          </p:nvPr>
        </p:nvSpPr>
        <p:spPr>
          <a:xfrm rot="16200000">
            <a:off x="11913218" y="758020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PA-4-Point Star 108"/>
          <p:cNvSpPr/>
          <p:nvPr>
            <p:custDataLst>
              <p:tags r:id="rId8"/>
            </p:custDataLst>
          </p:nvPr>
        </p:nvSpPr>
        <p:spPr>
          <a:xfrm rot="16200000">
            <a:off x="6141590" y="2473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PA-4-Point Star 133"/>
          <p:cNvSpPr/>
          <p:nvPr>
            <p:custDataLst>
              <p:tags r:id="rId9"/>
            </p:custDataLst>
          </p:nvPr>
        </p:nvSpPr>
        <p:spPr>
          <a:xfrm rot="16200000">
            <a:off x="4653787" y="3063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PA-4-Point Star 134"/>
          <p:cNvSpPr/>
          <p:nvPr>
            <p:custDataLst>
              <p:tags r:id="rId10"/>
            </p:custDataLst>
          </p:nvPr>
        </p:nvSpPr>
        <p:spPr>
          <a:xfrm rot="8294776">
            <a:off x="5693570" y="21922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PA-4-Point Star 135"/>
          <p:cNvSpPr/>
          <p:nvPr>
            <p:custDataLst>
              <p:tags r:id="rId11"/>
            </p:custDataLst>
          </p:nvPr>
        </p:nvSpPr>
        <p:spPr>
          <a:xfrm rot="8294776">
            <a:off x="5555423" y="25080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PA-4-Point Star 136"/>
          <p:cNvSpPr/>
          <p:nvPr>
            <p:custDataLst>
              <p:tags r:id="rId12"/>
            </p:custDataLst>
          </p:nvPr>
        </p:nvSpPr>
        <p:spPr>
          <a:xfrm rot="8294776">
            <a:off x="4594974" y="2672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PA-4-Point Star 138"/>
          <p:cNvSpPr/>
          <p:nvPr>
            <p:custDataLst>
              <p:tags r:id="rId13"/>
            </p:custDataLst>
          </p:nvPr>
        </p:nvSpPr>
        <p:spPr>
          <a:xfrm rot="16200000">
            <a:off x="6686518" y="4379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PA-4-Point Star 139"/>
          <p:cNvSpPr/>
          <p:nvPr>
            <p:custDataLst>
              <p:tags r:id="rId14"/>
            </p:custDataLst>
          </p:nvPr>
        </p:nvSpPr>
        <p:spPr>
          <a:xfrm rot="7352446">
            <a:off x="9882647" y="68728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PA-4-Point Star 140"/>
          <p:cNvSpPr/>
          <p:nvPr>
            <p:custDataLst>
              <p:tags r:id="rId15"/>
            </p:custDataLst>
          </p:nvPr>
        </p:nvSpPr>
        <p:spPr>
          <a:xfrm rot="7352446">
            <a:off x="9744500" y="718859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PA-4-Point Star 141"/>
          <p:cNvSpPr/>
          <p:nvPr>
            <p:custDataLst>
              <p:tags r:id="rId16"/>
            </p:custDataLst>
          </p:nvPr>
        </p:nvSpPr>
        <p:spPr>
          <a:xfrm rot="8294776">
            <a:off x="7009842" y="177126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PA-4-Point Star 153"/>
          <p:cNvSpPr/>
          <p:nvPr>
            <p:custDataLst>
              <p:tags r:id="rId17"/>
            </p:custDataLst>
          </p:nvPr>
        </p:nvSpPr>
        <p:spPr>
          <a:xfrm rot="13694776">
            <a:off x="-716950" y="47656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PA-4-Point Star 154"/>
          <p:cNvSpPr/>
          <p:nvPr>
            <p:custDataLst>
              <p:tags r:id="rId18"/>
            </p:custDataLst>
          </p:nvPr>
        </p:nvSpPr>
        <p:spPr>
          <a:xfrm rot="13694776">
            <a:off x="275801" y="-11363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PA-4-Point Star 155"/>
          <p:cNvSpPr/>
          <p:nvPr>
            <p:custDataLst>
              <p:tags r:id="rId19"/>
            </p:custDataLst>
          </p:nvPr>
        </p:nvSpPr>
        <p:spPr>
          <a:xfrm>
            <a:off x="506143" y="-49301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PA-4-Point Star 225"/>
          <p:cNvSpPr/>
          <p:nvPr>
            <p:custDataLst>
              <p:tags r:id="rId20"/>
            </p:custDataLst>
          </p:nvPr>
        </p:nvSpPr>
        <p:spPr>
          <a:xfrm rot="13694776">
            <a:off x="-209233" y="15781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PA-4-Point Star 236"/>
          <p:cNvSpPr/>
          <p:nvPr>
            <p:custDataLst>
              <p:tags r:id="rId21"/>
            </p:custDataLst>
          </p:nvPr>
        </p:nvSpPr>
        <p:spPr>
          <a:xfrm rot="13694776">
            <a:off x="5239957" y="26512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PA-4-Point Star 237"/>
          <p:cNvSpPr/>
          <p:nvPr>
            <p:custDataLst>
              <p:tags r:id="rId22"/>
            </p:custDataLst>
          </p:nvPr>
        </p:nvSpPr>
        <p:spPr>
          <a:xfrm>
            <a:off x="960449" y="-53828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PA-4-Point Star 238"/>
          <p:cNvSpPr/>
          <p:nvPr>
            <p:custDataLst>
              <p:tags r:id="rId23"/>
            </p:custDataLst>
          </p:nvPr>
        </p:nvSpPr>
        <p:spPr>
          <a:xfrm>
            <a:off x="0" y="-3738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PA-4-Point Star 239"/>
          <p:cNvSpPr/>
          <p:nvPr>
            <p:custDataLst>
              <p:tags r:id="rId24"/>
            </p:custDataLst>
          </p:nvPr>
        </p:nvSpPr>
        <p:spPr>
          <a:xfrm>
            <a:off x="5390375" y="71836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PA-4-Point Star 241"/>
          <p:cNvSpPr/>
          <p:nvPr>
            <p:custDataLst>
              <p:tags r:id="rId25"/>
            </p:custDataLst>
          </p:nvPr>
        </p:nvSpPr>
        <p:spPr>
          <a:xfrm rot="13694776">
            <a:off x="-209232" y="14334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PA-4-Point Star 242"/>
          <p:cNvSpPr/>
          <p:nvPr>
            <p:custDataLst>
              <p:tags r:id="rId26"/>
            </p:custDataLst>
          </p:nvPr>
        </p:nvSpPr>
        <p:spPr>
          <a:xfrm>
            <a:off x="-1098007" y="548865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PA-4-Point Star 243"/>
          <p:cNvSpPr/>
          <p:nvPr>
            <p:custDataLst>
              <p:tags r:id="rId27"/>
            </p:custDataLst>
          </p:nvPr>
        </p:nvSpPr>
        <p:spPr>
          <a:xfrm>
            <a:off x="3844446" y="708495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PA-4-Point Star 244"/>
          <p:cNvSpPr/>
          <p:nvPr>
            <p:custDataLst>
              <p:tags r:id="rId28"/>
            </p:custDataLst>
          </p:nvPr>
        </p:nvSpPr>
        <p:spPr>
          <a:xfrm rot="13694776">
            <a:off x="-696034" y="15781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PA-4-Point Star 245"/>
          <p:cNvSpPr/>
          <p:nvPr>
            <p:custDataLst>
              <p:tags r:id="rId29"/>
            </p:custDataLst>
          </p:nvPr>
        </p:nvSpPr>
        <p:spPr>
          <a:xfrm>
            <a:off x="-966438" y="55412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PA-4-Point Star 246"/>
          <p:cNvSpPr/>
          <p:nvPr>
            <p:custDataLst>
              <p:tags r:id="rId30"/>
            </p:custDataLst>
          </p:nvPr>
        </p:nvSpPr>
        <p:spPr>
          <a:xfrm>
            <a:off x="-1104585" y="58570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PA-4-Point Star 247"/>
          <p:cNvSpPr/>
          <p:nvPr>
            <p:custDataLst>
              <p:tags r:id="rId31"/>
            </p:custDataLst>
          </p:nvPr>
        </p:nvSpPr>
        <p:spPr>
          <a:xfrm>
            <a:off x="3837868" y="745334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PA-4-Point Star 251"/>
          <p:cNvSpPr/>
          <p:nvPr>
            <p:custDataLst>
              <p:tags r:id="rId32"/>
            </p:custDataLst>
          </p:nvPr>
        </p:nvSpPr>
        <p:spPr>
          <a:xfrm>
            <a:off x="10170037" y="-720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PA-4-Point Star 256"/>
          <p:cNvSpPr/>
          <p:nvPr>
            <p:custDataLst>
              <p:tags r:id="rId33"/>
            </p:custDataLst>
          </p:nvPr>
        </p:nvSpPr>
        <p:spPr>
          <a:xfrm>
            <a:off x="730203" y="-7027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PA-4-Point Star 261"/>
          <p:cNvSpPr/>
          <p:nvPr>
            <p:custDataLst>
              <p:tags r:id="rId34"/>
            </p:custDataLst>
          </p:nvPr>
        </p:nvSpPr>
        <p:spPr>
          <a:xfrm>
            <a:off x="10321341" y="-28909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PA-4-Point Star 264"/>
          <p:cNvSpPr/>
          <p:nvPr>
            <p:custDataLst>
              <p:tags r:id="rId35"/>
            </p:custDataLst>
          </p:nvPr>
        </p:nvSpPr>
        <p:spPr>
          <a:xfrm>
            <a:off x="4844366" y="74138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PA-4-Point Star 265"/>
          <p:cNvSpPr/>
          <p:nvPr>
            <p:custDataLst>
              <p:tags r:id="rId36"/>
            </p:custDataLst>
          </p:nvPr>
        </p:nvSpPr>
        <p:spPr>
          <a:xfrm>
            <a:off x="-913810" y="58241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PA-4-Point Star 266"/>
          <p:cNvSpPr/>
          <p:nvPr>
            <p:custDataLst>
              <p:tags r:id="rId37"/>
            </p:custDataLst>
          </p:nvPr>
        </p:nvSpPr>
        <p:spPr>
          <a:xfrm>
            <a:off x="9420098" y="-28251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PA-4-Point Star 267"/>
          <p:cNvSpPr/>
          <p:nvPr>
            <p:custDataLst>
              <p:tags r:id="rId38"/>
            </p:custDataLst>
          </p:nvPr>
        </p:nvSpPr>
        <p:spPr>
          <a:xfrm>
            <a:off x="4423348" y="70323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PA-4-Point Star 268"/>
          <p:cNvSpPr/>
          <p:nvPr>
            <p:custDataLst>
              <p:tags r:id="rId39"/>
            </p:custDataLst>
          </p:nvPr>
        </p:nvSpPr>
        <p:spPr>
          <a:xfrm>
            <a:off x="5456160" y="70783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PA-4-Point Star 383"/>
          <p:cNvSpPr/>
          <p:nvPr>
            <p:custDataLst>
              <p:tags r:id="rId40"/>
            </p:custDataLst>
          </p:nvPr>
        </p:nvSpPr>
        <p:spPr>
          <a:xfrm rot="8294776">
            <a:off x="6733943" y="16996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PA-4-Point Star 387"/>
          <p:cNvSpPr/>
          <p:nvPr>
            <p:custDataLst>
              <p:tags r:id="rId41"/>
            </p:custDataLst>
          </p:nvPr>
        </p:nvSpPr>
        <p:spPr>
          <a:xfrm rot="8294776">
            <a:off x="4805877" y="251540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2" name="PA-4-Point Star 391"/>
          <p:cNvSpPr/>
          <p:nvPr>
            <p:custDataLst>
              <p:tags r:id="rId42"/>
            </p:custDataLst>
          </p:nvPr>
        </p:nvSpPr>
        <p:spPr>
          <a:xfrm rot="16200000">
            <a:off x="657938" y="-6214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PA-4-Point Star 396"/>
          <p:cNvSpPr/>
          <p:nvPr>
            <p:custDataLst>
              <p:tags r:id="rId43"/>
            </p:custDataLst>
          </p:nvPr>
        </p:nvSpPr>
        <p:spPr>
          <a:xfrm rot="15257670">
            <a:off x="12926393" y="53587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2" name="PA-4-Point Star 401"/>
          <p:cNvSpPr/>
          <p:nvPr>
            <p:custDataLst>
              <p:tags r:id="rId44"/>
            </p:custDataLst>
          </p:nvPr>
        </p:nvSpPr>
        <p:spPr>
          <a:xfrm rot="8294776">
            <a:off x="5865005" y="26140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PA-4-Point Star 402"/>
          <p:cNvSpPr/>
          <p:nvPr>
            <p:custDataLst>
              <p:tags r:id="rId45"/>
            </p:custDataLst>
          </p:nvPr>
        </p:nvSpPr>
        <p:spPr>
          <a:xfrm rot="16200000">
            <a:off x="7095855" y="2250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PA-4-Point Star 403"/>
          <p:cNvSpPr/>
          <p:nvPr>
            <p:custDataLst>
              <p:tags r:id="rId46"/>
            </p:custDataLst>
          </p:nvPr>
        </p:nvSpPr>
        <p:spPr>
          <a:xfrm rot="16200000">
            <a:off x="6957708" y="2566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PA-4-Point Star 404"/>
          <p:cNvSpPr/>
          <p:nvPr>
            <p:custDataLst>
              <p:tags r:id="rId47"/>
            </p:custDataLst>
          </p:nvPr>
        </p:nvSpPr>
        <p:spPr>
          <a:xfrm rot="16200000">
            <a:off x="10446429" y="-3919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PA-4-Point Star 405"/>
          <p:cNvSpPr/>
          <p:nvPr>
            <p:custDataLst>
              <p:tags r:id="rId48"/>
            </p:custDataLst>
          </p:nvPr>
        </p:nvSpPr>
        <p:spPr>
          <a:xfrm rot="16200000">
            <a:off x="6495647"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PA-4-Point Star 407"/>
          <p:cNvSpPr/>
          <p:nvPr>
            <p:custDataLst>
              <p:tags r:id="rId49"/>
            </p:custDataLst>
          </p:nvPr>
        </p:nvSpPr>
        <p:spPr>
          <a:xfrm rot="16200000">
            <a:off x="657939" y="-76617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PA-4-Point Star 408"/>
          <p:cNvSpPr/>
          <p:nvPr>
            <p:custDataLst>
              <p:tags r:id="rId50"/>
            </p:custDataLst>
          </p:nvPr>
        </p:nvSpPr>
        <p:spPr>
          <a:xfrm rot="16200000">
            <a:off x="519792" y="-45040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PA-4-Point Star 411"/>
          <p:cNvSpPr/>
          <p:nvPr>
            <p:custDataLst>
              <p:tags r:id="rId51"/>
            </p:custDataLst>
          </p:nvPr>
        </p:nvSpPr>
        <p:spPr>
          <a:xfrm rot="16200000">
            <a:off x="651361" y="-397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PA-4-Point Star 412"/>
          <p:cNvSpPr/>
          <p:nvPr>
            <p:custDataLst>
              <p:tags r:id="rId52"/>
            </p:custDataLst>
          </p:nvPr>
        </p:nvSpPr>
        <p:spPr>
          <a:xfrm rot="16200000">
            <a:off x="9854371" y="-2867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PA-4-Point Star 414"/>
          <p:cNvSpPr/>
          <p:nvPr>
            <p:custDataLst>
              <p:tags r:id="rId53"/>
            </p:custDataLst>
          </p:nvPr>
        </p:nvSpPr>
        <p:spPr>
          <a:xfrm rot="16200000">
            <a:off x="12071102" y="73104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6" name="PA-4-Point Star 415"/>
          <p:cNvSpPr/>
          <p:nvPr>
            <p:custDataLst>
              <p:tags r:id="rId54"/>
            </p:custDataLst>
          </p:nvPr>
        </p:nvSpPr>
        <p:spPr>
          <a:xfrm rot="15257670">
            <a:off x="12919816" y="55823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7" name="PA-4-Point Star 416"/>
          <p:cNvSpPr/>
          <p:nvPr>
            <p:custDataLst>
              <p:tags r:id="rId55"/>
            </p:custDataLst>
          </p:nvPr>
        </p:nvSpPr>
        <p:spPr>
          <a:xfrm rot="15257670">
            <a:off x="12781669" y="589814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8" name="PA-4-Point Star 417"/>
          <p:cNvSpPr/>
          <p:nvPr>
            <p:custDataLst>
              <p:tags r:id="rId56"/>
            </p:custDataLst>
          </p:nvPr>
        </p:nvSpPr>
        <p:spPr>
          <a:xfrm rot="16200000">
            <a:off x="6416706" y="711362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3" name="PA-4-Point Star 422"/>
          <p:cNvSpPr/>
          <p:nvPr>
            <p:custDataLst>
              <p:tags r:id="rId57"/>
            </p:custDataLst>
          </p:nvPr>
        </p:nvSpPr>
        <p:spPr>
          <a:xfrm rot="16200000">
            <a:off x="6727462" y="2402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6" name="PA-4-Point Star 425"/>
          <p:cNvSpPr/>
          <p:nvPr>
            <p:custDataLst>
              <p:tags r:id="rId58"/>
            </p:custDataLst>
          </p:nvPr>
        </p:nvSpPr>
        <p:spPr>
          <a:xfrm rot="16200000">
            <a:off x="8113939" y="69952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PA-4-Point Star 426"/>
          <p:cNvSpPr/>
          <p:nvPr>
            <p:custDataLst>
              <p:tags r:id="rId59"/>
            </p:custDataLst>
          </p:nvPr>
        </p:nvSpPr>
        <p:spPr>
          <a:xfrm rot="16200000">
            <a:off x="2295770" y="70849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8" name="PA-4-Point Star 427"/>
          <p:cNvSpPr/>
          <p:nvPr>
            <p:custDataLst>
              <p:tags r:id="rId60"/>
            </p:custDataLst>
          </p:nvPr>
        </p:nvSpPr>
        <p:spPr>
          <a:xfrm rot="16200000">
            <a:off x="6977443" y="302057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9" name="PA-4-Point Star 428"/>
          <p:cNvSpPr/>
          <p:nvPr>
            <p:custDataLst>
              <p:tags r:id="rId61"/>
            </p:custDataLst>
          </p:nvPr>
        </p:nvSpPr>
        <p:spPr>
          <a:xfrm rot="16200000">
            <a:off x="7048234" y="7120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0" name="PA-4-Point Star 429"/>
          <p:cNvSpPr/>
          <p:nvPr>
            <p:custDataLst>
              <p:tags r:id="rId62"/>
            </p:custDataLst>
          </p:nvPr>
        </p:nvSpPr>
        <p:spPr>
          <a:xfrm rot="16200000">
            <a:off x="6910087" y="743596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1" name="PA-4-Point Star 430"/>
          <p:cNvSpPr/>
          <p:nvPr>
            <p:custDataLst>
              <p:tags r:id="rId63"/>
            </p:custDataLst>
          </p:nvPr>
        </p:nvSpPr>
        <p:spPr>
          <a:xfrm rot="16200000">
            <a:off x="5949638" y="76004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2" name="PA-4-Point Star 431"/>
          <p:cNvSpPr/>
          <p:nvPr>
            <p:custDataLst>
              <p:tags r:id="rId64"/>
            </p:custDataLst>
          </p:nvPr>
        </p:nvSpPr>
        <p:spPr>
          <a:xfrm rot="16200000">
            <a:off x="10045146" y="-3196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PA-4-Point Star 432"/>
          <p:cNvSpPr/>
          <p:nvPr>
            <p:custDataLst>
              <p:tags r:id="rId65"/>
            </p:custDataLst>
          </p:nvPr>
        </p:nvSpPr>
        <p:spPr>
          <a:xfrm rot="16200000">
            <a:off x="6076200" y="302715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4" name="PA-4-Point Star 433"/>
          <p:cNvSpPr/>
          <p:nvPr>
            <p:custDataLst>
              <p:tags r:id="rId66"/>
            </p:custDataLst>
          </p:nvPr>
        </p:nvSpPr>
        <p:spPr>
          <a:xfrm rot="16200000">
            <a:off x="5528620" y="72188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PA-4-Point Star 434"/>
          <p:cNvSpPr/>
          <p:nvPr>
            <p:custDataLst>
              <p:tags r:id="rId67"/>
            </p:custDataLst>
          </p:nvPr>
        </p:nvSpPr>
        <p:spPr>
          <a:xfrm rot="16200000">
            <a:off x="6561432" y="72649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PA-4-Point Star 435"/>
          <p:cNvSpPr/>
          <p:nvPr>
            <p:custDataLst>
              <p:tags r:id="rId68"/>
            </p:custDataLst>
          </p:nvPr>
        </p:nvSpPr>
        <p:spPr>
          <a:xfrm rot="16200000">
            <a:off x="7041656" y="748859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PA-4-Point Star 436"/>
          <p:cNvSpPr/>
          <p:nvPr>
            <p:custDataLst>
              <p:tags r:id="rId69"/>
            </p:custDataLst>
          </p:nvPr>
        </p:nvSpPr>
        <p:spPr>
          <a:xfrm rot="16200000">
            <a:off x="1703712" y="719021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8" name="PA-4-Point Star 437"/>
          <p:cNvSpPr/>
          <p:nvPr>
            <p:custDataLst>
              <p:tags r:id="rId70"/>
            </p:custDataLst>
          </p:nvPr>
        </p:nvSpPr>
        <p:spPr>
          <a:xfrm rot="7352446">
            <a:off x="9751474" y="728147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9" name="PA-4-Point Star 438"/>
          <p:cNvSpPr/>
          <p:nvPr>
            <p:custDataLst>
              <p:tags r:id="rId71"/>
            </p:custDataLst>
          </p:nvPr>
        </p:nvSpPr>
        <p:spPr>
          <a:xfrm rot="16200000">
            <a:off x="12475404" y="357659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 name="PA-4-Point Star 439"/>
          <p:cNvSpPr/>
          <p:nvPr>
            <p:custDataLst>
              <p:tags r:id="rId72"/>
            </p:custDataLst>
          </p:nvPr>
        </p:nvSpPr>
        <p:spPr>
          <a:xfrm rot="15257670">
            <a:off x="12722463" y="555606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PA-4-Point Star 440"/>
          <p:cNvSpPr/>
          <p:nvPr>
            <p:custDataLst>
              <p:tags r:id="rId73"/>
            </p:custDataLst>
          </p:nvPr>
        </p:nvSpPr>
        <p:spPr>
          <a:xfrm rot="16200000">
            <a:off x="8225770"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7" name="PA-4-Point Star 456"/>
          <p:cNvSpPr/>
          <p:nvPr>
            <p:custDataLst>
              <p:tags r:id="rId74"/>
            </p:custDataLst>
          </p:nvPr>
        </p:nvSpPr>
        <p:spPr>
          <a:xfrm rot="15257670">
            <a:off x="9567374" y="771427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PA-4-Point Star 462"/>
          <p:cNvSpPr/>
          <p:nvPr>
            <p:custDataLst>
              <p:tags r:id="rId75"/>
            </p:custDataLst>
          </p:nvPr>
        </p:nvSpPr>
        <p:spPr>
          <a:xfrm>
            <a:off x="3837967" y="6117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5" name="PA-4-Point Star 464"/>
          <p:cNvSpPr/>
          <p:nvPr>
            <p:custDataLst>
              <p:tags r:id="rId76"/>
            </p:custDataLst>
          </p:nvPr>
        </p:nvSpPr>
        <p:spPr>
          <a:xfrm rot="13694776">
            <a:off x="4739603" y="25385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6" name="PA-4-Point Star 465"/>
          <p:cNvSpPr/>
          <p:nvPr>
            <p:custDataLst>
              <p:tags r:id="rId77"/>
            </p:custDataLst>
          </p:nvPr>
        </p:nvSpPr>
        <p:spPr>
          <a:xfrm>
            <a:off x="-874734" y="53234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8" name="PA-4-Point Star 467"/>
          <p:cNvSpPr/>
          <p:nvPr>
            <p:custDataLst>
              <p:tags r:id="rId78"/>
            </p:custDataLst>
          </p:nvPr>
        </p:nvSpPr>
        <p:spPr>
          <a:xfrm>
            <a:off x="2292038" y="-37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9" name="PA-4-Point Star 468"/>
          <p:cNvSpPr/>
          <p:nvPr>
            <p:custDataLst>
              <p:tags r:id="rId79"/>
            </p:custDataLst>
          </p:nvPr>
        </p:nvSpPr>
        <p:spPr>
          <a:xfrm rot="13694776">
            <a:off x="-571439" y="10050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0" name="PA-4-Point Star 469"/>
          <p:cNvSpPr/>
          <p:nvPr>
            <p:custDataLst>
              <p:tags r:id="rId80"/>
            </p:custDataLst>
          </p:nvPr>
        </p:nvSpPr>
        <p:spPr>
          <a:xfrm rot="13694776">
            <a:off x="-709586" y="132078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2" name="PA-4-Point Star 471"/>
          <p:cNvSpPr/>
          <p:nvPr>
            <p:custDataLst>
              <p:tags r:id="rId81"/>
            </p:custDataLst>
          </p:nvPr>
        </p:nvSpPr>
        <p:spPr>
          <a:xfrm rot="13694776">
            <a:off x="-1058241" y="11497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PA-4-Point Star 472"/>
          <p:cNvSpPr/>
          <p:nvPr>
            <p:custDataLst>
              <p:tags r:id="rId82"/>
            </p:custDataLst>
          </p:nvPr>
        </p:nvSpPr>
        <p:spPr>
          <a:xfrm rot="13694776">
            <a:off x="-578017" y="137341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PA-4-Point Star 473"/>
          <p:cNvSpPr/>
          <p:nvPr>
            <p:custDataLst>
              <p:tags r:id="rId83"/>
            </p:custDataLst>
          </p:nvPr>
        </p:nvSpPr>
        <p:spPr>
          <a:xfrm>
            <a:off x="-347675" y="201672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PA-4-Point Star 480"/>
          <p:cNvSpPr/>
          <p:nvPr>
            <p:custDataLst>
              <p:tags r:id="rId84"/>
            </p:custDataLst>
          </p:nvPr>
        </p:nvSpPr>
        <p:spPr>
          <a:xfrm>
            <a:off x="4002426" y="-49141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2" name="PA-4-Point Star 481"/>
          <p:cNvSpPr/>
          <p:nvPr>
            <p:custDataLst>
              <p:tags r:id="rId85"/>
            </p:custDataLst>
          </p:nvPr>
        </p:nvSpPr>
        <p:spPr>
          <a:xfrm>
            <a:off x="3041977" y="-3269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3" name="PA-4-Point Star 482"/>
          <p:cNvSpPr/>
          <p:nvPr>
            <p:custDataLst>
              <p:tags r:id="rId86"/>
            </p:custDataLst>
          </p:nvPr>
        </p:nvSpPr>
        <p:spPr>
          <a:xfrm rot="13694776">
            <a:off x="4509357" y="2374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2" name="PA-4-Point Star 501"/>
          <p:cNvSpPr/>
          <p:nvPr>
            <p:custDataLst>
              <p:tags r:id="rId87"/>
            </p:custDataLst>
          </p:nvPr>
        </p:nvSpPr>
        <p:spPr>
          <a:xfrm rot="13694776">
            <a:off x="-999821" y="466694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3" name="PA-4-Point Star 502"/>
          <p:cNvSpPr/>
          <p:nvPr>
            <p:custDataLst>
              <p:tags r:id="rId88"/>
            </p:custDataLst>
          </p:nvPr>
        </p:nvSpPr>
        <p:spPr>
          <a:xfrm rot="13694776">
            <a:off x="4502780" y="25977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4" name="PA-4-Point Star 503"/>
          <p:cNvSpPr/>
          <p:nvPr>
            <p:custDataLst>
              <p:tags r:id="rId89"/>
            </p:custDataLst>
          </p:nvPr>
        </p:nvSpPr>
        <p:spPr>
          <a:xfrm>
            <a:off x="223272" y="-59169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5" name="PA-4-Point Star 504"/>
          <p:cNvSpPr/>
          <p:nvPr>
            <p:custDataLst>
              <p:tags r:id="rId90"/>
            </p:custDataLst>
          </p:nvPr>
        </p:nvSpPr>
        <p:spPr>
          <a:xfrm>
            <a:off x="-1249704" y="569838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PA-4-Point Star 528"/>
          <p:cNvSpPr/>
          <p:nvPr>
            <p:custDataLst>
              <p:tags r:id="rId91"/>
            </p:custDataLst>
          </p:nvPr>
        </p:nvSpPr>
        <p:spPr>
          <a:xfrm rot="13694776">
            <a:off x="4476465" y="243990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1" name="PA-4-Point Star 530"/>
          <p:cNvSpPr/>
          <p:nvPr>
            <p:custDataLst>
              <p:tags r:id="rId92"/>
            </p:custDataLst>
          </p:nvPr>
        </p:nvSpPr>
        <p:spPr>
          <a:xfrm>
            <a:off x="3153811" y="-4190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PA-4-Point Star 531"/>
          <p:cNvSpPr/>
          <p:nvPr>
            <p:custDataLst>
              <p:tags r:id="rId93"/>
            </p:custDataLst>
          </p:nvPr>
        </p:nvSpPr>
        <p:spPr>
          <a:xfrm>
            <a:off x="3634035" y="-1953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PA-4-Point Star 532"/>
          <p:cNvSpPr/>
          <p:nvPr>
            <p:custDataLst>
              <p:tags r:id="rId94"/>
            </p:custDataLst>
          </p:nvPr>
        </p:nvSpPr>
        <p:spPr>
          <a:xfrm rot="13694776">
            <a:off x="-966930" y="43511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PA-4-Point Star 533"/>
          <p:cNvSpPr/>
          <p:nvPr>
            <p:custDataLst>
              <p:tags r:id="rId95"/>
            </p:custDataLst>
          </p:nvPr>
        </p:nvSpPr>
        <p:spPr>
          <a:xfrm rot="13694776">
            <a:off x="-808262" y="110370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PA-4-Point Star 534"/>
          <p:cNvSpPr/>
          <p:nvPr>
            <p:custDataLst>
              <p:tags r:id="rId96"/>
            </p:custDataLst>
          </p:nvPr>
        </p:nvSpPr>
        <p:spPr>
          <a:xfrm>
            <a:off x="-651069" y="56062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9" name="PA-4-Point Star 538"/>
          <p:cNvSpPr/>
          <p:nvPr>
            <p:custDataLst>
              <p:tags r:id="rId97"/>
            </p:custDataLst>
          </p:nvPr>
        </p:nvSpPr>
        <p:spPr>
          <a:xfrm>
            <a:off x="328526" y="-6969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 name="PA-4-Point Star 541"/>
          <p:cNvSpPr/>
          <p:nvPr>
            <p:custDataLst>
              <p:tags r:id="rId98"/>
            </p:custDataLst>
          </p:nvPr>
        </p:nvSpPr>
        <p:spPr>
          <a:xfrm>
            <a:off x="2285459" y="5459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3" name="PA-4-Point Star 542"/>
          <p:cNvSpPr/>
          <p:nvPr>
            <p:custDataLst>
              <p:tags r:id="rId99"/>
            </p:custDataLst>
          </p:nvPr>
        </p:nvSpPr>
        <p:spPr>
          <a:xfrm rot="13694776">
            <a:off x="-1196389" y="11892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5" name="PA-4-Point Star 544"/>
          <p:cNvSpPr/>
          <p:nvPr>
            <p:custDataLst>
              <p:tags r:id="rId100"/>
            </p:custDataLst>
          </p:nvPr>
        </p:nvSpPr>
        <p:spPr>
          <a:xfrm>
            <a:off x="3120917" y="-2874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PA-4-Point Star 559"/>
          <p:cNvSpPr/>
          <p:nvPr>
            <p:custDataLst>
              <p:tags r:id="rId101"/>
            </p:custDataLst>
          </p:nvPr>
        </p:nvSpPr>
        <p:spPr>
          <a:xfrm>
            <a:off x="3361858"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PA-4-Point Star 560"/>
          <p:cNvSpPr/>
          <p:nvPr>
            <p:custDataLst>
              <p:tags r:id="rId102"/>
            </p:custDataLst>
          </p:nvPr>
        </p:nvSpPr>
        <p:spPr>
          <a:xfrm>
            <a:off x="2479263"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2" name="PA-4-Point Star 561"/>
          <p:cNvSpPr/>
          <p:nvPr>
            <p:custDataLst>
              <p:tags r:id="rId103"/>
            </p:custDataLst>
          </p:nvPr>
        </p:nvSpPr>
        <p:spPr>
          <a:xfrm>
            <a:off x="-694732" y="185261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PA-4-Point Star 567"/>
          <p:cNvSpPr/>
          <p:nvPr>
            <p:custDataLst>
              <p:tags r:id="rId104"/>
            </p:custDataLst>
          </p:nvPr>
        </p:nvSpPr>
        <p:spPr>
          <a:xfrm>
            <a:off x="-993911" y="177903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PA-4-Point Star 569"/>
          <p:cNvSpPr/>
          <p:nvPr>
            <p:custDataLst>
              <p:tags r:id="rId105"/>
            </p:custDataLst>
          </p:nvPr>
        </p:nvSpPr>
        <p:spPr>
          <a:xfrm>
            <a:off x="-811031" y="2152744"/>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PA-4-Point Star 570"/>
          <p:cNvSpPr/>
          <p:nvPr>
            <p:custDataLst>
              <p:tags r:id="rId106"/>
            </p:custDataLst>
          </p:nvPr>
        </p:nvSpPr>
        <p:spPr>
          <a:xfrm>
            <a:off x="-842836" y="278089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PA-4-Point Star 571"/>
          <p:cNvSpPr/>
          <p:nvPr>
            <p:custDataLst>
              <p:tags r:id="rId107"/>
            </p:custDataLst>
          </p:nvPr>
        </p:nvSpPr>
        <p:spPr>
          <a:xfrm>
            <a:off x="-1411295" y="7320855"/>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PA-4-Point Star 572"/>
          <p:cNvSpPr/>
          <p:nvPr>
            <p:custDataLst>
              <p:tags r:id="rId108"/>
            </p:custDataLst>
          </p:nvPr>
        </p:nvSpPr>
        <p:spPr>
          <a:xfrm>
            <a:off x="4225824" y="740226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PA-4-Point Star 586"/>
          <p:cNvSpPr/>
          <p:nvPr>
            <p:custDataLst>
              <p:tags r:id="rId109"/>
            </p:custDataLst>
          </p:nvPr>
        </p:nvSpPr>
        <p:spPr>
          <a:xfrm rot="8294776">
            <a:off x="-859688" y="4374360"/>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PA-4-Point Star 589"/>
          <p:cNvSpPr/>
          <p:nvPr>
            <p:custDataLst>
              <p:tags r:id="rId110"/>
            </p:custDataLst>
          </p:nvPr>
        </p:nvSpPr>
        <p:spPr>
          <a:xfrm rot="8294776">
            <a:off x="12236491" y="8201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PA-4-Point Star 590"/>
          <p:cNvSpPr/>
          <p:nvPr>
            <p:custDataLst>
              <p:tags r:id="rId111"/>
            </p:custDataLst>
          </p:nvPr>
        </p:nvSpPr>
        <p:spPr>
          <a:xfrm rot="16200000">
            <a:off x="12604980" y="172016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PA-4-Point Star 591"/>
          <p:cNvSpPr/>
          <p:nvPr>
            <p:custDataLst>
              <p:tags r:id="rId112"/>
            </p:custDataLst>
          </p:nvPr>
        </p:nvSpPr>
        <p:spPr>
          <a:xfrm rot="16200000">
            <a:off x="3004408" y="704445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PA-4-Point Star 595"/>
          <p:cNvSpPr/>
          <p:nvPr>
            <p:custDataLst>
              <p:tags r:id="rId113"/>
            </p:custDataLst>
          </p:nvPr>
        </p:nvSpPr>
        <p:spPr>
          <a:xfrm rot="8294776">
            <a:off x="12236490" y="2495122"/>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PA-4-Point Star 596"/>
          <p:cNvSpPr/>
          <p:nvPr>
            <p:custDataLst>
              <p:tags r:id="rId114"/>
            </p:custDataLst>
          </p:nvPr>
        </p:nvSpPr>
        <p:spPr>
          <a:xfrm rot="16200000">
            <a:off x="7117397" y="-6436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PA-4-Point Star 597"/>
          <p:cNvSpPr/>
          <p:nvPr>
            <p:custDataLst>
              <p:tags r:id="rId115"/>
            </p:custDataLst>
          </p:nvPr>
        </p:nvSpPr>
        <p:spPr>
          <a:xfrm rot="16200000">
            <a:off x="5058009" y="-715188"/>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PA-4-Point Star 598"/>
          <p:cNvSpPr/>
          <p:nvPr>
            <p:custDataLst>
              <p:tags r:id="rId116"/>
            </p:custDataLst>
          </p:nvPr>
        </p:nvSpPr>
        <p:spPr>
          <a:xfrm rot="16200000">
            <a:off x="3602920" y="-659529"/>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7"/>
          <p:cNvSpPr txBox="1"/>
          <p:nvPr/>
        </p:nvSpPr>
        <p:spPr>
          <a:xfrm>
            <a:off x="-48577" y="213995"/>
            <a:ext cx="508571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《HSK</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标准教程</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5--</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第十一课</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a:t>
            </a:r>
          </a:p>
        </p:txBody>
      </p:sp>
      <p:sp>
        <p:nvSpPr>
          <p:cNvPr id="12" name="文本框 11"/>
          <p:cNvSpPr txBox="1"/>
          <p:nvPr/>
        </p:nvSpPr>
        <p:spPr>
          <a:xfrm>
            <a:off x="238243" y="702214"/>
            <a:ext cx="4227632"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sym typeface="+mn-ea"/>
              </a:rPr>
              <a:t>HSK Standard  Course 5  Lesson 11</a:t>
            </a:r>
          </a:p>
        </p:txBody>
      </p:sp>
      <p:grpSp>
        <p:nvGrpSpPr>
          <p:cNvPr id="11" name="组合 10"/>
          <p:cNvGrpSpPr/>
          <p:nvPr/>
        </p:nvGrpSpPr>
        <p:grpSpPr>
          <a:xfrm>
            <a:off x="1201913" y="2576830"/>
            <a:ext cx="9659087" cy="2916646"/>
            <a:chOff x="1893" y="4058"/>
            <a:chExt cx="15211" cy="4593"/>
          </a:xfrm>
        </p:grpSpPr>
        <p:grpSp>
          <p:nvGrpSpPr>
            <p:cNvPr id="14" name="组合 13"/>
            <p:cNvGrpSpPr/>
            <p:nvPr/>
          </p:nvGrpSpPr>
          <p:grpSpPr>
            <a:xfrm>
              <a:off x="1893" y="4058"/>
              <a:ext cx="15211" cy="4593"/>
              <a:chOff x="-96" y="3669"/>
              <a:chExt cx="18916" cy="5713"/>
            </a:xfrm>
          </p:grpSpPr>
          <p:sp>
            <p:nvSpPr>
              <p:cNvPr id="10" name="圆角矩形 9"/>
              <p:cNvSpPr/>
              <p:nvPr/>
            </p:nvSpPr>
            <p:spPr>
              <a:xfrm>
                <a:off x="-96" y="3669"/>
                <a:ext cx="18744" cy="5713"/>
              </a:xfrm>
              <a:prstGeom prst="round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96" y="4499"/>
                <a:ext cx="18916" cy="2928"/>
                <a:chOff x="3051" y="4499"/>
                <a:chExt cx="18916" cy="2928"/>
              </a:xfrm>
            </p:grpSpPr>
            <p:grpSp>
              <p:nvGrpSpPr>
                <p:cNvPr id="3" name="组合 2"/>
                <p:cNvGrpSpPr/>
                <p:nvPr/>
              </p:nvGrpSpPr>
              <p:grpSpPr>
                <a:xfrm>
                  <a:off x="6731" y="6509"/>
                  <a:ext cx="13905" cy="918"/>
                  <a:chOff x="8865" y="6509"/>
                  <a:chExt cx="13905" cy="918"/>
                </a:xfrm>
              </p:grpSpPr>
              <p:sp>
                <p:nvSpPr>
                  <p:cNvPr id="15" name="矩形 14"/>
                  <p:cNvSpPr/>
                  <p:nvPr/>
                </p:nvSpPr>
                <p:spPr>
                  <a:xfrm>
                    <a:off x="8865" y="6525"/>
                    <a:ext cx="3417" cy="902"/>
                  </a:xfrm>
                  <a:prstGeom prst="rect">
                    <a:avLst/>
                  </a:prstGeom>
                </p:spPr>
                <p:txBody>
                  <a:bodyPr wrap="square">
                    <a:spAutoFit/>
                  </a:bodyPr>
                  <a:lstStyle/>
                  <a:p>
                    <a:pPr algn="l"/>
                    <a:r>
                      <a:rPr lang="en-US" altLang="zh-CN" sz="2400" dirty="0">
                        <a:solidFill>
                          <a:schemeClr val="bg1">
                            <a:lumMod val="50000"/>
                          </a:schemeClr>
                        </a:solidFill>
                        <a:latin typeface="华文细黑" panose="02010600040101010101" pitchFamily="2" charset="-122"/>
                        <a:ea typeface="华文细黑" panose="02010600040101010101" pitchFamily="2" charset="-122"/>
                      </a:rPr>
                      <a:t>Lesson 11</a:t>
                    </a:r>
                  </a:p>
                </p:txBody>
              </p:sp>
              <p:sp>
                <p:nvSpPr>
                  <p:cNvPr id="18" name="矩形 17"/>
                  <p:cNvSpPr/>
                  <p:nvPr/>
                </p:nvSpPr>
                <p:spPr>
                  <a:xfrm>
                    <a:off x="13974" y="6509"/>
                    <a:ext cx="8796" cy="904"/>
                  </a:xfrm>
                  <a:prstGeom prst="rect">
                    <a:avLst/>
                  </a:prstGeom>
                </p:spPr>
                <p:txBody>
                  <a:bodyPr wrap="square">
                    <a:spAutoFit/>
                  </a:bodyPr>
                  <a:lstStyle/>
                  <a:p>
                    <a:r>
                      <a:rPr lang="en-US" sz="2400" dirty="0">
                        <a:solidFill>
                          <a:schemeClr val="bg1">
                            <a:lumMod val="50000"/>
                          </a:schemeClr>
                        </a:solidFill>
                        <a:latin typeface="华文细黑" panose="02010600040101010101" pitchFamily="2" charset="-122"/>
                        <a:ea typeface="华文细黑" panose="02010600040101010101" pitchFamily="2" charset="-122"/>
                      </a:rPr>
                      <a:t>Harm of Alarm Clocks</a:t>
                    </a:r>
                  </a:p>
                </p:txBody>
              </p:sp>
            </p:grpSp>
            <p:sp>
              <p:nvSpPr>
                <p:cNvPr id="6" name="文本框 7"/>
                <p:cNvSpPr txBox="1"/>
                <p:nvPr/>
              </p:nvSpPr>
              <p:spPr>
                <a:xfrm>
                  <a:off x="3051" y="4499"/>
                  <a:ext cx="18916" cy="2338"/>
                </a:xfrm>
                <a:prstGeom prst="rect">
                  <a:avLst/>
                </a:prstGeom>
                <a:noFill/>
              </p:spPr>
              <p:txBody>
                <a:bodyPr wrap="square">
                  <a:spAutoFit/>
                </a:bodyPr>
                <a:lstStyle/>
                <a:p>
                  <a:pPr marL="0" marR="0" lvl="0" indent="0" algn="ctr" defTabSz="914400" rtl="0" fontAlgn="auto">
                    <a:lnSpc>
                      <a:spcPts val="9020"/>
                    </a:lnSpc>
                    <a:spcBef>
                      <a:spcPts val="0"/>
                    </a:spcBef>
                    <a:spcAft>
                      <a:spcPts val="0"/>
                    </a:spcAft>
                    <a:buClrTx/>
                    <a:buSzTx/>
                    <a:buFontTx/>
                    <a:buNone/>
                    <a:defRPr/>
                  </a:pPr>
                  <a:r>
                    <a:rPr kumimoji="0" lang="zh-CN" altLang="en-US"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第</a:t>
                  </a:r>
                  <a:r>
                    <a:rPr kumimoji="0" lang="en-US" altLang="zh-CN"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11</a:t>
                  </a:r>
                  <a:r>
                    <a:rPr kumimoji="0" lang="zh-CN" altLang="en-US"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课  闹钟的危害</a:t>
                  </a:r>
                </a:p>
              </p:txBody>
            </p:sp>
          </p:grpSp>
        </p:grpSp>
        <p:sp>
          <p:nvSpPr>
            <p:cNvPr id="7" name="矩形 6"/>
            <p:cNvSpPr/>
            <p:nvPr/>
          </p:nvSpPr>
          <p:spPr>
            <a:xfrm>
              <a:off x="2071" y="7368"/>
              <a:ext cx="14751" cy="1113"/>
            </a:xfrm>
            <a:prstGeom prst="rect">
              <a:avLst/>
            </a:prstGeom>
          </p:spPr>
          <p:txBody>
            <a:bodyPr wrap="square">
              <a:spAutoFit/>
            </a:bodyPr>
            <a:lstStyle/>
            <a:p>
              <a:pPr algn="ctr"/>
              <a:r>
                <a:rPr lang="en-US" altLang="zh-CN" sz="4000" b="1" noProof="0" dirty="0">
                  <a:ln>
                    <a:noFill/>
                  </a:ln>
                  <a:solidFill>
                    <a:srgbClr val="9F313C"/>
                  </a:solidFill>
                  <a:effectLst/>
                  <a:uLnTx/>
                  <a:uFillTx/>
                  <a:latin typeface="华文楷体" panose="02010600040101010101" charset="-122"/>
                  <a:ea typeface="华文楷体" panose="02010600040101010101" charset="-122"/>
                  <a:cs typeface="华文楷体" panose="02010600040101010101" charset="-122"/>
                  <a:sym typeface="+mn-ea"/>
                </a:rPr>
                <a:t>Part 2</a:t>
              </a:r>
              <a:endParaRPr lang="en-US" sz="4000" dirty="0">
                <a:solidFill>
                  <a:schemeClr val="bg1">
                    <a:lumMod val="50000"/>
                  </a:schemeClr>
                </a:solidFill>
                <a:latin typeface="华文细黑" panose="02010600040101010101" pitchFamily="2" charset="-122"/>
                <a:ea typeface="华文细黑" panose="02010600040101010101" pitchFamily="2" charset="-122"/>
              </a:endParaRPr>
            </a:p>
          </p:txBody>
        </p:sp>
      </p:grpSp>
      <p:pic>
        <p:nvPicPr>
          <p:cNvPr id="4" name="图片 3" descr="1"/>
          <p:cNvPicPr>
            <a:picLocks noChangeAspect="1"/>
          </p:cNvPicPr>
          <p:nvPr/>
        </p:nvPicPr>
        <p:blipFill>
          <a:blip r:embed="rId119"/>
          <a:stretch>
            <a:fillRect/>
          </a:stretch>
        </p:blipFill>
        <p:spPr>
          <a:xfrm>
            <a:off x="10681970" y="5398770"/>
            <a:ext cx="1459230" cy="1459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9700"/>
    </mc:Choice>
    <mc:Fallback xmlns="">
      <p:transition spd="slow" advTm="50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repeatCount="indefinite" fill="hold" grpId="0" nodeType="withEffect">
                                  <p:stCondLst>
                                    <p:cond delay="200"/>
                                  </p:stCondLst>
                                  <p:childTnLst>
                                    <p:set>
                                      <p:cBhvr>
                                        <p:cTn id="6" dur="5600" fill="hold">
                                          <p:stCondLst>
                                            <p:cond delay="0"/>
                                          </p:stCondLst>
                                        </p:cTn>
                                        <p:tgtEl>
                                          <p:spTgt spid="34"/>
                                        </p:tgtEl>
                                        <p:attrNameLst>
                                          <p:attrName>style.visibility</p:attrName>
                                        </p:attrNameLst>
                                      </p:cBhvr>
                                      <p:to>
                                        <p:strVal val="visible"/>
                                      </p:to>
                                    </p:set>
                                    <p:anim calcmode="lin" valueType="num">
                                      <p:cBhvr>
                                        <p:cTn id="7" dur="5600" fill="hold"/>
                                        <p:tgtEl>
                                          <p:spTgt spid="34"/>
                                        </p:tgtEl>
                                        <p:attrNameLst>
                                          <p:attrName>ppt_w</p:attrName>
                                        </p:attrNameLst>
                                      </p:cBhvr>
                                      <p:tavLst>
                                        <p:tav tm="0">
                                          <p:val>
                                            <p:fltVal val="0"/>
                                          </p:val>
                                        </p:tav>
                                        <p:tav tm="100000">
                                          <p:val>
                                            <p:strVal val="#ppt_w"/>
                                          </p:val>
                                        </p:tav>
                                      </p:tavLst>
                                    </p:anim>
                                    <p:anim calcmode="lin" valueType="num">
                                      <p:cBhvr>
                                        <p:cTn id="8" dur="5600" fill="hold"/>
                                        <p:tgtEl>
                                          <p:spTgt spid="34"/>
                                        </p:tgtEl>
                                        <p:attrNameLst>
                                          <p:attrName>ppt_h</p:attrName>
                                        </p:attrNameLst>
                                      </p:cBhvr>
                                      <p:tavLst>
                                        <p:tav tm="0">
                                          <p:val>
                                            <p:fltVal val="0"/>
                                          </p:val>
                                        </p:tav>
                                        <p:tav tm="100000">
                                          <p:val>
                                            <p:strVal val="#ppt_h"/>
                                          </p:val>
                                        </p:tav>
                                      </p:tavLst>
                                    </p:anim>
                                    <p:animEffect transition="in" filter="fade">
                                      <p:cBhvr>
                                        <p:cTn id="9" dur="5600"/>
                                        <p:tgtEl>
                                          <p:spTgt spid="34"/>
                                        </p:tgtEl>
                                      </p:cBhvr>
                                    </p:animEffect>
                                    <p:anim calcmode="lin" valueType="num">
                                      <p:cBhvr>
                                        <p:cTn id="10" dur="5600" fill="hold"/>
                                        <p:tgtEl>
                                          <p:spTgt spid="34"/>
                                        </p:tgtEl>
                                        <p:attrNameLst>
                                          <p:attrName>ppt_x</p:attrName>
                                        </p:attrNameLst>
                                      </p:cBhvr>
                                      <p:tavLst>
                                        <p:tav tm="0">
                                          <p:val>
                                            <p:fltVal val="0.5"/>
                                          </p:val>
                                        </p:tav>
                                        <p:tav tm="100000">
                                          <p:val>
                                            <p:strVal val="#ppt_x"/>
                                          </p:val>
                                        </p:tav>
                                      </p:tavLst>
                                    </p:anim>
                                    <p:anim calcmode="lin" valueType="num">
                                      <p:cBhvr>
                                        <p:cTn id="11" dur="5600" fill="hold"/>
                                        <p:tgtEl>
                                          <p:spTgt spid="34"/>
                                        </p:tgtEl>
                                        <p:attrNameLst>
                                          <p:attrName>ppt_y</p:attrName>
                                        </p:attrNameLst>
                                      </p:cBhvr>
                                      <p:tavLst>
                                        <p:tav tm="0">
                                          <p:val>
                                            <p:fltVal val="0.5"/>
                                          </p:val>
                                        </p:tav>
                                        <p:tav tm="100000">
                                          <p:val>
                                            <p:strVal val="#ppt_y"/>
                                          </p:val>
                                        </p:tav>
                                      </p:tavLst>
                                    </p:anim>
                                  </p:childTnLst>
                                </p:cTn>
                              </p:par>
                              <p:par>
                                <p:cTn id="12" presetID="53" presetClass="entr" presetSubtype="528" repeatCount="indefinite" fill="hold" grpId="0" nodeType="withEffect">
                                  <p:stCondLst>
                                    <p:cond delay="500"/>
                                  </p:stCondLst>
                                  <p:childTnLst>
                                    <p:set>
                                      <p:cBhvr>
                                        <p:cTn id="13" dur="5600" fill="hold">
                                          <p:stCondLst>
                                            <p:cond delay="0"/>
                                          </p:stCondLst>
                                        </p:cTn>
                                        <p:tgtEl>
                                          <p:spTgt spid="35"/>
                                        </p:tgtEl>
                                        <p:attrNameLst>
                                          <p:attrName>style.visibility</p:attrName>
                                        </p:attrNameLst>
                                      </p:cBhvr>
                                      <p:to>
                                        <p:strVal val="visible"/>
                                      </p:to>
                                    </p:set>
                                    <p:anim calcmode="lin" valueType="num">
                                      <p:cBhvr>
                                        <p:cTn id="14" dur="5600" fill="hold"/>
                                        <p:tgtEl>
                                          <p:spTgt spid="35"/>
                                        </p:tgtEl>
                                        <p:attrNameLst>
                                          <p:attrName>ppt_w</p:attrName>
                                        </p:attrNameLst>
                                      </p:cBhvr>
                                      <p:tavLst>
                                        <p:tav tm="0">
                                          <p:val>
                                            <p:fltVal val="0"/>
                                          </p:val>
                                        </p:tav>
                                        <p:tav tm="100000">
                                          <p:val>
                                            <p:strVal val="#ppt_w"/>
                                          </p:val>
                                        </p:tav>
                                      </p:tavLst>
                                    </p:anim>
                                    <p:anim calcmode="lin" valueType="num">
                                      <p:cBhvr>
                                        <p:cTn id="15" dur="5600" fill="hold"/>
                                        <p:tgtEl>
                                          <p:spTgt spid="35"/>
                                        </p:tgtEl>
                                        <p:attrNameLst>
                                          <p:attrName>ppt_h</p:attrName>
                                        </p:attrNameLst>
                                      </p:cBhvr>
                                      <p:tavLst>
                                        <p:tav tm="0">
                                          <p:val>
                                            <p:fltVal val="0"/>
                                          </p:val>
                                        </p:tav>
                                        <p:tav tm="100000">
                                          <p:val>
                                            <p:strVal val="#ppt_h"/>
                                          </p:val>
                                        </p:tav>
                                      </p:tavLst>
                                    </p:anim>
                                    <p:animEffect transition="in" filter="fade">
                                      <p:cBhvr>
                                        <p:cTn id="16" dur="5600"/>
                                        <p:tgtEl>
                                          <p:spTgt spid="35"/>
                                        </p:tgtEl>
                                      </p:cBhvr>
                                    </p:animEffect>
                                    <p:anim calcmode="lin" valueType="num">
                                      <p:cBhvr>
                                        <p:cTn id="17" dur="5600" fill="hold"/>
                                        <p:tgtEl>
                                          <p:spTgt spid="35"/>
                                        </p:tgtEl>
                                        <p:attrNameLst>
                                          <p:attrName>ppt_x</p:attrName>
                                        </p:attrNameLst>
                                      </p:cBhvr>
                                      <p:tavLst>
                                        <p:tav tm="0">
                                          <p:val>
                                            <p:fltVal val="0.5"/>
                                          </p:val>
                                        </p:tav>
                                        <p:tav tm="100000">
                                          <p:val>
                                            <p:strVal val="#ppt_x"/>
                                          </p:val>
                                        </p:tav>
                                      </p:tavLst>
                                    </p:anim>
                                    <p:anim calcmode="lin" valueType="num">
                                      <p:cBhvr>
                                        <p:cTn id="18" dur="5600" fill="hold"/>
                                        <p:tgtEl>
                                          <p:spTgt spid="35"/>
                                        </p:tgtEl>
                                        <p:attrNameLst>
                                          <p:attrName>ppt_y</p:attrName>
                                        </p:attrNameLst>
                                      </p:cBhvr>
                                      <p:tavLst>
                                        <p:tav tm="0">
                                          <p:val>
                                            <p:fltVal val="0.5"/>
                                          </p:val>
                                        </p:tav>
                                        <p:tav tm="100000">
                                          <p:val>
                                            <p:strVal val="#ppt_y"/>
                                          </p:val>
                                        </p:tav>
                                      </p:tavLst>
                                    </p:anim>
                                  </p:childTnLst>
                                </p:cTn>
                              </p:par>
                              <p:par>
                                <p:cTn id="19" presetID="53" presetClass="entr" presetSubtype="528" repeatCount="indefinite" fill="hold" grpId="0" nodeType="withEffect">
                                  <p:stCondLst>
                                    <p:cond delay="507"/>
                                  </p:stCondLst>
                                  <p:childTnLst>
                                    <p:set>
                                      <p:cBhvr>
                                        <p:cTn id="20" dur="6400" fill="hold">
                                          <p:stCondLst>
                                            <p:cond delay="0"/>
                                          </p:stCondLst>
                                        </p:cTn>
                                        <p:tgtEl>
                                          <p:spTgt spid="36"/>
                                        </p:tgtEl>
                                        <p:attrNameLst>
                                          <p:attrName>style.visibility</p:attrName>
                                        </p:attrNameLst>
                                      </p:cBhvr>
                                      <p:to>
                                        <p:strVal val="visible"/>
                                      </p:to>
                                    </p:set>
                                    <p:anim calcmode="lin" valueType="num">
                                      <p:cBhvr>
                                        <p:cTn id="21" dur="6400" fill="hold"/>
                                        <p:tgtEl>
                                          <p:spTgt spid="36"/>
                                        </p:tgtEl>
                                        <p:attrNameLst>
                                          <p:attrName>ppt_w</p:attrName>
                                        </p:attrNameLst>
                                      </p:cBhvr>
                                      <p:tavLst>
                                        <p:tav tm="0">
                                          <p:val>
                                            <p:fltVal val="0"/>
                                          </p:val>
                                        </p:tav>
                                        <p:tav tm="100000">
                                          <p:val>
                                            <p:strVal val="#ppt_w"/>
                                          </p:val>
                                        </p:tav>
                                      </p:tavLst>
                                    </p:anim>
                                    <p:anim calcmode="lin" valueType="num">
                                      <p:cBhvr>
                                        <p:cTn id="22" dur="6400" fill="hold"/>
                                        <p:tgtEl>
                                          <p:spTgt spid="36"/>
                                        </p:tgtEl>
                                        <p:attrNameLst>
                                          <p:attrName>ppt_h</p:attrName>
                                        </p:attrNameLst>
                                      </p:cBhvr>
                                      <p:tavLst>
                                        <p:tav tm="0">
                                          <p:val>
                                            <p:fltVal val="0"/>
                                          </p:val>
                                        </p:tav>
                                        <p:tav tm="100000">
                                          <p:val>
                                            <p:strVal val="#ppt_h"/>
                                          </p:val>
                                        </p:tav>
                                      </p:tavLst>
                                    </p:anim>
                                    <p:animEffect transition="in" filter="fade">
                                      <p:cBhvr>
                                        <p:cTn id="23" dur="6400"/>
                                        <p:tgtEl>
                                          <p:spTgt spid="36"/>
                                        </p:tgtEl>
                                      </p:cBhvr>
                                    </p:animEffect>
                                    <p:anim calcmode="lin" valueType="num">
                                      <p:cBhvr>
                                        <p:cTn id="24" dur="6400" fill="hold"/>
                                        <p:tgtEl>
                                          <p:spTgt spid="36"/>
                                        </p:tgtEl>
                                        <p:attrNameLst>
                                          <p:attrName>ppt_x</p:attrName>
                                        </p:attrNameLst>
                                      </p:cBhvr>
                                      <p:tavLst>
                                        <p:tav tm="0">
                                          <p:val>
                                            <p:fltVal val="0.5"/>
                                          </p:val>
                                        </p:tav>
                                        <p:tav tm="100000">
                                          <p:val>
                                            <p:strVal val="#ppt_x"/>
                                          </p:val>
                                        </p:tav>
                                      </p:tavLst>
                                    </p:anim>
                                    <p:anim calcmode="lin" valueType="num">
                                      <p:cBhvr>
                                        <p:cTn id="25" dur="6400" fill="hold"/>
                                        <p:tgtEl>
                                          <p:spTgt spid="36"/>
                                        </p:tgtEl>
                                        <p:attrNameLst>
                                          <p:attrName>ppt_y</p:attrName>
                                        </p:attrNameLst>
                                      </p:cBhvr>
                                      <p:tavLst>
                                        <p:tav tm="0">
                                          <p:val>
                                            <p:fltVal val="0.5"/>
                                          </p:val>
                                        </p:tav>
                                        <p:tav tm="100000">
                                          <p:val>
                                            <p:strVal val="#ppt_y"/>
                                          </p:val>
                                        </p:tav>
                                      </p:tavLst>
                                    </p:anim>
                                  </p:childTnLst>
                                </p:cTn>
                              </p:par>
                              <p:par>
                                <p:cTn id="26" presetID="53" presetClass="entr" presetSubtype="528" repeatCount="indefinite" fill="hold" grpId="0" nodeType="withEffect">
                                  <p:stCondLst>
                                    <p:cond delay="300"/>
                                  </p:stCondLst>
                                  <p:childTnLst>
                                    <p:set>
                                      <p:cBhvr>
                                        <p:cTn id="27" dur="5800" fill="hold">
                                          <p:stCondLst>
                                            <p:cond delay="0"/>
                                          </p:stCondLst>
                                        </p:cTn>
                                        <p:tgtEl>
                                          <p:spTgt spid="37"/>
                                        </p:tgtEl>
                                        <p:attrNameLst>
                                          <p:attrName>style.visibility</p:attrName>
                                        </p:attrNameLst>
                                      </p:cBhvr>
                                      <p:to>
                                        <p:strVal val="visible"/>
                                      </p:to>
                                    </p:set>
                                    <p:anim calcmode="lin" valueType="num">
                                      <p:cBhvr>
                                        <p:cTn id="28" dur="5800" fill="hold"/>
                                        <p:tgtEl>
                                          <p:spTgt spid="37"/>
                                        </p:tgtEl>
                                        <p:attrNameLst>
                                          <p:attrName>ppt_w</p:attrName>
                                        </p:attrNameLst>
                                      </p:cBhvr>
                                      <p:tavLst>
                                        <p:tav tm="0">
                                          <p:val>
                                            <p:fltVal val="0"/>
                                          </p:val>
                                        </p:tav>
                                        <p:tav tm="100000">
                                          <p:val>
                                            <p:strVal val="#ppt_w"/>
                                          </p:val>
                                        </p:tav>
                                      </p:tavLst>
                                    </p:anim>
                                    <p:anim calcmode="lin" valueType="num">
                                      <p:cBhvr>
                                        <p:cTn id="29" dur="5800" fill="hold"/>
                                        <p:tgtEl>
                                          <p:spTgt spid="37"/>
                                        </p:tgtEl>
                                        <p:attrNameLst>
                                          <p:attrName>ppt_h</p:attrName>
                                        </p:attrNameLst>
                                      </p:cBhvr>
                                      <p:tavLst>
                                        <p:tav tm="0">
                                          <p:val>
                                            <p:fltVal val="0"/>
                                          </p:val>
                                        </p:tav>
                                        <p:tav tm="100000">
                                          <p:val>
                                            <p:strVal val="#ppt_h"/>
                                          </p:val>
                                        </p:tav>
                                      </p:tavLst>
                                    </p:anim>
                                    <p:animEffect transition="in" filter="fade">
                                      <p:cBhvr>
                                        <p:cTn id="30" dur="5800"/>
                                        <p:tgtEl>
                                          <p:spTgt spid="37"/>
                                        </p:tgtEl>
                                      </p:cBhvr>
                                    </p:animEffect>
                                    <p:anim calcmode="lin" valueType="num">
                                      <p:cBhvr>
                                        <p:cTn id="31" dur="5800" fill="hold"/>
                                        <p:tgtEl>
                                          <p:spTgt spid="37"/>
                                        </p:tgtEl>
                                        <p:attrNameLst>
                                          <p:attrName>ppt_x</p:attrName>
                                        </p:attrNameLst>
                                      </p:cBhvr>
                                      <p:tavLst>
                                        <p:tav tm="0">
                                          <p:val>
                                            <p:fltVal val="0.5"/>
                                          </p:val>
                                        </p:tav>
                                        <p:tav tm="100000">
                                          <p:val>
                                            <p:strVal val="#ppt_x"/>
                                          </p:val>
                                        </p:tav>
                                      </p:tavLst>
                                    </p:anim>
                                    <p:anim calcmode="lin" valueType="num">
                                      <p:cBhvr>
                                        <p:cTn id="32" dur="5800" fill="hold"/>
                                        <p:tgtEl>
                                          <p:spTgt spid="37"/>
                                        </p:tgtEl>
                                        <p:attrNameLst>
                                          <p:attrName>ppt_y</p:attrName>
                                        </p:attrNameLst>
                                      </p:cBhvr>
                                      <p:tavLst>
                                        <p:tav tm="0">
                                          <p:val>
                                            <p:fltVal val="0.5"/>
                                          </p:val>
                                        </p:tav>
                                        <p:tav tm="100000">
                                          <p:val>
                                            <p:strVal val="#ppt_y"/>
                                          </p:val>
                                        </p:tav>
                                      </p:tavLst>
                                    </p:anim>
                                  </p:childTnLst>
                                </p:cTn>
                              </p:par>
                              <p:par>
                                <p:cTn id="33" presetID="53" presetClass="entr" presetSubtype="528" repeatCount="indefinite" fill="hold" grpId="0" nodeType="withEffect">
                                  <p:stCondLst>
                                    <p:cond delay="100"/>
                                  </p:stCondLst>
                                  <p:childTnLst>
                                    <p:set>
                                      <p:cBhvr>
                                        <p:cTn id="34" dur="6000" fill="hold">
                                          <p:stCondLst>
                                            <p:cond delay="0"/>
                                          </p:stCondLst>
                                        </p:cTn>
                                        <p:tgtEl>
                                          <p:spTgt spid="78"/>
                                        </p:tgtEl>
                                        <p:attrNameLst>
                                          <p:attrName>style.visibility</p:attrName>
                                        </p:attrNameLst>
                                      </p:cBhvr>
                                      <p:to>
                                        <p:strVal val="visible"/>
                                      </p:to>
                                    </p:set>
                                    <p:anim calcmode="lin" valueType="num">
                                      <p:cBhvr>
                                        <p:cTn id="35" dur="6000" fill="hold"/>
                                        <p:tgtEl>
                                          <p:spTgt spid="78"/>
                                        </p:tgtEl>
                                        <p:attrNameLst>
                                          <p:attrName>ppt_w</p:attrName>
                                        </p:attrNameLst>
                                      </p:cBhvr>
                                      <p:tavLst>
                                        <p:tav tm="0">
                                          <p:val>
                                            <p:fltVal val="0"/>
                                          </p:val>
                                        </p:tav>
                                        <p:tav tm="100000">
                                          <p:val>
                                            <p:strVal val="#ppt_w"/>
                                          </p:val>
                                        </p:tav>
                                      </p:tavLst>
                                    </p:anim>
                                    <p:anim calcmode="lin" valueType="num">
                                      <p:cBhvr>
                                        <p:cTn id="36" dur="6000" fill="hold"/>
                                        <p:tgtEl>
                                          <p:spTgt spid="78"/>
                                        </p:tgtEl>
                                        <p:attrNameLst>
                                          <p:attrName>ppt_h</p:attrName>
                                        </p:attrNameLst>
                                      </p:cBhvr>
                                      <p:tavLst>
                                        <p:tav tm="0">
                                          <p:val>
                                            <p:fltVal val="0"/>
                                          </p:val>
                                        </p:tav>
                                        <p:tav tm="100000">
                                          <p:val>
                                            <p:strVal val="#ppt_h"/>
                                          </p:val>
                                        </p:tav>
                                      </p:tavLst>
                                    </p:anim>
                                    <p:animEffect transition="in" filter="fade">
                                      <p:cBhvr>
                                        <p:cTn id="37" dur="6000"/>
                                        <p:tgtEl>
                                          <p:spTgt spid="78"/>
                                        </p:tgtEl>
                                      </p:cBhvr>
                                    </p:animEffect>
                                    <p:anim calcmode="lin" valueType="num">
                                      <p:cBhvr>
                                        <p:cTn id="38" dur="6000" fill="hold"/>
                                        <p:tgtEl>
                                          <p:spTgt spid="78"/>
                                        </p:tgtEl>
                                        <p:attrNameLst>
                                          <p:attrName>ppt_x</p:attrName>
                                        </p:attrNameLst>
                                      </p:cBhvr>
                                      <p:tavLst>
                                        <p:tav tm="0">
                                          <p:val>
                                            <p:fltVal val="0.5"/>
                                          </p:val>
                                        </p:tav>
                                        <p:tav tm="100000">
                                          <p:val>
                                            <p:strVal val="#ppt_x"/>
                                          </p:val>
                                        </p:tav>
                                      </p:tavLst>
                                    </p:anim>
                                    <p:anim calcmode="lin" valueType="num">
                                      <p:cBhvr>
                                        <p:cTn id="39" dur="6000" fill="hold"/>
                                        <p:tgtEl>
                                          <p:spTgt spid="78"/>
                                        </p:tgtEl>
                                        <p:attrNameLst>
                                          <p:attrName>ppt_y</p:attrName>
                                        </p:attrNameLst>
                                      </p:cBhvr>
                                      <p:tavLst>
                                        <p:tav tm="0">
                                          <p:val>
                                            <p:fltVal val="0.5"/>
                                          </p:val>
                                        </p:tav>
                                        <p:tav tm="100000">
                                          <p:val>
                                            <p:strVal val="#ppt_y"/>
                                          </p:val>
                                        </p:tav>
                                      </p:tavLst>
                                    </p:anim>
                                  </p:childTnLst>
                                </p:cTn>
                              </p:par>
                              <p:par>
                                <p:cTn id="40" presetID="53" presetClass="entr" presetSubtype="528" repeatCount="indefinite" fill="hold" grpId="0" nodeType="withEffect">
                                  <p:stCondLst>
                                    <p:cond delay="300"/>
                                  </p:stCondLst>
                                  <p:childTnLst>
                                    <p:set>
                                      <p:cBhvr>
                                        <p:cTn id="41" dur="6800" fill="hold">
                                          <p:stCondLst>
                                            <p:cond delay="0"/>
                                          </p:stCondLst>
                                        </p:cTn>
                                        <p:tgtEl>
                                          <p:spTgt spid="97"/>
                                        </p:tgtEl>
                                        <p:attrNameLst>
                                          <p:attrName>style.visibility</p:attrName>
                                        </p:attrNameLst>
                                      </p:cBhvr>
                                      <p:to>
                                        <p:strVal val="visible"/>
                                      </p:to>
                                    </p:set>
                                    <p:anim calcmode="lin" valueType="num">
                                      <p:cBhvr>
                                        <p:cTn id="42" dur="6800" fill="hold"/>
                                        <p:tgtEl>
                                          <p:spTgt spid="97"/>
                                        </p:tgtEl>
                                        <p:attrNameLst>
                                          <p:attrName>ppt_w</p:attrName>
                                        </p:attrNameLst>
                                      </p:cBhvr>
                                      <p:tavLst>
                                        <p:tav tm="0">
                                          <p:val>
                                            <p:fltVal val="0"/>
                                          </p:val>
                                        </p:tav>
                                        <p:tav tm="100000">
                                          <p:val>
                                            <p:strVal val="#ppt_w"/>
                                          </p:val>
                                        </p:tav>
                                      </p:tavLst>
                                    </p:anim>
                                    <p:anim calcmode="lin" valueType="num">
                                      <p:cBhvr>
                                        <p:cTn id="43" dur="6800" fill="hold"/>
                                        <p:tgtEl>
                                          <p:spTgt spid="97"/>
                                        </p:tgtEl>
                                        <p:attrNameLst>
                                          <p:attrName>ppt_h</p:attrName>
                                        </p:attrNameLst>
                                      </p:cBhvr>
                                      <p:tavLst>
                                        <p:tav tm="0">
                                          <p:val>
                                            <p:fltVal val="0"/>
                                          </p:val>
                                        </p:tav>
                                        <p:tav tm="100000">
                                          <p:val>
                                            <p:strVal val="#ppt_h"/>
                                          </p:val>
                                        </p:tav>
                                      </p:tavLst>
                                    </p:anim>
                                    <p:animEffect transition="in" filter="fade">
                                      <p:cBhvr>
                                        <p:cTn id="44" dur="6800"/>
                                        <p:tgtEl>
                                          <p:spTgt spid="97"/>
                                        </p:tgtEl>
                                      </p:cBhvr>
                                    </p:animEffect>
                                    <p:anim calcmode="lin" valueType="num">
                                      <p:cBhvr>
                                        <p:cTn id="45" dur="6800" fill="hold"/>
                                        <p:tgtEl>
                                          <p:spTgt spid="97"/>
                                        </p:tgtEl>
                                        <p:attrNameLst>
                                          <p:attrName>ppt_x</p:attrName>
                                        </p:attrNameLst>
                                      </p:cBhvr>
                                      <p:tavLst>
                                        <p:tav tm="0">
                                          <p:val>
                                            <p:fltVal val="0.5"/>
                                          </p:val>
                                        </p:tav>
                                        <p:tav tm="100000">
                                          <p:val>
                                            <p:strVal val="#ppt_x"/>
                                          </p:val>
                                        </p:tav>
                                      </p:tavLst>
                                    </p:anim>
                                    <p:anim calcmode="lin" valueType="num">
                                      <p:cBhvr>
                                        <p:cTn id="46" dur="6800" fill="hold"/>
                                        <p:tgtEl>
                                          <p:spTgt spid="97"/>
                                        </p:tgtEl>
                                        <p:attrNameLst>
                                          <p:attrName>ppt_y</p:attrName>
                                        </p:attrNameLst>
                                      </p:cBhvr>
                                      <p:tavLst>
                                        <p:tav tm="0">
                                          <p:val>
                                            <p:fltVal val="0.5"/>
                                          </p:val>
                                        </p:tav>
                                        <p:tav tm="100000">
                                          <p:val>
                                            <p:strVal val="#ppt_y"/>
                                          </p:val>
                                        </p:tav>
                                      </p:tavLst>
                                    </p:anim>
                                  </p:childTnLst>
                                </p:cTn>
                              </p:par>
                              <p:par>
                                <p:cTn id="47" presetID="53" presetClass="entr" presetSubtype="528" repeatCount="indefinite" fill="hold" grpId="0" nodeType="withEffect">
                                  <p:stCondLst>
                                    <p:cond delay="244"/>
                                  </p:stCondLst>
                                  <p:childTnLst>
                                    <p:set>
                                      <p:cBhvr>
                                        <p:cTn id="48" dur="1" fill="hold">
                                          <p:stCondLst>
                                            <p:cond delay="0"/>
                                          </p:stCondLst>
                                        </p:cTn>
                                        <p:tgtEl>
                                          <p:spTgt spid="98"/>
                                        </p:tgtEl>
                                        <p:attrNameLst>
                                          <p:attrName>style.visibility</p:attrName>
                                        </p:attrNameLst>
                                      </p:cBhvr>
                                      <p:to>
                                        <p:strVal val="visible"/>
                                      </p:to>
                                    </p:set>
                                    <p:anim calcmode="lin" valueType="num">
                                      <p:cBhvr>
                                        <p:cTn id="49" dur="5153" fill="hold"/>
                                        <p:tgtEl>
                                          <p:spTgt spid="98"/>
                                        </p:tgtEl>
                                        <p:attrNameLst>
                                          <p:attrName>ppt_w</p:attrName>
                                        </p:attrNameLst>
                                      </p:cBhvr>
                                      <p:tavLst>
                                        <p:tav tm="0">
                                          <p:val>
                                            <p:fltVal val="0"/>
                                          </p:val>
                                        </p:tav>
                                        <p:tav tm="100000">
                                          <p:val>
                                            <p:strVal val="#ppt_w"/>
                                          </p:val>
                                        </p:tav>
                                      </p:tavLst>
                                    </p:anim>
                                    <p:anim calcmode="lin" valueType="num">
                                      <p:cBhvr>
                                        <p:cTn id="50" dur="5153" fill="hold"/>
                                        <p:tgtEl>
                                          <p:spTgt spid="98"/>
                                        </p:tgtEl>
                                        <p:attrNameLst>
                                          <p:attrName>ppt_h</p:attrName>
                                        </p:attrNameLst>
                                      </p:cBhvr>
                                      <p:tavLst>
                                        <p:tav tm="0">
                                          <p:val>
                                            <p:fltVal val="0"/>
                                          </p:val>
                                        </p:tav>
                                        <p:tav tm="100000">
                                          <p:val>
                                            <p:strVal val="#ppt_h"/>
                                          </p:val>
                                        </p:tav>
                                      </p:tavLst>
                                    </p:anim>
                                    <p:animEffect transition="in" filter="fade">
                                      <p:cBhvr>
                                        <p:cTn id="51" dur="5153"/>
                                        <p:tgtEl>
                                          <p:spTgt spid="98"/>
                                        </p:tgtEl>
                                      </p:cBhvr>
                                    </p:animEffect>
                                    <p:anim calcmode="lin" valueType="num">
                                      <p:cBhvr>
                                        <p:cTn id="52" dur="5153" fill="hold"/>
                                        <p:tgtEl>
                                          <p:spTgt spid="98"/>
                                        </p:tgtEl>
                                        <p:attrNameLst>
                                          <p:attrName>ppt_x</p:attrName>
                                        </p:attrNameLst>
                                      </p:cBhvr>
                                      <p:tavLst>
                                        <p:tav tm="0">
                                          <p:val>
                                            <p:fltVal val="0.5"/>
                                          </p:val>
                                        </p:tav>
                                        <p:tav tm="100000">
                                          <p:val>
                                            <p:strVal val="#ppt_x"/>
                                          </p:val>
                                        </p:tav>
                                      </p:tavLst>
                                    </p:anim>
                                    <p:anim calcmode="lin" valueType="num">
                                      <p:cBhvr>
                                        <p:cTn id="53" dur="5153" fill="hold"/>
                                        <p:tgtEl>
                                          <p:spTgt spid="98"/>
                                        </p:tgtEl>
                                        <p:attrNameLst>
                                          <p:attrName>ppt_y</p:attrName>
                                        </p:attrNameLst>
                                      </p:cBhvr>
                                      <p:tavLst>
                                        <p:tav tm="0">
                                          <p:val>
                                            <p:fltVal val="0.5"/>
                                          </p:val>
                                        </p:tav>
                                        <p:tav tm="100000">
                                          <p:val>
                                            <p:strVal val="#ppt_y"/>
                                          </p:val>
                                        </p:tav>
                                      </p:tavLst>
                                    </p:anim>
                                  </p:childTnLst>
                                </p:cTn>
                              </p:par>
                              <p:par>
                                <p:cTn id="54" presetID="53" presetClass="entr" presetSubtype="528" repeatCount="indefinite" fill="hold" grpId="0" nodeType="withEffect">
                                  <p:stCondLst>
                                    <p:cond delay="1334"/>
                                  </p:stCondLst>
                                  <p:childTnLst>
                                    <p:set>
                                      <p:cBhvr>
                                        <p:cTn id="55" dur="1" fill="hold">
                                          <p:stCondLst>
                                            <p:cond delay="0"/>
                                          </p:stCondLst>
                                        </p:cTn>
                                        <p:tgtEl>
                                          <p:spTgt spid="109"/>
                                        </p:tgtEl>
                                        <p:attrNameLst>
                                          <p:attrName>style.visibility</p:attrName>
                                        </p:attrNameLst>
                                      </p:cBhvr>
                                      <p:to>
                                        <p:strVal val="visible"/>
                                      </p:to>
                                    </p:set>
                                    <p:anim calcmode="lin" valueType="num">
                                      <p:cBhvr>
                                        <p:cTn id="56" dur="6175" fill="hold"/>
                                        <p:tgtEl>
                                          <p:spTgt spid="109"/>
                                        </p:tgtEl>
                                        <p:attrNameLst>
                                          <p:attrName>ppt_w</p:attrName>
                                        </p:attrNameLst>
                                      </p:cBhvr>
                                      <p:tavLst>
                                        <p:tav tm="0">
                                          <p:val>
                                            <p:fltVal val="0"/>
                                          </p:val>
                                        </p:tav>
                                        <p:tav tm="100000">
                                          <p:val>
                                            <p:strVal val="#ppt_w"/>
                                          </p:val>
                                        </p:tav>
                                      </p:tavLst>
                                    </p:anim>
                                    <p:anim calcmode="lin" valueType="num">
                                      <p:cBhvr>
                                        <p:cTn id="57" dur="6175" fill="hold"/>
                                        <p:tgtEl>
                                          <p:spTgt spid="109"/>
                                        </p:tgtEl>
                                        <p:attrNameLst>
                                          <p:attrName>ppt_h</p:attrName>
                                        </p:attrNameLst>
                                      </p:cBhvr>
                                      <p:tavLst>
                                        <p:tav tm="0">
                                          <p:val>
                                            <p:fltVal val="0"/>
                                          </p:val>
                                        </p:tav>
                                        <p:tav tm="100000">
                                          <p:val>
                                            <p:strVal val="#ppt_h"/>
                                          </p:val>
                                        </p:tav>
                                      </p:tavLst>
                                    </p:anim>
                                    <p:animEffect transition="in" filter="fade">
                                      <p:cBhvr>
                                        <p:cTn id="58" dur="6175"/>
                                        <p:tgtEl>
                                          <p:spTgt spid="109"/>
                                        </p:tgtEl>
                                      </p:cBhvr>
                                    </p:animEffect>
                                    <p:anim calcmode="lin" valueType="num">
                                      <p:cBhvr>
                                        <p:cTn id="59" dur="6175" fill="hold"/>
                                        <p:tgtEl>
                                          <p:spTgt spid="109"/>
                                        </p:tgtEl>
                                        <p:attrNameLst>
                                          <p:attrName>ppt_x</p:attrName>
                                        </p:attrNameLst>
                                      </p:cBhvr>
                                      <p:tavLst>
                                        <p:tav tm="0">
                                          <p:val>
                                            <p:fltVal val="0.5"/>
                                          </p:val>
                                        </p:tav>
                                        <p:tav tm="100000">
                                          <p:val>
                                            <p:strVal val="#ppt_x"/>
                                          </p:val>
                                        </p:tav>
                                      </p:tavLst>
                                    </p:anim>
                                    <p:anim calcmode="lin" valueType="num">
                                      <p:cBhvr>
                                        <p:cTn id="60" dur="6175" fill="hold"/>
                                        <p:tgtEl>
                                          <p:spTgt spid="109"/>
                                        </p:tgtEl>
                                        <p:attrNameLst>
                                          <p:attrName>ppt_y</p:attrName>
                                        </p:attrNameLst>
                                      </p:cBhvr>
                                      <p:tavLst>
                                        <p:tav tm="0">
                                          <p:val>
                                            <p:fltVal val="0.5"/>
                                          </p:val>
                                        </p:tav>
                                        <p:tav tm="100000">
                                          <p:val>
                                            <p:strVal val="#ppt_y"/>
                                          </p:val>
                                        </p:tav>
                                      </p:tavLst>
                                    </p:anim>
                                  </p:childTnLst>
                                </p:cTn>
                              </p:par>
                              <p:par>
                                <p:cTn id="61" presetID="53" presetClass="entr" presetSubtype="528" repeatCount="indefinite" fill="hold" grpId="0" nodeType="withEffect">
                                  <p:stCondLst>
                                    <p:cond delay="1892"/>
                                  </p:stCondLst>
                                  <p:childTnLst>
                                    <p:set>
                                      <p:cBhvr>
                                        <p:cTn id="62" dur="1" fill="hold">
                                          <p:stCondLst>
                                            <p:cond delay="0"/>
                                          </p:stCondLst>
                                        </p:cTn>
                                        <p:tgtEl>
                                          <p:spTgt spid="134"/>
                                        </p:tgtEl>
                                        <p:attrNameLst>
                                          <p:attrName>style.visibility</p:attrName>
                                        </p:attrNameLst>
                                      </p:cBhvr>
                                      <p:to>
                                        <p:strVal val="visible"/>
                                      </p:to>
                                    </p:set>
                                    <p:anim calcmode="lin" valueType="num">
                                      <p:cBhvr>
                                        <p:cTn id="63" dur="5142" fill="hold"/>
                                        <p:tgtEl>
                                          <p:spTgt spid="134"/>
                                        </p:tgtEl>
                                        <p:attrNameLst>
                                          <p:attrName>ppt_w</p:attrName>
                                        </p:attrNameLst>
                                      </p:cBhvr>
                                      <p:tavLst>
                                        <p:tav tm="0">
                                          <p:val>
                                            <p:fltVal val="0"/>
                                          </p:val>
                                        </p:tav>
                                        <p:tav tm="100000">
                                          <p:val>
                                            <p:strVal val="#ppt_w"/>
                                          </p:val>
                                        </p:tav>
                                      </p:tavLst>
                                    </p:anim>
                                    <p:anim calcmode="lin" valueType="num">
                                      <p:cBhvr>
                                        <p:cTn id="64" dur="5142" fill="hold"/>
                                        <p:tgtEl>
                                          <p:spTgt spid="134"/>
                                        </p:tgtEl>
                                        <p:attrNameLst>
                                          <p:attrName>ppt_h</p:attrName>
                                        </p:attrNameLst>
                                      </p:cBhvr>
                                      <p:tavLst>
                                        <p:tav tm="0">
                                          <p:val>
                                            <p:fltVal val="0"/>
                                          </p:val>
                                        </p:tav>
                                        <p:tav tm="100000">
                                          <p:val>
                                            <p:strVal val="#ppt_h"/>
                                          </p:val>
                                        </p:tav>
                                      </p:tavLst>
                                    </p:anim>
                                    <p:animEffect transition="in" filter="fade">
                                      <p:cBhvr>
                                        <p:cTn id="65" dur="5142"/>
                                        <p:tgtEl>
                                          <p:spTgt spid="134"/>
                                        </p:tgtEl>
                                      </p:cBhvr>
                                    </p:animEffect>
                                    <p:anim calcmode="lin" valueType="num">
                                      <p:cBhvr>
                                        <p:cTn id="66" dur="5142" fill="hold"/>
                                        <p:tgtEl>
                                          <p:spTgt spid="134"/>
                                        </p:tgtEl>
                                        <p:attrNameLst>
                                          <p:attrName>ppt_x</p:attrName>
                                        </p:attrNameLst>
                                      </p:cBhvr>
                                      <p:tavLst>
                                        <p:tav tm="0">
                                          <p:val>
                                            <p:fltVal val="0.5"/>
                                          </p:val>
                                        </p:tav>
                                        <p:tav tm="100000">
                                          <p:val>
                                            <p:strVal val="#ppt_x"/>
                                          </p:val>
                                        </p:tav>
                                      </p:tavLst>
                                    </p:anim>
                                    <p:anim calcmode="lin" valueType="num">
                                      <p:cBhvr>
                                        <p:cTn id="67" dur="5142" fill="hold"/>
                                        <p:tgtEl>
                                          <p:spTgt spid="134"/>
                                        </p:tgtEl>
                                        <p:attrNameLst>
                                          <p:attrName>ppt_y</p:attrName>
                                        </p:attrNameLst>
                                      </p:cBhvr>
                                      <p:tavLst>
                                        <p:tav tm="0">
                                          <p:val>
                                            <p:fltVal val="0.5"/>
                                          </p:val>
                                        </p:tav>
                                        <p:tav tm="100000">
                                          <p:val>
                                            <p:strVal val="#ppt_y"/>
                                          </p:val>
                                        </p:tav>
                                      </p:tavLst>
                                    </p:anim>
                                  </p:childTnLst>
                                </p:cTn>
                              </p:par>
                              <p:par>
                                <p:cTn id="68" presetID="53" presetClass="entr" presetSubtype="528" repeatCount="indefinite" fill="hold" grpId="0" nodeType="withEffect">
                                  <p:stCondLst>
                                    <p:cond delay="907"/>
                                  </p:stCondLst>
                                  <p:childTnLst>
                                    <p:set>
                                      <p:cBhvr>
                                        <p:cTn id="69" dur="1" fill="hold">
                                          <p:stCondLst>
                                            <p:cond delay="0"/>
                                          </p:stCondLst>
                                        </p:cTn>
                                        <p:tgtEl>
                                          <p:spTgt spid="135"/>
                                        </p:tgtEl>
                                        <p:attrNameLst>
                                          <p:attrName>style.visibility</p:attrName>
                                        </p:attrNameLst>
                                      </p:cBhvr>
                                      <p:to>
                                        <p:strVal val="visible"/>
                                      </p:to>
                                    </p:set>
                                    <p:anim calcmode="lin" valueType="num">
                                      <p:cBhvr>
                                        <p:cTn id="70" dur="5232" fill="hold"/>
                                        <p:tgtEl>
                                          <p:spTgt spid="135"/>
                                        </p:tgtEl>
                                        <p:attrNameLst>
                                          <p:attrName>ppt_w</p:attrName>
                                        </p:attrNameLst>
                                      </p:cBhvr>
                                      <p:tavLst>
                                        <p:tav tm="0">
                                          <p:val>
                                            <p:fltVal val="0"/>
                                          </p:val>
                                        </p:tav>
                                        <p:tav tm="100000">
                                          <p:val>
                                            <p:strVal val="#ppt_w"/>
                                          </p:val>
                                        </p:tav>
                                      </p:tavLst>
                                    </p:anim>
                                    <p:anim calcmode="lin" valueType="num">
                                      <p:cBhvr>
                                        <p:cTn id="71" dur="5232" fill="hold"/>
                                        <p:tgtEl>
                                          <p:spTgt spid="135"/>
                                        </p:tgtEl>
                                        <p:attrNameLst>
                                          <p:attrName>ppt_h</p:attrName>
                                        </p:attrNameLst>
                                      </p:cBhvr>
                                      <p:tavLst>
                                        <p:tav tm="0">
                                          <p:val>
                                            <p:fltVal val="0"/>
                                          </p:val>
                                        </p:tav>
                                        <p:tav tm="100000">
                                          <p:val>
                                            <p:strVal val="#ppt_h"/>
                                          </p:val>
                                        </p:tav>
                                      </p:tavLst>
                                    </p:anim>
                                    <p:animEffect transition="in" filter="fade">
                                      <p:cBhvr>
                                        <p:cTn id="72" dur="5232"/>
                                        <p:tgtEl>
                                          <p:spTgt spid="135"/>
                                        </p:tgtEl>
                                      </p:cBhvr>
                                    </p:animEffect>
                                    <p:anim calcmode="lin" valueType="num">
                                      <p:cBhvr>
                                        <p:cTn id="73" dur="5232" fill="hold"/>
                                        <p:tgtEl>
                                          <p:spTgt spid="135"/>
                                        </p:tgtEl>
                                        <p:attrNameLst>
                                          <p:attrName>ppt_x</p:attrName>
                                        </p:attrNameLst>
                                      </p:cBhvr>
                                      <p:tavLst>
                                        <p:tav tm="0">
                                          <p:val>
                                            <p:fltVal val="0.5"/>
                                          </p:val>
                                        </p:tav>
                                        <p:tav tm="100000">
                                          <p:val>
                                            <p:strVal val="#ppt_x"/>
                                          </p:val>
                                        </p:tav>
                                      </p:tavLst>
                                    </p:anim>
                                    <p:anim calcmode="lin" valueType="num">
                                      <p:cBhvr>
                                        <p:cTn id="74" dur="5232" fill="hold"/>
                                        <p:tgtEl>
                                          <p:spTgt spid="135"/>
                                        </p:tgtEl>
                                        <p:attrNameLst>
                                          <p:attrName>ppt_y</p:attrName>
                                        </p:attrNameLst>
                                      </p:cBhvr>
                                      <p:tavLst>
                                        <p:tav tm="0">
                                          <p:val>
                                            <p:fltVal val="0.5"/>
                                          </p:val>
                                        </p:tav>
                                        <p:tav tm="100000">
                                          <p:val>
                                            <p:strVal val="#ppt_y"/>
                                          </p:val>
                                        </p:tav>
                                      </p:tavLst>
                                    </p:anim>
                                  </p:childTnLst>
                                </p:cTn>
                              </p:par>
                              <p:par>
                                <p:cTn id="75" presetID="53" presetClass="entr" presetSubtype="528" repeatCount="indefinite" fill="hold" grpId="0" nodeType="withEffect">
                                  <p:stCondLst>
                                    <p:cond delay="317"/>
                                  </p:stCondLst>
                                  <p:childTnLst>
                                    <p:set>
                                      <p:cBhvr>
                                        <p:cTn id="76" dur="1" fill="hold">
                                          <p:stCondLst>
                                            <p:cond delay="0"/>
                                          </p:stCondLst>
                                        </p:cTn>
                                        <p:tgtEl>
                                          <p:spTgt spid="136"/>
                                        </p:tgtEl>
                                        <p:attrNameLst>
                                          <p:attrName>style.visibility</p:attrName>
                                        </p:attrNameLst>
                                      </p:cBhvr>
                                      <p:to>
                                        <p:strVal val="visible"/>
                                      </p:to>
                                    </p:set>
                                    <p:anim calcmode="lin" valueType="num">
                                      <p:cBhvr>
                                        <p:cTn id="77" dur="5737" fill="hold"/>
                                        <p:tgtEl>
                                          <p:spTgt spid="136"/>
                                        </p:tgtEl>
                                        <p:attrNameLst>
                                          <p:attrName>ppt_w</p:attrName>
                                        </p:attrNameLst>
                                      </p:cBhvr>
                                      <p:tavLst>
                                        <p:tav tm="0">
                                          <p:val>
                                            <p:fltVal val="0"/>
                                          </p:val>
                                        </p:tav>
                                        <p:tav tm="100000">
                                          <p:val>
                                            <p:strVal val="#ppt_w"/>
                                          </p:val>
                                        </p:tav>
                                      </p:tavLst>
                                    </p:anim>
                                    <p:anim calcmode="lin" valueType="num">
                                      <p:cBhvr>
                                        <p:cTn id="78" dur="5737" fill="hold"/>
                                        <p:tgtEl>
                                          <p:spTgt spid="136"/>
                                        </p:tgtEl>
                                        <p:attrNameLst>
                                          <p:attrName>ppt_h</p:attrName>
                                        </p:attrNameLst>
                                      </p:cBhvr>
                                      <p:tavLst>
                                        <p:tav tm="0">
                                          <p:val>
                                            <p:fltVal val="0"/>
                                          </p:val>
                                        </p:tav>
                                        <p:tav tm="100000">
                                          <p:val>
                                            <p:strVal val="#ppt_h"/>
                                          </p:val>
                                        </p:tav>
                                      </p:tavLst>
                                    </p:anim>
                                    <p:animEffect transition="in" filter="fade">
                                      <p:cBhvr>
                                        <p:cTn id="79" dur="5737"/>
                                        <p:tgtEl>
                                          <p:spTgt spid="136"/>
                                        </p:tgtEl>
                                      </p:cBhvr>
                                    </p:animEffect>
                                    <p:anim calcmode="lin" valueType="num">
                                      <p:cBhvr>
                                        <p:cTn id="80" dur="5737" fill="hold"/>
                                        <p:tgtEl>
                                          <p:spTgt spid="136"/>
                                        </p:tgtEl>
                                        <p:attrNameLst>
                                          <p:attrName>ppt_x</p:attrName>
                                        </p:attrNameLst>
                                      </p:cBhvr>
                                      <p:tavLst>
                                        <p:tav tm="0">
                                          <p:val>
                                            <p:fltVal val="0.5"/>
                                          </p:val>
                                        </p:tav>
                                        <p:tav tm="100000">
                                          <p:val>
                                            <p:strVal val="#ppt_x"/>
                                          </p:val>
                                        </p:tav>
                                      </p:tavLst>
                                    </p:anim>
                                    <p:anim calcmode="lin" valueType="num">
                                      <p:cBhvr>
                                        <p:cTn id="81" dur="5737" fill="hold"/>
                                        <p:tgtEl>
                                          <p:spTgt spid="136"/>
                                        </p:tgtEl>
                                        <p:attrNameLst>
                                          <p:attrName>ppt_y</p:attrName>
                                        </p:attrNameLst>
                                      </p:cBhvr>
                                      <p:tavLst>
                                        <p:tav tm="0">
                                          <p:val>
                                            <p:fltVal val="0.5"/>
                                          </p:val>
                                        </p:tav>
                                        <p:tav tm="100000">
                                          <p:val>
                                            <p:strVal val="#ppt_y"/>
                                          </p:val>
                                        </p:tav>
                                      </p:tavLst>
                                    </p:anim>
                                  </p:childTnLst>
                                </p:cTn>
                              </p:par>
                              <p:par>
                                <p:cTn id="82" presetID="53" presetClass="entr" presetSubtype="528" repeatCount="indefinite" fill="hold" grpId="0" nodeType="withEffect">
                                  <p:stCondLst>
                                    <p:cond delay="1699"/>
                                  </p:stCondLst>
                                  <p:childTnLst>
                                    <p:set>
                                      <p:cBhvr>
                                        <p:cTn id="83" dur="1" fill="hold">
                                          <p:stCondLst>
                                            <p:cond delay="0"/>
                                          </p:stCondLst>
                                        </p:cTn>
                                        <p:tgtEl>
                                          <p:spTgt spid="137"/>
                                        </p:tgtEl>
                                        <p:attrNameLst>
                                          <p:attrName>style.visibility</p:attrName>
                                        </p:attrNameLst>
                                      </p:cBhvr>
                                      <p:to>
                                        <p:strVal val="visible"/>
                                      </p:to>
                                    </p:set>
                                    <p:anim calcmode="lin" valueType="num">
                                      <p:cBhvr>
                                        <p:cTn id="84" dur="6663" fill="hold"/>
                                        <p:tgtEl>
                                          <p:spTgt spid="137"/>
                                        </p:tgtEl>
                                        <p:attrNameLst>
                                          <p:attrName>ppt_w</p:attrName>
                                        </p:attrNameLst>
                                      </p:cBhvr>
                                      <p:tavLst>
                                        <p:tav tm="0">
                                          <p:val>
                                            <p:fltVal val="0"/>
                                          </p:val>
                                        </p:tav>
                                        <p:tav tm="100000">
                                          <p:val>
                                            <p:strVal val="#ppt_w"/>
                                          </p:val>
                                        </p:tav>
                                      </p:tavLst>
                                    </p:anim>
                                    <p:anim calcmode="lin" valueType="num">
                                      <p:cBhvr>
                                        <p:cTn id="85" dur="6663" fill="hold"/>
                                        <p:tgtEl>
                                          <p:spTgt spid="137"/>
                                        </p:tgtEl>
                                        <p:attrNameLst>
                                          <p:attrName>ppt_h</p:attrName>
                                        </p:attrNameLst>
                                      </p:cBhvr>
                                      <p:tavLst>
                                        <p:tav tm="0">
                                          <p:val>
                                            <p:fltVal val="0"/>
                                          </p:val>
                                        </p:tav>
                                        <p:tav tm="100000">
                                          <p:val>
                                            <p:strVal val="#ppt_h"/>
                                          </p:val>
                                        </p:tav>
                                      </p:tavLst>
                                    </p:anim>
                                    <p:animEffect transition="in" filter="fade">
                                      <p:cBhvr>
                                        <p:cTn id="86" dur="6663"/>
                                        <p:tgtEl>
                                          <p:spTgt spid="137"/>
                                        </p:tgtEl>
                                      </p:cBhvr>
                                    </p:animEffect>
                                    <p:anim calcmode="lin" valueType="num">
                                      <p:cBhvr>
                                        <p:cTn id="87" dur="6663" fill="hold"/>
                                        <p:tgtEl>
                                          <p:spTgt spid="137"/>
                                        </p:tgtEl>
                                        <p:attrNameLst>
                                          <p:attrName>ppt_x</p:attrName>
                                        </p:attrNameLst>
                                      </p:cBhvr>
                                      <p:tavLst>
                                        <p:tav tm="0">
                                          <p:val>
                                            <p:fltVal val="0.5"/>
                                          </p:val>
                                        </p:tav>
                                        <p:tav tm="100000">
                                          <p:val>
                                            <p:strVal val="#ppt_x"/>
                                          </p:val>
                                        </p:tav>
                                      </p:tavLst>
                                    </p:anim>
                                    <p:anim calcmode="lin" valueType="num">
                                      <p:cBhvr>
                                        <p:cTn id="88" dur="6663" fill="hold"/>
                                        <p:tgtEl>
                                          <p:spTgt spid="137"/>
                                        </p:tgtEl>
                                        <p:attrNameLst>
                                          <p:attrName>ppt_y</p:attrName>
                                        </p:attrNameLst>
                                      </p:cBhvr>
                                      <p:tavLst>
                                        <p:tav tm="0">
                                          <p:val>
                                            <p:fltVal val="0.5"/>
                                          </p:val>
                                        </p:tav>
                                        <p:tav tm="100000">
                                          <p:val>
                                            <p:strVal val="#ppt_y"/>
                                          </p:val>
                                        </p:tav>
                                      </p:tavLst>
                                    </p:anim>
                                  </p:childTnLst>
                                </p:cTn>
                              </p:par>
                              <p:par>
                                <p:cTn id="89" presetID="53" presetClass="entr" presetSubtype="528" repeatCount="indefinite" fill="hold" grpId="0" nodeType="withEffect">
                                  <p:stCondLst>
                                    <p:cond delay="1993"/>
                                  </p:stCondLst>
                                  <p:childTnLst>
                                    <p:set>
                                      <p:cBhvr>
                                        <p:cTn id="90" dur="1" fill="hold">
                                          <p:stCondLst>
                                            <p:cond delay="0"/>
                                          </p:stCondLst>
                                        </p:cTn>
                                        <p:tgtEl>
                                          <p:spTgt spid="139"/>
                                        </p:tgtEl>
                                        <p:attrNameLst>
                                          <p:attrName>style.visibility</p:attrName>
                                        </p:attrNameLst>
                                      </p:cBhvr>
                                      <p:to>
                                        <p:strVal val="visible"/>
                                      </p:to>
                                    </p:set>
                                    <p:anim calcmode="lin" valueType="num">
                                      <p:cBhvr>
                                        <p:cTn id="91" dur="5240" fill="hold"/>
                                        <p:tgtEl>
                                          <p:spTgt spid="139"/>
                                        </p:tgtEl>
                                        <p:attrNameLst>
                                          <p:attrName>ppt_w</p:attrName>
                                        </p:attrNameLst>
                                      </p:cBhvr>
                                      <p:tavLst>
                                        <p:tav tm="0">
                                          <p:val>
                                            <p:fltVal val="0"/>
                                          </p:val>
                                        </p:tav>
                                        <p:tav tm="100000">
                                          <p:val>
                                            <p:strVal val="#ppt_w"/>
                                          </p:val>
                                        </p:tav>
                                      </p:tavLst>
                                    </p:anim>
                                    <p:anim calcmode="lin" valueType="num">
                                      <p:cBhvr>
                                        <p:cTn id="92" dur="5240" fill="hold"/>
                                        <p:tgtEl>
                                          <p:spTgt spid="139"/>
                                        </p:tgtEl>
                                        <p:attrNameLst>
                                          <p:attrName>ppt_h</p:attrName>
                                        </p:attrNameLst>
                                      </p:cBhvr>
                                      <p:tavLst>
                                        <p:tav tm="0">
                                          <p:val>
                                            <p:fltVal val="0"/>
                                          </p:val>
                                        </p:tav>
                                        <p:tav tm="100000">
                                          <p:val>
                                            <p:strVal val="#ppt_h"/>
                                          </p:val>
                                        </p:tav>
                                      </p:tavLst>
                                    </p:anim>
                                    <p:animEffect transition="in" filter="fade">
                                      <p:cBhvr>
                                        <p:cTn id="93" dur="5240"/>
                                        <p:tgtEl>
                                          <p:spTgt spid="139"/>
                                        </p:tgtEl>
                                      </p:cBhvr>
                                    </p:animEffect>
                                    <p:anim calcmode="lin" valueType="num">
                                      <p:cBhvr>
                                        <p:cTn id="94" dur="5240" fill="hold"/>
                                        <p:tgtEl>
                                          <p:spTgt spid="139"/>
                                        </p:tgtEl>
                                        <p:attrNameLst>
                                          <p:attrName>ppt_x</p:attrName>
                                        </p:attrNameLst>
                                      </p:cBhvr>
                                      <p:tavLst>
                                        <p:tav tm="0">
                                          <p:val>
                                            <p:fltVal val="0.5"/>
                                          </p:val>
                                        </p:tav>
                                        <p:tav tm="100000">
                                          <p:val>
                                            <p:strVal val="#ppt_x"/>
                                          </p:val>
                                        </p:tav>
                                      </p:tavLst>
                                    </p:anim>
                                    <p:anim calcmode="lin" valueType="num">
                                      <p:cBhvr>
                                        <p:cTn id="95" dur="5240" fill="hold"/>
                                        <p:tgtEl>
                                          <p:spTgt spid="139"/>
                                        </p:tgtEl>
                                        <p:attrNameLst>
                                          <p:attrName>ppt_y</p:attrName>
                                        </p:attrNameLst>
                                      </p:cBhvr>
                                      <p:tavLst>
                                        <p:tav tm="0">
                                          <p:val>
                                            <p:fltVal val="0.5"/>
                                          </p:val>
                                        </p:tav>
                                        <p:tav tm="100000">
                                          <p:val>
                                            <p:strVal val="#ppt_y"/>
                                          </p:val>
                                        </p:tav>
                                      </p:tavLst>
                                    </p:anim>
                                  </p:childTnLst>
                                </p:cTn>
                              </p:par>
                              <p:par>
                                <p:cTn id="96" presetID="53" presetClass="entr" presetSubtype="528" repeatCount="indefinite" fill="hold" grpId="0" nodeType="withEffect">
                                  <p:stCondLst>
                                    <p:cond delay="1408"/>
                                  </p:stCondLst>
                                  <p:childTnLst>
                                    <p:set>
                                      <p:cBhvr>
                                        <p:cTn id="97" dur="1" fill="hold">
                                          <p:stCondLst>
                                            <p:cond delay="0"/>
                                          </p:stCondLst>
                                        </p:cTn>
                                        <p:tgtEl>
                                          <p:spTgt spid="140"/>
                                        </p:tgtEl>
                                        <p:attrNameLst>
                                          <p:attrName>style.visibility</p:attrName>
                                        </p:attrNameLst>
                                      </p:cBhvr>
                                      <p:to>
                                        <p:strVal val="visible"/>
                                      </p:to>
                                    </p:set>
                                    <p:anim calcmode="lin" valueType="num">
                                      <p:cBhvr>
                                        <p:cTn id="98" dur="7466" fill="hold"/>
                                        <p:tgtEl>
                                          <p:spTgt spid="140"/>
                                        </p:tgtEl>
                                        <p:attrNameLst>
                                          <p:attrName>ppt_w</p:attrName>
                                        </p:attrNameLst>
                                      </p:cBhvr>
                                      <p:tavLst>
                                        <p:tav tm="0">
                                          <p:val>
                                            <p:fltVal val="0"/>
                                          </p:val>
                                        </p:tav>
                                        <p:tav tm="100000">
                                          <p:val>
                                            <p:strVal val="#ppt_w"/>
                                          </p:val>
                                        </p:tav>
                                      </p:tavLst>
                                    </p:anim>
                                    <p:anim calcmode="lin" valueType="num">
                                      <p:cBhvr>
                                        <p:cTn id="99" dur="7466" fill="hold"/>
                                        <p:tgtEl>
                                          <p:spTgt spid="140"/>
                                        </p:tgtEl>
                                        <p:attrNameLst>
                                          <p:attrName>ppt_h</p:attrName>
                                        </p:attrNameLst>
                                      </p:cBhvr>
                                      <p:tavLst>
                                        <p:tav tm="0">
                                          <p:val>
                                            <p:fltVal val="0"/>
                                          </p:val>
                                        </p:tav>
                                        <p:tav tm="100000">
                                          <p:val>
                                            <p:strVal val="#ppt_h"/>
                                          </p:val>
                                        </p:tav>
                                      </p:tavLst>
                                    </p:anim>
                                    <p:animEffect transition="in" filter="fade">
                                      <p:cBhvr>
                                        <p:cTn id="100" dur="7466"/>
                                        <p:tgtEl>
                                          <p:spTgt spid="140"/>
                                        </p:tgtEl>
                                      </p:cBhvr>
                                    </p:animEffect>
                                    <p:anim calcmode="lin" valueType="num">
                                      <p:cBhvr>
                                        <p:cTn id="101" dur="7466" fill="hold"/>
                                        <p:tgtEl>
                                          <p:spTgt spid="140"/>
                                        </p:tgtEl>
                                        <p:attrNameLst>
                                          <p:attrName>ppt_x</p:attrName>
                                        </p:attrNameLst>
                                      </p:cBhvr>
                                      <p:tavLst>
                                        <p:tav tm="0">
                                          <p:val>
                                            <p:fltVal val="0.5"/>
                                          </p:val>
                                        </p:tav>
                                        <p:tav tm="100000">
                                          <p:val>
                                            <p:strVal val="#ppt_x"/>
                                          </p:val>
                                        </p:tav>
                                      </p:tavLst>
                                    </p:anim>
                                    <p:anim calcmode="lin" valueType="num">
                                      <p:cBhvr>
                                        <p:cTn id="102" dur="7466" fill="hold"/>
                                        <p:tgtEl>
                                          <p:spTgt spid="140"/>
                                        </p:tgtEl>
                                        <p:attrNameLst>
                                          <p:attrName>ppt_y</p:attrName>
                                        </p:attrNameLst>
                                      </p:cBhvr>
                                      <p:tavLst>
                                        <p:tav tm="0">
                                          <p:val>
                                            <p:fltVal val="0.5"/>
                                          </p:val>
                                        </p:tav>
                                        <p:tav tm="100000">
                                          <p:val>
                                            <p:strVal val="#ppt_y"/>
                                          </p:val>
                                        </p:tav>
                                      </p:tavLst>
                                    </p:anim>
                                  </p:childTnLst>
                                </p:cTn>
                              </p:par>
                              <p:par>
                                <p:cTn id="103" presetID="53" presetClass="entr" presetSubtype="528" repeatCount="indefinite" fill="hold" grpId="0" nodeType="withEffect">
                                  <p:stCondLst>
                                    <p:cond delay="1034"/>
                                  </p:stCondLst>
                                  <p:childTnLst>
                                    <p:set>
                                      <p:cBhvr>
                                        <p:cTn id="104" dur="1" fill="hold">
                                          <p:stCondLst>
                                            <p:cond delay="0"/>
                                          </p:stCondLst>
                                        </p:cTn>
                                        <p:tgtEl>
                                          <p:spTgt spid="141"/>
                                        </p:tgtEl>
                                        <p:attrNameLst>
                                          <p:attrName>style.visibility</p:attrName>
                                        </p:attrNameLst>
                                      </p:cBhvr>
                                      <p:to>
                                        <p:strVal val="visible"/>
                                      </p:to>
                                    </p:set>
                                    <p:anim calcmode="lin" valueType="num">
                                      <p:cBhvr>
                                        <p:cTn id="105" dur="6672" fill="hold"/>
                                        <p:tgtEl>
                                          <p:spTgt spid="141"/>
                                        </p:tgtEl>
                                        <p:attrNameLst>
                                          <p:attrName>ppt_w</p:attrName>
                                        </p:attrNameLst>
                                      </p:cBhvr>
                                      <p:tavLst>
                                        <p:tav tm="0">
                                          <p:val>
                                            <p:fltVal val="0"/>
                                          </p:val>
                                        </p:tav>
                                        <p:tav tm="100000">
                                          <p:val>
                                            <p:strVal val="#ppt_w"/>
                                          </p:val>
                                        </p:tav>
                                      </p:tavLst>
                                    </p:anim>
                                    <p:anim calcmode="lin" valueType="num">
                                      <p:cBhvr>
                                        <p:cTn id="106" dur="6672" fill="hold"/>
                                        <p:tgtEl>
                                          <p:spTgt spid="141"/>
                                        </p:tgtEl>
                                        <p:attrNameLst>
                                          <p:attrName>ppt_h</p:attrName>
                                        </p:attrNameLst>
                                      </p:cBhvr>
                                      <p:tavLst>
                                        <p:tav tm="0">
                                          <p:val>
                                            <p:fltVal val="0"/>
                                          </p:val>
                                        </p:tav>
                                        <p:tav tm="100000">
                                          <p:val>
                                            <p:strVal val="#ppt_h"/>
                                          </p:val>
                                        </p:tav>
                                      </p:tavLst>
                                    </p:anim>
                                    <p:animEffect transition="in" filter="fade">
                                      <p:cBhvr>
                                        <p:cTn id="107" dur="6672"/>
                                        <p:tgtEl>
                                          <p:spTgt spid="141"/>
                                        </p:tgtEl>
                                      </p:cBhvr>
                                    </p:animEffect>
                                    <p:anim calcmode="lin" valueType="num">
                                      <p:cBhvr>
                                        <p:cTn id="108" dur="6672" fill="hold"/>
                                        <p:tgtEl>
                                          <p:spTgt spid="141"/>
                                        </p:tgtEl>
                                        <p:attrNameLst>
                                          <p:attrName>ppt_x</p:attrName>
                                        </p:attrNameLst>
                                      </p:cBhvr>
                                      <p:tavLst>
                                        <p:tav tm="0">
                                          <p:val>
                                            <p:fltVal val="0.5"/>
                                          </p:val>
                                        </p:tav>
                                        <p:tav tm="100000">
                                          <p:val>
                                            <p:strVal val="#ppt_x"/>
                                          </p:val>
                                        </p:tav>
                                      </p:tavLst>
                                    </p:anim>
                                    <p:anim calcmode="lin" valueType="num">
                                      <p:cBhvr>
                                        <p:cTn id="109" dur="6672" fill="hold"/>
                                        <p:tgtEl>
                                          <p:spTgt spid="141"/>
                                        </p:tgtEl>
                                        <p:attrNameLst>
                                          <p:attrName>ppt_y</p:attrName>
                                        </p:attrNameLst>
                                      </p:cBhvr>
                                      <p:tavLst>
                                        <p:tav tm="0">
                                          <p:val>
                                            <p:fltVal val="0.5"/>
                                          </p:val>
                                        </p:tav>
                                        <p:tav tm="100000">
                                          <p:val>
                                            <p:strVal val="#ppt_y"/>
                                          </p:val>
                                        </p:tav>
                                      </p:tavLst>
                                    </p:anim>
                                  </p:childTnLst>
                                </p:cTn>
                              </p:par>
                              <p:par>
                                <p:cTn id="110" presetID="53" presetClass="entr" presetSubtype="528" repeatCount="indefinite" fill="hold" grpId="0" nodeType="withEffect">
                                  <p:stCondLst>
                                    <p:cond delay="57"/>
                                  </p:stCondLst>
                                  <p:childTnLst>
                                    <p:set>
                                      <p:cBhvr>
                                        <p:cTn id="111" dur="1" fill="hold">
                                          <p:stCondLst>
                                            <p:cond delay="0"/>
                                          </p:stCondLst>
                                        </p:cTn>
                                        <p:tgtEl>
                                          <p:spTgt spid="142"/>
                                        </p:tgtEl>
                                        <p:attrNameLst>
                                          <p:attrName>style.visibility</p:attrName>
                                        </p:attrNameLst>
                                      </p:cBhvr>
                                      <p:to>
                                        <p:strVal val="visible"/>
                                      </p:to>
                                    </p:set>
                                    <p:anim calcmode="lin" valueType="num">
                                      <p:cBhvr>
                                        <p:cTn id="112" dur="5637" fill="hold"/>
                                        <p:tgtEl>
                                          <p:spTgt spid="142"/>
                                        </p:tgtEl>
                                        <p:attrNameLst>
                                          <p:attrName>ppt_w</p:attrName>
                                        </p:attrNameLst>
                                      </p:cBhvr>
                                      <p:tavLst>
                                        <p:tav tm="0">
                                          <p:val>
                                            <p:fltVal val="0"/>
                                          </p:val>
                                        </p:tav>
                                        <p:tav tm="100000">
                                          <p:val>
                                            <p:strVal val="#ppt_w"/>
                                          </p:val>
                                        </p:tav>
                                      </p:tavLst>
                                    </p:anim>
                                    <p:anim calcmode="lin" valueType="num">
                                      <p:cBhvr>
                                        <p:cTn id="113" dur="5637" fill="hold"/>
                                        <p:tgtEl>
                                          <p:spTgt spid="142"/>
                                        </p:tgtEl>
                                        <p:attrNameLst>
                                          <p:attrName>ppt_h</p:attrName>
                                        </p:attrNameLst>
                                      </p:cBhvr>
                                      <p:tavLst>
                                        <p:tav tm="0">
                                          <p:val>
                                            <p:fltVal val="0"/>
                                          </p:val>
                                        </p:tav>
                                        <p:tav tm="100000">
                                          <p:val>
                                            <p:strVal val="#ppt_h"/>
                                          </p:val>
                                        </p:tav>
                                      </p:tavLst>
                                    </p:anim>
                                    <p:animEffect transition="in" filter="fade">
                                      <p:cBhvr>
                                        <p:cTn id="114" dur="5637"/>
                                        <p:tgtEl>
                                          <p:spTgt spid="142"/>
                                        </p:tgtEl>
                                      </p:cBhvr>
                                    </p:animEffect>
                                    <p:anim calcmode="lin" valueType="num">
                                      <p:cBhvr>
                                        <p:cTn id="115" dur="5637" fill="hold"/>
                                        <p:tgtEl>
                                          <p:spTgt spid="142"/>
                                        </p:tgtEl>
                                        <p:attrNameLst>
                                          <p:attrName>ppt_x</p:attrName>
                                        </p:attrNameLst>
                                      </p:cBhvr>
                                      <p:tavLst>
                                        <p:tav tm="0">
                                          <p:val>
                                            <p:fltVal val="0.5"/>
                                          </p:val>
                                        </p:tav>
                                        <p:tav tm="100000">
                                          <p:val>
                                            <p:strVal val="#ppt_x"/>
                                          </p:val>
                                        </p:tav>
                                      </p:tavLst>
                                    </p:anim>
                                    <p:anim calcmode="lin" valueType="num">
                                      <p:cBhvr>
                                        <p:cTn id="116" dur="5637" fill="hold"/>
                                        <p:tgtEl>
                                          <p:spTgt spid="142"/>
                                        </p:tgtEl>
                                        <p:attrNameLst>
                                          <p:attrName>ppt_y</p:attrName>
                                        </p:attrNameLst>
                                      </p:cBhvr>
                                      <p:tavLst>
                                        <p:tav tm="0">
                                          <p:val>
                                            <p:fltVal val="0.5"/>
                                          </p:val>
                                        </p:tav>
                                        <p:tav tm="100000">
                                          <p:val>
                                            <p:strVal val="#ppt_y"/>
                                          </p:val>
                                        </p:tav>
                                      </p:tavLst>
                                    </p:anim>
                                  </p:childTnLst>
                                </p:cTn>
                              </p:par>
                              <p:par>
                                <p:cTn id="117" presetID="53" presetClass="entr" presetSubtype="528" repeatCount="indefinite" fill="hold" grpId="0" nodeType="withEffect">
                                  <p:stCondLst>
                                    <p:cond delay="1978"/>
                                  </p:stCondLst>
                                  <p:childTnLst>
                                    <p:set>
                                      <p:cBhvr>
                                        <p:cTn id="118" dur="1" fill="hold">
                                          <p:stCondLst>
                                            <p:cond delay="0"/>
                                          </p:stCondLst>
                                        </p:cTn>
                                        <p:tgtEl>
                                          <p:spTgt spid="154"/>
                                        </p:tgtEl>
                                        <p:attrNameLst>
                                          <p:attrName>style.visibility</p:attrName>
                                        </p:attrNameLst>
                                      </p:cBhvr>
                                      <p:to>
                                        <p:strVal val="visible"/>
                                      </p:to>
                                    </p:set>
                                    <p:anim calcmode="lin" valueType="num">
                                      <p:cBhvr>
                                        <p:cTn id="119" dur="6440" fill="hold"/>
                                        <p:tgtEl>
                                          <p:spTgt spid="154"/>
                                        </p:tgtEl>
                                        <p:attrNameLst>
                                          <p:attrName>ppt_w</p:attrName>
                                        </p:attrNameLst>
                                      </p:cBhvr>
                                      <p:tavLst>
                                        <p:tav tm="0">
                                          <p:val>
                                            <p:fltVal val="0"/>
                                          </p:val>
                                        </p:tav>
                                        <p:tav tm="100000">
                                          <p:val>
                                            <p:strVal val="#ppt_w"/>
                                          </p:val>
                                        </p:tav>
                                      </p:tavLst>
                                    </p:anim>
                                    <p:anim calcmode="lin" valueType="num">
                                      <p:cBhvr>
                                        <p:cTn id="120" dur="6440" fill="hold"/>
                                        <p:tgtEl>
                                          <p:spTgt spid="154"/>
                                        </p:tgtEl>
                                        <p:attrNameLst>
                                          <p:attrName>ppt_h</p:attrName>
                                        </p:attrNameLst>
                                      </p:cBhvr>
                                      <p:tavLst>
                                        <p:tav tm="0">
                                          <p:val>
                                            <p:fltVal val="0"/>
                                          </p:val>
                                        </p:tav>
                                        <p:tav tm="100000">
                                          <p:val>
                                            <p:strVal val="#ppt_h"/>
                                          </p:val>
                                        </p:tav>
                                      </p:tavLst>
                                    </p:anim>
                                    <p:animEffect transition="in" filter="fade">
                                      <p:cBhvr>
                                        <p:cTn id="121" dur="6440"/>
                                        <p:tgtEl>
                                          <p:spTgt spid="154"/>
                                        </p:tgtEl>
                                      </p:cBhvr>
                                    </p:animEffect>
                                    <p:anim calcmode="lin" valueType="num">
                                      <p:cBhvr>
                                        <p:cTn id="122" dur="6440" fill="hold"/>
                                        <p:tgtEl>
                                          <p:spTgt spid="154"/>
                                        </p:tgtEl>
                                        <p:attrNameLst>
                                          <p:attrName>ppt_x</p:attrName>
                                        </p:attrNameLst>
                                      </p:cBhvr>
                                      <p:tavLst>
                                        <p:tav tm="0">
                                          <p:val>
                                            <p:fltVal val="0.5"/>
                                          </p:val>
                                        </p:tav>
                                        <p:tav tm="100000">
                                          <p:val>
                                            <p:strVal val="#ppt_x"/>
                                          </p:val>
                                        </p:tav>
                                      </p:tavLst>
                                    </p:anim>
                                    <p:anim calcmode="lin" valueType="num">
                                      <p:cBhvr>
                                        <p:cTn id="123" dur="6440" fill="hold"/>
                                        <p:tgtEl>
                                          <p:spTgt spid="154"/>
                                        </p:tgtEl>
                                        <p:attrNameLst>
                                          <p:attrName>ppt_y</p:attrName>
                                        </p:attrNameLst>
                                      </p:cBhvr>
                                      <p:tavLst>
                                        <p:tav tm="0">
                                          <p:val>
                                            <p:fltVal val="0.5"/>
                                          </p:val>
                                        </p:tav>
                                        <p:tav tm="100000">
                                          <p:val>
                                            <p:strVal val="#ppt_y"/>
                                          </p:val>
                                        </p:tav>
                                      </p:tavLst>
                                    </p:anim>
                                  </p:childTnLst>
                                </p:cTn>
                              </p:par>
                              <p:par>
                                <p:cTn id="124" presetID="53" presetClass="entr" presetSubtype="528" repeatCount="indefinite" fill="hold" grpId="0" nodeType="withEffect">
                                  <p:stCondLst>
                                    <p:cond delay="136"/>
                                  </p:stCondLst>
                                  <p:childTnLst>
                                    <p:set>
                                      <p:cBhvr>
                                        <p:cTn id="125" dur="1" fill="hold">
                                          <p:stCondLst>
                                            <p:cond delay="0"/>
                                          </p:stCondLst>
                                        </p:cTn>
                                        <p:tgtEl>
                                          <p:spTgt spid="155"/>
                                        </p:tgtEl>
                                        <p:attrNameLst>
                                          <p:attrName>style.visibility</p:attrName>
                                        </p:attrNameLst>
                                      </p:cBhvr>
                                      <p:to>
                                        <p:strVal val="visible"/>
                                      </p:to>
                                    </p:set>
                                    <p:anim calcmode="lin" valueType="num">
                                      <p:cBhvr>
                                        <p:cTn id="126" dur="6172" fill="hold"/>
                                        <p:tgtEl>
                                          <p:spTgt spid="155"/>
                                        </p:tgtEl>
                                        <p:attrNameLst>
                                          <p:attrName>ppt_w</p:attrName>
                                        </p:attrNameLst>
                                      </p:cBhvr>
                                      <p:tavLst>
                                        <p:tav tm="0">
                                          <p:val>
                                            <p:fltVal val="0"/>
                                          </p:val>
                                        </p:tav>
                                        <p:tav tm="100000">
                                          <p:val>
                                            <p:strVal val="#ppt_w"/>
                                          </p:val>
                                        </p:tav>
                                      </p:tavLst>
                                    </p:anim>
                                    <p:anim calcmode="lin" valueType="num">
                                      <p:cBhvr>
                                        <p:cTn id="127" dur="6172" fill="hold"/>
                                        <p:tgtEl>
                                          <p:spTgt spid="155"/>
                                        </p:tgtEl>
                                        <p:attrNameLst>
                                          <p:attrName>ppt_h</p:attrName>
                                        </p:attrNameLst>
                                      </p:cBhvr>
                                      <p:tavLst>
                                        <p:tav tm="0">
                                          <p:val>
                                            <p:fltVal val="0"/>
                                          </p:val>
                                        </p:tav>
                                        <p:tav tm="100000">
                                          <p:val>
                                            <p:strVal val="#ppt_h"/>
                                          </p:val>
                                        </p:tav>
                                      </p:tavLst>
                                    </p:anim>
                                    <p:animEffect transition="in" filter="fade">
                                      <p:cBhvr>
                                        <p:cTn id="128" dur="6172"/>
                                        <p:tgtEl>
                                          <p:spTgt spid="155"/>
                                        </p:tgtEl>
                                      </p:cBhvr>
                                    </p:animEffect>
                                    <p:anim calcmode="lin" valueType="num">
                                      <p:cBhvr>
                                        <p:cTn id="129" dur="6172" fill="hold"/>
                                        <p:tgtEl>
                                          <p:spTgt spid="155"/>
                                        </p:tgtEl>
                                        <p:attrNameLst>
                                          <p:attrName>ppt_x</p:attrName>
                                        </p:attrNameLst>
                                      </p:cBhvr>
                                      <p:tavLst>
                                        <p:tav tm="0">
                                          <p:val>
                                            <p:fltVal val="0.5"/>
                                          </p:val>
                                        </p:tav>
                                        <p:tav tm="100000">
                                          <p:val>
                                            <p:strVal val="#ppt_x"/>
                                          </p:val>
                                        </p:tav>
                                      </p:tavLst>
                                    </p:anim>
                                    <p:anim calcmode="lin" valueType="num">
                                      <p:cBhvr>
                                        <p:cTn id="130" dur="6172" fill="hold"/>
                                        <p:tgtEl>
                                          <p:spTgt spid="155"/>
                                        </p:tgtEl>
                                        <p:attrNameLst>
                                          <p:attrName>ppt_y</p:attrName>
                                        </p:attrNameLst>
                                      </p:cBhvr>
                                      <p:tavLst>
                                        <p:tav tm="0">
                                          <p:val>
                                            <p:fltVal val="0.5"/>
                                          </p:val>
                                        </p:tav>
                                        <p:tav tm="100000">
                                          <p:val>
                                            <p:strVal val="#ppt_y"/>
                                          </p:val>
                                        </p:tav>
                                      </p:tavLst>
                                    </p:anim>
                                  </p:childTnLst>
                                </p:cTn>
                              </p:par>
                              <p:par>
                                <p:cTn id="131" presetID="53" presetClass="entr" presetSubtype="528" repeatCount="indefinite" fill="hold" grpId="0" nodeType="withEffect">
                                  <p:stCondLst>
                                    <p:cond delay="177"/>
                                  </p:stCondLst>
                                  <p:childTnLst>
                                    <p:set>
                                      <p:cBhvr>
                                        <p:cTn id="132" dur="1" fill="hold">
                                          <p:stCondLst>
                                            <p:cond delay="0"/>
                                          </p:stCondLst>
                                        </p:cTn>
                                        <p:tgtEl>
                                          <p:spTgt spid="156"/>
                                        </p:tgtEl>
                                        <p:attrNameLst>
                                          <p:attrName>style.visibility</p:attrName>
                                        </p:attrNameLst>
                                      </p:cBhvr>
                                      <p:to>
                                        <p:strVal val="visible"/>
                                      </p:to>
                                    </p:set>
                                    <p:anim calcmode="lin" valueType="num">
                                      <p:cBhvr>
                                        <p:cTn id="133" dur="6180" fill="hold"/>
                                        <p:tgtEl>
                                          <p:spTgt spid="156"/>
                                        </p:tgtEl>
                                        <p:attrNameLst>
                                          <p:attrName>ppt_w</p:attrName>
                                        </p:attrNameLst>
                                      </p:cBhvr>
                                      <p:tavLst>
                                        <p:tav tm="0">
                                          <p:val>
                                            <p:fltVal val="0"/>
                                          </p:val>
                                        </p:tav>
                                        <p:tav tm="100000">
                                          <p:val>
                                            <p:strVal val="#ppt_w"/>
                                          </p:val>
                                        </p:tav>
                                      </p:tavLst>
                                    </p:anim>
                                    <p:anim calcmode="lin" valueType="num">
                                      <p:cBhvr>
                                        <p:cTn id="134" dur="6180" fill="hold"/>
                                        <p:tgtEl>
                                          <p:spTgt spid="156"/>
                                        </p:tgtEl>
                                        <p:attrNameLst>
                                          <p:attrName>ppt_h</p:attrName>
                                        </p:attrNameLst>
                                      </p:cBhvr>
                                      <p:tavLst>
                                        <p:tav tm="0">
                                          <p:val>
                                            <p:fltVal val="0"/>
                                          </p:val>
                                        </p:tav>
                                        <p:tav tm="100000">
                                          <p:val>
                                            <p:strVal val="#ppt_h"/>
                                          </p:val>
                                        </p:tav>
                                      </p:tavLst>
                                    </p:anim>
                                    <p:animEffect transition="in" filter="fade">
                                      <p:cBhvr>
                                        <p:cTn id="135" dur="6180"/>
                                        <p:tgtEl>
                                          <p:spTgt spid="156"/>
                                        </p:tgtEl>
                                      </p:cBhvr>
                                    </p:animEffect>
                                    <p:anim calcmode="lin" valueType="num">
                                      <p:cBhvr>
                                        <p:cTn id="136" dur="6180" fill="hold"/>
                                        <p:tgtEl>
                                          <p:spTgt spid="156"/>
                                        </p:tgtEl>
                                        <p:attrNameLst>
                                          <p:attrName>ppt_x</p:attrName>
                                        </p:attrNameLst>
                                      </p:cBhvr>
                                      <p:tavLst>
                                        <p:tav tm="0">
                                          <p:val>
                                            <p:fltVal val="0.5"/>
                                          </p:val>
                                        </p:tav>
                                        <p:tav tm="100000">
                                          <p:val>
                                            <p:strVal val="#ppt_x"/>
                                          </p:val>
                                        </p:tav>
                                      </p:tavLst>
                                    </p:anim>
                                    <p:anim calcmode="lin" valueType="num">
                                      <p:cBhvr>
                                        <p:cTn id="137" dur="6180" fill="hold"/>
                                        <p:tgtEl>
                                          <p:spTgt spid="156"/>
                                        </p:tgtEl>
                                        <p:attrNameLst>
                                          <p:attrName>ppt_y</p:attrName>
                                        </p:attrNameLst>
                                      </p:cBhvr>
                                      <p:tavLst>
                                        <p:tav tm="0">
                                          <p:val>
                                            <p:fltVal val="0.5"/>
                                          </p:val>
                                        </p:tav>
                                        <p:tav tm="100000">
                                          <p:val>
                                            <p:strVal val="#ppt_y"/>
                                          </p:val>
                                        </p:tav>
                                      </p:tavLst>
                                    </p:anim>
                                  </p:childTnLst>
                                </p:cTn>
                              </p:par>
                              <p:par>
                                <p:cTn id="138" presetID="53" presetClass="entr" presetSubtype="528" repeatCount="indefinite" fill="hold" grpId="0" nodeType="withEffect">
                                  <p:stCondLst>
                                    <p:cond delay="1791"/>
                                  </p:stCondLst>
                                  <p:childTnLst>
                                    <p:set>
                                      <p:cBhvr>
                                        <p:cTn id="139" dur="1" fill="hold">
                                          <p:stCondLst>
                                            <p:cond delay="0"/>
                                          </p:stCondLst>
                                        </p:cTn>
                                        <p:tgtEl>
                                          <p:spTgt spid="226"/>
                                        </p:tgtEl>
                                        <p:attrNameLst>
                                          <p:attrName>style.visibility</p:attrName>
                                        </p:attrNameLst>
                                      </p:cBhvr>
                                      <p:to>
                                        <p:strVal val="visible"/>
                                      </p:to>
                                    </p:set>
                                    <p:anim calcmode="lin" valueType="num">
                                      <p:cBhvr>
                                        <p:cTn id="140" dur="5546" fill="hold"/>
                                        <p:tgtEl>
                                          <p:spTgt spid="226"/>
                                        </p:tgtEl>
                                        <p:attrNameLst>
                                          <p:attrName>ppt_w</p:attrName>
                                        </p:attrNameLst>
                                      </p:cBhvr>
                                      <p:tavLst>
                                        <p:tav tm="0">
                                          <p:val>
                                            <p:fltVal val="0"/>
                                          </p:val>
                                        </p:tav>
                                        <p:tav tm="100000">
                                          <p:val>
                                            <p:strVal val="#ppt_w"/>
                                          </p:val>
                                        </p:tav>
                                      </p:tavLst>
                                    </p:anim>
                                    <p:anim calcmode="lin" valueType="num">
                                      <p:cBhvr>
                                        <p:cTn id="141" dur="5546" fill="hold"/>
                                        <p:tgtEl>
                                          <p:spTgt spid="226"/>
                                        </p:tgtEl>
                                        <p:attrNameLst>
                                          <p:attrName>ppt_h</p:attrName>
                                        </p:attrNameLst>
                                      </p:cBhvr>
                                      <p:tavLst>
                                        <p:tav tm="0">
                                          <p:val>
                                            <p:fltVal val="0"/>
                                          </p:val>
                                        </p:tav>
                                        <p:tav tm="100000">
                                          <p:val>
                                            <p:strVal val="#ppt_h"/>
                                          </p:val>
                                        </p:tav>
                                      </p:tavLst>
                                    </p:anim>
                                    <p:animEffect transition="in" filter="fade">
                                      <p:cBhvr>
                                        <p:cTn id="142" dur="5546"/>
                                        <p:tgtEl>
                                          <p:spTgt spid="226"/>
                                        </p:tgtEl>
                                      </p:cBhvr>
                                    </p:animEffect>
                                    <p:anim calcmode="lin" valueType="num">
                                      <p:cBhvr>
                                        <p:cTn id="143" dur="5546" fill="hold"/>
                                        <p:tgtEl>
                                          <p:spTgt spid="226"/>
                                        </p:tgtEl>
                                        <p:attrNameLst>
                                          <p:attrName>ppt_x</p:attrName>
                                        </p:attrNameLst>
                                      </p:cBhvr>
                                      <p:tavLst>
                                        <p:tav tm="0">
                                          <p:val>
                                            <p:fltVal val="0.5"/>
                                          </p:val>
                                        </p:tav>
                                        <p:tav tm="100000">
                                          <p:val>
                                            <p:strVal val="#ppt_x"/>
                                          </p:val>
                                        </p:tav>
                                      </p:tavLst>
                                    </p:anim>
                                    <p:anim calcmode="lin" valueType="num">
                                      <p:cBhvr>
                                        <p:cTn id="144" dur="5546" fill="hold"/>
                                        <p:tgtEl>
                                          <p:spTgt spid="226"/>
                                        </p:tgtEl>
                                        <p:attrNameLst>
                                          <p:attrName>ppt_y</p:attrName>
                                        </p:attrNameLst>
                                      </p:cBhvr>
                                      <p:tavLst>
                                        <p:tav tm="0">
                                          <p:val>
                                            <p:fltVal val="0.5"/>
                                          </p:val>
                                        </p:tav>
                                        <p:tav tm="100000">
                                          <p:val>
                                            <p:strVal val="#ppt_y"/>
                                          </p:val>
                                        </p:tav>
                                      </p:tavLst>
                                    </p:anim>
                                  </p:childTnLst>
                                </p:cTn>
                              </p:par>
                              <p:par>
                                <p:cTn id="145" presetID="53" presetClass="entr" presetSubtype="528" repeatCount="indefinite" fill="hold" grpId="0" nodeType="withEffect">
                                  <p:stCondLst>
                                    <p:cond delay="731"/>
                                  </p:stCondLst>
                                  <p:childTnLst>
                                    <p:set>
                                      <p:cBhvr>
                                        <p:cTn id="146" dur="1" fill="hold">
                                          <p:stCondLst>
                                            <p:cond delay="0"/>
                                          </p:stCondLst>
                                        </p:cTn>
                                        <p:tgtEl>
                                          <p:spTgt spid="237"/>
                                        </p:tgtEl>
                                        <p:attrNameLst>
                                          <p:attrName>style.visibility</p:attrName>
                                        </p:attrNameLst>
                                      </p:cBhvr>
                                      <p:to>
                                        <p:strVal val="visible"/>
                                      </p:to>
                                    </p:set>
                                    <p:anim calcmode="lin" valueType="num">
                                      <p:cBhvr>
                                        <p:cTn id="147" dur="6797" fill="hold"/>
                                        <p:tgtEl>
                                          <p:spTgt spid="237"/>
                                        </p:tgtEl>
                                        <p:attrNameLst>
                                          <p:attrName>ppt_w</p:attrName>
                                        </p:attrNameLst>
                                      </p:cBhvr>
                                      <p:tavLst>
                                        <p:tav tm="0">
                                          <p:val>
                                            <p:fltVal val="0"/>
                                          </p:val>
                                        </p:tav>
                                        <p:tav tm="100000">
                                          <p:val>
                                            <p:strVal val="#ppt_w"/>
                                          </p:val>
                                        </p:tav>
                                      </p:tavLst>
                                    </p:anim>
                                    <p:anim calcmode="lin" valueType="num">
                                      <p:cBhvr>
                                        <p:cTn id="148" dur="6797" fill="hold"/>
                                        <p:tgtEl>
                                          <p:spTgt spid="237"/>
                                        </p:tgtEl>
                                        <p:attrNameLst>
                                          <p:attrName>ppt_h</p:attrName>
                                        </p:attrNameLst>
                                      </p:cBhvr>
                                      <p:tavLst>
                                        <p:tav tm="0">
                                          <p:val>
                                            <p:fltVal val="0"/>
                                          </p:val>
                                        </p:tav>
                                        <p:tav tm="100000">
                                          <p:val>
                                            <p:strVal val="#ppt_h"/>
                                          </p:val>
                                        </p:tav>
                                      </p:tavLst>
                                    </p:anim>
                                    <p:animEffect transition="in" filter="fade">
                                      <p:cBhvr>
                                        <p:cTn id="149" dur="6797"/>
                                        <p:tgtEl>
                                          <p:spTgt spid="237"/>
                                        </p:tgtEl>
                                      </p:cBhvr>
                                    </p:animEffect>
                                    <p:anim calcmode="lin" valueType="num">
                                      <p:cBhvr>
                                        <p:cTn id="150" dur="6797" fill="hold"/>
                                        <p:tgtEl>
                                          <p:spTgt spid="237"/>
                                        </p:tgtEl>
                                        <p:attrNameLst>
                                          <p:attrName>ppt_x</p:attrName>
                                        </p:attrNameLst>
                                      </p:cBhvr>
                                      <p:tavLst>
                                        <p:tav tm="0">
                                          <p:val>
                                            <p:fltVal val="0.5"/>
                                          </p:val>
                                        </p:tav>
                                        <p:tav tm="100000">
                                          <p:val>
                                            <p:strVal val="#ppt_x"/>
                                          </p:val>
                                        </p:tav>
                                      </p:tavLst>
                                    </p:anim>
                                    <p:anim calcmode="lin" valueType="num">
                                      <p:cBhvr>
                                        <p:cTn id="151" dur="6797" fill="hold"/>
                                        <p:tgtEl>
                                          <p:spTgt spid="237"/>
                                        </p:tgtEl>
                                        <p:attrNameLst>
                                          <p:attrName>ppt_y</p:attrName>
                                        </p:attrNameLst>
                                      </p:cBhvr>
                                      <p:tavLst>
                                        <p:tav tm="0">
                                          <p:val>
                                            <p:fltVal val="0.5"/>
                                          </p:val>
                                        </p:tav>
                                        <p:tav tm="100000">
                                          <p:val>
                                            <p:strVal val="#ppt_y"/>
                                          </p:val>
                                        </p:tav>
                                      </p:tavLst>
                                    </p:anim>
                                  </p:childTnLst>
                                </p:cTn>
                              </p:par>
                              <p:par>
                                <p:cTn id="152" presetID="53" presetClass="entr" presetSubtype="528" repeatCount="indefinite" fill="hold" grpId="0" nodeType="withEffect">
                                  <p:stCondLst>
                                    <p:cond delay="1855"/>
                                  </p:stCondLst>
                                  <p:childTnLst>
                                    <p:set>
                                      <p:cBhvr>
                                        <p:cTn id="153" dur="1" fill="hold">
                                          <p:stCondLst>
                                            <p:cond delay="0"/>
                                          </p:stCondLst>
                                        </p:cTn>
                                        <p:tgtEl>
                                          <p:spTgt spid="238"/>
                                        </p:tgtEl>
                                        <p:attrNameLst>
                                          <p:attrName>style.visibility</p:attrName>
                                        </p:attrNameLst>
                                      </p:cBhvr>
                                      <p:to>
                                        <p:strVal val="visible"/>
                                      </p:to>
                                    </p:set>
                                    <p:anim calcmode="lin" valueType="num">
                                      <p:cBhvr>
                                        <p:cTn id="154" dur="7034" fill="hold"/>
                                        <p:tgtEl>
                                          <p:spTgt spid="238"/>
                                        </p:tgtEl>
                                        <p:attrNameLst>
                                          <p:attrName>ppt_w</p:attrName>
                                        </p:attrNameLst>
                                      </p:cBhvr>
                                      <p:tavLst>
                                        <p:tav tm="0">
                                          <p:val>
                                            <p:fltVal val="0"/>
                                          </p:val>
                                        </p:tav>
                                        <p:tav tm="100000">
                                          <p:val>
                                            <p:strVal val="#ppt_w"/>
                                          </p:val>
                                        </p:tav>
                                      </p:tavLst>
                                    </p:anim>
                                    <p:anim calcmode="lin" valueType="num">
                                      <p:cBhvr>
                                        <p:cTn id="155" dur="7034" fill="hold"/>
                                        <p:tgtEl>
                                          <p:spTgt spid="238"/>
                                        </p:tgtEl>
                                        <p:attrNameLst>
                                          <p:attrName>ppt_h</p:attrName>
                                        </p:attrNameLst>
                                      </p:cBhvr>
                                      <p:tavLst>
                                        <p:tav tm="0">
                                          <p:val>
                                            <p:fltVal val="0"/>
                                          </p:val>
                                        </p:tav>
                                        <p:tav tm="100000">
                                          <p:val>
                                            <p:strVal val="#ppt_h"/>
                                          </p:val>
                                        </p:tav>
                                      </p:tavLst>
                                    </p:anim>
                                    <p:animEffect transition="in" filter="fade">
                                      <p:cBhvr>
                                        <p:cTn id="156" dur="7034"/>
                                        <p:tgtEl>
                                          <p:spTgt spid="238"/>
                                        </p:tgtEl>
                                      </p:cBhvr>
                                    </p:animEffect>
                                    <p:anim calcmode="lin" valueType="num">
                                      <p:cBhvr>
                                        <p:cTn id="157" dur="7034" fill="hold"/>
                                        <p:tgtEl>
                                          <p:spTgt spid="238"/>
                                        </p:tgtEl>
                                        <p:attrNameLst>
                                          <p:attrName>ppt_x</p:attrName>
                                        </p:attrNameLst>
                                      </p:cBhvr>
                                      <p:tavLst>
                                        <p:tav tm="0">
                                          <p:val>
                                            <p:fltVal val="0.5"/>
                                          </p:val>
                                        </p:tav>
                                        <p:tav tm="100000">
                                          <p:val>
                                            <p:strVal val="#ppt_x"/>
                                          </p:val>
                                        </p:tav>
                                      </p:tavLst>
                                    </p:anim>
                                    <p:anim calcmode="lin" valueType="num">
                                      <p:cBhvr>
                                        <p:cTn id="158" dur="7034" fill="hold"/>
                                        <p:tgtEl>
                                          <p:spTgt spid="238"/>
                                        </p:tgtEl>
                                        <p:attrNameLst>
                                          <p:attrName>ppt_y</p:attrName>
                                        </p:attrNameLst>
                                      </p:cBhvr>
                                      <p:tavLst>
                                        <p:tav tm="0">
                                          <p:val>
                                            <p:fltVal val="0.5"/>
                                          </p:val>
                                        </p:tav>
                                        <p:tav tm="100000">
                                          <p:val>
                                            <p:strVal val="#ppt_y"/>
                                          </p:val>
                                        </p:tav>
                                      </p:tavLst>
                                    </p:anim>
                                  </p:childTnLst>
                                </p:cTn>
                              </p:par>
                              <p:par>
                                <p:cTn id="159" presetID="53" presetClass="entr" presetSubtype="528" repeatCount="indefinite" fill="hold" grpId="0" nodeType="withEffect">
                                  <p:stCondLst>
                                    <p:cond delay="560"/>
                                  </p:stCondLst>
                                  <p:childTnLst>
                                    <p:set>
                                      <p:cBhvr>
                                        <p:cTn id="160" dur="1" fill="hold">
                                          <p:stCondLst>
                                            <p:cond delay="0"/>
                                          </p:stCondLst>
                                        </p:cTn>
                                        <p:tgtEl>
                                          <p:spTgt spid="239"/>
                                        </p:tgtEl>
                                        <p:attrNameLst>
                                          <p:attrName>style.visibility</p:attrName>
                                        </p:attrNameLst>
                                      </p:cBhvr>
                                      <p:to>
                                        <p:strVal val="visible"/>
                                      </p:to>
                                    </p:set>
                                    <p:anim calcmode="lin" valueType="num">
                                      <p:cBhvr>
                                        <p:cTn id="161" dur="6907" fill="hold"/>
                                        <p:tgtEl>
                                          <p:spTgt spid="239"/>
                                        </p:tgtEl>
                                        <p:attrNameLst>
                                          <p:attrName>ppt_w</p:attrName>
                                        </p:attrNameLst>
                                      </p:cBhvr>
                                      <p:tavLst>
                                        <p:tav tm="0">
                                          <p:val>
                                            <p:fltVal val="0"/>
                                          </p:val>
                                        </p:tav>
                                        <p:tav tm="100000">
                                          <p:val>
                                            <p:strVal val="#ppt_w"/>
                                          </p:val>
                                        </p:tav>
                                      </p:tavLst>
                                    </p:anim>
                                    <p:anim calcmode="lin" valueType="num">
                                      <p:cBhvr>
                                        <p:cTn id="162" dur="6907" fill="hold"/>
                                        <p:tgtEl>
                                          <p:spTgt spid="239"/>
                                        </p:tgtEl>
                                        <p:attrNameLst>
                                          <p:attrName>ppt_h</p:attrName>
                                        </p:attrNameLst>
                                      </p:cBhvr>
                                      <p:tavLst>
                                        <p:tav tm="0">
                                          <p:val>
                                            <p:fltVal val="0"/>
                                          </p:val>
                                        </p:tav>
                                        <p:tav tm="100000">
                                          <p:val>
                                            <p:strVal val="#ppt_h"/>
                                          </p:val>
                                        </p:tav>
                                      </p:tavLst>
                                    </p:anim>
                                    <p:animEffect transition="in" filter="fade">
                                      <p:cBhvr>
                                        <p:cTn id="163" dur="6907"/>
                                        <p:tgtEl>
                                          <p:spTgt spid="239"/>
                                        </p:tgtEl>
                                      </p:cBhvr>
                                    </p:animEffect>
                                    <p:anim calcmode="lin" valueType="num">
                                      <p:cBhvr>
                                        <p:cTn id="164" dur="6907" fill="hold"/>
                                        <p:tgtEl>
                                          <p:spTgt spid="239"/>
                                        </p:tgtEl>
                                        <p:attrNameLst>
                                          <p:attrName>ppt_x</p:attrName>
                                        </p:attrNameLst>
                                      </p:cBhvr>
                                      <p:tavLst>
                                        <p:tav tm="0">
                                          <p:val>
                                            <p:fltVal val="0.5"/>
                                          </p:val>
                                        </p:tav>
                                        <p:tav tm="100000">
                                          <p:val>
                                            <p:strVal val="#ppt_x"/>
                                          </p:val>
                                        </p:tav>
                                      </p:tavLst>
                                    </p:anim>
                                    <p:anim calcmode="lin" valueType="num">
                                      <p:cBhvr>
                                        <p:cTn id="165" dur="6907" fill="hold"/>
                                        <p:tgtEl>
                                          <p:spTgt spid="239"/>
                                        </p:tgtEl>
                                        <p:attrNameLst>
                                          <p:attrName>ppt_y</p:attrName>
                                        </p:attrNameLst>
                                      </p:cBhvr>
                                      <p:tavLst>
                                        <p:tav tm="0">
                                          <p:val>
                                            <p:fltVal val="0.5"/>
                                          </p:val>
                                        </p:tav>
                                        <p:tav tm="100000">
                                          <p:val>
                                            <p:strVal val="#ppt_y"/>
                                          </p:val>
                                        </p:tav>
                                      </p:tavLst>
                                    </p:anim>
                                  </p:childTnLst>
                                </p:cTn>
                              </p:par>
                              <p:par>
                                <p:cTn id="166" presetID="53" presetClass="entr" presetSubtype="528" repeatCount="indefinite" fill="hold" grpId="0" nodeType="withEffect">
                                  <p:stCondLst>
                                    <p:cond delay="595"/>
                                  </p:stCondLst>
                                  <p:childTnLst>
                                    <p:set>
                                      <p:cBhvr>
                                        <p:cTn id="167" dur="1" fill="hold">
                                          <p:stCondLst>
                                            <p:cond delay="0"/>
                                          </p:stCondLst>
                                        </p:cTn>
                                        <p:tgtEl>
                                          <p:spTgt spid="240"/>
                                        </p:tgtEl>
                                        <p:attrNameLst>
                                          <p:attrName>style.visibility</p:attrName>
                                        </p:attrNameLst>
                                      </p:cBhvr>
                                      <p:to>
                                        <p:strVal val="visible"/>
                                      </p:to>
                                    </p:set>
                                    <p:anim calcmode="lin" valueType="num">
                                      <p:cBhvr>
                                        <p:cTn id="168" dur="5060" fill="hold"/>
                                        <p:tgtEl>
                                          <p:spTgt spid="240"/>
                                        </p:tgtEl>
                                        <p:attrNameLst>
                                          <p:attrName>ppt_w</p:attrName>
                                        </p:attrNameLst>
                                      </p:cBhvr>
                                      <p:tavLst>
                                        <p:tav tm="0">
                                          <p:val>
                                            <p:fltVal val="0"/>
                                          </p:val>
                                        </p:tav>
                                        <p:tav tm="100000">
                                          <p:val>
                                            <p:strVal val="#ppt_w"/>
                                          </p:val>
                                        </p:tav>
                                      </p:tavLst>
                                    </p:anim>
                                    <p:anim calcmode="lin" valueType="num">
                                      <p:cBhvr>
                                        <p:cTn id="169" dur="5060" fill="hold"/>
                                        <p:tgtEl>
                                          <p:spTgt spid="240"/>
                                        </p:tgtEl>
                                        <p:attrNameLst>
                                          <p:attrName>ppt_h</p:attrName>
                                        </p:attrNameLst>
                                      </p:cBhvr>
                                      <p:tavLst>
                                        <p:tav tm="0">
                                          <p:val>
                                            <p:fltVal val="0"/>
                                          </p:val>
                                        </p:tav>
                                        <p:tav tm="100000">
                                          <p:val>
                                            <p:strVal val="#ppt_h"/>
                                          </p:val>
                                        </p:tav>
                                      </p:tavLst>
                                    </p:anim>
                                    <p:animEffect transition="in" filter="fade">
                                      <p:cBhvr>
                                        <p:cTn id="170" dur="5060"/>
                                        <p:tgtEl>
                                          <p:spTgt spid="240"/>
                                        </p:tgtEl>
                                      </p:cBhvr>
                                    </p:animEffect>
                                    <p:anim calcmode="lin" valueType="num">
                                      <p:cBhvr>
                                        <p:cTn id="171" dur="5060" fill="hold"/>
                                        <p:tgtEl>
                                          <p:spTgt spid="240"/>
                                        </p:tgtEl>
                                        <p:attrNameLst>
                                          <p:attrName>ppt_x</p:attrName>
                                        </p:attrNameLst>
                                      </p:cBhvr>
                                      <p:tavLst>
                                        <p:tav tm="0">
                                          <p:val>
                                            <p:fltVal val="0.5"/>
                                          </p:val>
                                        </p:tav>
                                        <p:tav tm="100000">
                                          <p:val>
                                            <p:strVal val="#ppt_x"/>
                                          </p:val>
                                        </p:tav>
                                      </p:tavLst>
                                    </p:anim>
                                    <p:anim calcmode="lin" valueType="num">
                                      <p:cBhvr>
                                        <p:cTn id="172" dur="5060" fill="hold"/>
                                        <p:tgtEl>
                                          <p:spTgt spid="240"/>
                                        </p:tgtEl>
                                        <p:attrNameLst>
                                          <p:attrName>ppt_y</p:attrName>
                                        </p:attrNameLst>
                                      </p:cBhvr>
                                      <p:tavLst>
                                        <p:tav tm="0">
                                          <p:val>
                                            <p:fltVal val="0.5"/>
                                          </p:val>
                                        </p:tav>
                                        <p:tav tm="100000">
                                          <p:val>
                                            <p:strVal val="#ppt_y"/>
                                          </p:val>
                                        </p:tav>
                                      </p:tavLst>
                                    </p:anim>
                                  </p:childTnLst>
                                </p:cTn>
                              </p:par>
                              <p:par>
                                <p:cTn id="173" presetID="53" presetClass="entr" presetSubtype="528" repeatCount="indefinite" fill="hold" grpId="0" nodeType="withEffect">
                                  <p:stCondLst>
                                    <p:cond delay="1481"/>
                                  </p:stCondLst>
                                  <p:childTnLst>
                                    <p:set>
                                      <p:cBhvr>
                                        <p:cTn id="174" dur="1" fill="hold">
                                          <p:stCondLst>
                                            <p:cond delay="0"/>
                                          </p:stCondLst>
                                        </p:cTn>
                                        <p:tgtEl>
                                          <p:spTgt spid="242"/>
                                        </p:tgtEl>
                                        <p:attrNameLst>
                                          <p:attrName>style.visibility</p:attrName>
                                        </p:attrNameLst>
                                      </p:cBhvr>
                                      <p:to>
                                        <p:strVal val="visible"/>
                                      </p:to>
                                    </p:set>
                                    <p:anim calcmode="lin" valueType="num">
                                      <p:cBhvr>
                                        <p:cTn id="175" dur="5366" fill="hold"/>
                                        <p:tgtEl>
                                          <p:spTgt spid="242"/>
                                        </p:tgtEl>
                                        <p:attrNameLst>
                                          <p:attrName>ppt_w</p:attrName>
                                        </p:attrNameLst>
                                      </p:cBhvr>
                                      <p:tavLst>
                                        <p:tav tm="0">
                                          <p:val>
                                            <p:fltVal val="0"/>
                                          </p:val>
                                        </p:tav>
                                        <p:tav tm="100000">
                                          <p:val>
                                            <p:strVal val="#ppt_w"/>
                                          </p:val>
                                        </p:tav>
                                      </p:tavLst>
                                    </p:anim>
                                    <p:anim calcmode="lin" valueType="num">
                                      <p:cBhvr>
                                        <p:cTn id="176" dur="5366" fill="hold"/>
                                        <p:tgtEl>
                                          <p:spTgt spid="242"/>
                                        </p:tgtEl>
                                        <p:attrNameLst>
                                          <p:attrName>ppt_h</p:attrName>
                                        </p:attrNameLst>
                                      </p:cBhvr>
                                      <p:tavLst>
                                        <p:tav tm="0">
                                          <p:val>
                                            <p:fltVal val="0"/>
                                          </p:val>
                                        </p:tav>
                                        <p:tav tm="100000">
                                          <p:val>
                                            <p:strVal val="#ppt_h"/>
                                          </p:val>
                                        </p:tav>
                                      </p:tavLst>
                                    </p:anim>
                                    <p:animEffect transition="in" filter="fade">
                                      <p:cBhvr>
                                        <p:cTn id="177" dur="5366"/>
                                        <p:tgtEl>
                                          <p:spTgt spid="242"/>
                                        </p:tgtEl>
                                      </p:cBhvr>
                                    </p:animEffect>
                                    <p:anim calcmode="lin" valueType="num">
                                      <p:cBhvr>
                                        <p:cTn id="178" dur="5366" fill="hold"/>
                                        <p:tgtEl>
                                          <p:spTgt spid="242"/>
                                        </p:tgtEl>
                                        <p:attrNameLst>
                                          <p:attrName>ppt_x</p:attrName>
                                        </p:attrNameLst>
                                      </p:cBhvr>
                                      <p:tavLst>
                                        <p:tav tm="0">
                                          <p:val>
                                            <p:fltVal val="0.5"/>
                                          </p:val>
                                        </p:tav>
                                        <p:tav tm="100000">
                                          <p:val>
                                            <p:strVal val="#ppt_x"/>
                                          </p:val>
                                        </p:tav>
                                      </p:tavLst>
                                    </p:anim>
                                    <p:anim calcmode="lin" valueType="num">
                                      <p:cBhvr>
                                        <p:cTn id="179" dur="5366" fill="hold"/>
                                        <p:tgtEl>
                                          <p:spTgt spid="242"/>
                                        </p:tgtEl>
                                        <p:attrNameLst>
                                          <p:attrName>ppt_y</p:attrName>
                                        </p:attrNameLst>
                                      </p:cBhvr>
                                      <p:tavLst>
                                        <p:tav tm="0">
                                          <p:val>
                                            <p:fltVal val="0.5"/>
                                          </p:val>
                                        </p:tav>
                                        <p:tav tm="100000">
                                          <p:val>
                                            <p:strVal val="#ppt_y"/>
                                          </p:val>
                                        </p:tav>
                                      </p:tavLst>
                                    </p:anim>
                                  </p:childTnLst>
                                </p:cTn>
                              </p:par>
                              <p:par>
                                <p:cTn id="180" presetID="53" presetClass="entr" presetSubtype="528" repeatCount="indefinite" fill="hold" grpId="0" nodeType="withEffect">
                                  <p:stCondLst>
                                    <p:cond delay="1091"/>
                                  </p:stCondLst>
                                  <p:childTnLst>
                                    <p:set>
                                      <p:cBhvr>
                                        <p:cTn id="181" dur="1" fill="hold">
                                          <p:stCondLst>
                                            <p:cond delay="0"/>
                                          </p:stCondLst>
                                        </p:cTn>
                                        <p:tgtEl>
                                          <p:spTgt spid="243"/>
                                        </p:tgtEl>
                                        <p:attrNameLst>
                                          <p:attrName>style.visibility</p:attrName>
                                        </p:attrNameLst>
                                      </p:cBhvr>
                                      <p:to>
                                        <p:strVal val="visible"/>
                                      </p:to>
                                    </p:set>
                                    <p:anim calcmode="lin" valueType="num">
                                      <p:cBhvr>
                                        <p:cTn id="182" dur="5755" fill="hold"/>
                                        <p:tgtEl>
                                          <p:spTgt spid="243"/>
                                        </p:tgtEl>
                                        <p:attrNameLst>
                                          <p:attrName>ppt_w</p:attrName>
                                        </p:attrNameLst>
                                      </p:cBhvr>
                                      <p:tavLst>
                                        <p:tav tm="0">
                                          <p:val>
                                            <p:fltVal val="0"/>
                                          </p:val>
                                        </p:tav>
                                        <p:tav tm="100000">
                                          <p:val>
                                            <p:strVal val="#ppt_w"/>
                                          </p:val>
                                        </p:tav>
                                      </p:tavLst>
                                    </p:anim>
                                    <p:anim calcmode="lin" valueType="num">
                                      <p:cBhvr>
                                        <p:cTn id="183" dur="5755" fill="hold"/>
                                        <p:tgtEl>
                                          <p:spTgt spid="243"/>
                                        </p:tgtEl>
                                        <p:attrNameLst>
                                          <p:attrName>ppt_h</p:attrName>
                                        </p:attrNameLst>
                                      </p:cBhvr>
                                      <p:tavLst>
                                        <p:tav tm="0">
                                          <p:val>
                                            <p:fltVal val="0"/>
                                          </p:val>
                                        </p:tav>
                                        <p:tav tm="100000">
                                          <p:val>
                                            <p:strVal val="#ppt_h"/>
                                          </p:val>
                                        </p:tav>
                                      </p:tavLst>
                                    </p:anim>
                                    <p:animEffect transition="in" filter="fade">
                                      <p:cBhvr>
                                        <p:cTn id="184" dur="5755"/>
                                        <p:tgtEl>
                                          <p:spTgt spid="243"/>
                                        </p:tgtEl>
                                      </p:cBhvr>
                                    </p:animEffect>
                                    <p:anim calcmode="lin" valueType="num">
                                      <p:cBhvr>
                                        <p:cTn id="185" dur="5755" fill="hold"/>
                                        <p:tgtEl>
                                          <p:spTgt spid="243"/>
                                        </p:tgtEl>
                                        <p:attrNameLst>
                                          <p:attrName>ppt_x</p:attrName>
                                        </p:attrNameLst>
                                      </p:cBhvr>
                                      <p:tavLst>
                                        <p:tav tm="0">
                                          <p:val>
                                            <p:fltVal val="0.5"/>
                                          </p:val>
                                        </p:tav>
                                        <p:tav tm="100000">
                                          <p:val>
                                            <p:strVal val="#ppt_x"/>
                                          </p:val>
                                        </p:tav>
                                      </p:tavLst>
                                    </p:anim>
                                    <p:anim calcmode="lin" valueType="num">
                                      <p:cBhvr>
                                        <p:cTn id="186" dur="5755" fill="hold"/>
                                        <p:tgtEl>
                                          <p:spTgt spid="243"/>
                                        </p:tgtEl>
                                        <p:attrNameLst>
                                          <p:attrName>ppt_y</p:attrName>
                                        </p:attrNameLst>
                                      </p:cBhvr>
                                      <p:tavLst>
                                        <p:tav tm="0">
                                          <p:val>
                                            <p:fltVal val="0.5"/>
                                          </p:val>
                                        </p:tav>
                                        <p:tav tm="100000">
                                          <p:val>
                                            <p:strVal val="#ppt_y"/>
                                          </p:val>
                                        </p:tav>
                                      </p:tavLst>
                                    </p:anim>
                                  </p:childTnLst>
                                </p:cTn>
                              </p:par>
                              <p:par>
                                <p:cTn id="187" presetID="53" presetClass="entr" presetSubtype="528" repeatCount="indefinite" fill="hold" grpId="0" nodeType="withEffect">
                                  <p:stCondLst>
                                    <p:cond delay="334"/>
                                  </p:stCondLst>
                                  <p:childTnLst>
                                    <p:set>
                                      <p:cBhvr>
                                        <p:cTn id="188" dur="1" fill="hold">
                                          <p:stCondLst>
                                            <p:cond delay="0"/>
                                          </p:stCondLst>
                                        </p:cTn>
                                        <p:tgtEl>
                                          <p:spTgt spid="244"/>
                                        </p:tgtEl>
                                        <p:attrNameLst>
                                          <p:attrName>style.visibility</p:attrName>
                                        </p:attrNameLst>
                                      </p:cBhvr>
                                      <p:to>
                                        <p:strVal val="visible"/>
                                      </p:to>
                                    </p:set>
                                    <p:anim calcmode="lin" valueType="num">
                                      <p:cBhvr>
                                        <p:cTn id="189" dur="7460" fill="hold"/>
                                        <p:tgtEl>
                                          <p:spTgt spid="244"/>
                                        </p:tgtEl>
                                        <p:attrNameLst>
                                          <p:attrName>ppt_w</p:attrName>
                                        </p:attrNameLst>
                                      </p:cBhvr>
                                      <p:tavLst>
                                        <p:tav tm="0">
                                          <p:val>
                                            <p:fltVal val="0"/>
                                          </p:val>
                                        </p:tav>
                                        <p:tav tm="100000">
                                          <p:val>
                                            <p:strVal val="#ppt_w"/>
                                          </p:val>
                                        </p:tav>
                                      </p:tavLst>
                                    </p:anim>
                                    <p:anim calcmode="lin" valueType="num">
                                      <p:cBhvr>
                                        <p:cTn id="190" dur="7460" fill="hold"/>
                                        <p:tgtEl>
                                          <p:spTgt spid="244"/>
                                        </p:tgtEl>
                                        <p:attrNameLst>
                                          <p:attrName>ppt_h</p:attrName>
                                        </p:attrNameLst>
                                      </p:cBhvr>
                                      <p:tavLst>
                                        <p:tav tm="0">
                                          <p:val>
                                            <p:fltVal val="0"/>
                                          </p:val>
                                        </p:tav>
                                        <p:tav tm="100000">
                                          <p:val>
                                            <p:strVal val="#ppt_h"/>
                                          </p:val>
                                        </p:tav>
                                      </p:tavLst>
                                    </p:anim>
                                    <p:animEffect transition="in" filter="fade">
                                      <p:cBhvr>
                                        <p:cTn id="191" dur="7460"/>
                                        <p:tgtEl>
                                          <p:spTgt spid="244"/>
                                        </p:tgtEl>
                                      </p:cBhvr>
                                    </p:animEffect>
                                    <p:anim calcmode="lin" valueType="num">
                                      <p:cBhvr>
                                        <p:cTn id="192" dur="7460" fill="hold"/>
                                        <p:tgtEl>
                                          <p:spTgt spid="244"/>
                                        </p:tgtEl>
                                        <p:attrNameLst>
                                          <p:attrName>ppt_x</p:attrName>
                                        </p:attrNameLst>
                                      </p:cBhvr>
                                      <p:tavLst>
                                        <p:tav tm="0">
                                          <p:val>
                                            <p:fltVal val="0.5"/>
                                          </p:val>
                                        </p:tav>
                                        <p:tav tm="100000">
                                          <p:val>
                                            <p:strVal val="#ppt_x"/>
                                          </p:val>
                                        </p:tav>
                                      </p:tavLst>
                                    </p:anim>
                                    <p:anim calcmode="lin" valueType="num">
                                      <p:cBhvr>
                                        <p:cTn id="193" dur="7460" fill="hold"/>
                                        <p:tgtEl>
                                          <p:spTgt spid="244"/>
                                        </p:tgtEl>
                                        <p:attrNameLst>
                                          <p:attrName>ppt_y</p:attrName>
                                        </p:attrNameLst>
                                      </p:cBhvr>
                                      <p:tavLst>
                                        <p:tav tm="0">
                                          <p:val>
                                            <p:fltVal val="0.5"/>
                                          </p:val>
                                        </p:tav>
                                        <p:tav tm="100000">
                                          <p:val>
                                            <p:strVal val="#ppt_y"/>
                                          </p:val>
                                        </p:tav>
                                      </p:tavLst>
                                    </p:anim>
                                  </p:childTnLst>
                                </p:cTn>
                              </p:par>
                              <p:par>
                                <p:cTn id="194" presetID="53" presetClass="entr" presetSubtype="528" repeatCount="indefinite" fill="hold" grpId="0" nodeType="withEffect">
                                  <p:stCondLst>
                                    <p:cond delay="1852"/>
                                  </p:stCondLst>
                                  <p:childTnLst>
                                    <p:set>
                                      <p:cBhvr>
                                        <p:cTn id="195" dur="1" fill="hold">
                                          <p:stCondLst>
                                            <p:cond delay="0"/>
                                          </p:stCondLst>
                                        </p:cTn>
                                        <p:tgtEl>
                                          <p:spTgt spid="245"/>
                                        </p:tgtEl>
                                        <p:attrNameLst>
                                          <p:attrName>style.visibility</p:attrName>
                                        </p:attrNameLst>
                                      </p:cBhvr>
                                      <p:to>
                                        <p:strVal val="visible"/>
                                      </p:to>
                                    </p:set>
                                    <p:anim calcmode="lin" valueType="num">
                                      <p:cBhvr>
                                        <p:cTn id="196" dur="5254" fill="hold"/>
                                        <p:tgtEl>
                                          <p:spTgt spid="245"/>
                                        </p:tgtEl>
                                        <p:attrNameLst>
                                          <p:attrName>ppt_w</p:attrName>
                                        </p:attrNameLst>
                                      </p:cBhvr>
                                      <p:tavLst>
                                        <p:tav tm="0">
                                          <p:val>
                                            <p:fltVal val="0"/>
                                          </p:val>
                                        </p:tav>
                                        <p:tav tm="100000">
                                          <p:val>
                                            <p:strVal val="#ppt_w"/>
                                          </p:val>
                                        </p:tav>
                                      </p:tavLst>
                                    </p:anim>
                                    <p:anim calcmode="lin" valueType="num">
                                      <p:cBhvr>
                                        <p:cTn id="197" dur="5254" fill="hold"/>
                                        <p:tgtEl>
                                          <p:spTgt spid="245"/>
                                        </p:tgtEl>
                                        <p:attrNameLst>
                                          <p:attrName>ppt_h</p:attrName>
                                        </p:attrNameLst>
                                      </p:cBhvr>
                                      <p:tavLst>
                                        <p:tav tm="0">
                                          <p:val>
                                            <p:fltVal val="0"/>
                                          </p:val>
                                        </p:tav>
                                        <p:tav tm="100000">
                                          <p:val>
                                            <p:strVal val="#ppt_h"/>
                                          </p:val>
                                        </p:tav>
                                      </p:tavLst>
                                    </p:anim>
                                    <p:animEffect transition="in" filter="fade">
                                      <p:cBhvr>
                                        <p:cTn id="198" dur="5254"/>
                                        <p:tgtEl>
                                          <p:spTgt spid="245"/>
                                        </p:tgtEl>
                                      </p:cBhvr>
                                    </p:animEffect>
                                    <p:anim calcmode="lin" valueType="num">
                                      <p:cBhvr>
                                        <p:cTn id="199" dur="5254" fill="hold"/>
                                        <p:tgtEl>
                                          <p:spTgt spid="245"/>
                                        </p:tgtEl>
                                        <p:attrNameLst>
                                          <p:attrName>ppt_x</p:attrName>
                                        </p:attrNameLst>
                                      </p:cBhvr>
                                      <p:tavLst>
                                        <p:tav tm="0">
                                          <p:val>
                                            <p:fltVal val="0.5"/>
                                          </p:val>
                                        </p:tav>
                                        <p:tav tm="100000">
                                          <p:val>
                                            <p:strVal val="#ppt_x"/>
                                          </p:val>
                                        </p:tav>
                                      </p:tavLst>
                                    </p:anim>
                                    <p:anim calcmode="lin" valueType="num">
                                      <p:cBhvr>
                                        <p:cTn id="200" dur="5254" fill="hold"/>
                                        <p:tgtEl>
                                          <p:spTgt spid="245"/>
                                        </p:tgtEl>
                                        <p:attrNameLst>
                                          <p:attrName>ppt_y</p:attrName>
                                        </p:attrNameLst>
                                      </p:cBhvr>
                                      <p:tavLst>
                                        <p:tav tm="0">
                                          <p:val>
                                            <p:fltVal val="0.5"/>
                                          </p:val>
                                        </p:tav>
                                        <p:tav tm="100000">
                                          <p:val>
                                            <p:strVal val="#ppt_y"/>
                                          </p:val>
                                        </p:tav>
                                      </p:tavLst>
                                    </p:anim>
                                  </p:childTnLst>
                                </p:cTn>
                              </p:par>
                              <p:par>
                                <p:cTn id="201" presetID="53" presetClass="entr" presetSubtype="528" repeatCount="indefinite" fill="hold" grpId="0" nodeType="withEffect">
                                  <p:stCondLst>
                                    <p:cond delay="657"/>
                                  </p:stCondLst>
                                  <p:childTnLst>
                                    <p:set>
                                      <p:cBhvr>
                                        <p:cTn id="202" dur="1" fill="hold">
                                          <p:stCondLst>
                                            <p:cond delay="0"/>
                                          </p:stCondLst>
                                        </p:cTn>
                                        <p:tgtEl>
                                          <p:spTgt spid="246"/>
                                        </p:tgtEl>
                                        <p:attrNameLst>
                                          <p:attrName>style.visibility</p:attrName>
                                        </p:attrNameLst>
                                      </p:cBhvr>
                                      <p:to>
                                        <p:strVal val="visible"/>
                                      </p:to>
                                    </p:set>
                                    <p:anim calcmode="lin" valueType="num">
                                      <p:cBhvr>
                                        <p:cTn id="203" dur="6642" fill="hold"/>
                                        <p:tgtEl>
                                          <p:spTgt spid="246"/>
                                        </p:tgtEl>
                                        <p:attrNameLst>
                                          <p:attrName>ppt_w</p:attrName>
                                        </p:attrNameLst>
                                      </p:cBhvr>
                                      <p:tavLst>
                                        <p:tav tm="0">
                                          <p:val>
                                            <p:fltVal val="0"/>
                                          </p:val>
                                        </p:tav>
                                        <p:tav tm="100000">
                                          <p:val>
                                            <p:strVal val="#ppt_w"/>
                                          </p:val>
                                        </p:tav>
                                      </p:tavLst>
                                    </p:anim>
                                    <p:anim calcmode="lin" valueType="num">
                                      <p:cBhvr>
                                        <p:cTn id="204" dur="6642" fill="hold"/>
                                        <p:tgtEl>
                                          <p:spTgt spid="246"/>
                                        </p:tgtEl>
                                        <p:attrNameLst>
                                          <p:attrName>ppt_h</p:attrName>
                                        </p:attrNameLst>
                                      </p:cBhvr>
                                      <p:tavLst>
                                        <p:tav tm="0">
                                          <p:val>
                                            <p:fltVal val="0"/>
                                          </p:val>
                                        </p:tav>
                                        <p:tav tm="100000">
                                          <p:val>
                                            <p:strVal val="#ppt_h"/>
                                          </p:val>
                                        </p:tav>
                                      </p:tavLst>
                                    </p:anim>
                                    <p:animEffect transition="in" filter="fade">
                                      <p:cBhvr>
                                        <p:cTn id="205" dur="6642"/>
                                        <p:tgtEl>
                                          <p:spTgt spid="246"/>
                                        </p:tgtEl>
                                      </p:cBhvr>
                                    </p:animEffect>
                                    <p:anim calcmode="lin" valueType="num">
                                      <p:cBhvr>
                                        <p:cTn id="206" dur="6642" fill="hold"/>
                                        <p:tgtEl>
                                          <p:spTgt spid="246"/>
                                        </p:tgtEl>
                                        <p:attrNameLst>
                                          <p:attrName>ppt_x</p:attrName>
                                        </p:attrNameLst>
                                      </p:cBhvr>
                                      <p:tavLst>
                                        <p:tav tm="0">
                                          <p:val>
                                            <p:fltVal val="0.5"/>
                                          </p:val>
                                        </p:tav>
                                        <p:tav tm="100000">
                                          <p:val>
                                            <p:strVal val="#ppt_x"/>
                                          </p:val>
                                        </p:tav>
                                      </p:tavLst>
                                    </p:anim>
                                    <p:anim calcmode="lin" valueType="num">
                                      <p:cBhvr>
                                        <p:cTn id="207" dur="6642" fill="hold"/>
                                        <p:tgtEl>
                                          <p:spTgt spid="246"/>
                                        </p:tgtEl>
                                        <p:attrNameLst>
                                          <p:attrName>ppt_y</p:attrName>
                                        </p:attrNameLst>
                                      </p:cBhvr>
                                      <p:tavLst>
                                        <p:tav tm="0">
                                          <p:val>
                                            <p:fltVal val="0.5"/>
                                          </p:val>
                                        </p:tav>
                                        <p:tav tm="100000">
                                          <p:val>
                                            <p:strVal val="#ppt_y"/>
                                          </p:val>
                                        </p:tav>
                                      </p:tavLst>
                                    </p:anim>
                                  </p:childTnLst>
                                </p:cTn>
                              </p:par>
                              <p:par>
                                <p:cTn id="208" presetID="53" presetClass="entr" presetSubtype="528" repeatCount="indefinite" fill="hold" grpId="0" nodeType="withEffect">
                                  <p:stCondLst>
                                    <p:cond delay="1083"/>
                                  </p:stCondLst>
                                  <p:childTnLst>
                                    <p:set>
                                      <p:cBhvr>
                                        <p:cTn id="209" dur="1" fill="hold">
                                          <p:stCondLst>
                                            <p:cond delay="0"/>
                                          </p:stCondLst>
                                        </p:cTn>
                                        <p:tgtEl>
                                          <p:spTgt spid="247"/>
                                        </p:tgtEl>
                                        <p:attrNameLst>
                                          <p:attrName>style.visibility</p:attrName>
                                        </p:attrNameLst>
                                      </p:cBhvr>
                                      <p:to>
                                        <p:strVal val="visible"/>
                                      </p:to>
                                    </p:set>
                                    <p:anim calcmode="lin" valueType="num">
                                      <p:cBhvr>
                                        <p:cTn id="210" dur="5889" fill="hold"/>
                                        <p:tgtEl>
                                          <p:spTgt spid="247"/>
                                        </p:tgtEl>
                                        <p:attrNameLst>
                                          <p:attrName>ppt_w</p:attrName>
                                        </p:attrNameLst>
                                      </p:cBhvr>
                                      <p:tavLst>
                                        <p:tav tm="0">
                                          <p:val>
                                            <p:fltVal val="0"/>
                                          </p:val>
                                        </p:tav>
                                        <p:tav tm="100000">
                                          <p:val>
                                            <p:strVal val="#ppt_w"/>
                                          </p:val>
                                        </p:tav>
                                      </p:tavLst>
                                    </p:anim>
                                    <p:anim calcmode="lin" valueType="num">
                                      <p:cBhvr>
                                        <p:cTn id="211" dur="5889" fill="hold"/>
                                        <p:tgtEl>
                                          <p:spTgt spid="247"/>
                                        </p:tgtEl>
                                        <p:attrNameLst>
                                          <p:attrName>ppt_h</p:attrName>
                                        </p:attrNameLst>
                                      </p:cBhvr>
                                      <p:tavLst>
                                        <p:tav tm="0">
                                          <p:val>
                                            <p:fltVal val="0"/>
                                          </p:val>
                                        </p:tav>
                                        <p:tav tm="100000">
                                          <p:val>
                                            <p:strVal val="#ppt_h"/>
                                          </p:val>
                                        </p:tav>
                                      </p:tavLst>
                                    </p:anim>
                                    <p:animEffect transition="in" filter="fade">
                                      <p:cBhvr>
                                        <p:cTn id="212" dur="5889"/>
                                        <p:tgtEl>
                                          <p:spTgt spid="247"/>
                                        </p:tgtEl>
                                      </p:cBhvr>
                                    </p:animEffect>
                                    <p:anim calcmode="lin" valueType="num">
                                      <p:cBhvr>
                                        <p:cTn id="213" dur="5889" fill="hold"/>
                                        <p:tgtEl>
                                          <p:spTgt spid="247"/>
                                        </p:tgtEl>
                                        <p:attrNameLst>
                                          <p:attrName>ppt_x</p:attrName>
                                        </p:attrNameLst>
                                      </p:cBhvr>
                                      <p:tavLst>
                                        <p:tav tm="0">
                                          <p:val>
                                            <p:fltVal val="0.5"/>
                                          </p:val>
                                        </p:tav>
                                        <p:tav tm="100000">
                                          <p:val>
                                            <p:strVal val="#ppt_x"/>
                                          </p:val>
                                        </p:tav>
                                      </p:tavLst>
                                    </p:anim>
                                    <p:anim calcmode="lin" valueType="num">
                                      <p:cBhvr>
                                        <p:cTn id="214" dur="5889" fill="hold"/>
                                        <p:tgtEl>
                                          <p:spTgt spid="247"/>
                                        </p:tgtEl>
                                        <p:attrNameLst>
                                          <p:attrName>ppt_y</p:attrName>
                                        </p:attrNameLst>
                                      </p:cBhvr>
                                      <p:tavLst>
                                        <p:tav tm="0">
                                          <p:val>
                                            <p:fltVal val="0.5"/>
                                          </p:val>
                                        </p:tav>
                                        <p:tav tm="100000">
                                          <p:val>
                                            <p:strVal val="#ppt_y"/>
                                          </p:val>
                                        </p:tav>
                                      </p:tavLst>
                                    </p:anim>
                                  </p:childTnLst>
                                </p:cTn>
                              </p:par>
                              <p:par>
                                <p:cTn id="215" presetID="53" presetClass="entr" presetSubtype="528" repeatCount="indefinite" fill="hold" grpId="0" nodeType="withEffect">
                                  <p:stCondLst>
                                    <p:cond delay="854"/>
                                  </p:stCondLst>
                                  <p:childTnLst>
                                    <p:set>
                                      <p:cBhvr>
                                        <p:cTn id="216" dur="1" fill="hold">
                                          <p:stCondLst>
                                            <p:cond delay="0"/>
                                          </p:stCondLst>
                                        </p:cTn>
                                        <p:tgtEl>
                                          <p:spTgt spid="248"/>
                                        </p:tgtEl>
                                        <p:attrNameLst>
                                          <p:attrName>style.visibility</p:attrName>
                                        </p:attrNameLst>
                                      </p:cBhvr>
                                      <p:to>
                                        <p:strVal val="visible"/>
                                      </p:to>
                                    </p:set>
                                    <p:anim calcmode="lin" valueType="num">
                                      <p:cBhvr>
                                        <p:cTn id="217" dur="5408" fill="hold"/>
                                        <p:tgtEl>
                                          <p:spTgt spid="248"/>
                                        </p:tgtEl>
                                        <p:attrNameLst>
                                          <p:attrName>ppt_w</p:attrName>
                                        </p:attrNameLst>
                                      </p:cBhvr>
                                      <p:tavLst>
                                        <p:tav tm="0">
                                          <p:val>
                                            <p:fltVal val="0"/>
                                          </p:val>
                                        </p:tav>
                                        <p:tav tm="100000">
                                          <p:val>
                                            <p:strVal val="#ppt_w"/>
                                          </p:val>
                                        </p:tav>
                                      </p:tavLst>
                                    </p:anim>
                                    <p:anim calcmode="lin" valueType="num">
                                      <p:cBhvr>
                                        <p:cTn id="218" dur="5408" fill="hold"/>
                                        <p:tgtEl>
                                          <p:spTgt spid="248"/>
                                        </p:tgtEl>
                                        <p:attrNameLst>
                                          <p:attrName>ppt_h</p:attrName>
                                        </p:attrNameLst>
                                      </p:cBhvr>
                                      <p:tavLst>
                                        <p:tav tm="0">
                                          <p:val>
                                            <p:fltVal val="0"/>
                                          </p:val>
                                        </p:tav>
                                        <p:tav tm="100000">
                                          <p:val>
                                            <p:strVal val="#ppt_h"/>
                                          </p:val>
                                        </p:tav>
                                      </p:tavLst>
                                    </p:anim>
                                    <p:animEffect transition="in" filter="fade">
                                      <p:cBhvr>
                                        <p:cTn id="219" dur="5408"/>
                                        <p:tgtEl>
                                          <p:spTgt spid="248"/>
                                        </p:tgtEl>
                                      </p:cBhvr>
                                    </p:animEffect>
                                    <p:anim calcmode="lin" valueType="num">
                                      <p:cBhvr>
                                        <p:cTn id="220" dur="5408" fill="hold"/>
                                        <p:tgtEl>
                                          <p:spTgt spid="248"/>
                                        </p:tgtEl>
                                        <p:attrNameLst>
                                          <p:attrName>ppt_x</p:attrName>
                                        </p:attrNameLst>
                                      </p:cBhvr>
                                      <p:tavLst>
                                        <p:tav tm="0">
                                          <p:val>
                                            <p:fltVal val="0.5"/>
                                          </p:val>
                                        </p:tav>
                                        <p:tav tm="100000">
                                          <p:val>
                                            <p:strVal val="#ppt_x"/>
                                          </p:val>
                                        </p:tav>
                                      </p:tavLst>
                                    </p:anim>
                                    <p:anim calcmode="lin" valueType="num">
                                      <p:cBhvr>
                                        <p:cTn id="221" dur="5408" fill="hold"/>
                                        <p:tgtEl>
                                          <p:spTgt spid="248"/>
                                        </p:tgtEl>
                                        <p:attrNameLst>
                                          <p:attrName>ppt_y</p:attrName>
                                        </p:attrNameLst>
                                      </p:cBhvr>
                                      <p:tavLst>
                                        <p:tav tm="0">
                                          <p:val>
                                            <p:fltVal val="0.5"/>
                                          </p:val>
                                        </p:tav>
                                        <p:tav tm="100000">
                                          <p:val>
                                            <p:strVal val="#ppt_y"/>
                                          </p:val>
                                        </p:tav>
                                      </p:tavLst>
                                    </p:anim>
                                  </p:childTnLst>
                                </p:cTn>
                              </p:par>
                              <p:par>
                                <p:cTn id="222" presetID="53" presetClass="entr" presetSubtype="528" repeatCount="indefinite" fill="hold" grpId="0" nodeType="withEffect">
                                  <p:stCondLst>
                                    <p:cond delay="793"/>
                                  </p:stCondLst>
                                  <p:childTnLst>
                                    <p:set>
                                      <p:cBhvr>
                                        <p:cTn id="223" dur="1" fill="hold">
                                          <p:stCondLst>
                                            <p:cond delay="0"/>
                                          </p:stCondLst>
                                        </p:cTn>
                                        <p:tgtEl>
                                          <p:spTgt spid="252"/>
                                        </p:tgtEl>
                                        <p:attrNameLst>
                                          <p:attrName>style.visibility</p:attrName>
                                        </p:attrNameLst>
                                      </p:cBhvr>
                                      <p:to>
                                        <p:strVal val="visible"/>
                                      </p:to>
                                    </p:set>
                                    <p:anim calcmode="lin" valueType="num">
                                      <p:cBhvr>
                                        <p:cTn id="224" dur="5173" fill="hold"/>
                                        <p:tgtEl>
                                          <p:spTgt spid="252"/>
                                        </p:tgtEl>
                                        <p:attrNameLst>
                                          <p:attrName>ppt_w</p:attrName>
                                        </p:attrNameLst>
                                      </p:cBhvr>
                                      <p:tavLst>
                                        <p:tav tm="0">
                                          <p:val>
                                            <p:fltVal val="0"/>
                                          </p:val>
                                        </p:tav>
                                        <p:tav tm="100000">
                                          <p:val>
                                            <p:strVal val="#ppt_w"/>
                                          </p:val>
                                        </p:tav>
                                      </p:tavLst>
                                    </p:anim>
                                    <p:anim calcmode="lin" valueType="num">
                                      <p:cBhvr>
                                        <p:cTn id="225" dur="5173" fill="hold"/>
                                        <p:tgtEl>
                                          <p:spTgt spid="252"/>
                                        </p:tgtEl>
                                        <p:attrNameLst>
                                          <p:attrName>ppt_h</p:attrName>
                                        </p:attrNameLst>
                                      </p:cBhvr>
                                      <p:tavLst>
                                        <p:tav tm="0">
                                          <p:val>
                                            <p:fltVal val="0"/>
                                          </p:val>
                                        </p:tav>
                                        <p:tav tm="100000">
                                          <p:val>
                                            <p:strVal val="#ppt_h"/>
                                          </p:val>
                                        </p:tav>
                                      </p:tavLst>
                                    </p:anim>
                                    <p:animEffect transition="in" filter="fade">
                                      <p:cBhvr>
                                        <p:cTn id="226" dur="5173"/>
                                        <p:tgtEl>
                                          <p:spTgt spid="252"/>
                                        </p:tgtEl>
                                      </p:cBhvr>
                                    </p:animEffect>
                                    <p:anim calcmode="lin" valueType="num">
                                      <p:cBhvr>
                                        <p:cTn id="227" dur="5173" fill="hold"/>
                                        <p:tgtEl>
                                          <p:spTgt spid="252"/>
                                        </p:tgtEl>
                                        <p:attrNameLst>
                                          <p:attrName>ppt_x</p:attrName>
                                        </p:attrNameLst>
                                      </p:cBhvr>
                                      <p:tavLst>
                                        <p:tav tm="0">
                                          <p:val>
                                            <p:fltVal val="0.5"/>
                                          </p:val>
                                        </p:tav>
                                        <p:tav tm="100000">
                                          <p:val>
                                            <p:strVal val="#ppt_x"/>
                                          </p:val>
                                        </p:tav>
                                      </p:tavLst>
                                    </p:anim>
                                    <p:anim calcmode="lin" valueType="num">
                                      <p:cBhvr>
                                        <p:cTn id="228" dur="5173" fill="hold"/>
                                        <p:tgtEl>
                                          <p:spTgt spid="252"/>
                                        </p:tgtEl>
                                        <p:attrNameLst>
                                          <p:attrName>ppt_y</p:attrName>
                                        </p:attrNameLst>
                                      </p:cBhvr>
                                      <p:tavLst>
                                        <p:tav tm="0">
                                          <p:val>
                                            <p:fltVal val="0.5"/>
                                          </p:val>
                                        </p:tav>
                                        <p:tav tm="100000">
                                          <p:val>
                                            <p:strVal val="#ppt_y"/>
                                          </p:val>
                                        </p:tav>
                                      </p:tavLst>
                                    </p:anim>
                                  </p:childTnLst>
                                </p:cTn>
                              </p:par>
                              <p:par>
                                <p:cTn id="229" presetID="53" presetClass="entr" presetSubtype="528" repeatCount="indefinite" fill="hold" grpId="0" nodeType="withEffect">
                                  <p:stCondLst>
                                    <p:cond delay="367"/>
                                  </p:stCondLst>
                                  <p:childTnLst>
                                    <p:set>
                                      <p:cBhvr>
                                        <p:cTn id="230" dur="1" fill="hold">
                                          <p:stCondLst>
                                            <p:cond delay="0"/>
                                          </p:stCondLst>
                                        </p:cTn>
                                        <p:tgtEl>
                                          <p:spTgt spid="257"/>
                                        </p:tgtEl>
                                        <p:attrNameLst>
                                          <p:attrName>style.visibility</p:attrName>
                                        </p:attrNameLst>
                                      </p:cBhvr>
                                      <p:to>
                                        <p:strVal val="visible"/>
                                      </p:to>
                                    </p:set>
                                    <p:anim calcmode="lin" valueType="num">
                                      <p:cBhvr>
                                        <p:cTn id="231" dur="6982" fill="hold"/>
                                        <p:tgtEl>
                                          <p:spTgt spid="257"/>
                                        </p:tgtEl>
                                        <p:attrNameLst>
                                          <p:attrName>ppt_w</p:attrName>
                                        </p:attrNameLst>
                                      </p:cBhvr>
                                      <p:tavLst>
                                        <p:tav tm="0">
                                          <p:val>
                                            <p:fltVal val="0"/>
                                          </p:val>
                                        </p:tav>
                                        <p:tav tm="100000">
                                          <p:val>
                                            <p:strVal val="#ppt_w"/>
                                          </p:val>
                                        </p:tav>
                                      </p:tavLst>
                                    </p:anim>
                                    <p:anim calcmode="lin" valueType="num">
                                      <p:cBhvr>
                                        <p:cTn id="232" dur="6982" fill="hold"/>
                                        <p:tgtEl>
                                          <p:spTgt spid="257"/>
                                        </p:tgtEl>
                                        <p:attrNameLst>
                                          <p:attrName>ppt_h</p:attrName>
                                        </p:attrNameLst>
                                      </p:cBhvr>
                                      <p:tavLst>
                                        <p:tav tm="0">
                                          <p:val>
                                            <p:fltVal val="0"/>
                                          </p:val>
                                        </p:tav>
                                        <p:tav tm="100000">
                                          <p:val>
                                            <p:strVal val="#ppt_h"/>
                                          </p:val>
                                        </p:tav>
                                      </p:tavLst>
                                    </p:anim>
                                    <p:animEffect transition="in" filter="fade">
                                      <p:cBhvr>
                                        <p:cTn id="233" dur="6982"/>
                                        <p:tgtEl>
                                          <p:spTgt spid="257"/>
                                        </p:tgtEl>
                                      </p:cBhvr>
                                    </p:animEffect>
                                    <p:anim calcmode="lin" valueType="num">
                                      <p:cBhvr>
                                        <p:cTn id="234" dur="6982" fill="hold"/>
                                        <p:tgtEl>
                                          <p:spTgt spid="257"/>
                                        </p:tgtEl>
                                        <p:attrNameLst>
                                          <p:attrName>ppt_x</p:attrName>
                                        </p:attrNameLst>
                                      </p:cBhvr>
                                      <p:tavLst>
                                        <p:tav tm="0">
                                          <p:val>
                                            <p:fltVal val="0.5"/>
                                          </p:val>
                                        </p:tav>
                                        <p:tav tm="100000">
                                          <p:val>
                                            <p:strVal val="#ppt_x"/>
                                          </p:val>
                                        </p:tav>
                                      </p:tavLst>
                                    </p:anim>
                                    <p:anim calcmode="lin" valueType="num">
                                      <p:cBhvr>
                                        <p:cTn id="235" dur="6982" fill="hold"/>
                                        <p:tgtEl>
                                          <p:spTgt spid="257"/>
                                        </p:tgtEl>
                                        <p:attrNameLst>
                                          <p:attrName>ppt_y</p:attrName>
                                        </p:attrNameLst>
                                      </p:cBhvr>
                                      <p:tavLst>
                                        <p:tav tm="0">
                                          <p:val>
                                            <p:fltVal val="0.5"/>
                                          </p:val>
                                        </p:tav>
                                        <p:tav tm="100000">
                                          <p:val>
                                            <p:strVal val="#ppt_y"/>
                                          </p:val>
                                        </p:tav>
                                      </p:tavLst>
                                    </p:anim>
                                  </p:childTnLst>
                                </p:cTn>
                              </p:par>
                              <p:par>
                                <p:cTn id="236" presetID="53" presetClass="entr" presetSubtype="528" repeatCount="indefinite" fill="hold" grpId="0" nodeType="withEffect">
                                  <p:stCondLst>
                                    <p:cond delay="232"/>
                                  </p:stCondLst>
                                  <p:childTnLst>
                                    <p:set>
                                      <p:cBhvr>
                                        <p:cTn id="237" dur="1" fill="hold">
                                          <p:stCondLst>
                                            <p:cond delay="0"/>
                                          </p:stCondLst>
                                        </p:cTn>
                                        <p:tgtEl>
                                          <p:spTgt spid="262"/>
                                        </p:tgtEl>
                                        <p:attrNameLst>
                                          <p:attrName>style.visibility</p:attrName>
                                        </p:attrNameLst>
                                      </p:cBhvr>
                                      <p:to>
                                        <p:strVal val="visible"/>
                                      </p:to>
                                    </p:set>
                                    <p:anim calcmode="lin" valueType="num">
                                      <p:cBhvr>
                                        <p:cTn id="238" dur="6854" fill="hold"/>
                                        <p:tgtEl>
                                          <p:spTgt spid="262"/>
                                        </p:tgtEl>
                                        <p:attrNameLst>
                                          <p:attrName>ppt_w</p:attrName>
                                        </p:attrNameLst>
                                      </p:cBhvr>
                                      <p:tavLst>
                                        <p:tav tm="0">
                                          <p:val>
                                            <p:fltVal val="0"/>
                                          </p:val>
                                        </p:tav>
                                        <p:tav tm="100000">
                                          <p:val>
                                            <p:strVal val="#ppt_w"/>
                                          </p:val>
                                        </p:tav>
                                      </p:tavLst>
                                    </p:anim>
                                    <p:anim calcmode="lin" valueType="num">
                                      <p:cBhvr>
                                        <p:cTn id="239" dur="6854" fill="hold"/>
                                        <p:tgtEl>
                                          <p:spTgt spid="262"/>
                                        </p:tgtEl>
                                        <p:attrNameLst>
                                          <p:attrName>ppt_h</p:attrName>
                                        </p:attrNameLst>
                                      </p:cBhvr>
                                      <p:tavLst>
                                        <p:tav tm="0">
                                          <p:val>
                                            <p:fltVal val="0"/>
                                          </p:val>
                                        </p:tav>
                                        <p:tav tm="100000">
                                          <p:val>
                                            <p:strVal val="#ppt_h"/>
                                          </p:val>
                                        </p:tav>
                                      </p:tavLst>
                                    </p:anim>
                                    <p:animEffect transition="in" filter="fade">
                                      <p:cBhvr>
                                        <p:cTn id="240" dur="6854"/>
                                        <p:tgtEl>
                                          <p:spTgt spid="262"/>
                                        </p:tgtEl>
                                      </p:cBhvr>
                                    </p:animEffect>
                                    <p:anim calcmode="lin" valueType="num">
                                      <p:cBhvr>
                                        <p:cTn id="241" dur="6854" fill="hold"/>
                                        <p:tgtEl>
                                          <p:spTgt spid="262"/>
                                        </p:tgtEl>
                                        <p:attrNameLst>
                                          <p:attrName>ppt_x</p:attrName>
                                        </p:attrNameLst>
                                      </p:cBhvr>
                                      <p:tavLst>
                                        <p:tav tm="0">
                                          <p:val>
                                            <p:fltVal val="0.5"/>
                                          </p:val>
                                        </p:tav>
                                        <p:tav tm="100000">
                                          <p:val>
                                            <p:strVal val="#ppt_x"/>
                                          </p:val>
                                        </p:tav>
                                      </p:tavLst>
                                    </p:anim>
                                    <p:anim calcmode="lin" valueType="num">
                                      <p:cBhvr>
                                        <p:cTn id="242" dur="6854" fill="hold"/>
                                        <p:tgtEl>
                                          <p:spTgt spid="262"/>
                                        </p:tgtEl>
                                        <p:attrNameLst>
                                          <p:attrName>ppt_y</p:attrName>
                                        </p:attrNameLst>
                                      </p:cBhvr>
                                      <p:tavLst>
                                        <p:tav tm="0">
                                          <p:val>
                                            <p:fltVal val="0.5"/>
                                          </p:val>
                                        </p:tav>
                                        <p:tav tm="100000">
                                          <p:val>
                                            <p:strVal val="#ppt_y"/>
                                          </p:val>
                                        </p:tav>
                                      </p:tavLst>
                                    </p:anim>
                                  </p:childTnLst>
                                </p:cTn>
                              </p:par>
                              <p:par>
                                <p:cTn id="243" presetID="53" presetClass="entr" presetSubtype="528" repeatCount="indefinite" fill="hold" grpId="0" nodeType="withEffect">
                                  <p:stCondLst>
                                    <p:cond delay="1449"/>
                                  </p:stCondLst>
                                  <p:childTnLst>
                                    <p:set>
                                      <p:cBhvr>
                                        <p:cTn id="244" dur="1" fill="hold">
                                          <p:stCondLst>
                                            <p:cond delay="0"/>
                                          </p:stCondLst>
                                        </p:cTn>
                                        <p:tgtEl>
                                          <p:spTgt spid="265"/>
                                        </p:tgtEl>
                                        <p:attrNameLst>
                                          <p:attrName>style.visibility</p:attrName>
                                        </p:attrNameLst>
                                      </p:cBhvr>
                                      <p:to>
                                        <p:strVal val="visible"/>
                                      </p:to>
                                    </p:set>
                                    <p:anim calcmode="lin" valueType="num">
                                      <p:cBhvr>
                                        <p:cTn id="245" dur="7040" fill="hold"/>
                                        <p:tgtEl>
                                          <p:spTgt spid="265"/>
                                        </p:tgtEl>
                                        <p:attrNameLst>
                                          <p:attrName>ppt_w</p:attrName>
                                        </p:attrNameLst>
                                      </p:cBhvr>
                                      <p:tavLst>
                                        <p:tav tm="0">
                                          <p:val>
                                            <p:fltVal val="0"/>
                                          </p:val>
                                        </p:tav>
                                        <p:tav tm="100000">
                                          <p:val>
                                            <p:strVal val="#ppt_w"/>
                                          </p:val>
                                        </p:tav>
                                      </p:tavLst>
                                    </p:anim>
                                    <p:anim calcmode="lin" valueType="num">
                                      <p:cBhvr>
                                        <p:cTn id="246" dur="7040" fill="hold"/>
                                        <p:tgtEl>
                                          <p:spTgt spid="265"/>
                                        </p:tgtEl>
                                        <p:attrNameLst>
                                          <p:attrName>ppt_h</p:attrName>
                                        </p:attrNameLst>
                                      </p:cBhvr>
                                      <p:tavLst>
                                        <p:tav tm="0">
                                          <p:val>
                                            <p:fltVal val="0"/>
                                          </p:val>
                                        </p:tav>
                                        <p:tav tm="100000">
                                          <p:val>
                                            <p:strVal val="#ppt_h"/>
                                          </p:val>
                                        </p:tav>
                                      </p:tavLst>
                                    </p:anim>
                                    <p:animEffect transition="in" filter="fade">
                                      <p:cBhvr>
                                        <p:cTn id="247" dur="7040"/>
                                        <p:tgtEl>
                                          <p:spTgt spid="265"/>
                                        </p:tgtEl>
                                      </p:cBhvr>
                                    </p:animEffect>
                                    <p:anim calcmode="lin" valueType="num">
                                      <p:cBhvr>
                                        <p:cTn id="248" dur="7040" fill="hold"/>
                                        <p:tgtEl>
                                          <p:spTgt spid="265"/>
                                        </p:tgtEl>
                                        <p:attrNameLst>
                                          <p:attrName>ppt_x</p:attrName>
                                        </p:attrNameLst>
                                      </p:cBhvr>
                                      <p:tavLst>
                                        <p:tav tm="0">
                                          <p:val>
                                            <p:fltVal val="0.5"/>
                                          </p:val>
                                        </p:tav>
                                        <p:tav tm="100000">
                                          <p:val>
                                            <p:strVal val="#ppt_x"/>
                                          </p:val>
                                        </p:tav>
                                      </p:tavLst>
                                    </p:anim>
                                    <p:anim calcmode="lin" valueType="num">
                                      <p:cBhvr>
                                        <p:cTn id="249" dur="7040" fill="hold"/>
                                        <p:tgtEl>
                                          <p:spTgt spid="265"/>
                                        </p:tgtEl>
                                        <p:attrNameLst>
                                          <p:attrName>ppt_y</p:attrName>
                                        </p:attrNameLst>
                                      </p:cBhvr>
                                      <p:tavLst>
                                        <p:tav tm="0">
                                          <p:val>
                                            <p:fltVal val="0.5"/>
                                          </p:val>
                                        </p:tav>
                                        <p:tav tm="100000">
                                          <p:val>
                                            <p:strVal val="#ppt_y"/>
                                          </p:val>
                                        </p:tav>
                                      </p:tavLst>
                                    </p:anim>
                                  </p:childTnLst>
                                </p:cTn>
                              </p:par>
                              <p:par>
                                <p:cTn id="250" presetID="53" presetClass="entr" presetSubtype="528" repeatCount="indefinite" fill="hold" grpId="0" nodeType="withEffect">
                                  <p:stCondLst>
                                    <p:cond delay="1214"/>
                                  </p:stCondLst>
                                  <p:childTnLst>
                                    <p:set>
                                      <p:cBhvr>
                                        <p:cTn id="251" dur="1" fill="hold">
                                          <p:stCondLst>
                                            <p:cond delay="0"/>
                                          </p:stCondLst>
                                        </p:cTn>
                                        <p:tgtEl>
                                          <p:spTgt spid="266"/>
                                        </p:tgtEl>
                                        <p:attrNameLst>
                                          <p:attrName>style.visibility</p:attrName>
                                        </p:attrNameLst>
                                      </p:cBhvr>
                                      <p:to>
                                        <p:strVal val="visible"/>
                                      </p:to>
                                    </p:set>
                                    <p:anim calcmode="lin" valueType="num">
                                      <p:cBhvr>
                                        <p:cTn id="252" dur="6173" fill="hold"/>
                                        <p:tgtEl>
                                          <p:spTgt spid="266"/>
                                        </p:tgtEl>
                                        <p:attrNameLst>
                                          <p:attrName>ppt_w</p:attrName>
                                        </p:attrNameLst>
                                      </p:cBhvr>
                                      <p:tavLst>
                                        <p:tav tm="0">
                                          <p:val>
                                            <p:fltVal val="0"/>
                                          </p:val>
                                        </p:tav>
                                        <p:tav tm="100000">
                                          <p:val>
                                            <p:strVal val="#ppt_w"/>
                                          </p:val>
                                        </p:tav>
                                      </p:tavLst>
                                    </p:anim>
                                    <p:anim calcmode="lin" valueType="num">
                                      <p:cBhvr>
                                        <p:cTn id="253" dur="6173" fill="hold"/>
                                        <p:tgtEl>
                                          <p:spTgt spid="266"/>
                                        </p:tgtEl>
                                        <p:attrNameLst>
                                          <p:attrName>ppt_h</p:attrName>
                                        </p:attrNameLst>
                                      </p:cBhvr>
                                      <p:tavLst>
                                        <p:tav tm="0">
                                          <p:val>
                                            <p:fltVal val="0"/>
                                          </p:val>
                                        </p:tav>
                                        <p:tav tm="100000">
                                          <p:val>
                                            <p:strVal val="#ppt_h"/>
                                          </p:val>
                                        </p:tav>
                                      </p:tavLst>
                                    </p:anim>
                                    <p:animEffect transition="in" filter="fade">
                                      <p:cBhvr>
                                        <p:cTn id="254" dur="6173"/>
                                        <p:tgtEl>
                                          <p:spTgt spid="266"/>
                                        </p:tgtEl>
                                      </p:cBhvr>
                                    </p:animEffect>
                                    <p:anim calcmode="lin" valueType="num">
                                      <p:cBhvr>
                                        <p:cTn id="255" dur="6173" fill="hold"/>
                                        <p:tgtEl>
                                          <p:spTgt spid="266"/>
                                        </p:tgtEl>
                                        <p:attrNameLst>
                                          <p:attrName>ppt_x</p:attrName>
                                        </p:attrNameLst>
                                      </p:cBhvr>
                                      <p:tavLst>
                                        <p:tav tm="0">
                                          <p:val>
                                            <p:fltVal val="0.5"/>
                                          </p:val>
                                        </p:tav>
                                        <p:tav tm="100000">
                                          <p:val>
                                            <p:strVal val="#ppt_x"/>
                                          </p:val>
                                        </p:tav>
                                      </p:tavLst>
                                    </p:anim>
                                    <p:anim calcmode="lin" valueType="num">
                                      <p:cBhvr>
                                        <p:cTn id="256" dur="6173" fill="hold"/>
                                        <p:tgtEl>
                                          <p:spTgt spid="266"/>
                                        </p:tgtEl>
                                        <p:attrNameLst>
                                          <p:attrName>ppt_y</p:attrName>
                                        </p:attrNameLst>
                                      </p:cBhvr>
                                      <p:tavLst>
                                        <p:tav tm="0">
                                          <p:val>
                                            <p:fltVal val="0.5"/>
                                          </p:val>
                                        </p:tav>
                                        <p:tav tm="100000">
                                          <p:val>
                                            <p:strVal val="#ppt_y"/>
                                          </p:val>
                                        </p:tav>
                                      </p:tavLst>
                                    </p:anim>
                                  </p:childTnLst>
                                </p:cTn>
                              </p:par>
                              <p:par>
                                <p:cTn id="257" presetID="53" presetClass="entr" presetSubtype="528" repeatCount="indefinite" fill="hold" grpId="0" nodeType="withEffect">
                                  <p:stCondLst>
                                    <p:cond delay="1303"/>
                                  </p:stCondLst>
                                  <p:childTnLst>
                                    <p:set>
                                      <p:cBhvr>
                                        <p:cTn id="258" dur="1" fill="hold">
                                          <p:stCondLst>
                                            <p:cond delay="0"/>
                                          </p:stCondLst>
                                        </p:cTn>
                                        <p:tgtEl>
                                          <p:spTgt spid="267"/>
                                        </p:tgtEl>
                                        <p:attrNameLst>
                                          <p:attrName>style.visibility</p:attrName>
                                        </p:attrNameLst>
                                      </p:cBhvr>
                                      <p:to>
                                        <p:strVal val="visible"/>
                                      </p:to>
                                    </p:set>
                                    <p:anim calcmode="lin" valueType="num">
                                      <p:cBhvr>
                                        <p:cTn id="259" dur="6273" fill="hold"/>
                                        <p:tgtEl>
                                          <p:spTgt spid="267"/>
                                        </p:tgtEl>
                                        <p:attrNameLst>
                                          <p:attrName>ppt_w</p:attrName>
                                        </p:attrNameLst>
                                      </p:cBhvr>
                                      <p:tavLst>
                                        <p:tav tm="0">
                                          <p:val>
                                            <p:fltVal val="0"/>
                                          </p:val>
                                        </p:tav>
                                        <p:tav tm="100000">
                                          <p:val>
                                            <p:strVal val="#ppt_w"/>
                                          </p:val>
                                        </p:tav>
                                      </p:tavLst>
                                    </p:anim>
                                    <p:anim calcmode="lin" valueType="num">
                                      <p:cBhvr>
                                        <p:cTn id="260" dur="6273" fill="hold"/>
                                        <p:tgtEl>
                                          <p:spTgt spid="267"/>
                                        </p:tgtEl>
                                        <p:attrNameLst>
                                          <p:attrName>ppt_h</p:attrName>
                                        </p:attrNameLst>
                                      </p:cBhvr>
                                      <p:tavLst>
                                        <p:tav tm="0">
                                          <p:val>
                                            <p:fltVal val="0"/>
                                          </p:val>
                                        </p:tav>
                                        <p:tav tm="100000">
                                          <p:val>
                                            <p:strVal val="#ppt_h"/>
                                          </p:val>
                                        </p:tav>
                                      </p:tavLst>
                                    </p:anim>
                                    <p:animEffect transition="in" filter="fade">
                                      <p:cBhvr>
                                        <p:cTn id="261" dur="6273"/>
                                        <p:tgtEl>
                                          <p:spTgt spid="267"/>
                                        </p:tgtEl>
                                      </p:cBhvr>
                                    </p:animEffect>
                                    <p:anim calcmode="lin" valueType="num">
                                      <p:cBhvr>
                                        <p:cTn id="262" dur="6273" fill="hold"/>
                                        <p:tgtEl>
                                          <p:spTgt spid="267"/>
                                        </p:tgtEl>
                                        <p:attrNameLst>
                                          <p:attrName>ppt_x</p:attrName>
                                        </p:attrNameLst>
                                      </p:cBhvr>
                                      <p:tavLst>
                                        <p:tav tm="0">
                                          <p:val>
                                            <p:fltVal val="0.5"/>
                                          </p:val>
                                        </p:tav>
                                        <p:tav tm="100000">
                                          <p:val>
                                            <p:strVal val="#ppt_x"/>
                                          </p:val>
                                        </p:tav>
                                      </p:tavLst>
                                    </p:anim>
                                    <p:anim calcmode="lin" valueType="num">
                                      <p:cBhvr>
                                        <p:cTn id="263" dur="6273" fill="hold"/>
                                        <p:tgtEl>
                                          <p:spTgt spid="267"/>
                                        </p:tgtEl>
                                        <p:attrNameLst>
                                          <p:attrName>ppt_y</p:attrName>
                                        </p:attrNameLst>
                                      </p:cBhvr>
                                      <p:tavLst>
                                        <p:tav tm="0">
                                          <p:val>
                                            <p:fltVal val="0.5"/>
                                          </p:val>
                                        </p:tav>
                                        <p:tav tm="100000">
                                          <p:val>
                                            <p:strVal val="#ppt_y"/>
                                          </p:val>
                                        </p:tav>
                                      </p:tavLst>
                                    </p:anim>
                                  </p:childTnLst>
                                </p:cTn>
                              </p:par>
                              <p:par>
                                <p:cTn id="264" presetID="53" presetClass="entr" presetSubtype="528" repeatCount="indefinite" fill="hold" grpId="0" nodeType="withEffect">
                                  <p:stCondLst>
                                    <p:cond delay="1802"/>
                                  </p:stCondLst>
                                  <p:childTnLst>
                                    <p:set>
                                      <p:cBhvr>
                                        <p:cTn id="265" dur="1" fill="hold">
                                          <p:stCondLst>
                                            <p:cond delay="0"/>
                                          </p:stCondLst>
                                        </p:cTn>
                                        <p:tgtEl>
                                          <p:spTgt spid="268"/>
                                        </p:tgtEl>
                                        <p:attrNameLst>
                                          <p:attrName>style.visibility</p:attrName>
                                        </p:attrNameLst>
                                      </p:cBhvr>
                                      <p:to>
                                        <p:strVal val="visible"/>
                                      </p:to>
                                    </p:set>
                                    <p:anim calcmode="lin" valueType="num">
                                      <p:cBhvr>
                                        <p:cTn id="266" dur="6866" fill="hold"/>
                                        <p:tgtEl>
                                          <p:spTgt spid="268"/>
                                        </p:tgtEl>
                                        <p:attrNameLst>
                                          <p:attrName>ppt_w</p:attrName>
                                        </p:attrNameLst>
                                      </p:cBhvr>
                                      <p:tavLst>
                                        <p:tav tm="0">
                                          <p:val>
                                            <p:fltVal val="0"/>
                                          </p:val>
                                        </p:tav>
                                        <p:tav tm="100000">
                                          <p:val>
                                            <p:strVal val="#ppt_w"/>
                                          </p:val>
                                        </p:tav>
                                      </p:tavLst>
                                    </p:anim>
                                    <p:anim calcmode="lin" valueType="num">
                                      <p:cBhvr>
                                        <p:cTn id="267" dur="6866" fill="hold"/>
                                        <p:tgtEl>
                                          <p:spTgt spid="268"/>
                                        </p:tgtEl>
                                        <p:attrNameLst>
                                          <p:attrName>ppt_h</p:attrName>
                                        </p:attrNameLst>
                                      </p:cBhvr>
                                      <p:tavLst>
                                        <p:tav tm="0">
                                          <p:val>
                                            <p:fltVal val="0"/>
                                          </p:val>
                                        </p:tav>
                                        <p:tav tm="100000">
                                          <p:val>
                                            <p:strVal val="#ppt_h"/>
                                          </p:val>
                                        </p:tav>
                                      </p:tavLst>
                                    </p:anim>
                                    <p:animEffect transition="in" filter="fade">
                                      <p:cBhvr>
                                        <p:cTn id="268" dur="6866"/>
                                        <p:tgtEl>
                                          <p:spTgt spid="268"/>
                                        </p:tgtEl>
                                      </p:cBhvr>
                                    </p:animEffect>
                                    <p:anim calcmode="lin" valueType="num">
                                      <p:cBhvr>
                                        <p:cTn id="269" dur="6866" fill="hold"/>
                                        <p:tgtEl>
                                          <p:spTgt spid="268"/>
                                        </p:tgtEl>
                                        <p:attrNameLst>
                                          <p:attrName>ppt_x</p:attrName>
                                        </p:attrNameLst>
                                      </p:cBhvr>
                                      <p:tavLst>
                                        <p:tav tm="0">
                                          <p:val>
                                            <p:fltVal val="0.5"/>
                                          </p:val>
                                        </p:tav>
                                        <p:tav tm="100000">
                                          <p:val>
                                            <p:strVal val="#ppt_x"/>
                                          </p:val>
                                        </p:tav>
                                      </p:tavLst>
                                    </p:anim>
                                    <p:anim calcmode="lin" valueType="num">
                                      <p:cBhvr>
                                        <p:cTn id="270" dur="6866" fill="hold"/>
                                        <p:tgtEl>
                                          <p:spTgt spid="268"/>
                                        </p:tgtEl>
                                        <p:attrNameLst>
                                          <p:attrName>ppt_y</p:attrName>
                                        </p:attrNameLst>
                                      </p:cBhvr>
                                      <p:tavLst>
                                        <p:tav tm="0">
                                          <p:val>
                                            <p:fltVal val="0.5"/>
                                          </p:val>
                                        </p:tav>
                                        <p:tav tm="100000">
                                          <p:val>
                                            <p:strVal val="#ppt_y"/>
                                          </p:val>
                                        </p:tav>
                                      </p:tavLst>
                                    </p:anim>
                                  </p:childTnLst>
                                </p:cTn>
                              </p:par>
                              <p:par>
                                <p:cTn id="271" presetID="53" presetClass="entr" presetSubtype="528" repeatCount="indefinite" fill="hold" grpId="0" nodeType="withEffect">
                                  <p:stCondLst>
                                    <p:cond delay="1083"/>
                                  </p:stCondLst>
                                  <p:childTnLst>
                                    <p:set>
                                      <p:cBhvr>
                                        <p:cTn id="272" dur="1" fill="hold">
                                          <p:stCondLst>
                                            <p:cond delay="0"/>
                                          </p:stCondLst>
                                        </p:cTn>
                                        <p:tgtEl>
                                          <p:spTgt spid="269"/>
                                        </p:tgtEl>
                                        <p:attrNameLst>
                                          <p:attrName>style.visibility</p:attrName>
                                        </p:attrNameLst>
                                      </p:cBhvr>
                                      <p:to>
                                        <p:strVal val="visible"/>
                                      </p:to>
                                    </p:set>
                                    <p:anim calcmode="lin" valueType="num">
                                      <p:cBhvr>
                                        <p:cTn id="273" dur="5969" fill="hold"/>
                                        <p:tgtEl>
                                          <p:spTgt spid="269"/>
                                        </p:tgtEl>
                                        <p:attrNameLst>
                                          <p:attrName>ppt_w</p:attrName>
                                        </p:attrNameLst>
                                      </p:cBhvr>
                                      <p:tavLst>
                                        <p:tav tm="0">
                                          <p:val>
                                            <p:fltVal val="0"/>
                                          </p:val>
                                        </p:tav>
                                        <p:tav tm="100000">
                                          <p:val>
                                            <p:strVal val="#ppt_w"/>
                                          </p:val>
                                        </p:tav>
                                      </p:tavLst>
                                    </p:anim>
                                    <p:anim calcmode="lin" valueType="num">
                                      <p:cBhvr>
                                        <p:cTn id="274" dur="5969" fill="hold"/>
                                        <p:tgtEl>
                                          <p:spTgt spid="269"/>
                                        </p:tgtEl>
                                        <p:attrNameLst>
                                          <p:attrName>ppt_h</p:attrName>
                                        </p:attrNameLst>
                                      </p:cBhvr>
                                      <p:tavLst>
                                        <p:tav tm="0">
                                          <p:val>
                                            <p:fltVal val="0"/>
                                          </p:val>
                                        </p:tav>
                                        <p:tav tm="100000">
                                          <p:val>
                                            <p:strVal val="#ppt_h"/>
                                          </p:val>
                                        </p:tav>
                                      </p:tavLst>
                                    </p:anim>
                                    <p:animEffect transition="in" filter="fade">
                                      <p:cBhvr>
                                        <p:cTn id="275" dur="5969"/>
                                        <p:tgtEl>
                                          <p:spTgt spid="269"/>
                                        </p:tgtEl>
                                      </p:cBhvr>
                                    </p:animEffect>
                                    <p:anim calcmode="lin" valueType="num">
                                      <p:cBhvr>
                                        <p:cTn id="276" dur="5969" fill="hold"/>
                                        <p:tgtEl>
                                          <p:spTgt spid="269"/>
                                        </p:tgtEl>
                                        <p:attrNameLst>
                                          <p:attrName>ppt_x</p:attrName>
                                        </p:attrNameLst>
                                      </p:cBhvr>
                                      <p:tavLst>
                                        <p:tav tm="0">
                                          <p:val>
                                            <p:fltVal val="0.5"/>
                                          </p:val>
                                        </p:tav>
                                        <p:tav tm="100000">
                                          <p:val>
                                            <p:strVal val="#ppt_x"/>
                                          </p:val>
                                        </p:tav>
                                      </p:tavLst>
                                    </p:anim>
                                    <p:anim calcmode="lin" valueType="num">
                                      <p:cBhvr>
                                        <p:cTn id="277" dur="5969" fill="hold"/>
                                        <p:tgtEl>
                                          <p:spTgt spid="269"/>
                                        </p:tgtEl>
                                        <p:attrNameLst>
                                          <p:attrName>ppt_y</p:attrName>
                                        </p:attrNameLst>
                                      </p:cBhvr>
                                      <p:tavLst>
                                        <p:tav tm="0">
                                          <p:val>
                                            <p:fltVal val="0.5"/>
                                          </p:val>
                                        </p:tav>
                                        <p:tav tm="100000">
                                          <p:val>
                                            <p:strVal val="#ppt_y"/>
                                          </p:val>
                                        </p:tav>
                                      </p:tavLst>
                                    </p:anim>
                                  </p:childTnLst>
                                </p:cTn>
                              </p:par>
                              <p:par>
                                <p:cTn id="278" presetID="53" presetClass="entr" presetSubtype="528" repeatCount="indefinite" fill="hold" grpId="0" nodeType="withEffect">
                                  <p:stCondLst>
                                    <p:cond delay="1270"/>
                                  </p:stCondLst>
                                  <p:childTnLst>
                                    <p:set>
                                      <p:cBhvr>
                                        <p:cTn id="279" dur="1" fill="hold">
                                          <p:stCondLst>
                                            <p:cond delay="0"/>
                                          </p:stCondLst>
                                        </p:cTn>
                                        <p:tgtEl>
                                          <p:spTgt spid="384"/>
                                        </p:tgtEl>
                                        <p:attrNameLst>
                                          <p:attrName>style.visibility</p:attrName>
                                        </p:attrNameLst>
                                      </p:cBhvr>
                                      <p:to>
                                        <p:strVal val="visible"/>
                                      </p:to>
                                    </p:set>
                                    <p:anim calcmode="lin" valueType="num">
                                      <p:cBhvr>
                                        <p:cTn id="280" dur="7002" fill="hold"/>
                                        <p:tgtEl>
                                          <p:spTgt spid="384"/>
                                        </p:tgtEl>
                                        <p:attrNameLst>
                                          <p:attrName>ppt_w</p:attrName>
                                        </p:attrNameLst>
                                      </p:cBhvr>
                                      <p:tavLst>
                                        <p:tav tm="0">
                                          <p:val>
                                            <p:fltVal val="0"/>
                                          </p:val>
                                        </p:tav>
                                        <p:tav tm="100000">
                                          <p:val>
                                            <p:strVal val="#ppt_w"/>
                                          </p:val>
                                        </p:tav>
                                      </p:tavLst>
                                    </p:anim>
                                    <p:anim calcmode="lin" valueType="num">
                                      <p:cBhvr>
                                        <p:cTn id="281" dur="7002" fill="hold"/>
                                        <p:tgtEl>
                                          <p:spTgt spid="384"/>
                                        </p:tgtEl>
                                        <p:attrNameLst>
                                          <p:attrName>ppt_h</p:attrName>
                                        </p:attrNameLst>
                                      </p:cBhvr>
                                      <p:tavLst>
                                        <p:tav tm="0">
                                          <p:val>
                                            <p:fltVal val="0"/>
                                          </p:val>
                                        </p:tav>
                                        <p:tav tm="100000">
                                          <p:val>
                                            <p:strVal val="#ppt_h"/>
                                          </p:val>
                                        </p:tav>
                                      </p:tavLst>
                                    </p:anim>
                                    <p:animEffect transition="in" filter="fade">
                                      <p:cBhvr>
                                        <p:cTn id="282" dur="7002"/>
                                        <p:tgtEl>
                                          <p:spTgt spid="384"/>
                                        </p:tgtEl>
                                      </p:cBhvr>
                                    </p:animEffect>
                                    <p:anim calcmode="lin" valueType="num">
                                      <p:cBhvr>
                                        <p:cTn id="283" dur="7002" fill="hold"/>
                                        <p:tgtEl>
                                          <p:spTgt spid="384"/>
                                        </p:tgtEl>
                                        <p:attrNameLst>
                                          <p:attrName>ppt_x</p:attrName>
                                        </p:attrNameLst>
                                      </p:cBhvr>
                                      <p:tavLst>
                                        <p:tav tm="0">
                                          <p:val>
                                            <p:fltVal val="0.5"/>
                                          </p:val>
                                        </p:tav>
                                        <p:tav tm="100000">
                                          <p:val>
                                            <p:strVal val="#ppt_x"/>
                                          </p:val>
                                        </p:tav>
                                      </p:tavLst>
                                    </p:anim>
                                    <p:anim calcmode="lin" valueType="num">
                                      <p:cBhvr>
                                        <p:cTn id="284" dur="7002" fill="hold"/>
                                        <p:tgtEl>
                                          <p:spTgt spid="384"/>
                                        </p:tgtEl>
                                        <p:attrNameLst>
                                          <p:attrName>ppt_y</p:attrName>
                                        </p:attrNameLst>
                                      </p:cBhvr>
                                      <p:tavLst>
                                        <p:tav tm="0">
                                          <p:val>
                                            <p:fltVal val="0.5"/>
                                          </p:val>
                                        </p:tav>
                                        <p:tav tm="100000">
                                          <p:val>
                                            <p:strVal val="#ppt_y"/>
                                          </p:val>
                                        </p:tav>
                                      </p:tavLst>
                                    </p:anim>
                                  </p:childTnLst>
                                </p:cTn>
                              </p:par>
                              <p:par>
                                <p:cTn id="285" presetID="53" presetClass="entr" presetSubtype="528" repeatCount="indefinite" fill="hold" grpId="0" nodeType="withEffect">
                                  <p:stCondLst>
                                    <p:cond delay="1739"/>
                                  </p:stCondLst>
                                  <p:childTnLst>
                                    <p:set>
                                      <p:cBhvr>
                                        <p:cTn id="286" dur="1" fill="hold">
                                          <p:stCondLst>
                                            <p:cond delay="0"/>
                                          </p:stCondLst>
                                        </p:cTn>
                                        <p:tgtEl>
                                          <p:spTgt spid="388"/>
                                        </p:tgtEl>
                                        <p:attrNameLst>
                                          <p:attrName>style.visibility</p:attrName>
                                        </p:attrNameLst>
                                      </p:cBhvr>
                                      <p:to>
                                        <p:strVal val="visible"/>
                                      </p:to>
                                    </p:set>
                                    <p:anim calcmode="lin" valueType="num">
                                      <p:cBhvr>
                                        <p:cTn id="287" dur="7370" fill="hold"/>
                                        <p:tgtEl>
                                          <p:spTgt spid="388"/>
                                        </p:tgtEl>
                                        <p:attrNameLst>
                                          <p:attrName>ppt_w</p:attrName>
                                        </p:attrNameLst>
                                      </p:cBhvr>
                                      <p:tavLst>
                                        <p:tav tm="0">
                                          <p:val>
                                            <p:fltVal val="0"/>
                                          </p:val>
                                        </p:tav>
                                        <p:tav tm="100000">
                                          <p:val>
                                            <p:strVal val="#ppt_w"/>
                                          </p:val>
                                        </p:tav>
                                      </p:tavLst>
                                    </p:anim>
                                    <p:anim calcmode="lin" valueType="num">
                                      <p:cBhvr>
                                        <p:cTn id="288" dur="7370" fill="hold"/>
                                        <p:tgtEl>
                                          <p:spTgt spid="388"/>
                                        </p:tgtEl>
                                        <p:attrNameLst>
                                          <p:attrName>ppt_h</p:attrName>
                                        </p:attrNameLst>
                                      </p:cBhvr>
                                      <p:tavLst>
                                        <p:tav tm="0">
                                          <p:val>
                                            <p:fltVal val="0"/>
                                          </p:val>
                                        </p:tav>
                                        <p:tav tm="100000">
                                          <p:val>
                                            <p:strVal val="#ppt_h"/>
                                          </p:val>
                                        </p:tav>
                                      </p:tavLst>
                                    </p:anim>
                                    <p:animEffect transition="in" filter="fade">
                                      <p:cBhvr>
                                        <p:cTn id="289" dur="7370"/>
                                        <p:tgtEl>
                                          <p:spTgt spid="388"/>
                                        </p:tgtEl>
                                      </p:cBhvr>
                                    </p:animEffect>
                                    <p:anim calcmode="lin" valueType="num">
                                      <p:cBhvr>
                                        <p:cTn id="290" dur="7370" fill="hold"/>
                                        <p:tgtEl>
                                          <p:spTgt spid="388"/>
                                        </p:tgtEl>
                                        <p:attrNameLst>
                                          <p:attrName>ppt_x</p:attrName>
                                        </p:attrNameLst>
                                      </p:cBhvr>
                                      <p:tavLst>
                                        <p:tav tm="0">
                                          <p:val>
                                            <p:fltVal val="0.5"/>
                                          </p:val>
                                        </p:tav>
                                        <p:tav tm="100000">
                                          <p:val>
                                            <p:strVal val="#ppt_x"/>
                                          </p:val>
                                        </p:tav>
                                      </p:tavLst>
                                    </p:anim>
                                    <p:anim calcmode="lin" valueType="num">
                                      <p:cBhvr>
                                        <p:cTn id="291" dur="7370" fill="hold"/>
                                        <p:tgtEl>
                                          <p:spTgt spid="388"/>
                                        </p:tgtEl>
                                        <p:attrNameLst>
                                          <p:attrName>ppt_y</p:attrName>
                                        </p:attrNameLst>
                                      </p:cBhvr>
                                      <p:tavLst>
                                        <p:tav tm="0">
                                          <p:val>
                                            <p:fltVal val="0.5"/>
                                          </p:val>
                                        </p:tav>
                                        <p:tav tm="100000">
                                          <p:val>
                                            <p:strVal val="#ppt_y"/>
                                          </p:val>
                                        </p:tav>
                                      </p:tavLst>
                                    </p:anim>
                                  </p:childTnLst>
                                </p:cTn>
                              </p:par>
                              <p:par>
                                <p:cTn id="292" presetID="53" presetClass="entr" presetSubtype="528" repeatCount="indefinite" fill="hold" grpId="0" nodeType="withEffect">
                                  <p:stCondLst>
                                    <p:cond delay="1018"/>
                                  </p:stCondLst>
                                  <p:childTnLst>
                                    <p:set>
                                      <p:cBhvr>
                                        <p:cTn id="293" dur="1" fill="hold">
                                          <p:stCondLst>
                                            <p:cond delay="0"/>
                                          </p:stCondLst>
                                        </p:cTn>
                                        <p:tgtEl>
                                          <p:spTgt spid="392"/>
                                        </p:tgtEl>
                                        <p:attrNameLst>
                                          <p:attrName>style.visibility</p:attrName>
                                        </p:attrNameLst>
                                      </p:cBhvr>
                                      <p:to>
                                        <p:strVal val="visible"/>
                                      </p:to>
                                    </p:set>
                                    <p:anim calcmode="lin" valueType="num">
                                      <p:cBhvr>
                                        <p:cTn id="294" dur="5261" fill="hold"/>
                                        <p:tgtEl>
                                          <p:spTgt spid="392"/>
                                        </p:tgtEl>
                                        <p:attrNameLst>
                                          <p:attrName>ppt_w</p:attrName>
                                        </p:attrNameLst>
                                      </p:cBhvr>
                                      <p:tavLst>
                                        <p:tav tm="0">
                                          <p:val>
                                            <p:fltVal val="0"/>
                                          </p:val>
                                        </p:tav>
                                        <p:tav tm="100000">
                                          <p:val>
                                            <p:strVal val="#ppt_w"/>
                                          </p:val>
                                        </p:tav>
                                      </p:tavLst>
                                    </p:anim>
                                    <p:anim calcmode="lin" valueType="num">
                                      <p:cBhvr>
                                        <p:cTn id="295" dur="5261" fill="hold"/>
                                        <p:tgtEl>
                                          <p:spTgt spid="392"/>
                                        </p:tgtEl>
                                        <p:attrNameLst>
                                          <p:attrName>ppt_h</p:attrName>
                                        </p:attrNameLst>
                                      </p:cBhvr>
                                      <p:tavLst>
                                        <p:tav tm="0">
                                          <p:val>
                                            <p:fltVal val="0"/>
                                          </p:val>
                                        </p:tav>
                                        <p:tav tm="100000">
                                          <p:val>
                                            <p:strVal val="#ppt_h"/>
                                          </p:val>
                                        </p:tav>
                                      </p:tavLst>
                                    </p:anim>
                                    <p:animEffect transition="in" filter="fade">
                                      <p:cBhvr>
                                        <p:cTn id="296" dur="5261"/>
                                        <p:tgtEl>
                                          <p:spTgt spid="392"/>
                                        </p:tgtEl>
                                      </p:cBhvr>
                                    </p:animEffect>
                                    <p:anim calcmode="lin" valueType="num">
                                      <p:cBhvr>
                                        <p:cTn id="297" dur="5261" fill="hold"/>
                                        <p:tgtEl>
                                          <p:spTgt spid="392"/>
                                        </p:tgtEl>
                                        <p:attrNameLst>
                                          <p:attrName>ppt_x</p:attrName>
                                        </p:attrNameLst>
                                      </p:cBhvr>
                                      <p:tavLst>
                                        <p:tav tm="0">
                                          <p:val>
                                            <p:fltVal val="0.5"/>
                                          </p:val>
                                        </p:tav>
                                        <p:tav tm="100000">
                                          <p:val>
                                            <p:strVal val="#ppt_x"/>
                                          </p:val>
                                        </p:tav>
                                      </p:tavLst>
                                    </p:anim>
                                    <p:anim calcmode="lin" valueType="num">
                                      <p:cBhvr>
                                        <p:cTn id="298" dur="5261" fill="hold"/>
                                        <p:tgtEl>
                                          <p:spTgt spid="392"/>
                                        </p:tgtEl>
                                        <p:attrNameLst>
                                          <p:attrName>ppt_y</p:attrName>
                                        </p:attrNameLst>
                                      </p:cBhvr>
                                      <p:tavLst>
                                        <p:tav tm="0">
                                          <p:val>
                                            <p:fltVal val="0.5"/>
                                          </p:val>
                                        </p:tav>
                                        <p:tav tm="100000">
                                          <p:val>
                                            <p:strVal val="#ppt_y"/>
                                          </p:val>
                                        </p:tav>
                                      </p:tavLst>
                                    </p:anim>
                                  </p:childTnLst>
                                </p:cTn>
                              </p:par>
                              <p:par>
                                <p:cTn id="299" presetID="53" presetClass="entr" presetSubtype="528" repeatCount="indefinite" fill="hold" grpId="0" nodeType="withEffect">
                                  <p:stCondLst>
                                    <p:cond delay="630"/>
                                  </p:stCondLst>
                                  <p:childTnLst>
                                    <p:set>
                                      <p:cBhvr>
                                        <p:cTn id="300" dur="1" fill="hold">
                                          <p:stCondLst>
                                            <p:cond delay="0"/>
                                          </p:stCondLst>
                                        </p:cTn>
                                        <p:tgtEl>
                                          <p:spTgt spid="397"/>
                                        </p:tgtEl>
                                        <p:attrNameLst>
                                          <p:attrName>style.visibility</p:attrName>
                                        </p:attrNameLst>
                                      </p:cBhvr>
                                      <p:to>
                                        <p:strVal val="visible"/>
                                      </p:to>
                                    </p:set>
                                    <p:anim calcmode="lin" valueType="num">
                                      <p:cBhvr>
                                        <p:cTn id="301" dur="6177" fill="hold"/>
                                        <p:tgtEl>
                                          <p:spTgt spid="397"/>
                                        </p:tgtEl>
                                        <p:attrNameLst>
                                          <p:attrName>ppt_w</p:attrName>
                                        </p:attrNameLst>
                                      </p:cBhvr>
                                      <p:tavLst>
                                        <p:tav tm="0">
                                          <p:val>
                                            <p:fltVal val="0"/>
                                          </p:val>
                                        </p:tav>
                                        <p:tav tm="100000">
                                          <p:val>
                                            <p:strVal val="#ppt_w"/>
                                          </p:val>
                                        </p:tav>
                                      </p:tavLst>
                                    </p:anim>
                                    <p:anim calcmode="lin" valueType="num">
                                      <p:cBhvr>
                                        <p:cTn id="302" dur="6177" fill="hold"/>
                                        <p:tgtEl>
                                          <p:spTgt spid="397"/>
                                        </p:tgtEl>
                                        <p:attrNameLst>
                                          <p:attrName>ppt_h</p:attrName>
                                        </p:attrNameLst>
                                      </p:cBhvr>
                                      <p:tavLst>
                                        <p:tav tm="0">
                                          <p:val>
                                            <p:fltVal val="0"/>
                                          </p:val>
                                        </p:tav>
                                        <p:tav tm="100000">
                                          <p:val>
                                            <p:strVal val="#ppt_h"/>
                                          </p:val>
                                        </p:tav>
                                      </p:tavLst>
                                    </p:anim>
                                    <p:animEffect transition="in" filter="fade">
                                      <p:cBhvr>
                                        <p:cTn id="303" dur="6177"/>
                                        <p:tgtEl>
                                          <p:spTgt spid="397"/>
                                        </p:tgtEl>
                                      </p:cBhvr>
                                    </p:animEffect>
                                    <p:anim calcmode="lin" valueType="num">
                                      <p:cBhvr>
                                        <p:cTn id="304" dur="6177" fill="hold"/>
                                        <p:tgtEl>
                                          <p:spTgt spid="397"/>
                                        </p:tgtEl>
                                        <p:attrNameLst>
                                          <p:attrName>ppt_x</p:attrName>
                                        </p:attrNameLst>
                                      </p:cBhvr>
                                      <p:tavLst>
                                        <p:tav tm="0">
                                          <p:val>
                                            <p:fltVal val="0.5"/>
                                          </p:val>
                                        </p:tav>
                                        <p:tav tm="100000">
                                          <p:val>
                                            <p:strVal val="#ppt_x"/>
                                          </p:val>
                                        </p:tav>
                                      </p:tavLst>
                                    </p:anim>
                                    <p:anim calcmode="lin" valueType="num">
                                      <p:cBhvr>
                                        <p:cTn id="305" dur="6177" fill="hold"/>
                                        <p:tgtEl>
                                          <p:spTgt spid="397"/>
                                        </p:tgtEl>
                                        <p:attrNameLst>
                                          <p:attrName>ppt_y</p:attrName>
                                        </p:attrNameLst>
                                      </p:cBhvr>
                                      <p:tavLst>
                                        <p:tav tm="0">
                                          <p:val>
                                            <p:fltVal val="0.5"/>
                                          </p:val>
                                        </p:tav>
                                        <p:tav tm="100000">
                                          <p:val>
                                            <p:strVal val="#ppt_y"/>
                                          </p:val>
                                        </p:tav>
                                      </p:tavLst>
                                    </p:anim>
                                  </p:childTnLst>
                                </p:cTn>
                              </p:par>
                              <p:par>
                                <p:cTn id="306" presetID="53" presetClass="entr" presetSubtype="528" repeatCount="indefinite" fill="hold" grpId="0" nodeType="withEffect">
                                  <p:stCondLst>
                                    <p:cond delay="1490"/>
                                  </p:stCondLst>
                                  <p:childTnLst>
                                    <p:set>
                                      <p:cBhvr>
                                        <p:cTn id="307" dur="1" fill="hold">
                                          <p:stCondLst>
                                            <p:cond delay="0"/>
                                          </p:stCondLst>
                                        </p:cTn>
                                        <p:tgtEl>
                                          <p:spTgt spid="402"/>
                                        </p:tgtEl>
                                        <p:attrNameLst>
                                          <p:attrName>style.visibility</p:attrName>
                                        </p:attrNameLst>
                                      </p:cBhvr>
                                      <p:to>
                                        <p:strVal val="visible"/>
                                      </p:to>
                                    </p:set>
                                    <p:anim calcmode="lin" valueType="num">
                                      <p:cBhvr>
                                        <p:cTn id="308" dur="5255" fill="hold"/>
                                        <p:tgtEl>
                                          <p:spTgt spid="402"/>
                                        </p:tgtEl>
                                        <p:attrNameLst>
                                          <p:attrName>ppt_w</p:attrName>
                                        </p:attrNameLst>
                                      </p:cBhvr>
                                      <p:tavLst>
                                        <p:tav tm="0">
                                          <p:val>
                                            <p:fltVal val="0"/>
                                          </p:val>
                                        </p:tav>
                                        <p:tav tm="100000">
                                          <p:val>
                                            <p:strVal val="#ppt_w"/>
                                          </p:val>
                                        </p:tav>
                                      </p:tavLst>
                                    </p:anim>
                                    <p:anim calcmode="lin" valueType="num">
                                      <p:cBhvr>
                                        <p:cTn id="309" dur="5255" fill="hold"/>
                                        <p:tgtEl>
                                          <p:spTgt spid="402"/>
                                        </p:tgtEl>
                                        <p:attrNameLst>
                                          <p:attrName>ppt_h</p:attrName>
                                        </p:attrNameLst>
                                      </p:cBhvr>
                                      <p:tavLst>
                                        <p:tav tm="0">
                                          <p:val>
                                            <p:fltVal val="0"/>
                                          </p:val>
                                        </p:tav>
                                        <p:tav tm="100000">
                                          <p:val>
                                            <p:strVal val="#ppt_h"/>
                                          </p:val>
                                        </p:tav>
                                      </p:tavLst>
                                    </p:anim>
                                    <p:animEffect transition="in" filter="fade">
                                      <p:cBhvr>
                                        <p:cTn id="310" dur="5255"/>
                                        <p:tgtEl>
                                          <p:spTgt spid="402"/>
                                        </p:tgtEl>
                                      </p:cBhvr>
                                    </p:animEffect>
                                    <p:anim calcmode="lin" valueType="num">
                                      <p:cBhvr>
                                        <p:cTn id="311" dur="5255" fill="hold"/>
                                        <p:tgtEl>
                                          <p:spTgt spid="402"/>
                                        </p:tgtEl>
                                        <p:attrNameLst>
                                          <p:attrName>ppt_x</p:attrName>
                                        </p:attrNameLst>
                                      </p:cBhvr>
                                      <p:tavLst>
                                        <p:tav tm="0">
                                          <p:val>
                                            <p:fltVal val="0.5"/>
                                          </p:val>
                                        </p:tav>
                                        <p:tav tm="100000">
                                          <p:val>
                                            <p:strVal val="#ppt_x"/>
                                          </p:val>
                                        </p:tav>
                                      </p:tavLst>
                                    </p:anim>
                                    <p:anim calcmode="lin" valueType="num">
                                      <p:cBhvr>
                                        <p:cTn id="312" dur="5255" fill="hold"/>
                                        <p:tgtEl>
                                          <p:spTgt spid="402"/>
                                        </p:tgtEl>
                                        <p:attrNameLst>
                                          <p:attrName>ppt_y</p:attrName>
                                        </p:attrNameLst>
                                      </p:cBhvr>
                                      <p:tavLst>
                                        <p:tav tm="0">
                                          <p:val>
                                            <p:fltVal val="0.5"/>
                                          </p:val>
                                        </p:tav>
                                        <p:tav tm="100000">
                                          <p:val>
                                            <p:strVal val="#ppt_y"/>
                                          </p:val>
                                        </p:tav>
                                      </p:tavLst>
                                    </p:anim>
                                  </p:childTnLst>
                                </p:cTn>
                              </p:par>
                              <p:par>
                                <p:cTn id="313" presetID="53" presetClass="entr" presetSubtype="528" repeatCount="indefinite" fill="hold" grpId="0" nodeType="withEffect">
                                  <p:stCondLst>
                                    <p:cond delay="633"/>
                                  </p:stCondLst>
                                  <p:childTnLst>
                                    <p:set>
                                      <p:cBhvr>
                                        <p:cTn id="314" dur="1" fill="hold">
                                          <p:stCondLst>
                                            <p:cond delay="0"/>
                                          </p:stCondLst>
                                        </p:cTn>
                                        <p:tgtEl>
                                          <p:spTgt spid="403"/>
                                        </p:tgtEl>
                                        <p:attrNameLst>
                                          <p:attrName>style.visibility</p:attrName>
                                        </p:attrNameLst>
                                      </p:cBhvr>
                                      <p:to>
                                        <p:strVal val="visible"/>
                                      </p:to>
                                    </p:set>
                                    <p:anim calcmode="lin" valueType="num">
                                      <p:cBhvr>
                                        <p:cTn id="315" dur="5534" fill="hold"/>
                                        <p:tgtEl>
                                          <p:spTgt spid="403"/>
                                        </p:tgtEl>
                                        <p:attrNameLst>
                                          <p:attrName>ppt_w</p:attrName>
                                        </p:attrNameLst>
                                      </p:cBhvr>
                                      <p:tavLst>
                                        <p:tav tm="0">
                                          <p:val>
                                            <p:fltVal val="0"/>
                                          </p:val>
                                        </p:tav>
                                        <p:tav tm="100000">
                                          <p:val>
                                            <p:strVal val="#ppt_w"/>
                                          </p:val>
                                        </p:tav>
                                      </p:tavLst>
                                    </p:anim>
                                    <p:anim calcmode="lin" valueType="num">
                                      <p:cBhvr>
                                        <p:cTn id="316" dur="5534" fill="hold"/>
                                        <p:tgtEl>
                                          <p:spTgt spid="403"/>
                                        </p:tgtEl>
                                        <p:attrNameLst>
                                          <p:attrName>ppt_h</p:attrName>
                                        </p:attrNameLst>
                                      </p:cBhvr>
                                      <p:tavLst>
                                        <p:tav tm="0">
                                          <p:val>
                                            <p:fltVal val="0"/>
                                          </p:val>
                                        </p:tav>
                                        <p:tav tm="100000">
                                          <p:val>
                                            <p:strVal val="#ppt_h"/>
                                          </p:val>
                                        </p:tav>
                                      </p:tavLst>
                                    </p:anim>
                                    <p:animEffect transition="in" filter="fade">
                                      <p:cBhvr>
                                        <p:cTn id="317" dur="5534"/>
                                        <p:tgtEl>
                                          <p:spTgt spid="403"/>
                                        </p:tgtEl>
                                      </p:cBhvr>
                                    </p:animEffect>
                                    <p:anim calcmode="lin" valueType="num">
                                      <p:cBhvr>
                                        <p:cTn id="318" dur="5534" fill="hold"/>
                                        <p:tgtEl>
                                          <p:spTgt spid="403"/>
                                        </p:tgtEl>
                                        <p:attrNameLst>
                                          <p:attrName>ppt_x</p:attrName>
                                        </p:attrNameLst>
                                      </p:cBhvr>
                                      <p:tavLst>
                                        <p:tav tm="0">
                                          <p:val>
                                            <p:fltVal val="0.5"/>
                                          </p:val>
                                        </p:tav>
                                        <p:tav tm="100000">
                                          <p:val>
                                            <p:strVal val="#ppt_x"/>
                                          </p:val>
                                        </p:tav>
                                      </p:tavLst>
                                    </p:anim>
                                    <p:anim calcmode="lin" valueType="num">
                                      <p:cBhvr>
                                        <p:cTn id="319" dur="5534" fill="hold"/>
                                        <p:tgtEl>
                                          <p:spTgt spid="403"/>
                                        </p:tgtEl>
                                        <p:attrNameLst>
                                          <p:attrName>ppt_y</p:attrName>
                                        </p:attrNameLst>
                                      </p:cBhvr>
                                      <p:tavLst>
                                        <p:tav tm="0">
                                          <p:val>
                                            <p:fltVal val="0.5"/>
                                          </p:val>
                                        </p:tav>
                                        <p:tav tm="100000">
                                          <p:val>
                                            <p:strVal val="#ppt_y"/>
                                          </p:val>
                                        </p:tav>
                                      </p:tavLst>
                                    </p:anim>
                                  </p:childTnLst>
                                </p:cTn>
                              </p:par>
                              <p:par>
                                <p:cTn id="320" presetID="53" presetClass="entr" presetSubtype="528" repeatCount="indefinite" fill="hold" grpId="0" nodeType="withEffect">
                                  <p:stCondLst>
                                    <p:cond delay="377"/>
                                  </p:stCondLst>
                                  <p:childTnLst>
                                    <p:set>
                                      <p:cBhvr>
                                        <p:cTn id="321" dur="1" fill="hold">
                                          <p:stCondLst>
                                            <p:cond delay="0"/>
                                          </p:stCondLst>
                                        </p:cTn>
                                        <p:tgtEl>
                                          <p:spTgt spid="404"/>
                                        </p:tgtEl>
                                        <p:attrNameLst>
                                          <p:attrName>style.visibility</p:attrName>
                                        </p:attrNameLst>
                                      </p:cBhvr>
                                      <p:to>
                                        <p:strVal val="visible"/>
                                      </p:to>
                                    </p:set>
                                    <p:anim calcmode="lin" valueType="num">
                                      <p:cBhvr>
                                        <p:cTn id="322" dur="6932" fill="hold"/>
                                        <p:tgtEl>
                                          <p:spTgt spid="404"/>
                                        </p:tgtEl>
                                        <p:attrNameLst>
                                          <p:attrName>ppt_w</p:attrName>
                                        </p:attrNameLst>
                                      </p:cBhvr>
                                      <p:tavLst>
                                        <p:tav tm="0">
                                          <p:val>
                                            <p:fltVal val="0"/>
                                          </p:val>
                                        </p:tav>
                                        <p:tav tm="100000">
                                          <p:val>
                                            <p:strVal val="#ppt_w"/>
                                          </p:val>
                                        </p:tav>
                                      </p:tavLst>
                                    </p:anim>
                                    <p:anim calcmode="lin" valueType="num">
                                      <p:cBhvr>
                                        <p:cTn id="323" dur="6932" fill="hold"/>
                                        <p:tgtEl>
                                          <p:spTgt spid="404"/>
                                        </p:tgtEl>
                                        <p:attrNameLst>
                                          <p:attrName>ppt_h</p:attrName>
                                        </p:attrNameLst>
                                      </p:cBhvr>
                                      <p:tavLst>
                                        <p:tav tm="0">
                                          <p:val>
                                            <p:fltVal val="0"/>
                                          </p:val>
                                        </p:tav>
                                        <p:tav tm="100000">
                                          <p:val>
                                            <p:strVal val="#ppt_h"/>
                                          </p:val>
                                        </p:tav>
                                      </p:tavLst>
                                    </p:anim>
                                    <p:animEffect transition="in" filter="fade">
                                      <p:cBhvr>
                                        <p:cTn id="324" dur="6932"/>
                                        <p:tgtEl>
                                          <p:spTgt spid="404"/>
                                        </p:tgtEl>
                                      </p:cBhvr>
                                    </p:animEffect>
                                    <p:anim calcmode="lin" valueType="num">
                                      <p:cBhvr>
                                        <p:cTn id="325" dur="6932" fill="hold"/>
                                        <p:tgtEl>
                                          <p:spTgt spid="404"/>
                                        </p:tgtEl>
                                        <p:attrNameLst>
                                          <p:attrName>ppt_x</p:attrName>
                                        </p:attrNameLst>
                                      </p:cBhvr>
                                      <p:tavLst>
                                        <p:tav tm="0">
                                          <p:val>
                                            <p:fltVal val="0.5"/>
                                          </p:val>
                                        </p:tav>
                                        <p:tav tm="100000">
                                          <p:val>
                                            <p:strVal val="#ppt_x"/>
                                          </p:val>
                                        </p:tav>
                                      </p:tavLst>
                                    </p:anim>
                                    <p:anim calcmode="lin" valueType="num">
                                      <p:cBhvr>
                                        <p:cTn id="326" dur="6932" fill="hold"/>
                                        <p:tgtEl>
                                          <p:spTgt spid="404"/>
                                        </p:tgtEl>
                                        <p:attrNameLst>
                                          <p:attrName>ppt_y</p:attrName>
                                        </p:attrNameLst>
                                      </p:cBhvr>
                                      <p:tavLst>
                                        <p:tav tm="0">
                                          <p:val>
                                            <p:fltVal val="0.5"/>
                                          </p:val>
                                        </p:tav>
                                        <p:tav tm="100000">
                                          <p:val>
                                            <p:strVal val="#ppt_y"/>
                                          </p:val>
                                        </p:tav>
                                      </p:tavLst>
                                    </p:anim>
                                  </p:childTnLst>
                                </p:cTn>
                              </p:par>
                              <p:par>
                                <p:cTn id="327" presetID="53" presetClass="entr" presetSubtype="528" repeatCount="indefinite" fill="hold" grpId="0" nodeType="withEffect">
                                  <p:stCondLst>
                                    <p:cond delay="1461"/>
                                  </p:stCondLst>
                                  <p:childTnLst>
                                    <p:set>
                                      <p:cBhvr>
                                        <p:cTn id="328" dur="1" fill="hold">
                                          <p:stCondLst>
                                            <p:cond delay="0"/>
                                          </p:stCondLst>
                                        </p:cTn>
                                        <p:tgtEl>
                                          <p:spTgt spid="405"/>
                                        </p:tgtEl>
                                        <p:attrNameLst>
                                          <p:attrName>style.visibility</p:attrName>
                                        </p:attrNameLst>
                                      </p:cBhvr>
                                      <p:to>
                                        <p:strVal val="visible"/>
                                      </p:to>
                                    </p:set>
                                    <p:anim calcmode="lin" valueType="num">
                                      <p:cBhvr>
                                        <p:cTn id="329" dur="7218" fill="hold"/>
                                        <p:tgtEl>
                                          <p:spTgt spid="405"/>
                                        </p:tgtEl>
                                        <p:attrNameLst>
                                          <p:attrName>ppt_w</p:attrName>
                                        </p:attrNameLst>
                                      </p:cBhvr>
                                      <p:tavLst>
                                        <p:tav tm="0">
                                          <p:val>
                                            <p:fltVal val="0"/>
                                          </p:val>
                                        </p:tav>
                                        <p:tav tm="100000">
                                          <p:val>
                                            <p:strVal val="#ppt_w"/>
                                          </p:val>
                                        </p:tav>
                                      </p:tavLst>
                                    </p:anim>
                                    <p:anim calcmode="lin" valueType="num">
                                      <p:cBhvr>
                                        <p:cTn id="330" dur="7218" fill="hold"/>
                                        <p:tgtEl>
                                          <p:spTgt spid="405"/>
                                        </p:tgtEl>
                                        <p:attrNameLst>
                                          <p:attrName>ppt_h</p:attrName>
                                        </p:attrNameLst>
                                      </p:cBhvr>
                                      <p:tavLst>
                                        <p:tav tm="0">
                                          <p:val>
                                            <p:fltVal val="0"/>
                                          </p:val>
                                        </p:tav>
                                        <p:tav tm="100000">
                                          <p:val>
                                            <p:strVal val="#ppt_h"/>
                                          </p:val>
                                        </p:tav>
                                      </p:tavLst>
                                    </p:anim>
                                    <p:animEffect transition="in" filter="fade">
                                      <p:cBhvr>
                                        <p:cTn id="331" dur="7218"/>
                                        <p:tgtEl>
                                          <p:spTgt spid="405"/>
                                        </p:tgtEl>
                                      </p:cBhvr>
                                    </p:animEffect>
                                    <p:anim calcmode="lin" valueType="num">
                                      <p:cBhvr>
                                        <p:cTn id="332" dur="7218" fill="hold"/>
                                        <p:tgtEl>
                                          <p:spTgt spid="405"/>
                                        </p:tgtEl>
                                        <p:attrNameLst>
                                          <p:attrName>ppt_x</p:attrName>
                                        </p:attrNameLst>
                                      </p:cBhvr>
                                      <p:tavLst>
                                        <p:tav tm="0">
                                          <p:val>
                                            <p:fltVal val="0.5"/>
                                          </p:val>
                                        </p:tav>
                                        <p:tav tm="100000">
                                          <p:val>
                                            <p:strVal val="#ppt_x"/>
                                          </p:val>
                                        </p:tav>
                                      </p:tavLst>
                                    </p:anim>
                                    <p:anim calcmode="lin" valueType="num">
                                      <p:cBhvr>
                                        <p:cTn id="333" dur="7218" fill="hold"/>
                                        <p:tgtEl>
                                          <p:spTgt spid="405"/>
                                        </p:tgtEl>
                                        <p:attrNameLst>
                                          <p:attrName>ppt_y</p:attrName>
                                        </p:attrNameLst>
                                      </p:cBhvr>
                                      <p:tavLst>
                                        <p:tav tm="0">
                                          <p:val>
                                            <p:fltVal val="0.5"/>
                                          </p:val>
                                        </p:tav>
                                        <p:tav tm="100000">
                                          <p:val>
                                            <p:strVal val="#ppt_y"/>
                                          </p:val>
                                        </p:tav>
                                      </p:tavLst>
                                    </p:anim>
                                  </p:childTnLst>
                                </p:cTn>
                              </p:par>
                              <p:par>
                                <p:cTn id="334" presetID="53" presetClass="entr" presetSubtype="528" repeatCount="indefinite" fill="hold" grpId="0" nodeType="withEffect">
                                  <p:stCondLst>
                                    <p:cond delay="1078"/>
                                  </p:stCondLst>
                                  <p:childTnLst>
                                    <p:set>
                                      <p:cBhvr>
                                        <p:cTn id="335" dur="1" fill="hold">
                                          <p:stCondLst>
                                            <p:cond delay="0"/>
                                          </p:stCondLst>
                                        </p:cTn>
                                        <p:tgtEl>
                                          <p:spTgt spid="406"/>
                                        </p:tgtEl>
                                        <p:attrNameLst>
                                          <p:attrName>style.visibility</p:attrName>
                                        </p:attrNameLst>
                                      </p:cBhvr>
                                      <p:to>
                                        <p:strVal val="visible"/>
                                      </p:to>
                                    </p:set>
                                    <p:anim calcmode="lin" valueType="num">
                                      <p:cBhvr>
                                        <p:cTn id="336" dur="6826" fill="hold"/>
                                        <p:tgtEl>
                                          <p:spTgt spid="406"/>
                                        </p:tgtEl>
                                        <p:attrNameLst>
                                          <p:attrName>ppt_w</p:attrName>
                                        </p:attrNameLst>
                                      </p:cBhvr>
                                      <p:tavLst>
                                        <p:tav tm="0">
                                          <p:val>
                                            <p:fltVal val="0"/>
                                          </p:val>
                                        </p:tav>
                                        <p:tav tm="100000">
                                          <p:val>
                                            <p:strVal val="#ppt_w"/>
                                          </p:val>
                                        </p:tav>
                                      </p:tavLst>
                                    </p:anim>
                                    <p:anim calcmode="lin" valueType="num">
                                      <p:cBhvr>
                                        <p:cTn id="337" dur="6826" fill="hold"/>
                                        <p:tgtEl>
                                          <p:spTgt spid="406"/>
                                        </p:tgtEl>
                                        <p:attrNameLst>
                                          <p:attrName>ppt_h</p:attrName>
                                        </p:attrNameLst>
                                      </p:cBhvr>
                                      <p:tavLst>
                                        <p:tav tm="0">
                                          <p:val>
                                            <p:fltVal val="0"/>
                                          </p:val>
                                        </p:tav>
                                        <p:tav tm="100000">
                                          <p:val>
                                            <p:strVal val="#ppt_h"/>
                                          </p:val>
                                        </p:tav>
                                      </p:tavLst>
                                    </p:anim>
                                    <p:animEffect transition="in" filter="fade">
                                      <p:cBhvr>
                                        <p:cTn id="338" dur="6826"/>
                                        <p:tgtEl>
                                          <p:spTgt spid="406"/>
                                        </p:tgtEl>
                                      </p:cBhvr>
                                    </p:animEffect>
                                    <p:anim calcmode="lin" valueType="num">
                                      <p:cBhvr>
                                        <p:cTn id="339" dur="6826" fill="hold"/>
                                        <p:tgtEl>
                                          <p:spTgt spid="406"/>
                                        </p:tgtEl>
                                        <p:attrNameLst>
                                          <p:attrName>ppt_x</p:attrName>
                                        </p:attrNameLst>
                                      </p:cBhvr>
                                      <p:tavLst>
                                        <p:tav tm="0">
                                          <p:val>
                                            <p:fltVal val="0.5"/>
                                          </p:val>
                                        </p:tav>
                                        <p:tav tm="100000">
                                          <p:val>
                                            <p:strVal val="#ppt_x"/>
                                          </p:val>
                                        </p:tav>
                                      </p:tavLst>
                                    </p:anim>
                                    <p:anim calcmode="lin" valueType="num">
                                      <p:cBhvr>
                                        <p:cTn id="340" dur="6826" fill="hold"/>
                                        <p:tgtEl>
                                          <p:spTgt spid="406"/>
                                        </p:tgtEl>
                                        <p:attrNameLst>
                                          <p:attrName>ppt_y</p:attrName>
                                        </p:attrNameLst>
                                      </p:cBhvr>
                                      <p:tavLst>
                                        <p:tav tm="0">
                                          <p:val>
                                            <p:fltVal val="0.5"/>
                                          </p:val>
                                        </p:tav>
                                        <p:tav tm="100000">
                                          <p:val>
                                            <p:strVal val="#ppt_y"/>
                                          </p:val>
                                        </p:tav>
                                      </p:tavLst>
                                    </p:anim>
                                  </p:childTnLst>
                                </p:cTn>
                              </p:par>
                              <p:par>
                                <p:cTn id="341" presetID="53" presetClass="entr" presetSubtype="528" repeatCount="indefinite" fill="hold" grpId="0" nodeType="withEffect">
                                  <p:stCondLst>
                                    <p:cond delay="1447"/>
                                  </p:stCondLst>
                                  <p:childTnLst>
                                    <p:set>
                                      <p:cBhvr>
                                        <p:cTn id="342" dur="1" fill="hold">
                                          <p:stCondLst>
                                            <p:cond delay="0"/>
                                          </p:stCondLst>
                                        </p:cTn>
                                        <p:tgtEl>
                                          <p:spTgt spid="408"/>
                                        </p:tgtEl>
                                        <p:attrNameLst>
                                          <p:attrName>style.visibility</p:attrName>
                                        </p:attrNameLst>
                                      </p:cBhvr>
                                      <p:to>
                                        <p:strVal val="visible"/>
                                      </p:to>
                                    </p:set>
                                    <p:anim calcmode="lin" valueType="num">
                                      <p:cBhvr>
                                        <p:cTn id="343" dur="5322" fill="hold"/>
                                        <p:tgtEl>
                                          <p:spTgt spid="408"/>
                                        </p:tgtEl>
                                        <p:attrNameLst>
                                          <p:attrName>ppt_w</p:attrName>
                                        </p:attrNameLst>
                                      </p:cBhvr>
                                      <p:tavLst>
                                        <p:tav tm="0">
                                          <p:val>
                                            <p:fltVal val="0"/>
                                          </p:val>
                                        </p:tav>
                                        <p:tav tm="100000">
                                          <p:val>
                                            <p:strVal val="#ppt_w"/>
                                          </p:val>
                                        </p:tav>
                                      </p:tavLst>
                                    </p:anim>
                                    <p:anim calcmode="lin" valueType="num">
                                      <p:cBhvr>
                                        <p:cTn id="344" dur="5322" fill="hold"/>
                                        <p:tgtEl>
                                          <p:spTgt spid="408"/>
                                        </p:tgtEl>
                                        <p:attrNameLst>
                                          <p:attrName>ppt_h</p:attrName>
                                        </p:attrNameLst>
                                      </p:cBhvr>
                                      <p:tavLst>
                                        <p:tav tm="0">
                                          <p:val>
                                            <p:fltVal val="0"/>
                                          </p:val>
                                        </p:tav>
                                        <p:tav tm="100000">
                                          <p:val>
                                            <p:strVal val="#ppt_h"/>
                                          </p:val>
                                        </p:tav>
                                      </p:tavLst>
                                    </p:anim>
                                    <p:animEffect transition="in" filter="fade">
                                      <p:cBhvr>
                                        <p:cTn id="345" dur="5322"/>
                                        <p:tgtEl>
                                          <p:spTgt spid="408"/>
                                        </p:tgtEl>
                                      </p:cBhvr>
                                    </p:animEffect>
                                    <p:anim calcmode="lin" valueType="num">
                                      <p:cBhvr>
                                        <p:cTn id="346" dur="5322" fill="hold"/>
                                        <p:tgtEl>
                                          <p:spTgt spid="408"/>
                                        </p:tgtEl>
                                        <p:attrNameLst>
                                          <p:attrName>ppt_x</p:attrName>
                                        </p:attrNameLst>
                                      </p:cBhvr>
                                      <p:tavLst>
                                        <p:tav tm="0">
                                          <p:val>
                                            <p:fltVal val="0.5"/>
                                          </p:val>
                                        </p:tav>
                                        <p:tav tm="100000">
                                          <p:val>
                                            <p:strVal val="#ppt_x"/>
                                          </p:val>
                                        </p:tav>
                                      </p:tavLst>
                                    </p:anim>
                                    <p:anim calcmode="lin" valueType="num">
                                      <p:cBhvr>
                                        <p:cTn id="347" dur="5322" fill="hold"/>
                                        <p:tgtEl>
                                          <p:spTgt spid="408"/>
                                        </p:tgtEl>
                                        <p:attrNameLst>
                                          <p:attrName>ppt_y</p:attrName>
                                        </p:attrNameLst>
                                      </p:cBhvr>
                                      <p:tavLst>
                                        <p:tav tm="0">
                                          <p:val>
                                            <p:fltVal val="0.5"/>
                                          </p:val>
                                        </p:tav>
                                        <p:tav tm="100000">
                                          <p:val>
                                            <p:strVal val="#ppt_y"/>
                                          </p:val>
                                        </p:tav>
                                      </p:tavLst>
                                    </p:anim>
                                  </p:childTnLst>
                                </p:cTn>
                              </p:par>
                              <p:par>
                                <p:cTn id="348" presetID="53" presetClass="entr" presetSubtype="528" repeatCount="indefinite" fill="hold" grpId="0" nodeType="withEffect">
                                  <p:stCondLst>
                                    <p:cond delay="1654"/>
                                  </p:stCondLst>
                                  <p:childTnLst>
                                    <p:set>
                                      <p:cBhvr>
                                        <p:cTn id="349" dur="1" fill="hold">
                                          <p:stCondLst>
                                            <p:cond delay="0"/>
                                          </p:stCondLst>
                                        </p:cTn>
                                        <p:tgtEl>
                                          <p:spTgt spid="409"/>
                                        </p:tgtEl>
                                        <p:attrNameLst>
                                          <p:attrName>style.visibility</p:attrName>
                                        </p:attrNameLst>
                                      </p:cBhvr>
                                      <p:to>
                                        <p:strVal val="visible"/>
                                      </p:to>
                                    </p:set>
                                    <p:anim calcmode="lin" valueType="num">
                                      <p:cBhvr>
                                        <p:cTn id="350" dur="6922" fill="hold"/>
                                        <p:tgtEl>
                                          <p:spTgt spid="409"/>
                                        </p:tgtEl>
                                        <p:attrNameLst>
                                          <p:attrName>ppt_w</p:attrName>
                                        </p:attrNameLst>
                                      </p:cBhvr>
                                      <p:tavLst>
                                        <p:tav tm="0">
                                          <p:val>
                                            <p:fltVal val="0"/>
                                          </p:val>
                                        </p:tav>
                                        <p:tav tm="100000">
                                          <p:val>
                                            <p:strVal val="#ppt_w"/>
                                          </p:val>
                                        </p:tav>
                                      </p:tavLst>
                                    </p:anim>
                                    <p:anim calcmode="lin" valueType="num">
                                      <p:cBhvr>
                                        <p:cTn id="351" dur="6922" fill="hold"/>
                                        <p:tgtEl>
                                          <p:spTgt spid="409"/>
                                        </p:tgtEl>
                                        <p:attrNameLst>
                                          <p:attrName>ppt_h</p:attrName>
                                        </p:attrNameLst>
                                      </p:cBhvr>
                                      <p:tavLst>
                                        <p:tav tm="0">
                                          <p:val>
                                            <p:fltVal val="0"/>
                                          </p:val>
                                        </p:tav>
                                        <p:tav tm="100000">
                                          <p:val>
                                            <p:strVal val="#ppt_h"/>
                                          </p:val>
                                        </p:tav>
                                      </p:tavLst>
                                    </p:anim>
                                    <p:animEffect transition="in" filter="fade">
                                      <p:cBhvr>
                                        <p:cTn id="352" dur="6922"/>
                                        <p:tgtEl>
                                          <p:spTgt spid="409"/>
                                        </p:tgtEl>
                                      </p:cBhvr>
                                    </p:animEffect>
                                    <p:anim calcmode="lin" valueType="num">
                                      <p:cBhvr>
                                        <p:cTn id="353" dur="6922" fill="hold"/>
                                        <p:tgtEl>
                                          <p:spTgt spid="409"/>
                                        </p:tgtEl>
                                        <p:attrNameLst>
                                          <p:attrName>ppt_x</p:attrName>
                                        </p:attrNameLst>
                                      </p:cBhvr>
                                      <p:tavLst>
                                        <p:tav tm="0">
                                          <p:val>
                                            <p:fltVal val="0.5"/>
                                          </p:val>
                                        </p:tav>
                                        <p:tav tm="100000">
                                          <p:val>
                                            <p:strVal val="#ppt_x"/>
                                          </p:val>
                                        </p:tav>
                                      </p:tavLst>
                                    </p:anim>
                                    <p:anim calcmode="lin" valueType="num">
                                      <p:cBhvr>
                                        <p:cTn id="354" dur="6922" fill="hold"/>
                                        <p:tgtEl>
                                          <p:spTgt spid="409"/>
                                        </p:tgtEl>
                                        <p:attrNameLst>
                                          <p:attrName>ppt_y</p:attrName>
                                        </p:attrNameLst>
                                      </p:cBhvr>
                                      <p:tavLst>
                                        <p:tav tm="0">
                                          <p:val>
                                            <p:fltVal val="0.5"/>
                                          </p:val>
                                        </p:tav>
                                        <p:tav tm="100000">
                                          <p:val>
                                            <p:strVal val="#ppt_y"/>
                                          </p:val>
                                        </p:tav>
                                      </p:tavLst>
                                    </p:anim>
                                  </p:childTnLst>
                                </p:cTn>
                              </p:par>
                              <p:par>
                                <p:cTn id="355" presetID="53" presetClass="entr" presetSubtype="528" repeatCount="indefinite" fill="hold" grpId="0" nodeType="withEffect">
                                  <p:stCondLst>
                                    <p:cond delay="487"/>
                                  </p:stCondLst>
                                  <p:childTnLst>
                                    <p:set>
                                      <p:cBhvr>
                                        <p:cTn id="356" dur="1" fill="hold">
                                          <p:stCondLst>
                                            <p:cond delay="0"/>
                                          </p:stCondLst>
                                        </p:cTn>
                                        <p:tgtEl>
                                          <p:spTgt spid="412"/>
                                        </p:tgtEl>
                                        <p:attrNameLst>
                                          <p:attrName>style.visibility</p:attrName>
                                        </p:attrNameLst>
                                      </p:cBhvr>
                                      <p:to>
                                        <p:strVal val="visible"/>
                                      </p:to>
                                    </p:set>
                                    <p:anim calcmode="lin" valueType="num">
                                      <p:cBhvr>
                                        <p:cTn id="357" dur="7039" fill="hold"/>
                                        <p:tgtEl>
                                          <p:spTgt spid="412"/>
                                        </p:tgtEl>
                                        <p:attrNameLst>
                                          <p:attrName>ppt_w</p:attrName>
                                        </p:attrNameLst>
                                      </p:cBhvr>
                                      <p:tavLst>
                                        <p:tav tm="0">
                                          <p:val>
                                            <p:fltVal val="0"/>
                                          </p:val>
                                        </p:tav>
                                        <p:tav tm="100000">
                                          <p:val>
                                            <p:strVal val="#ppt_w"/>
                                          </p:val>
                                        </p:tav>
                                      </p:tavLst>
                                    </p:anim>
                                    <p:anim calcmode="lin" valueType="num">
                                      <p:cBhvr>
                                        <p:cTn id="358" dur="7039" fill="hold"/>
                                        <p:tgtEl>
                                          <p:spTgt spid="412"/>
                                        </p:tgtEl>
                                        <p:attrNameLst>
                                          <p:attrName>ppt_h</p:attrName>
                                        </p:attrNameLst>
                                      </p:cBhvr>
                                      <p:tavLst>
                                        <p:tav tm="0">
                                          <p:val>
                                            <p:fltVal val="0"/>
                                          </p:val>
                                        </p:tav>
                                        <p:tav tm="100000">
                                          <p:val>
                                            <p:strVal val="#ppt_h"/>
                                          </p:val>
                                        </p:tav>
                                      </p:tavLst>
                                    </p:anim>
                                    <p:animEffect transition="in" filter="fade">
                                      <p:cBhvr>
                                        <p:cTn id="359" dur="7039"/>
                                        <p:tgtEl>
                                          <p:spTgt spid="412"/>
                                        </p:tgtEl>
                                      </p:cBhvr>
                                    </p:animEffect>
                                    <p:anim calcmode="lin" valueType="num">
                                      <p:cBhvr>
                                        <p:cTn id="360" dur="7039" fill="hold"/>
                                        <p:tgtEl>
                                          <p:spTgt spid="412"/>
                                        </p:tgtEl>
                                        <p:attrNameLst>
                                          <p:attrName>ppt_x</p:attrName>
                                        </p:attrNameLst>
                                      </p:cBhvr>
                                      <p:tavLst>
                                        <p:tav tm="0">
                                          <p:val>
                                            <p:fltVal val="0.5"/>
                                          </p:val>
                                        </p:tav>
                                        <p:tav tm="100000">
                                          <p:val>
                                            <p:strVal val="#ppt_x"/>
                                          </p:val>
                                        </p:tav>
                                      </p:tavLst>
                                    </p:anim>
                                    <p:anim calcmode="lin" valueType="num">
                                      <p:cBhvr>
                                        <p:cTn id="361" dur="7039" fill="hold"/>
                                        <p:tgtEl>
                                          <p:spTgt spid="412"/>
                                        </p:tgtEl>
                                        <p:attrNameLst>
                                          <p:attrName>ppt_y</p:attrName>
                                        </p:attrNameLst>
                                      </p:cBhvr>
                                      <p:tavLst>
                                        <p:tav tm="0">
                                          <p:val>
                                            <p:fltVal val="0.5"/>
                                          </p:val>
                                        </p:tav>
                                        <p:tav tm="100000">
                                          <p:val>
                                            <p:strVal val="#ppt_y"/>
                                          </p:val>
                                        </p:tav>
                                      </p:tavLst>
                                    </p:anim>
                                  </p:childTnLst>
                                </p:cTn>
                              </p:par>
                              <p:par>
                                <p:cTn id="362" presetID="53" presetClass="entr" presetSubtype="528" repeatCount="indefinite" fill="hold" grpId="0" nodeType="withEffect">
                                  <p:stCondLst>
                                    <p:cond delay="1043"/>
                                  </p:stCondLst>
                                  <p:childTnLst>
                                    <p:set>
                                      <p:cBhvr>
                                        <p:cTn id="363" dur="1" fill="hold">
                                          <p:stCondLst>
                                            <p:cond delay="0"/>
                                          </p:stCondLst>
                                        </p:cTn>
                                        <p:tgtEl>
                                          <p:spTgt spid="413"/>
                                        </p:tgtEl>
                                        <p:attrNameLst>
                                          <p:attrName>style.visibility</p:attrName>
                                        </p:attrNameLst>
                                      </p:cBhvr>
                                      <p:to>
                                        <p:strVal val="visible"/>
                                      </p:to>
                                    </p:set>
                                    <p:anim calcmode="lin" valueType="num">
                                      <p:cBhvr>
                                        <p:cTn id="364" dur="6539" fill="hold"/>
                                        <p:tgtEl>
                                          <p:spTgt spid="413"/>
                                        </p:tgtEl>
                                        <p:attrNameLst>
                                          <p:attrName>ppt_w</p:attrName>
                                        </p:attrNameLst>
                                      </p:cBhvr>
                                      <p:tavLst>
                                        <p:tav tm="0">
                                          <p:val>
                                            <p:fltVal val="0"/>
                                          </p:val>
                                        </p:tav>
                                        <p:tav tm="100000">
                                          <p:val>
                                            <p:strVal val="#ppt_w"/>
                                          </p:val>
                                        </p:tav>
                                      </p:tavLst>
                                    </p:anim>
                                    <p:anim calcmode="lin" valueType="num">
                                      <p:cBhvr>
                                        <p:cTn id="365" dur="6539" fill="hold"/>
                                        <p:tgtEl>
                                          <p:spTgt spid="413"/>
                                        </p:tgtEl>
                                        <p:attrNameLst>
                                          <p:attrName>ppt_h</p:attrName>
                                        </p:attrNameLst>
                                      </p:cBhvr>
                                      <p:tavLst>
                                        <p:tav tm="0">
                                          <p:val>
                                            <p:fltVal val="0"/>
                                          </p:val>
                                        </p:tav>
                                        <p:tav tm="100000">
                                          <p:val>
                                            <p:strVal val="#ppt_h"/>
                                          </p:val>
                                        </p:tav>
                                      </p:tavLst>
                                    </p:anim>
                                    <p:animEffect transition="in" filter="fade">
                                      <p:cBhvr>
                                        <p:cTn id="366" dur="6539"/>
                                        <p:tgtEl>
                                          <p:spTgt spid="413"/>
                                        </p:tgtEl>
                                      </p:cBhvr>
                                    </p:animEffect>
                                    <p:anim calcmode="lin" valueType="num">
                                      <p:cBhvr>
                                        <p:cTn id="367" dur="6539" fill="hold"/>
                                        <p:tgtEl>
                                          <p:spTgt spid="413"/>
                                        </p:tgtEl>
                                        <p:attrNameLst>
                                          <p:attrName>ppt_x</p:attrName>
                                        </p:attrNameLst>
                                      </p:cBhvr>
                                      <p:tavLst>
                                        <p:tav tm="0">
                                          <p:val>
                                            <p:fltVal val="0.5"/>
                                          </p:val>
                                        </p:tav>
                                        <p:tav tm="100000">
                                          <p:val>
                                            <p:strVal val="#ppt_x"/>
                                          </p:val>
                                        </p:tav>
                                      </p:tavLst>
                                    </p:anim>
                                    <p:anim calcmode="lin" valueType="num">
                                      <p:cBhvr>
                                        <p:cTn id="368" dur="6539" fill="hold"/>
                                        <p:tgtEl>
                                          <p:spTgt spid="413"/>
                                        </p:tgtEl>
                                        <p:attrNameLst>
                                          <p:attrName>ppt_y</p:attrName>
                                        </p:attrNameLst>
                                      </p:cBhvr>
                                      <p:tavLst>
                                        <p:tav tm="0">
                                          <p:val>
                                            <p:fltVal val="0.5"/>
                                          </p:val>
                                        </p:tav>
                                        <p:tav tm="100000">
                                          <p:val>
                                            <p:strVal val="#ppt_y"/>
                                          </p:val>
                                        </p:tav>
                                      </p:tavLst>
                                    </p:anim>
                                  </p:childTnLst>
                                </p:cTn>
                              </p:par>
                              <p:par>
                                <p:cTn id="369" presetID="53" presetClass="entr" presetSubtype="528" repeatCount="indefinite" fill="hold" grpId="0" nodeType="withEffect">
                                  <p:stCondLst>
                                    <p:cond delay="502"/>
                                  </p:stCondLst>
                                  <p:childTnLst>
                                    <p:set>
                                      <p:cBhvr>
                                        <p:cTn id="370" dur="1" fill="hold">
                                          <p:stCondLst>
                                            <p:cond delay="0"/>
                                          </p:stCondLst>
                                        </p:cTn>
                                        <p:tgtEl>
                                          <p:spTgt spid="415"/>
                                        </p:tgtEl>
                                        <p:attrNameLst>
                                          <p:attrName>style.visibility</p:attrName>
                                        </p:attrNameLst>
                                      </p:cBhvr>
                                      <p:to>
                                        <p:strVal val="visible"/>
                                      </p:to>
                                    </p:set>
                                    <p:anim calcmode="lin" valueType="num">
                                      <p:cBhvr>
                                        <p:cTn id="371" dur="5392" fill="hold"/>
                                        <p:tgtEl>
                                          <p:spTgt spid="415"/>
                                        </p:tgtEl>
                                        <p:attrNameLst>
                                          <p:attrName>ppt_w</p:attrName>
                                        </p:attrNameLst>
                                      </p:cBhvr>
                                      <p:tavLst>
                                        <p:tav tm="0">
                                          <p:val>
                                            <p:fltVal val="0"/>
                                          </p:val>
                                        </p:tav>
                                        <p:tav tm="100000">
                                          <p:val>
                                            <p:strVal val="#ppt_w"/>
                                          </p:val>
                                        </p:tav>
                                      </p:tavLst>
                                    </p:anim>
                                    <p:anim calcmode="lin" valueType="num">
                                      <p:cBhvr>
                                        <p:cTn id="372" dur="5392" fill="hold"/>
                                        <p:tgtEl>
                                          <p:spTgt spid="415"/>
                                        </p:tgtEl>
                                        <p:attrNameLst>
                                          <p:attrName>ppt_h</p:attrName>
                                        </p:attrNameLst>
                                      </p:cBhvr>
                                      <p:tavLst>
                                        <p:tav tm="0">
                                          <p:val>
                                            <p:fltVal val="0"/>
                                          </p:val>
                                        </p:tav>
                                        <p:tav tm="100000">
                                          <p:val>
                                            <p:strVal val="#ppt_h"/>
                                          </p:val>
                                        </p:tav>
                                      </p:tavLst>
                                    </p:anim>
                                    <p:animEffect transition="in" filter="fade">
                                      <p:cBhvr>
                                        <p:cTn id="373" dur="5392"/>
                                        <p:tgtEl>
                                          <p:spTgt spid="415"/>
                                        </p:tgtEl>
                                      </p:cBhvr>
                                    </p:animEffect>
                                    <p:anim calcmode="lin" valueType="num">
                                      <p:cBhvr>
                                        <p:cTn id="374" dur="5392" fill="hold"/>
                                        <p:tgtEl>
                                          <p:spTgt spid="415"/>
                                        </p:tgtEl>
                                        <p:attrNameLst>
                                          <p:attrName>ppt_x</p:attrName>
                                        </p:attrNameLst>
                                      </p:cBhvr>
                                      <p:tavLst>
                                        <p:tav tm="0">
                                          <p:val>
                                            <p:fltVal val="0.5"/>
                                          </p:val>
                                        </p:tav>
                                        <p:tav tm="100000">
                                          <p:val>
                                            <p:strVal val="#ppt_x"/>
                                          </p:val>
                                        </p:tav>
                                      </p:tavLst>
                                    </p:anim>
                                    <p:anim calcmode="lin" valueType="num">
                                      <p:cBhvr>
                                        <p:cTn id="375" dur="5392" fill="hold"/>
                                        <p:tgtEl>
                                          <p:spTgt spid="415"/>
                                        </p:tgtEl>
                                        <p:attrNameLst>
                                          <p:attrName>ppt_y</p:attrName>
                                        </p:attrNameLst>
                                      </p:cBhvr>
                                      <p:tavLst>
                                        <p:tav tm="0">
                                          <p:val>
                                            <p:fltVal val="0.5"/>
                                          </p:val>
                                        </p:tav>
                                        <p:tav tm="100000">
                                          <p:val>
                                            <p:strVal val="#ppt_y"/>
                                          </p:val>
                                        </p:tav>
                                      </p:tavLst>
                                    </p:anim>
                                  </p:childTnLst>
                                </p:cTn>
                              </p:par>
                              <p:par>
                                <p:cTn id="376" presetID="53" presetClass="entr" presetSubtype="528" repeatCount="indefinite" fill="hold" grpId="0" nodeType="withEffect">
                                  <p:stCondLst>
                                    <p:cond delay="820"/>
                                  </p:stCondLst>
                                  <p:childTnLst>
                                    <p:set>
                                      <p:cBhvr>
                                        <p:cTn id="377" dur="1" fill="hold">
                                          <p:stCondLst>
                                            <p:cond delay="0"/>
                                          </p:stCondLst>
                                        </p:cTn>
                                        <p:tgtEl>
                                          <p:spTgt spid="416"/>
                                        </p:tgtEl>
                                        <p:attrNameLst>
                                          <p:attrName>style.visibility</p:attrName>
                                        </p:attrNameLst>
                                      </p:cBhvr>
                                      <p:to>
                                        <p:strVal val="visible"/>
                                      </p:to>
                                    </p:set>
                                    <p:anim calcmode="lin" valueType="num">
                                      <p:cBhvr>
                                        <p:cTn id="378" dur="5326" fill="hold"/>
                                        <p:tgtEl>
                                          <p:spTgt spid="416"/>
                                        </p:tgtEl>
                                        <p:attrNameLst>
                                          <p:attrName>ppt_w</p:attrName>
                                        </p:attrNameLst>
                                      </p:cBhvr>
                                      <p:tavLst>
                                        <p:tav tm="0">
                                          <p:val>
                                            <p:fltVal val="0"/>
                                          </p:val>
                                        </p:tav>
                                        <p:tav tm="100000">
                                          <p:val>
                                            <p:strVal val="#ppt_w"/>
                                          </p:val>
                                        </p:tav>
                                      </p:tavLst>
                                    </p:anim>
                                    <p:anim calcmode="lin" valueType="num">
                                      <p:cBhvr>
                                        <p:cTn id="379" dur="5326" fill="hold"/>
                                        <p:tgtEl>
                                          <p:spTgt spid="416"/>
                                        </p:tgtEl>
                                        <p:attrNameLst>
                                          <p:attrName>ppt_h</p:attrName>
                                        </p:attrNameLst>
                                      </p:cBhvr>
                                      <p:tavLst>
                                        <p:tav tm="0">
                                          <p:val>
                                            <p:fltVal val="0"/>
                                          </p:val>
                                        </p:tav>
                                        <p:tav tm="100000">
                                          <p:val>
                                            <p:strVal val="#ppt_h"/>
                                          </p:val>
                                        </p:tav>
                                      </p:tavLst>
                                    </p:anim>
                                    <p:animEffect transition="in" filter="fade">
                                      <p:cBhvr>
                                        <p:cTn id="380" dur="5326"/>
                                        <p:tgtEl>
                                          <p:spTgt spid="416"/>
                                        </p:tgtEl>
                                      </p:cBhvr>
                                    </p:animEffect>
                                    <p:anim calcmode="lin" valueType="num">
                                      <p:cBhvr>
                                        <p:cTn id="381" dur="5326" fill="hold"/>
                                        <p:tgtEl>
                                          <p:spTgt spid="416"/>
                                        </p:tgtEl>
                                        <p:attrNameLst>
                                          <p:attrName>ppt_x</p:attrName>
                                        </p:attrNameLst>
                                      </p:cBhvr>
                                      <p:tavLst>
                                        <p:tav tm="0">
                                          <p:val>
                                            <p:fltVal val="0.5"/>
                                          </p:val>
                                        </p:tav>
                                        <p:tav tm="100000">
                                          <p:val>
                                            <p:strVal val="#ppt_x"/>
                                          </p:val>
                                        </p:tav>
                                      </p:tavLst>
                                    </p:anim>
                                    <p:anim calcmode="lin" valueType="num">
                                      <p:cBhvr>
                                        <p:cTn id="382" dur="5326" fill="hold"/>
                                        <p:tgtEl>
                                          <p:spTgt spid="416"/>
                                        </p:tgtEl>
                                        <p:attrNameLst>
                                          <p:attrName>ppt_y</p:attrName>
                                        </p:attrNameLst>
                                      </p:cBhvr>
                                      <p:tavLst>
                                        <p:tav tm="0">
                                          <p:val>
                                            <p:fltVal val="0.5"/>
                                          </p:val>
                                        </p:tav>
                                        <p:tav tm="100000">
                                          <p:val>
                                            <p:strVal val="#ppt_y"/>
                                          </p:val>
                                        </p:tav>
                                      </p:tavLst>
                                    </p:anim>
                                  </p:childTnLst>
                                </p:cTn>
                              </p:par>
                              <p:par>
                                <p:cTn id="383" presetID="53" presetClass="entr" presetSubtype="528" repeatCount="indefinite" fill="hold" grpId="0" nodeType="withEffect">
                                  <p:stCondLst>
                                    <p:cond delay="1436"/>
                                  </p:stCondLst>
                                  <p:childTnLst>
                                    <p:set>
                                      <p:cBhvr>
                                        <p:cTn id="384" dur="1" fill="hold">
                                          <p:stCondLst>
                                            <p:cond delay="0"/>
                                          </p:stCondLst>
                                        </p:cTn>
                                        <p:tgtEl>
                                          <p:spTgt spid="417"/>
                                        </p:tgtEl>
                                        <p:attrNameLst>
                                          <p:attrName>style.visibility</p:attrName>
                                        </p:attrNameLst>
                                      </p:cBhvr>
                                      <p:to>
                                        <p:strVal val="visible"/>
                                      </p:to>
                                    </p:set>
                                    <p:anim calcmode="lin" valueType="num">
                                      <p:cBhvr>
                                        <p:cTn id="385" dur="5561" fill="hold"/>
                                        <p:tgtEl>
                                          <p:spTgt spid="417"/>
                                        </p:tgtEl>
                                        <p:attrNameLst>
                                          <p:attrName>ppt_w</p:attrName>
                                        </p:attrNameLst>
                                      </p:cBhvr>
                                      <p:tavLst>
                                        <p:tav tm="0">
                                          <p:val>
                                            <p:fltVal val="0"/>
                                          </p:val>
                                        </p:tav>
                                        <p:tav tm="100000">
                                          <p:val>
                                            <p:strVal val="#ppt_w"/>
                                          </p:val>
                                        </p:tav>
                                      </p:tavLst>
                                    </p:anim>
                                    <p:anim calcmode="lin" valueType="num">
                                      <p:cBhvr>
                                        <p:cTn id="386" dur="5561" fill="hold"/>
                                        <p:tgtEl>
                                          <p:spTgt spid="417"/>
                                        </p:tgtEl>
                                        <p:attrNameLst>
                                          <p:attrName>ppt_h</p:attrName>
                                        </p:attrNameLst>
                                      </p:cBhvr>
                                      <p:tavLst>
                                        <p:tav tm="0">
                                          <p:val>
                                            <p:fltVal val="0"/>
                                          </p:val>
                                        </p:tav>
                                        <p:tav tm="100000">
                                          <p:val>
                                            <p:strVal val="#ppt_h"/>
                                          </p:val>
                                        </p:tav>
                                      </p:tavLst>
                                    </p:anim>
                                    <p:animEffect transition="in" filter="fade">
                                      <p:cBhvr>
                                        <p:cTn id="387" dur="5561"/>
                                        <p:tgtEl>
                                          <p:spTgt spid="417"/>
                                        </p:tgtEl>
                                      </p:cBhvr>
                                    </p:animEffect>
                                    <p:anim calcmode="lin" valueType="num">
                                      <p:cBhvr>
                                        <p:cTn id="388" dur="5561" fill="hold"/>
                                        <p:tgtEl>
                                          <p:spTgt spid="417"/>
                                        </p:tgtEl>
                                        <p:attrNameLst>
                                          <p:attrName>ppt_x</p:attrName>
                                        </p:attrNameLst>
                                      </p:cBhvr>
                                      <p:tavLst>
                                        <p:tav tm="0">
                                          <p:val>
                                            <p:fltVal val="0.5"/>
                                          </p:val>
                                        </p:tav>
                                        <p:tav tm="100000">
                                          <p:val>
                                            <p:strVal val="#ppt_x"/>
                                          </p:val>
                                        </p:tav>
                                      </p:tavLst>
                                    </p:anim>
                                    <p:anim calcmode="lin" valueType="num">
                                      <p:cBhvr>
                                        <p:cTn id="389" dur="5561" fill="hold"/>
                                        <p:tgtEl>
                                          <p:spTgt spid="417"/>
                                        </p:tgtEl>
                                        <p:attrNameLst>
                                          <p:attrName>ppt_y</p:attrName>
                                        </p:attrNameLst>
                                      </p:cBhvr>
                                      <p:tavLst>
                                        <p:tav tm="0">
                                          <p:val>
                                            <p:fltVal val="0.5"/>
                                          </p:val>
                                        </p:tav>
                                        <p:tav tm="100000">
                                          <p:val>
                                            <p:strVal val="#ppt_y"/>
                                          </p:val>
                                        </p:tav>
                                      </p:tavLst>
                                    </p:anim>
                                  </p:childTnLst>
                                </p:cTn>
                              </p:par>
                              <p:par>
                                <p:cTn id="390" presetID="53" presetClass="entr" presetSubtype="528" repeatCount="indefinite" fill="hold" grpId="0" nodeType="withEffect">
                                  <p:stCondLst>
                                    <p:cond delay="1228"/>
                                  </p:stCondLst>
                                  <p:childTnLst>
                                    <p:set>
                                      <p:cBhvr>
                                        <p:cTn id="391" dur="1" fill="hold">
                                          <p:stCondLst>
                                            <p:cond delay="0"/>
                                          </p:stCondLst>
                                        </p:cTn>
                                        <p:tgtEl>
                                          <p:spTgt spid="418"/>
                                        </p:tgtEl>
                                        <p:attrNameLst>
                                          <p:attrName>style.visibility</p:attrName>
                                        </p:attrNameLst>
                                      </p:cBhvr>
                                      <p:to>
                                        <p:strVal val="visible"/>
                                      </p:to>
                                    </p:set>
                                    <p:anim calcmode="lin" valueType="num">
                                      <p:cBhvr>
                                        <p:cTn id="392" dur="6911" fill="hold"/>
                                        <p:tgtEl>
                                          <p:spTgt spid="418"/>
                                        </p:tgtEl>
                                        <p:attrNameLst>
                                          <p:attrName>ppt_w</p:attrName>
                                        </p:attrNameLst>
                                      </p:cBhvr>
                                      <p:tavLst>
                                        <p:tav tm="0">
                                          <p:val>
                                            <p:fltVal val="0"/>
                                          </p:val>
                                        </p:tav>
                                        <p:tav tm="100000">
                                          <p:val>
                                            <p:strVal val="#ppt_w"/>
                                          </p:val>
                                        </p:tav>
                                      </p:tavLst>
                                    </p:anim>
                                    <p:anim calcmode="lin" valueType="num">
                                      <p:cBhvr>
                                        <p:cTn id="393" dur="6911" fill="hold"/>
                                        <p:tgtEl>
                                          <p:spTgt spid="418"/>
                                        </p:tgtEl>
                                        <p:attrNameLst>
                                          <p:attrName>ppt_h</p:attrName>
                                        </p:attrNameLst>
                                      </p:cBhvr>
                                      <p:tavLst>
                                        <p:tav tm="0">
                                          <p:val>
                                            <p:fltVal val="0"/>
                                          </p:val>
                                        </p:tav>
                                        <p:tav tm="100000">
                                          <p:val>
                                            <p:strVal val="#ppt_h"/>
                                          </p:val>
                                        </p:tav>
                                      </p:tavLst>
                                    </p:anim>
                                    <p:animEffect transition="in" filter="fade">
                                      <p:cBhvr>
                                        <p:cTn id="394" dur="6911"/>
                                        <p:tgtEl>
                                          <p:spTgt spid="418"/>
                                        </p:tgtEl>
                                      </p:cBhvr>
                                    </p:animEffect>
                                    <p:anim calcmode="lin" valueType="num">
                                      <p:cBhvr>
                                        <p:cTn id="395" dur="6911" fill="hold"/>
                                        <p:tgtEl>
                                          <p:spTgt spid="418"/>
                                        </p:tgtEl>
                                        <p:attrNameLst>
                                          <p:attrName>ppt_x</p:attrName>
                                        </p:attrNameLst>
                                      </p:cBhvr>
                                      <p:tavLst>
                                        <p:tav tm="0">
                                          <p:val>
                                            <p:fltVal val="0.5"/>
                                          </p:val>
                                        </p:tav>
                                        <p:tav tm="100000">
                                          <p:val>
                                            <p:strVal val="#ppt_x"/>
                                          </p:val>
                                        </p:tav>
                                      </p:tavLst>
                                    </p:anim>
                                    <p:anim calcmode="lin" valueType="num">
                                      <p:cBhvr>
                                        <p:cTn id="396" dur="6911" fill="hold"/>
                                        <p:tgtEl>
                                          <p:spTgt spid="418"/>
                                        </p:tgtEl>
                                        <p:attrNameLst>
                                          <p:attrName>ppt_y</p:attrName>
                                        </p:attrNameLst>
                                      </p:cBhvr>
                                      <p:tavLst>
                                        <p:tav tm="0">
                                          <p:val>
                                            <p:fltVal val="0.5"/>
                                          </p:val>
                                        </p:tav>
                                        <p:tav tm="100000">
                                          <p:val>
                                            <p:strVal val="#ppt_y"/>
                                          </p:val>
                                        </p:tav>
                                      </p:tavLst>
                                    </p:anim>
                                  </p:childTnLst>
                                </p:cTn>
                              </p:par>
                              <p:par>
                                <p:cTn id="397" presetID="53" presetClass="entr" presetSubtype="528" repeatCount="indefinite" fill="hold" grpId="0" nodeType="withEffect">
                                  <p:stCondLst>
                                    <p:cond delay="904"/>
                                  </p:stCondLst>
                                  <p:childTnLst>
                                    <p:set>
                                      <p:cBhvr>
                                        <p:cTn id="398" dur="1" fill="hold">
                                          <p:stCondLst>
                                            <p:cond delay="0"/>
                                          </p:stCondLst>
                                        </p:cTn>
                                        <p:tgtEl>
                                          <p:spTgt spid="423"/>
                                        </p:tgtEl>
                                        <p:attrNameLst>
                                          <p:attrName>style.visibility</p:attrName>
                                        </p:attrNameLst>
                                      </p:cBhvr>
                                      <p:to>
                                        <p:strVal val="visible"/>
                                      </p:to>
                                    </p:set>
                                    <p:anim calcmode="lin" valueType="num">
                                      <p:cBhvr>
                                        <p:cTn id="399" dur="5869" fill="hold"/>
                                        <p:tgtEl>
                                          <p:spTgt spid="423"/>
                                        </p:tgtEl>
                                        <p:attrNameLst>
                                          <p:attrName>ppt_w</p:attrName>
                                        </p:attrNameLst>
                                      </p:cBhvr>
                                      <p:tavLst>
                                        <p:tav tm="0">
                                          <p:val>
                                            <p:fltVal val="0"/>
                                          </p:val>
                                        </p:tav>
                                        <p:tav tm="100000">
                                          <p:val>
                                            <p:strVal val="#ppt_w"/>
                                          </p:val>
                                        </p:tav>
                                      </p:tavLst>
                                    </p:anim>
                                    <p:anim calcmode="lin" valueType="num">
                                      <p:cBhvr>
                                        <p:cTn id="400" dur="5869" fill="hold"/>
                                        <p:tgtEl>
                                          <p:spTgt spid="423"/>
                                        </p:tgtEl>
                                        <p:attrNameLst>
                                          <p:attrName>ppt_h</p:attrName>
                                        </p:attrNameLst>
                                      </p:cBhvr>
                                      <p:tavLst>
                                        <p:tav tm="0">
                                          <p:val>
                                            <p:fltVal val="0"/>
                                          </p:val>
                                        </p:tav>
                                        <p:tav tm="100000">
                                          <p:val>
                                            <p:strVal val="#ppt_h"/>
                                          </p:val>
                                        </p:tav>
                                      </p:tavLst>
                                    </p:anim>
                                    <p:animEffect transition="in" filter="fade">
                                      <p:cBhvr>
                                        <p:cTn id="401" dur="5869"/>
                                        <p:tgtEl>
                                          <p:spTgt spid="423"/>
                                        </p:tgtEl>
                                      </p:cBhvr>
                                    </p:animEffect>
                                    <p:anim calcmode="lin" valueType="num">
                                      <p:cBhvr>
                                        <p:cTn id="402" dur="5869" fill="hold"/>
                                        <p:tgtEl>
                                          <p:spTgt spid="423"/>
                                        </p:tgtEl>
                                        <p:attrNameLst>
                                          <p:attrName>ppt_x</p:attrName>
                                        </p:attrNameLst>
                                      </p:cBhvr>
                                      <p:tavLst>
                                        <p:tav tm="0">
                                          <p:val>
                                            <p:fltVal val="0.5"/>
                                          </p:val>
                                        </p:tav>
                                        <p:tav tm="100000">
                                          <p:val>
                                            <p:strVal val="#ppt_x"/>
                                          </p:val>
                                        </p:tav>
                                      </p:tavLst>
                                    </p:anim>
                                    <p:anim calcmode="lin" valueType="num">
                                      <p:cBhvr>
                                        <p:cTn id="403" dur="5869" fill="hold"/>
                                        <p:tgtEl>
                                          <p:spTgt spid="423"/>
                                        </p:tgtEl>
                                        <p:attrNameLst>
                                          <p:attrName>ppt_y</p:attrName>
                                        </p:attrNameLst>
                                      </p:cBhvr>
                                      <p:tavLst>
                                        <p:tav tm="0">
                                          <p:val>
                                            <p:fltVal val="0.5"/>
                                          </p:val>
                                        </p:tav>
                                        <p:tav tm="100000">
                                          <p:val>
                                            <p:strVal val="#ppt_y"/>
                                          </p:val>
                                        </p:tav>
                                      </p:tavLst>
                                    </p:anim>
                                  </p:childTnLst>
                                </p:cTn>
                              </p:par>
                              <p:par>
                                <p:cTn id="404" presetID="53" presetClass="entr" presetSubtype="528" repeatCount="indefinite" fill="hold" grpId="0" nodeType="withEffect">
                                  <p:stCondLst>
                                    <p:cond delay="603"/>
                                  </p:stCondLst>
                                  <p:childTnLst>
                                    <p:set>
                                      <p:cBhvr>
                                        <p:cTn id="405" dur="1" fill="hold">
                                          <p:stCondLst>
                                            <p:cond delay="0"/>
                                          </p:stCondLst>
                                        </p:cTn>
                                        <p:tgtEl>
                                          <p:spTgt spid="426"/>
                                        </p:tgtEl>
                                        <p:attrNameLst>
                                          <p:attrName>style.visibility</p:attrName>
                                        </p:attrNameLst>
                                      </p:cBhvr>
                                      <p:to>
                                        <p:strVal val="visible"/>
                                      </p:to>
                                    </p:set>
                                    <p:anim calcmode="lin" valueType="num">
                                      <p:cBhvr>
                                        <p:cTn id="406" dur="6813" fill="hold"/>
                                        <p:tgtEl>
                                          <p:spTgt spid="426"/>
                                        </p:tgtEl>
                                        <p:attrNameLst>
                                          <p:attrName>ppt_w</p:attrName>
                                        </p:attrNameLst>
                                      </p:cBhvr>
                                      <p:tavLst>
                                        <p:tav tm="0">
                                          <p:val>
                                            <p:fltVal val="0"/>
                                          </p:val>
                                        </p:tav>
                                        <p:tav tm="100000">
                                          <p:val>
                                            <p:strVal val="#ppt_w"/>
                                          </p:val>
                                        </p:tav>
                                      </p:tavLst>
                                    </p:anim>
                                    <p:anim calcmode="lin" valueType="num">
                                      <p:cBhvr>
                                        <p:cTn id="407" dur="6813" fill="hold"/>
                                        <p:tgtEl>
                                          <p:spTgt spid="426"/>
                                        </p:tgtEl>
                                        <p:attrNameLst>
                                          <p:attrName>ppt_h</p:attrName>
                                        </p:attrNameLst>
                                      </p:cBhvr>
                                      <p:tavLst>
                                        <p:tav tm="0">
                                          <p:val>
                                            <p:fltVal val="0"/>
                                          </p:val>
                                        </p:tav>
                                        <p:tav tm="100000">
                                          <p:val>
                                            <p:strVal val="#ppt_h"/>
                                          </p:val>
                                        </p:tav>
                                      </p:tavLst>
                                    </p:anim>
                                    <p:animEffect transition="in" filter="fade">
                                      <p:cBhvr>
                                        <p:cTn id="408" dur="6813"/>
                                        <p:tgtEl>
                                          <p:spTgt spid="426"/>
                                        </p:tgtEl>
                                      </p:cBhvr>
                                    </p:animEffect>
                                    <p:anim calcmode="lin" valueType="num">
                                      <p:cBhvr>
                                        <p:cTn id="409" dur="6813" fill="hold"/>
                                        <p:tgtEl>
                                          <p:spTgt spid="426"/>
                                        </p:tgtEl>
                                        <p:attrNameLst>
                                          <p:attrName>ppt_x</p:attrName>
                                        </p:attrNameLst>
                                      </p:cBhvr>
                                      <p:tavLst>
                                        <p:tav tm="0">
                                          <p:val>
                                            <p:fltVal val="0.5"/>
                                          </p:val>
                                        </p:tav>
                                        <p:tav tm="100000">
                                          <p:val>
                                            <p:strVal val="#ppt_x"/>
                                          </p:val>
                                        </p:tav>
                                      </p:tavLst>
                                    </p:anim>
                                    <p:anim calcmode="lin" valueType="num">
                                      <p:cBhvr>
                                        <p:cTn id="410" dur="6813" fill="hold"/>
                                        <p:tgtEl>
                                          <p:spTgt spid="426"/>
                                        </p:tgtEl>
                                        <p:attrNameLst>
                                          <p:attrName>ppt_y</p:attrName>
                                        </p:attrNameLst>
                                      </p:cBhvr>
                                      <p:tavLst>
                                        <p:tav tm="0">
                                          <p:val>
                                            <p:fltVal val="0.5"/>
                                          </p:val>
                                        </p:tav>
                                        <p:tav tm="100000">
                                          <p:val>
                                            <p:strVal val="#ppt_y"/>
                                          </p:val>
                                        </p:tav>
                                      </p:tavLst>
                                    </p:anim>
                                  </p:childTnLst>
                                </p:cTn>
                              </p:par>
                              <p:par>
                                <p:cTn id="411" presetID="53" presetClass="entr" presetSubtype="528" repeatCount="indefinite" fill="hold" grpId="0" nodeType="withEffect">
                                  <p:stCondLst>
                                    <p:cond delay="857"/>
                                  </p:stCondLst>
                                  <p:childTnLst>
                                    <p:set>
                                      <p:cBhvr>
                                        <p:cTn id="412" dur="1" fill="hold">
                                          <p:stCondLst>
                                            <p:cond delay="0"/>
                                          </p:stCondLst>
                                        </p:cTn>
                                        <p:tgtEl>
                                          <p:spTgt spid="427"/>
                                        </p:tgtEl>
                                        <p:attrNameLst>
                                          <p:attrName>style.visibility</p:attrName>
                                        </p:attrNameLst>
                                      </p:cBhvr>
                                      <p:to>
                                        <p:strVal val="visible"/>
                                      </p:to>
                                    </p:set>
                                    <p:anim calcmode="lin" valueType="num">
                                      <p:cBhvr>
                                        <p:cTn id="413" dur="5399" fill="hold"/>
                                        <p:tgtEl>
                                          <p:spTgt spid="427"/>
                                        </p:tgtEl>
                                        <p:attrNameLst>
                                          <p:attrName>ppt_w</p:attrName>
                                        </p:attrNameLst>
                                      </p:cBhvr>
                                      <p:tavLst>
                                        <p:tav tm="0">
                                          <p:val>
                                            <p:fltVal val="0"/>
                                          </p:val>
                                        </p:tav>
                                        <p:tav tm="100000">
                                          <p:val>
                                            <p:strVal val="#ppt_w"/>
                                          </p:val>
                                        </p:tav>
                                      </p:tavLst>
                                    </p:anim>
                                    <p:anim calcmode="lin" valueType="num">
                                      <p:cBhvr>
                                        <p:cTn id="414" dur="5399" fill="hold"/>
                                        <p:tgtEl>
                                          <p:spTgt spid="427"/>
                                        </p:tgtEl>
                                        <p:attrNameLst>
                                          <p:attrName>ppt_h</p:attrName>
                                        </p:attrNameLst>
                                      </p:cBhvr>
                                      <p:tavLst>
                                        <p:tav tm="0">
                                          <p:val>
                                            <p:fltVal val="0"/>
                                          </p:val>
                                        </p:tav>
                                        <p:tav tm="100000">
                                          <p:val>
                                            <p:strVal val="#ppt_h"/>
                                          </p:val>
                                        </p:tav>
                                      </p:tavLst>
                                    </p:anim>
                                    <p:animEffect transition="in" filter="fade">
                                      <p:cBhvr>
                                        <p:cTn id="415" dur="5399"/>
                                        <p:tgtEl>
                                          <p:spTgt spid="427"/>
                                        </p:tgtEl>
                                      </p:cBhvr>
                                    </p:animEffect>
                                    <p:anim calcmode="lin" valueType="num">
                                      <p:cBhvr>
                                        <p:cTn id="416" dur="5399" fill="hold"/>
                                        <p:tgtEl>
                                          <p:spTgt spid="427"/>
                                        </p:tgtEl>
                                        <p:attrNameLst>
                                          <p:attrName>ppt_x</p:attrName>
                                        </p:attrNameLst>
                                      </p:cBhvr>
                                      <p:tavLst>
                                        <p:tav tm="0">
                                          <p:val>
                                            <p:fltVal val="0.5"/>
                                          </p:val>
                                        </p:tav>
                                        <p:tav tm="100000">
                                          <p:val>
                                            <p:strVal val="#ppt_x"/>
                                          </p:val>
                                        </p:tav>
                                      </p:tavLst>
                                    </p:anim>
                                    <p:anim calcmode="lin" valueType="num">
                                      <p:cBhvr>
                                        <p:cTn id="417" dur="5399" fill="hold"/>
                                        <p:tgtEl>
                                          <p:spTgt spid="427"/>
                                        </p:tgtEl>
                                        <p:attrNameLst>
                                          <p:attrName>ppt_y</p:attrName>
                                        </p:attrNameLst>
                                      </p:cBhvr>
                                      <p:tavLst>
                                        <p:tav tm="0">
                                          <p:val>
                                            <p:fltVal val="0.5"/>
                                          </p:val>
                                        </p:tav>
                                        <p:tav tm="100000">
                                          <p:val>
                                            <p:strVal val="#ppt_y"/>
                                          </p:val>
                                        </p:tav>
                                      </p:tavLst>
                                    </p:anim>
                                  </p:childTnLst>
                                </p:cTn>
                              </p:par>
                              <p:par>
                                <p:cTn id="418" presetID="53" presetClass="entr" presetSubtype="528" repeatCount="indefinite" fill="hold" grpId="0" nodeType="withEffect">
                                  <p:stCondLst>
                                    <p:cond delay="1332"/>
                                  </p:stCondLst>
                                  <p:childTnLst>
                                    <p:set>
                                      <p:cBhvr>
                                        <p:cTn id="419" dur="1" fill="hold">
                                          <p:stCondLst>
                                            <p:cond delay="0"/>
                                          </p:stCondLst>
                                        </p:cTn>
                                        <p:tgtEl>
                                          <p:spTgt spid="428"/>
                                        </p:tgtEl>
                                        <p:attrNameLst>
                                          <p:attrName>style.visibility</p:attrName>
                                        </p:attrNameLst>
                                      </p:cBhvr>
                                      <p:to>
                                        <p:strVal val="visible"/>
                                      </p:to>
                                    </p:set>
                                    <p:anim calcmode="lin" valueType="num">
                                      <p:cBhvr>
                                        <p:cTn id="420" dur="6980" fill="hold"/>
                                        <p:tgtEl>
                                          <p:spTgt spid="428"/>
                                        </p:tgtEl>
                                        <p:attrNameLst>
                                          <p:attrName>ppt_w</p:attrName>
                                        </p:attrNameLst>
                                      </p:cBhvr>
                                      <p:tavLst>
                                        <p:tav tm="0">
                                          <p:val>
                                            <p:fltVal val="0"/>
                                          </p:val>
                                        </p:tav>
                                        <p:tav tm="100000">
                                          <p:val>
                                            <p:strVal val="#ppt_w"/>
                                          </p:val>
                                        </p:tav>
                                      </p:tavLst>
                                    </p:anim>
                                    <p:anim calcmode="lin" valueType="num">
                                      <p:cBhvr>
                                        <p:cTn id="421" dur="6980" fill="hold"/>
                                        <p:tgtEl>
                                          <p:spTgt spid="428"/>
                                        </p:tgtEl>
                                        <p:attrNameLst>
                                          <p:attrName>ppt_h</p:attrName>
                                        </p:attrNameLst>
                                      </p:cBhvr>
                                      <p:tavLst>
                                        <p:tav tm="0">
                                          <p:val>
                                            <p:fltVal val="0"/>
                                          </p:val>
                                        </p:tav>
                                        <p:tav tm="100000">
                                          <p:val>
                                            <p:strVal val="#ppt_h"/>
                                          </p:val>
                                        </p:tav>
                                      </p:tavLst>
                                    </p:anim>
                                    <p:animEffect transition="in" filter="fade">
                                      <p:cBhvr>
                                        <p:cTn id="422" dur="6980"/>
                                        <p:tgtEl>
                                          <p:spTgt spid="428"/>
                                        </p:tgtEl>
                                      </p:cBhvr>
                                    </p:animEffect>
                                    <p:anim calcmode="lin" valueType="num">
                                      <p:cBhvr>
                                        <p:cTn id="423" dur="6980" fill="hold"/>
                                        <p:tgtEl>
                                          <p:spTgt spid="428"/>
                                        </p:tgtEl>
                                        <p:attrNameLst>
                                          <p:attrName>ppt_x</p:attrName>
                                        </p:attrNameLst>
                                      </p:cBhvr>
                                      <p:tavLst>
                                        <p:tav tm="0">
                                          <p:val>
                                            <p:fltVal val="0.5"/>
                                          </p:val>
                                        </p:tav>
                                        <p:tav tm="100000">
                                          <p:val>
                                            <p:strVal val="#ppt_x"/>
                                          </p:val>
                                        </p:tav>
                                      </p:tavLst>
                                    </p:anim>
                                    <p:anim calcmode="lin" valueType="num">
                                      <p:cBhvr>
                                        <p:cTn id="424" dur="6980" fill="hold"/>
                                        <p:tgtEl>
                                          <p:spTgt spid="428"/>
                                        </p:tgtEl>
                                        <p:attrNameLst>
                                          <p:attrName>ppt_y</p:attrName>
                                        </p:attrNameLst>
                                      </p:cBhvr>
                                      <p:tavLst>
                                        <p:tav tm="0">
                                          <p:val>
                                            <p:fltVal val="0.5"/>
                                          </p:val>
                                        </p:tav>
                                        <p:tav tm="100000">
                                          <p:val>
                                            <p:strVal val="#ppt_y"/>
                                          </p:val>
                                        </p:tav>
                                      </p:tavLst>
                                    </p:anim>
                                  </p:childTnLst>
                                </p:cTn>
                              </p:par>
                              <p:par>
                                <p:cTn id="425" presetID="53" presetClass="entr" presetSubtype="528" repeatCount="indefinite" fill="hold" grpId="0" nodeType="withEffect">
                                  <p:stCondLst>
                                    <p:cond delay="1850"/>
                                  </p:stCondLst>
                                  <p:childTnLst>
                                    <p:set>
                                      <p:cBhvr>
                                        <p:cTn id="426" dur="1" fill="hold">
                                          <p:stCondLst>
                                            <p:cond delay="0"/>
                                          </p:stCondLst>
                                        </p:cTn>
                                        <p:tgtEl>
                                          <p:spTgt spid="429"/>
                                        </p:tgtEl>
                                        <p:attrNameLst>
                                          <p:attrName>style.visibility</p:attrName>
                                        </p:attrNameLst>
                                      </p:cBhvr>
                                      <p:to>
                                        <p:strVal val="visible"/>
                                      </p:to>
                                    </p:set>
                                    <p:anim calcmode="lin" valueType="num">
                                      <p:cBhvr>
                                        <p:cTn id="427" dur="5960" fill="hold"/>
                                        <p:tgtEl>
                                          <p:spTgt spid="429"/>
                                        </p:tgtEl>
                                        <p:attrNameLst>
                                          <p:attrName>ppt_w</p:attrName>
                                        </p:attrNameLst>
                                      </p:cBhvr>
                                      <p:tavLst>
                                        <p:tav tm="0">
                                          <p:val>
                                            <p:fltVal val="0"/>
                                          </p:val>
                                        </p:tav>
                                        <p:tav tm="100000">
                                          <p:val>
                                            <p:strVal val="#ppt_w"/>
                                          </p:val>
                                        </p:tav>
                                      </p:tavLst>
                                    </p:anim>
                                    <p:anim calcmode="lin" valueType="num">
                                      <p:cBhvr>
                                        <p:cTn id="428" dur="5960" fill="hold"/>
                                        <p:tgtEl>
                                          <p:spTgt spid="429"/>
                                        </p:tgtEl>
                                        <p:attrNameLst>
                                          <p:attrName>ppt_h</p:attrName>
                                        </p:attrNameLst>
                                      </p:cBhvr>
                                      <p:tavLst>
                                        <p:tav tm="0">
                                          <p:val>
                                            <p:fltVal val="0"/>
                                          </p:val>
                                        </p:tav>
                                        <p:tav tm="100000">
                                          <p:val>
                                            <p:strVal val="#ppt_h"/>
                                          </p:val>
                                        </p:tav>
                                      </p:tavLst>
                                    </p:anim>
                                    <p:animEffect transition="in" filter="fade">
                                      <p:cBhvr>
                                        <p:cTn id="429" dur="5960"/>
                                        <p:tgtEl>
                                          <p:spTgt spid="429"/>
                                        </p:tgtEl>
                                      </p:cBhvr>
                                    </p:animEffect>
                                    <p:anim calcmode="lin" valueType="num">
                                      <p:cBhvr>
                                        <p:cTn id="430" dur="5960" fill="hold"/>
                                        <p:tgtEl>
                                          <p:spTgt spid="429"/>
                                        </p:tgtEl>
                                        <p:attrNameLst>
                                          <p:attrName>ppt_x</p:attrName>
                                        </p:attrNameLst>
                                      </p:cBhvr>
                                      <p:tavLst>
                                        <p:tav tm="0">
                                          <p:val>
                                            <p:fltVal val="0.5"/>
                                          </p:val>
                                        </p:tav>
                                        <p:tav tm="100000">
                                          <p:val>
                                            <p:strVal val="#ppt_x"/>
                                          </p:val>
                                        </p:tav>
                                      </p:tavLst>
                                    </p:anim>
                                    <p:anim calcmode="lin" valueType="num">
                                      <p:cBhvr>
                                        <p:cTn id="431" dur="5960" fill="hold"/>
                                        <p:tgtEl>
                                          <p:spTgt spid="429"/>
                                        </p:tgtEl>
                                        <p:attrNameLst>
                                          <p:attrName>ppt_y</p:attrName>
                                        </p:attrNameLst>
                                      </p:cBhvr>
                                      <p:tavLst>
                                        <p:tav tm="0">
                                          <p:val>
                                            <p:fltVal val="0.5"/>
                                          </p:val>
                                        </p:tav>
                                        <p:tav tm="100000">
                                          <p:val>
                                            <p:strVal val="#ppt_y"/>
                                          </p:val>
                                        </p:tav>
                                      </p:tavLst>
                                    </p:anim>
                                  </p:childTnLst>
                                </p:cTn>
                              </p:par>
                              <p:par>
                                <p:cTn id="432" presetID="53" presetClass="entr" presetSubtype="528" repeatCount="indefinite" fill="hold" grpId="0" nodeType="withEffect">
                                  <p:stCondLst>
                                    <p:cond delay="464"/>
                                  </p:stCondLst>
                                  <p:childTnLst>
                                    <p:set>
                                      <p:cBhvr>
                                        <p:cTn id="433" dur="1" fill="hold">
                                          <p:stCondLst>
                                            <p:cond delay="0"/>
                                          </p:stCondLst>
                                        </p:cTn>
                                        <p:tgtEl>
                                          <p:spTgt spid="430"/>
                                        </p:tgtEl>
                                        <p:attrNameLst>
                                          <p:attrName>style.visibility</p:attrName>
                                        </p:attrNameLst>
                                      </p:cBhvr>
                                      <p:to>
                                        <p:strVal val="visible"/>
                                      </p:to>
                                    </p:set>
                                    <p:anim calcmode="lin" valueType="num">
                                      <p:cBhvr>
                                        <p:cTn id="434" dur="6406" fill="hold"/>
                                        <p:tgtEl>
                                          <p:spTgt spid="430"/>
                                        </p:tgtEl>
                                        <p:attrNameLst>
                                          <p:attrName>ppt_w</p:attrName>
                                        </p:attrNameLst>
                                      </p:cBhvr>
                                      <p:tavLst>
                                        <p:tav tm="0">
                                          <p:val>
                                            <p:fltVal val="0"/>
                                          </p:val>
                                        </p:tav>
                                        <p:tav tm="100000">
                                          <p:val>
                                            <p:strVal val="#ppt_w"/>
                                          </p:val>
                                        </p:tav>
                                      </p:tavLst>
                                    </p:anim>
                                    <p:anim calcmode="lin" valueType="num">
                                      <p:cBhvr>
                                        <p:cTn id="435" dur="6406" fill="hold"/>
                                        <p:tgtEl>
                                          <p:spTgt spid="430"/>
                                        </p:tgtEl>
                                        <p:attrNameLst>
                                          <p:attrName>ppt_h</p:attrName>
                                        </p:attrNameLst>
                                      </p:cBhvr>
                                      <p:tavLst>
                                        <p:tav tm="0">
                                          <p:val>
                                            <p:fltVal val="0"/>
                                          </p:val>
                                        </p:tav>
                                        <p:tav tm="100000">
                                          <p:val>
                                            <p:strVal val="#ppt_h"/>
                                          </p:val>
                                        </p:tav>
                                      </p:tavLst>
                                    </p:anim>
                                    <p:animEffect transition="in" filter="fade">
                                      <p:cBhvr>
                                        <p:cTn id="436" dur="6406"/>
                                        <p:tgtEl>
                                          <p:spTgt spid="430"/>
                                        </p:tgtEl>
                                      </p:cBhvr>
                                    </p:animEffect>
                                    <p:anim calcmode="lin" valueType="num">
                                      <p:cBhvr>
                                        <p:cTn id="437" dur="6406" fill="hold"/>
                                        <p:tgtEl>
                                          <p:spTgt spid="430"/>
                                        </p:tgtEl>
                                        <p:attrNameLst>
                                          <p:attrName>ppt_x</p:attrName>
                                        </p:attrNameLst>
                                      </p:cBhvr>
                                      <p:tavLst>
                                        <p:tav tm="0">
                                          <p:val>
                                            <p:fltVal val="0.5"/>
                                          </p:val>
                                        </p:tav>
                                        <p:tav tm="100000">
                                          <p:val>
                                            <p:strVal val="#ppt_x"/>
                                          </p:val>
                                        </p:tav>
                                      </p:tavLst>
                                    </p:anim>
                                    <p:anim calcmode="lin" valueType="num">
                                      <p:cBhvr>
                                        <p:cTn id="438" dur="6406" fill="hold"/>
                                        <p:tgtEl>
                                          <p:spTgt spid="430"/>
                                        </p:tgtEl>
                                        <p:attrNameLst>
                                          <p:attrName>ppt_y</p:attrName>
                                        </p:attrNameLst>
                                      </p:cBhvr>
                                      <p:tavLst>
                                        <p:tav tm="0">
                                          <p:val>
                                            <p:fltVal val="0.5"/>
                                          </p:val>
                                        </p:tav>
                                        <p:tav tm="100000">
                                          <p:val>
                                            <p:strVal val="#ppt_y"/>
                                          </p:val>
                                        </p:tav>
                                      </p:tavLst>
                                    </p:anim>
                                  </p:childTnLst>
                                </p:cTn>
                              </p:par>
                              <p:par>
                                <p:cTn id="439" presetID="53" presetClass="entr" presetSubtype="528" repeatCount="indefinite" fill="hold" grpId="0" nodeType="withEffect">
                                  <p:stCondLst>
                                    <p:cond delay="1093"/>
                                  </p:stCondLst>
                                  <p:childTnLst>
                                    <p:set>
                                      <p:cBhvr>
                                        <p:cTn id="440" dur="1" fill="hold">
                                          <p:stCondLst>
                                            <p:cond delay="0"/>
                                          </p:stCondLst>
                                        </p:cTn>
                                        <p:tgtEl>
                                          <p:spTgt spid="431"/>
                                        </p:tgtEl>
                                        <p:attrNameLst>
                                          <p:attrName>style.visibility</p:attrName>
                                        </p:attrNameLst>
                                      </p:cBhvr>
                                      <p:to>
                                        <p:strVal val="visible"/>
                                      </p:to>
                                    </p:set>
                                    <p:anim calcmode="lin" valueType="num">
                                      <p:cBhvr>
                                        <p:cTn id="441" dur="6713" fill="hold"/>
                                        <p:tgtEl>
                                          <p:spTgt spid="431"/>
                                        </p:tgtEl>
                                        <p:attrNameLst>
                                          <p:attrName>ppt_w</p:attrName>
                                        </p:attrNameLst>
                                      </p:cBhvr>
                                      <p:tavLst>
                                        <p:tav tm="0">
                                          <p:val>
                                            <p:fltVal val="0"/>
                                          </p:val>
                                        </p:tav>
                                        <p:tav tm="100000">
                                          <p:val>
                                            <p:strVal val="#ppt_w"/>
                                          </p:val>
                                        </p:tav>
                                      </p:tavLst>
                                    </p:anim>
                                    <p:anim calcmode="lin" valueType="num">
                                      <p:cBhvr>
                                        <p:cTn id="442" dur="6713" fill="hold"/>
                                        <p:tgtEl>
                                          <p:spTgt spid="431"/>
                                        </p:tgtEl>
                                        <p:attrNameLst>
                                          <p:attrName>ppt_h</p:attrName>
                                        </p:attrNameLst>
                                      </p:cBhvr>
                                      <p:tavLst>
                                        <p:tav tm="0">
                                          <p:val>
                                            <p:fltVal val="0"/>
                                          </p:val>
                                        </p:tav>
                                        <p:tav tm="100000">
                                          <p:val>
                                            <p:strVal val="#ppt_h"/>
                                          </p:val>
                                        </p:tav>
                                      </p:tavLst>
                                    </p:anim>
                                    <p:animEffect transition="in" filter="fade">
                                      <p:cBhvr>
                                        <p:cTn id="443" dur="6713"/>
                                        <p:tgtEl>
                                          <p:spTgt spid="431"/>
                                        </p:tgtEl>
                                      </p:cBhvr>
                                    </p:animEffect>
                                    <p:anim calcmode="lin" valueType="num">
                                      <p:cBhvr>
                                        <p:cTn id="444" dur="6713" fill="hold"/>
                                        <p:tgtEl>
                                          <p:spTgt spid="431"/>
                                        </p:tgtEl>
                                        <p:attrNameLst>
                                          <p:attrName>ppt_x</p:attrName>
                                        </p:attrNameLst>
                                      </p:cBhvr>
                                      <p:tavLst>
                                        <p:tav tm="0">
                                          <p:val>
                                            <p:fltVal val="0.5"/>
                                          </p:val>
                                        </p:tav>
                                        <p:tav tm="100000">
                                          <p:val>
                                            <p:strVal val="#ppt_x"/>
                                          </p:val>
                                        </p:tav>
                                      </p:tavLst>
                                    </p:anim>
                                    <p:anim calcmode="lin" valueType="num">
                                      <p:cBhvr>
                                        <p:cTn id="445" dur="6713" fill="hold"/>
                                        <p:tgtEl>
                                          <p:spTgt spid="431"/>
                                        </p:tgtEl>
                                        <p:attrNameLst>
                                          <p:attrName>ppt_y</p:attrName>
                                        </p:attrNameLst>
                                      </p:cBhvr>
                                      <p:tavLst>
                                        <p:tav tm="0">
                                          <p:val>
                                            <p:fltVal val="0.5"/>
                                          </p:val>
                                        </p:tav>
                                        <p:tav tm="100000">
                                          <p:val>
                                            <p:strVal val="#ppt_y"/>
                                          </p:val>
                                        </p:tav>
                                      </p:tavLst>
                                    </p:anim>
                                  </p:childTnLst>
                                </p:cTn>
                              </p:par>
                              <p:par>
                                <p:cTn id="446" presetID="53" presetClass="entr" presetSubtype="528" repeatCount="indefinite" fill="hold" grpId="0" nodeType="withEffect">
                                  <p:stCondLst>
                                    <p:cond delay="1754"/>
                                  </p:stCondLst>
                                  <p:childTnLst>
                                    <p:set>
                                      <p:cBhvr>
                                        <p:cTn id="447" dur="1" fill="hold">
                                          <p:stCondLst>
                                            <p:cond delay="0"/>
                                          </p:stCondLst>
                                        </p:cTn>
                                        <p:tgtEl>
                                          <p:spTgt spid="432"/>
                                        </p:tgtEl>
                                        <p:attrNameLst>
                                          <p:attrName>style.visibility</p:attrName>
                                        </p:attrNameLst>
                                      </p:cBhvr>
                                      <p:to>
                                        <p:strVal val="visible"/>
                                      </p:to>
                                    </p:set>
                                    <p:anim calcmode="lin" valueType="num">
                                      <p:cBhvr>
                                        <p:cTn id="448" dur="6271" fill="hold"/>
                                        <p:tgtEl>
                                          <p:spTgt spid="432"/>
                                        </p:tgtEl>
                                        <p:attrNameLst>
                                          <p:attrName>ppt_w</p:attrName>
                                        </p:attrNameLst>
                                      </p:cBhvr>
                                      <p:tavLst>
                                        <p:tav tm="0">
                                          <p:val>
                                            <p:fltVal val="0"/>
                                          </p:val>
                                        </p:tav>
                                        <p:tav tm="100000">
                                          <p:val>
                                            <p:strVal val="#ppt_w"/>
                                          </p:val>
                                        </p:tav>
                                      </p:tavLst>
                                    </p:anim>
                                    <p:anim calcmode="lin" valueType="num">
                                      <p:cBhvr>
                                        <p:cTn id="449" dur="6271" fill="hold"/>
                                        <p:tgtEl>
                                          <p:spTgt spid="432"/>
                                        </p:tgtEl>
                                        <p:attrNameLst>
                                          <p:attrName>ppt_h</p:attrName>
                                        </p:attrNameLst>
                                      </p:cBhvr>
                                      <p:tavLst>
                                        <p:tav tm="0">
                                          <p:val>
                                            <p:fltVal val="0"/>
                                          </p:val>
                                        </p:tav>
                                        <p:tav tm="100000">
                                          <p:val>
                                            <p:strVal val="#ppt_h"/>
                                          </p:val>
                                        </p:tav>
                                      </p:tavLst>
                                    </p:anim>
                                    <p:animEffect transition="in" filter="fade">
                                      <p:cBhvr>
                                        <p:cTn id="450" dur="6271"/>
                                        <p:tgtEl>
                                          <p:spTgt spid="432"/>
                                        </p:tgtEl>
                                      </p:cBhvr>
                                    </p:animEffect>
                                    <p:anim calcmode="lin" valueType="num">
                                      <p:cBhvr>
                                        <p:cTn id="451" dur="6271" fill="hold"/>
                                        <p:tgtEl>
                                          <p:spTgt spid="432"/>
                                        </p:tgtEl>
                                        <p:attrNameLst>
                                          <p:attrName>ppt_x</p:attrName>
                                        </p:attrNameLst>
                                      </p:cBhvr>
                                      <p:tavLst>
                                        <p:tav tm="0">
                                          <p:val>
                                            <p:fltVal val="0.5"/>
                                          </p:val>
                                        </p:tav>
                                        <p:tav tm="100000">
                                          <p:val>
                                            <p:strVal val="#ppt_x"/>
                                          </p:val>
                                        </p:tav>
                                      </p:tavLst>
                                    </p:anim>
                                    <p:anim calcmode="lin" valueType="num">
                                      <p:cBhvr>
                                        <p:cTn id="452" dur="6271" fill="hold"/>
                                        <p:tgtEl>
                                          <p:spTgt spid="432"/>
                                        </p:tgtEl>
                                        <p:attrNameLst>
                                          <p:attrName>ppt_y</p:attrName>
                                        </p:attrNameLst>
                                      </p:cBhvr>
                                      <p:tavLst>
                                        <p:tav tm="0">
                                          <p:val>
                                            <p:fltVal val="0.5"/>
                                          </p:val>
                                        </p:tav>
                                        <p:tav tm="100000">
                                          <p:val>
                                            <p:strVal val="#ppt_y"/>
                                          </p:val>
                                        </p:tav>
                                      </p:tavLst>
                                    </p:anim>
                                  </p:childTnLst>
                                </p:cTn>
                              </p:par>
                              <p:par>
                                <p:cTn id="453" presetID="53" presetClass="entr" presetSubtype="528" repeatCount="indefinite" fill="hold" grpId="0" nodeType="withEffect">
                                  <p:stCondLst>
                                    <p:cond delay="331"/>
                                  </p:stCondLst>
                                  <p:childTnLst>
                                    <p:set>
                                      <p:cBhvr>
                                        <p:cTn id="454" dur="1" fill="hold">
                                          <p:stCondLst>
                                            <p:cond delay="0"/>
                                          </p:stCondLst>
                                        </p:cTn>
                                        <p:tgtEl>
                                          <p:spTgt spid="433"/>
                                        </p:tgtEl>
                                        <p:attrNameLst>
                                          <p:attrName>style.visibility</p:attrName>
                                        </p:attrNameLst>
                                      </p:cBhvr>
                                      <p:to>
                                        <p:strVal val="visible"/>
                                      </p:to>
                                    </p:set>
                                    <p:anim calcmode="lin" valueType="num">
                                      <p:cBhvr>
                                        <p:cTn id="455" dur="6081" fill="hold"/>
                                        <p:tgtEl>
                                          <p:spTgt spid="433"/>
                                        </p:tgtEl>
                                        <p:attrNameLst>
                                          <p:attrName>ppt_w</p:attrName>
                                        </p:attrNameLst>
                                      </p:cBhvr>
                                      <p:tavLst>
                                        <p:tav tm="0">
                                          <p:val>
                                            <p:fltVal val="0"/>
                                          </p:val>
                                        </p:tav>
                                        <p:tav tm="100000">
                                          <p:val>
                                            <p:strVal val="#ppt_w"/>
                                          </p:val>
                                        </p:tav>
                                      </p:tavLst>
                                    </p:anim>
                                    <p:anim calcmode="lin" valueType="num">
                                      <p:cBhvr>
                                        <p:cTn id="456" dur="6081" fill="hold"/>
                                        <p:tgtEl>
                                          <p:spTgt spid="433"/>
                                        </p:tgtEl>
                                        <p:attrNameLst>
                                          <p:attrName>ppt_h</p:attrName>
                                        </p:attrNameLst>
                                      </p:cBhvr>
                                      <p:tavLst>
                                        <p:tav tm="0">
                                          <p:val>
                                            <p:fltVal val="0"/>
                                          </p:val>
                                        </p:tav>
                                        <p:tav tm="100000">
                                          <p:val>
                                            <p:strVal val="#ppt_h"/>
                                          </p:val>
                                        </p:tav>
                                      </p:tavLst>
                                    </p:anim>
                                    <p:animEffect transition="in" filter="fade">
                                      <p:cBhvr>
                                        <p:cTn id="457" dur="6081"/>
                                        <p:tgtEl>
                                          <p:spTgt spid="433"/>
                                        </p:tgtEl>
                                      </p:cBhvr>
                                    </p:animEffect>
                                    <p:anim calcmode="lin" valueType="num">
                                      <p:cBhvr>
                                        <p:cTn id="458" dur="6081" fill="hold"/>
                                        <p:tgtEl>
                                          <p:spTgt spid="433"/>
                                        </p:tgtEl>
                                        <p:attrNameLst>
                                          <p:attrName>ppt_x</p:attrName>
                                        </p:attrNameLst>
                                      </p:cBhvr>
                                      <p:tavLst>
                                        <p:tav tm="0">
                                          <p:val>
                                            <p:fltVal val="0.5"/>
                                          </p:val>
                                        </p:tav>
                                        <p:tav tm="100000">
                                          <p:val>
                                            <p:strVal val="#ppt_x"/>
                                          </p:val>
                                        </p:tav>
                                      </p:tavLst>
                                    </p:anim>
                                    <p:anim calcmode="lin" valueType="num">
                                      <p:cBhvr>
                                        <p:cTn id="459" dur="6081" fill="hold"/>
                                        <p:tgtEl>
                                          <p:spTgt spid="433"/>
                                        </p:tgtEl>
                                        <p:attrNameLst>
                                          <p:attrName>ppt_y</p:attrName>
                                        </p:attrNameLst>
                                      </p:cBhvr>
                                      <p:tavLst>
                                        <p:tav tm="0">
                                          <p:val>
                                            <p:fltVal val="0.5"/>
                                          </p:val>
                                        </p:tav>
                                        <p:tav tm="100000">
                                          <p:val>
                                            <p:strVal val="#ppt_y"/>
                                          </p:val>
                                        </p:tav>
                                      </p:tavLst>
                                    </p:anim>
                                  </p:childTnLst>
                                </p:cTn>
                              </p:par>
                              <p:par>
                                <p:cTn id="460" presetID="53" presetClass="entr" presetSubtype="528" repeatCount="indefinite" fill="hold" grpId="0" nodeType="withEffect">
                                  <p:stCondLst>
                                    <p:cond delay="52"/>
                                  </p:stCondLst>
                                  <p:childTnLst>
                                    <p:set>
                                      <p:cBhvr>
                                        <p:cTn id="461" dur="1" fill="hold">
                                          <p:stCondLst>
                                            <p:cond delay="0"/>
                                          </p:stCondLst>
                                        </p:cTn>
                                        <p:tgtEl>
                                          <p:spTgt spid="434"/>
                                        </p:tgtEl>
                                        <p:attrNameLst>
                                          <p:attrName>style.visibility</p:attrName>
                                        </p:attrNameLst>
                                      </p:cBhvr>
                                      <p:to>
                                        <p:strVal val="visible"/>
                                      </p:to>
                                    </p:set>
                                    <p:anim calcmode="lin" valueType="num">
                                      <p:cBhvr>
                                        <p:cTn id="462" dur="6712" fill="hold"/>
                                        <p:tgtEl>
                                          <p:spTgt spid="434"/>
                                        </p:tgtEl>
                                        <p:attrNameLst>
                                          <p:attrName>ppt_w</p:attrName>
                                        </p:attrNameLst>
                                      </p:cBhvr>
                                      <p:tavLst>
                                        <p:tav tm="0">
                                          <p:val>
                                            <p:fltVal val="0"/>
                                          </p:val>
                                        </p:tav>
                                        <p:tav tm="100000">
                                          <p:val>
                                            <p:strVal val="#ppt_w"/>
                                          </p:val>
                                        </p:tav>
                                      </p:tavLst>
                                    </p:anim>
                                    <p:anim calcmode="lin" valueType="num">
                                      <p:cBhvr>
                                        <p:cTn id="463" dur="6712" fill="hold"/>
                                        <p:tgtEl>
                                          <p:spTgt spid="434"/>
                                        </p:tgtEl>
                                        <p:attrNameLst>
                                          <p:attrName>ppt_h</p:attrName>
                                        </p:attrNameLst>
                                      </p:cBhvr>
                                      <p:tavLst>
                                        <p:tav tm="0">
                                          <p:val>
                                            <p:fltVal val="0"/>
                                          </p:val>
                                        </p:tav>
                                        <p:tav tm="100000">
                                          <p:val>
                                            <p:strVal val="#ppt_h"/>
                                          </p:val>
                                        </p:tav>
                                      </p:tavLst>
                                    </p:anim>
                                    <p:animEffect transition="in" filter="fade">
                                      <p:cBhvr>
                                        <p:cTn id="464" dur="6712"/>
                                        <p:tgtEl>
                                          <p:spTgt spid="434"/>
                                        </p:tgtEl>
                                      </p:cBhvr>
                                    </p:animEffect>
                                    <p:anim calcmode="lin" valueType="num">
                                      <p:cBhvr>
                                        <p:cTn id="465" dur="6712" fill="hold"/>
                                        <p:tgtEl>
                                          <p:spTgt spid="434"/>
                                        </p:tgtEl>
                                        <p:attrNameLst>
                                          <p:attrName>ppt_x</p:attrName>
                                        </p:attrNameLst>
                                      </p:cBhvr>
                                      <p:tavLst>
                                        <p:tav tm="0">
                                          <p:val>
                                            <p:fltVal val="0.5"/>
                                          </p:val>
                                        </p:tav>
                                        <p:tav tm="100000">
                                          <p:val>
                                            <p:strVal val="#ppt_x"/>
                                          </p:val>
                                        </p:tav>
                                      </p:tavLst>
                                    </p:anim>
                                    <p:anim calcmode="lin" valueType="num">
                                      <p:cBhvr>
                                        <p:cTn id="466" dur="6712" fill="hold"/>
                                        <p:tgtEl>
                                          <p:spTgt spid="434"/>
                                        </p:tgtEl>
                                        <p:attrNameLst>
                                          <p:attrName>ppt_y</p:attrName>
                                        </p:attrNameLst>
                                      </p:cBhvr>
                                      <p:tavLst>
                                        <p:tav tm="0">
                                          <p:val>
                                            <p:fltVal val="0.5"/>
                                          </p:val>
                                        </p:tav>
                                        <p:tav tm="100000">
                                          <p:val>
                                            <p:strVal val="#ppt_y"/>
                                          </p:val>
                                        </p:tav>
                                      </p:tavLst>
                                    </p:anim>
                                  </p:childTnLst>
                                </p:cTn>
                              </p:par>
                              <p:par>
                                <p:cTn id="467" presetID="53" presetClass="entr" presetSubtype="528" repeatCount="indefinite" fill="hold" grpId="0" nodeType="withEffect">
                                  <p:stCondLst>
                                    <p:cond delay="35"/>
                                  </p:stCondLst>
                                  <p:childTnLst>
                                    <p:set>
                                      <p:cBhvr>
                                        <p:cTn id="468" dur="1" fill="hold">
                                          <p:stCondLst>
                                            <p:cond delay="0"/>
                                          </p:stCondLst>
                                        </p:cTn>
                                        <p:tgtEl>
                                          <p:spTgt spid="435"/>
                                        </p:tgtEl>
                                        <p:attrNameLst>
                                          <p:attrName>style.visibility</p:attrName>
                                        </p:attrNameLst>
                                      </p:cBhvr>
                                      <p:to>
                                        <p:strVal val="visible"/>
                                      </p:to>
                                    </p:set>
                                    <p:anim calcmode="lin" valueType="num">
                                      <p:cBhvr>
                                        <p:cTn id="469" dur="5135" fill="hold"/>
                                        <p:tgtEl>
                                          <p:spTgt spid="435"/>
                                        </p:tgtEl>
                                        <p:attrNameLst>
                                          <p:attrName>ppt_w</p:attrName>
                                        </p:attrNameLst>
                                      </p:cBhvr>
                                      <p:tavLst>
                                        <p:tav tm="0">
                                          <p:val>
                                            <p:fltVal val="0"/>
                                          </p:val>
                                        </p:tav>
                                        <p:tav tm="100000">
                                          <p:val>
                                            <p:strVal val="#ppt_w"/>
                                          </p:val>
                                        </p:tav>
                                      </p:tavLst>
                                    </p:anim>
                                    <p:anim calcmode="lin" valueType="num">
                                      <p:cBhvr>
                                        <p:cTn id="470" dur="5135" fill="hold"/>
                                        <p:tgtEl>
                                          <p:spTgt spid="435"/>
                                        </p:tgtEl>
                                        <p:attrNameLst>
                                          <p:attrName>ppt_h</p:attrName>
                                        </p:attrNameLst>
                                      </p:cBhvr>
                                      <p:tavLst>
                                        <p:tav tm="0">
                                          <p:val>
                                            <p:fltVal val="0"/>
                                          </p:val>
                                        </p:tav>
                                        <p:tav tm="100000">
                                          <p:val>
                                            <p:strVal val="#ppt_h"/>
                                          </p:val>
                                        </p:tav>
                                      </p:tavLst>
                                    </p:anim>
                                    <p:animEffect transition="in" filter="fade">
                                      <p:cBhvr>
                                        <p:cTn id="471" dur="5135"/>
                                        <p:tgtEl>
                                          <p:spTgt spid="435"/>
                                        </p:tgtEl>
                                      </p:cBhvr>
                                    </p:animEffect>
                                    <p:anim calcmode="lin" valueType="num">
                                      <p:cBhvr>
                                        <p:cTn id="472" dur="5135" fill="hold"/>
                                        <p:tgtEl>
                                          <p:spTgt spid="435"/>
                                        </p:tgtEl>
                                        <p:attrNameLst>
                                          <p:attrName>ppt_x</p:attrName>
                                        </p:attrNameLst>
                                      </p:cBhvr>
                                      <p:tavLst>
                                        <p:tav tm="0">
                                          <p:val>
                                            <p:fltVal val="0.5"/>
                                          </p:val>
                                        </p:tav>
                                        <p:tav tm="100000">
                                          <p:val>
                                            <p:strVal val="#ppt_x"/>
                                          </p:val>
                                        </p:tav>
                                      </p:tavLst>
                                    </p:anim>
                                    <p:anim calcmode="lin" valueType="num">
                                      <p:cBhvr>
                                        <p:cTn id="473" dur="5135" fill="hold"/>
                                        <p:tgtEl>
                                          <p:spTgt spid="435"/>
                                        </p:tgtEl>
                                        <p:attrNameLst>
                                          <p:attrName>ppt_y</p:attrName>
                                        </p:attrNameLst>
                                      </p:cBhvr>
                                      <p:tavLst>
                                        <p:tav tm="0">
                                          <p:val>
                                            <p:fltVal val="0.5"/>
                                          </p:val>
                                        </p:tav>
                                        <p:tav tm="100000">
                                          <p:val>
                                            <p:strVal val="#ppt_y"/>
                                          </p:val>
                                        </p:tav>
                                      </p:tavLst>
                                    </p:anim>
                                  </p:childTnLst>
                                </p:cTn>
                              </p:par>
                              <p:par>
                                <p:cTn id="474" presetID="53" presetClass="entr" presetSubtype="528" repeatCount="indefinite" fill="hold" grpId="0" nodeType="withEffect">
                                  <p:stCondLst>
                                    <p:cond delay="1810"/>
                                  </p:stCondLst>
                                  <p:childTnLst>
                                    <p:set>
                                      <p:cBhvr>
                                        <p:cTn id="475" dur="1" fill="hold">
                                          <p:stCondLst>
                                            <p:cond delay="0"/>
                                          </p:stCondLst>
                                        </p:cTn>
                                        <p:tgtEl>
                                          <p:spTgt spid="436"/>
                                        </p:tgtEl>
                                        <p:attrNameLst>
                                          <p:attrName>style.visibility</p:attrName>
                                        </p:attrNameLst>
                                      </p:cBhvr>
                                      <p:to>
                                        <p:strVal val="visible"/>
                                      </p:to>
                                    </p:set>
                                    <p:anim calcmode="lin" valueType="num">
                                      <p:cBhvr>
                                        <p:cTn id="476" dur="5463" fill="hold"/>
                                        <p:tgtEl>
                                          <p:spTgt spid="436"/>
                                        </p:tgtEl>
                                        <p:attrNameLst>
                                          <p:attrName>ppt_w</p:attrName>
                                        </p:attrNameLst>
                                      </p:cBhvr>
                                      <p:tavLst>
                                        <p:tav tm="0">
                                          <p:val>
                                            <p:fltVal val="0"/>
                                          </p:val>
                                        </p:tav>
                                        <p:tav tm="100000">
                                          <p:val>
                                            <p:strVal val="#ppt_w"/>
                                          </p:val>
                                        </p:tav>
                                      </p:tavLst>
                                    </p:anim>
                                    <p:anim calcmode="lin" valueType="num">
                                      <p:cBhvr>
                                        <p:cTn id="477" dur="5463" fill="hold"/>
                                        <p:tgtEl>
                                          <p:spTgt spid="436"/>
                                        </p:tgtEl>
                                        <p:attrNameLst>
                                          <p:attrName>ppt_h</p:attrName>
                                        </p:attrNameLst>
                                      </p:cBhvr>
                                      <p:tavLst>
                                        <p:tav tm="0">
                                          <p:val>
                                            <p:fltVal val="0"/>
                                          </p:val>
                                        </p:tav>
                                        <p:tav tm="100000">
                                          <p:val>
                                            <p:strVal val="#ppt_h"/>
                                          </p:val>
                                        </p:tav>
                                      </p:tavLst>
                                    </p:anim>
                                    <p:animEffect transition="in" filter="fade">
                                      <p:cBhvr>
                                        <p:cTn id="478" dur="5463"/>
                                        <p:tgtEl>
                                          <p:spTgt spid="436"/>
                                        </p:tgtEl>
                                      </p:cBhvr>
                                    </p:animEffect>
                                    <p:anim calcmode="lin" valueType="num">
                                      <p:cBhvr>
                                        <p:cTn id="479" dur="5463" fill="hold"/>
                                        <p:tgtEl>
                                          <p:spTgt spid="436"/>
                                        </p:tgtEl>
                                        <p:attrNameLst>
                                          <p:attrName>ppt_x</p:attrName>
                                        </p:attrNameLst>
                                      </p:cBhvr>
                                      <p:tavLst>
                                        <p:tav tm="0">
                                          <p:val>
                                            <p:fltVal val="0.5"/>
                                          </p:val>
                                        </p:tav>
                                        <p:tav tm="100000">
                                          <p:val>
                                            <p:strVal val="#ppt_x"/>
                                          </p:val>
                                        </p:tav>
                                      </p:tavLst>
                                    </p:anim>
                                    <p:anim calcmode="lin" valueType="num">
                                      <p:cBhvr>
                                        <p:cTn id="480" dur="5463" fill="hold"/>
                                        <p:tgtEl>
                                          <p:spTgt spid="436"/>
                                        </p:tgtEl>
                                        <p:attrNameLst>
                                          <p:attrName>ppt_y</p:attrName>
                                        </p:attrNameLst>
                                      </p:cBhvr>
                                      <p:tavLst>
                                        <p:tav tm="0">
                                          <p:val>
                                            <p:fltVal val="0.5"/>
                                          </p:val>
                                        </p:tav>
                                        <p:tav tm="100000">
                                          <p:val>
                                            <p:strVal val="#ppt_y"/>
                                          </p:val>
                                        </p:tav>
                                      </p:tavLst>
                                    </p:anim>
                                  </p:childTnLst>
                                </p:cTn>
                              </p:par>
                              <p:par>
                                <p:cTn id="481" presetID="53" presetClass="entr" presetSubtype="528" repeatCount="indefinite" fill="hold" grpId="0" nodeType="withEffect">
                                  <p:stCondLst>
                                    <p:cond delay="207"/>
                                  </p:stCondLst>
                                  <p:childTnLst>
                                    <p:set>
                                      <p:cBhvr>
                                        <p:cTn id="482" dur="1" fill="hold">
                                          <p:stCondLst>
                                            <p:cond delay="0"/>
                                          </p:stCondLst>
                                        </p:cTn>
                                        <p:tgtEl>
                                          <p:spTgt spid="437"/>
                                        </p:tgtEl>
                                        <p:attrNameLst>
                                          <p:attrName>style.visibility</p:attrName>
                                        </p:attrNameLst>
                                      </p:cBhvr>
                                      <p:to>
                                        <p:strVal val="visible"/>
                                      </p:to>
                                    </p:set>
                                    <p:anim calcmode="lin" valueType="num">
                                      <p:cBhvr>
                                        <p:cTn id="483" dur="5327" fill="hold"/>
                                        <p:tgtEl>
                                          <p:spTgt spid="437"/>
                                        </p:tgtEl>
                                        <p:attrNameLst>
                                          <p:attrName>ppt_w</p:attrName>
                                        </p:attrNameLst>
                                      </p:cBhvr>
                                      <p:tavLst>
                                        <p:tav tm="0">
                                          <p:val>
                                            <p:fltVal val="0"/>
                                          </p:val>
                                        </p:tav>
                                        <p:tav tm="100000">
                                          <p:val>
                                            <p:strVal val="#ppt_w"/>
                                          </p:val>
                                        </p:tav>
                                      </p:tavLst>
                                    </p:anim>
                                    <p:anim calcmode="lin" valueType="num">
                                      <p:cBhvr>
                                        <p:cTn id="484" dur="5327" fill="hold"/>
                                        <p:tgtEl>
                                          <p:spTgt spid="437"/>
                                        </p:tgtEl>
                                        <p:attrNameLst>
                                          <p:attrName>ppt_h</p:attrName>
                                        </p:attrNameLst>
                                      </p:cBhvr>
                                      <p:tavLst>
                                        <p:tav tm="0">
                                          <p:val>
                                            <p:fltVal val="0"/>
                                          </p:val>
                                        </p:tav>
                                        <p:tav tm="100000">
                                          <p:val>
                                            <p:strVal val="#ppt_h"/>
                                          </p:val>
                                        </p:tav>
                                      </p:tavLst>
                                    </p:anim>
                                    <p:animEffect transition="in" filter="fade">
                                      <p:cBhvr>
                                        <p:cTn id="485" dur="5327"/>
                                        <p:tgtEl>
                                          <p:spTgt spid="437"/>
                                        </p:tgtEl>
                                      </p:cBhvr>
                                    </p:animEffect>
                                    <p:anim calcmode="lin" valueType="num">
                                      <p:cBhvr>
                                        <p:cTn id="486" dur="5327" fill="hold"/>
                                        <p:tgtEl>
                                          <p:spTgt spid="437"/>
                                        </p:tgtEl>
                                        <p:attrNameLst>
                                          <p:attrName>ppt_x</p:attrName>
                                        </p:attrNameLst>
                                      </p:cBhvr>
                                      <p:tavLst>
                                        <p:tav tm="0">
                                          <p:val>
                                            <p:fltVal val="0.5"/>
                                          </p:val>
                                        </p:tav>
                                        <p:tav tm="100000">
                                          <p:val>
                                            <p:strVal val="#ppt_x"/>
                                          </p:val>
                                        </p:tav>
                                      </p:tavLst>
                                    </p:anim>
                                    <p:anim calcmode="lin" valueType="num">
                                      <p:cBhvr>
                                        <p:cTn id="487" dur="5327" fill="hold"/>
                                        <p:tgtEl>
                                          <p:spTgt spid="437"/>
                                        </p:tgtEl>
                                        <p:attrNameLst>
                                          <p:attrName>ppt_y</p:attrName>
                                        </p:attrNameLst>
                                      </p:cBhvr>
                                      <p:tavLst>
                                        <p:tav tm="0">
                                          <p:val>
                                            <p:fltVal val="0.5"/>
                                          </p:val>
                                        </p:tav>
                                        <p:tav tm="100000">
                                          <p:val>
                                            <p:strVal val="#ppt_y"/>
                                          </p:val>
                                        </p:tav>
                                      </p:tavLst>
                                    </p:anim>
                                  </p:childTnLst>
                                </p:cTn>
                              </p:par>
                              <p:par>
                                <p:cTn id="488" presetID="53" presetClass="entr" presetSubtype="528" repeatCount="indefinite" fill="hold" grpId="0" nodeType="withEffect">
                                  <p:stCondLst>
                                    <p:cond delay="852"/>
                                  </p:stCondLst>
                                  <p:childTnLst>
                                    <p:set>
                                      <p:cBhvr>
                                        <p:cTn id="489" dur="1" fill="hold">
                                          <p:stCondLst>
                                            <p:cond delay="0"/>
                                          </p:stCondLst>
                                        </p:cTn>
                                        <p:tgtEl>
                                          <p:spTgt spid="438"/>
                                        </p:tgtEl>
                                        <p:attrNameLst>
                                          <p:attrName>style.visibility</p:attrName>
                                        </p:attrNameLst>
                                      </p:cBhvr>
                                      <p:to>
                                        <p:strVal val="visible"/>
                                      </p:to>
                                    </p:set>
                                    <p:anim calcmode="lin" valueType="num">
                                      <p:cBhvr>
                                        <p:cTn id="490" dur="5099" fill="hold"/>
                                        <p:tgtEl>
                                          <p:spTgt spid="438"/>
                                        </p:tgtEl>
                                        <p:attrNameLst>
                                          <p:attrName>ppt_w</p:attrName>
                                        </p:attrNameLst>
                                      </p:cBhvr>
                                      <p:tavLst>
                                        <p:tav tm="0">
                                          <p:val>
                                            <p:fltVal val="0"/>
                                          </p:val>
                                        </p:tav>
                                        <p:tav tm="100000">
                                          <p:val>
                                            <p:strVal val="#ppt_w"/>
                                          </p:val>
                                        </p:tav>
                                      </p:tavLst>
                                    </p:anim>
                                    <p:anim calcmode="lin" valueType="num">
                                      <p:cBhvr>
                                        <p:cTn id="491" dur="5099" fill="hold"/>
                                        <p:tgtEl>
                                          <p:spTgt spid="438"/>
                                        </p:tgtEl>
                                        <p:attrNameLst>
                                          <p:attrName>ppt_h</p:attrName>
                                        </p:attrNameLst>
                                      </p:cBhvr>
                                      <p:tavLst>
                                        <p:tav tm="0">
                                          <p:val>
                                            <p:fltVal val="0"/>
                                          </p:val>
                                        </p:tav>
                                        <p:tav tm="100000">
                                          <p:val>
                                            <p:strVal val="#ppt_h"/>
                                          </p:val>
                                        </p:tav>
                                      </p:tavLst>
                                    </p:anim>
                                    <p:animEffect transition="in" filter="fade">
                                      <p:cBhvr>
                                        <p:cTn id="492" dur="5099"/>
                                        <p:tgtEl>
                                          <p:spTgt spid="438"/>
                                        </p:tgtEl>
                                      </p:cBhvr>
                                    </p:animEffect>
                                    <p:anim calcmode="lin" valueType="num">
                                      <p:cBhvr>
                                        <p:cTn id="493" dur="5099" fill="hold"/>
                                        <p:tgtEl>
                                          <p:spTgt spid="438"/>
                                        </p:tgtEl>
                                        <p:attrNameLst>
                                          <p:attrName>ppt_x</p:attrName>
                                        </p:attrNameLst>
                                      </p:cBhvr>
                                      <p:tavLst>
                                        <p:tav tm="0">
                                          <p:val>
                                            <p:fltVal val="0.5"/>
                                          </p:val>
                                        </p:tav>
                                        <p:tav tm="100000">
                                          <p:val>
                                            <p:strVal val="#ppt_x"/>
                                          </p:val>
                                        </p:tav>
                                      </p:tavLst>
                                    </p:anim>
                                    <p:anim calcmode="lin" valueType="num">
                                      <p:cBhvr>
                                        <p:cTn id="494" dur="5099" fill="hold"/>
                                        <p:tgtEl>
                                          <p:spTgt spid="438"/>
                                        </p:tgtEl>
                                        <p:attrNameLst>
                                          <p:attrName>ppt_y</p:attrName>
                                        </p:attrNameLst>
                                      </p:cBhvr>
                                      <p:tavLst>
                                        <p:tav tm="0">
                                          <p:val>
                                            <p:fltVal val="0.5"/>
                                          </p:val>
                                        </p:tav>
                                        <p:tav tm="100000">
                                          <p:val>
                                            <p:strVal val="#ppt_y"/>
                                          </p:val>
                                        </p:tav>
                                      </p:tavLst>
                                    </p:anim>
                                  </p:childTnLst>
                                </p:cTn>
                              </p:par>
                              <p:par>
                                <p:cTn id="495" presetID="53" presetClass="entr" presetSubtype="528" repeatCount="indefinite" fill="hold" grpId="0" nodeType="withEffect">
                                  <p:stCondLst>
                                    <p:cond delay="1482"/>
                                  </p:stCondLst>
                                  <p:childTnLst>
                                    <p:set>
                                      <p:cBhvr>
                                        <p:cTn id="496" dur="1" fill="hold">
                                          <p:stCondLst>
                                            <p:cond delay="0"/>
                                          </p:stCondLst>
                                        </p:cTn>
                                        <p:tgtEl>
                                          <p:spTgt spid="439"/>
                                        </p:tgtEl>
                                        <p:attrNameLst>
                                          <p:attrName>style.visibility</p:attrName>
                                        </p:attrNameLst>
                                      </p:cBhvr>
                                      <p:to>
                                        <p:strVal val="visible"/>
                                      </p:to>
                                    </p:set>
                                    <p:anim calcmode="lin" valueType="num">
                                      <p:cBhvr>
                                        <p:cTn id="497" dur="7073" fill="hold"/>
                                        <p:tgtEl>
                                          <p:spTgt spid="439"/>
                                        </p:tgtEl>
                                        <p:attrNameLst>
                                          <p:attrName>ppt_w</p:attrName>
                                        </p:attrNameLst>
                                      </p:cBhvr>
                                      <p:tavLst>
                                        <p:tav tm="0">
                                          <p:val>
                                            <p:fltVal val="0"/>
                                          </p:val>
                                        </p:tav>
                                        <p:tav tm="100000">
                                          <p:val>
                                            <p:strVal val="#ppt_w"/>
                                          </p:val>
                                        </p:tav>
                                      </p:tavLst>
                                    </p:anim>
                                    <p:anim calcmode="lin" valueType="num">
                                      <p:cBhvr>
                                        <p:cTn id="498" dur="7073" fill="hold"/>
                                        <p:tgtEl>
                                          <p:spTgt spid="439"/>
                                        </p:tgtEl>
                                        <p:attrNameLst>
                                          <p:attrName>ppt_h</p:attrName>
                                        </p:attrNameLst>
                                      </p:cBhvr>
                                      <p:tavLst>
                                        <p:tav tm="0">
                                          <p:val>
                                            <p:fltVal val="0"/>
                                          </p:val>
                                        </p:tav>
                                        <p:tav tm="100000">
                                          <p:val>
                                            <p:strVal val="#ppt_h"/>
                                          </p:val>
                                        </p:tav>
                                      </p:tavLst>
                                    </p:anim>
                                    <p:animEffect transition="in" filter="fade">
                                      <p:cBhvr>
                                        <p:cTn id="499" dur="7073"/>
                                        <p:tgtEl>
                                          <p:spTgt spid="439"/>
                                        </p:tgtEl>
                                      </p:cBhvr>
                                    </p:animEffect>
                                    <p:anim calcmode="lin" valueType="num">
                                      <p:cBhvr>
                                        <p:cTn id="500" dur="7073" fill="hold"/>
                                        <p:tgtEl>
                                          <p:spTgt spid="439"/>
                                        </p:tgtEl>
                                        <p:attrNameLst>
                                          <p:attrName>ppt_x</p:attrName>
                                        </p:attrNameLst>
                                      </p:cBhvr>
                                      <p:tavLst>
                                        <p:tav tm="0">
                                          <p:val>
                                            <p:fltVal val="0.5"/>
                                          </p:val>
                                        </p:tav>
                                        <p:tav tm="100000">
                                          <p:val>
                                            <p:strVal val="#ppt_x"/>
                                          </p:val>
                                        </p:tav>
                                      </p:tavLst>
                                    </p:anim>
                                    <p:anim calcmode="lin" valueType="num">
                                      <p:cBhvr>
                                        <p:cTn id="501" dur="7073" fill="hold"/>
                                        <p:tgtEl>
                                          <p:spTgt spid="439"/>
                                        </p:tgtEl>
                                        <p:attrNameLst>
                                          <p:attrName>ppt_y</p:attrName>
                                        </p:attrNameLst>
                                      </p:cBhvr>
                                      <p:tavLst>
                                        <p:tav tm="0">
                                          <p:val>
                                            <p:fltVal val="0.5"/>
                                          </p:val>
                                        </p:tav>
                                        <p:tav tm="100000">
                                          <p:val>
                                            <p:strVal val="#ppt_y"/>
                                          </p:val>
                                        </p:tav>
                                      </p:tavLst>
                                    </p:anim>
                                  </p:childTnLst>
                                </p:cTn>
                              </p:par>
                              <p:par>
                                <p:cTn id="502" presetID="53" presetClass="entr" presetSubtype="528" repeatCount="indefinite" fill="hold" grpId="0" nodeType="withEffect">
                                  <p:stCondLst>
                                    <p:cond delay="176"/>
                                  </p:stCondLst>
                                  <p:childTnLst>
                                    <p:set>
                                      <p:cBhvr>
                                        <p:cTn id="503" dur="1" fill="hold">
                                          <p:stCondLst>
                                            <p:cond delay="0"/>
                                          </p:stCondLst>
                                        </p:cTn>
                                        <p:tgtEl>
                                          <p:spTgt spid="440"/>
                                        </p:tgtEl>
                                        <p:attrNameLst>
                                          <p:attrName>style.visibility</p:attrName>
                                        </p:attrNameLst>
                                      </p:cBhvr>
                                      <p:to>
                                        <p:strVal val="visible"/>
                                      </p:to>
                                    </p:set>
                                    <p:anim calcmode="lin" valueType="num">
                                      <p:cBhvr>
                                        <p:cTn id="504" dur="7201" fill="hold"/>
                                        <p:tgtEl>
                                          <p:spTgt spid="440"/>
                                        </p:tgtEl>
                                        <p:attrNameLst>
                                          <p:attrName>ppt_w</p:attrName>
                                        </p:attrNameLst>
                                      </p:cBhvr>
                                      <p:tavLst>
                                        <p:tav tm="0">
                                          <p:val>
                                            <p:fltVal val="0"/>
                                          </p:val>
                                        </p:tav>
                                        <p:tav tm="100000">
                                          <p:val>
                                            <p:strVal val="#ppt_w"/>
                                          </p:val>
                                        </p:tav>
                                      </p:tavLst>
                                    </p:anim>
                                    <p:anim calcmode="lin" valueType="num">
                                      <p:cBhvr>
                                        <p:cTn id="505" dur="7201" fill="hold"/>
                                        <p:tgtEl>
                                          <p:spTgt spid="440"/>
                                        </p:tgtEl>
                                        <p:attrNameLst>
                                          <p:attrName>ppt_h</p:attrName>
                                        </p:attrNameLst>
                                      </p:cBhvr>
                                      <p:tavLst>
                                        <p:tav tm="0">
                                          <p:val>
                                            <p:fltVal val="0"/>
                                          </p:val>
                                        </p:tav>
                                        <p:tav tm="100000">
                                          <p:val>
                                            <p:strVal val="#ppt_h"/>
                                          </p:val>
                                        </p:tav>
                                      </p:tavLst>
                                    </p:anim>
                                    <p:animEffect transition="in" filter="fade">
                                      <p:cBhvr>
                                        <p:cTn id="506" dur="7201"/>
                                        <p:tgtEl>
                                          <p:spTgt spid="440"/>
                                        </p:tgtEl>
                                      </p:cBhvr>
                                    </p:animEffect>
                                    <p:anim calcmode="lin" valueType="num">
                                      <p:cBhvr>
                                        <p:cTn id="507" dur="7201" fill="hold"/>
                                        <p:tgtEl>
                                          <p:spTgt spid="440"/>
                                        </p:tgtEl>
                                        <p:attrNameLst>
                                          <p:attrName>ppt_x</p:attrName>
                                        </p:attrNameLst>
                                      </p:cBhvr>
                                      <p:tavLst>
                                        <p:tav tm="0">
                                          <p:val>
                                            <p:fltVal val="0.5"/>
                                          </p:val>
                                        </p:tav>
                                        <p:tav tm="100000">
                                          <p:val>
                                            <p:strVal val="#ppt_x"/>
                                          </p:val>
                                        </p:tav>
                                      </p:tavLst>
                                    </p:anim>
                                    <p:anim calcmode="lin" valueType="num">
                                      <p:cBhvr>
                                        <p:cTn id="508" dur="7201" fill="hold"/>
                                        <p:tgtEl>
                                          <p:spTgt spid="440"/>
                                        </p:tgtEl>
                                        <p:attrNameLst>
                                          <p:attrName>ppt_y</p:attrName>
                                        </p:attrNameLst>
                                      </p:cBhvr>
                                      <p:tavLst>
                                        <p:tav tm="0">
                                          <p:val>
                                            <p:fltVal val="0.5"/>
                                          </p:val>
                                        </p:tav>
                                        <p:tav tm="100000">
                                          <p:val>
                                            <p:strVal val="#ppt_y"/>
                                          </p:val>
                                        </p:tav>
                                      </p:tavLst>
                                    </p:anim>
                                  </p:childTnLst>
                                </p:cTn>
                              </p:par>
                              <p:par>
                                <p:cTn id="509" presetID="53" presetClass="entr" presetSubtype="528" repeatCount="indefinite" fill="hold" grpId="0" nodeType="withEffect">
                                  <p:stCondLst>
                                    <p:cond delay="157"/>
                                  </p:stCondLst>
                                  <p:childTnLst>
                                    <p:set>
                                      <p:cBhvr>
                                        <p:cTn id="510" dur="1" fill="hold">
                                          <p:stCondLst>
                                            <p:cond delay="0"/>
                                          </p:stCondLst>
                                        </p:cTn>
                                        <p:tgtEl>
                                          <p:spTgt spid="441"/>
                                        </p:tgtEl>
                                        <p:attrNameLst>
                                          <p:attrName>style.visibility</p:attrName>
                                        </p:attrNameLst>
                                      </p:cBhvr>
                                      <p:to>
                                        <p:strVal val="visible"/>
                                      </p:to>
                                    </p:set>
                                    <p:anim calcmode="lin" valueType="num">
                                      <p:cBhvr>
                                        <p:cTn id="511" dur="7468" fill="hold"/>
                                        <p:tgtEl>
                                          <p:spTgt spid="441"/>
                                        </p:tgtEl>
                                        <p:attrNameLst>
                                          <p:attrName>ppt_w</p:attrName>
                                        </p:attrNameLst>
                                      </p:cBhvr>
                                      <p:tavLst>
                                        <p:tav tm="0">
                                          <p:val>
                                            <p:fltVal val="0"/>
                                          </p:val>
                                        </p:tav>
                                        <p:tav tm="100000">
                                          <p:val>
                                            <p:strVal val="#ppt_w"/>
                                          </p:val>
                                        </p:tav>
                                      </p:tavLst>
                                    </p:anim>
                                    <p:anim calcmode="lin" valueType="num">
                                      <p:cBhvr>
                                        <p:cTn id="512" dur="7468" fill="hold"/>
                                        <p:tgtEl>
                                          <p:spTgt spid="441"/>
                                        </p:tgtEl>
                                        <p:attrNameLst>
                                          <p:attrName>ppt_h</p:attrName>
                                        </p:attrNameLst>
                                      </p:cBhvr>
                                      <p:tavLst>
                                        <p:tav tm="0">
                                          <p:val>
                                            <p:fltVal val="0"/>
                                          </p:val>
                                        </p:tav>
                                        <p:tav tm="100000">
                                          <p:val>
                                            <p:strVal val="#ppt_h"/>
                                          </p:val>
                                        </p:tav>
                                      </p:tavLst>
                                    </p:anim>
                                    <p:animEffect transition="in" filter="fade">
                                      <p:cBhvr>
                                        <p:cTn id="513" dur="7468"/>
                                        <p:tgtEl>
                                          <p:spTgt spid="441"/>
                                        </p:tgtEl>
                                      </p:cBhvr>
                                    </p:animEffect>
                                    <p:anim calcmode="lin" valueType="num">
                                      <p:cBhvr>
                                        <p:cTn id="514" dur="7468" fill="hold"/>
                                        <p:tgtEl>
                                          <p:spTgt spid="441"/>
                                        </p:tgtEl>
                                        <p:attrNameLst>
                                          <p:attrName>ppt_x</p:attrName>
                                        </p:attrNameLst>
                                      </p:cBhvr>
                                      <p:tavLst>
                                        <p:tav tm="0">
                                          <p:val>
                                            <p:fltVal val="0.5"/>
                                          </p:val>
                                        </p:tav>
                                        <p:tav tm="100000">
                                          <p:val>
                                            <p:strVal val="#ppt_x"/>
                                          </p:val>
                                        </p:tav>
                                      </p:tavLst>
                                    </p:anim>
                                    <p:anim calcmode="lin" valueType="num">
                                      <p:cBhvr>
                                        <p:cTn id="515" dur="7468" fill="hold"/>
                                        <p:tgtEl>
                                          <p:spTgt spid="441"/>
                                        </p:tgtEl>
                                        <p:attrNameLst>
                                          <p:attrName>ppt_y</p:attrName>
                                        </p:attrNameLst>
                                      </p:cBhvr>
                                      <p:tavLst>
                                        <p:tav tm="0">
                                          <p:val>
                                            <p:fltVal val="0.5"/>
                                          </p:val>
                                        </p:tav>
                                        <p:tav tm="100000">
                                          <p:val>
                                            <p:strVal val="#ppt_y"/>
                                          </p:val>
                                        </p:tav>
                                      </p:tavLst>
                                    </p:anim>
                                  </p:childTnLst>
                                </p:cTn>
                              </p:par>
                              <p:par>
                                <p:cTn id="516" presetID="53" presetClass="entr" presetSubtype="528" repeatCount="indefinite" fill="hold" grpId="0" nodeType="withEffect">
                                  <p:stCondLst>
                                    <p:cond delay="234"/>
                                  </p:stCondLst>
                                  <p:childTnLst>
                                    <p:set>
                                      <p:cBhvr>
                                        <p:cTn id="517" dur="1" fill="hold">
                                          <p:stCondLst>
                                            <p:cond delay="0"/>
                                          </p:stCondLst>
                                        </p:cTn>
                                        <p:tgtEl>
                                          <p:spTgt spid="457"/>
                                        </p:tgtEl>
                                        <p:attrNameLst>
                                          <p:attrName>style.visibility</p:attrName>
                                        </p:attrNameLst>
                                      </p:cBhvr>
                                      <p:to>
                                        <p:strVal val="visible"/>
                                      </p:to>
                                    </p:set>
                                    <p:anim calcmode="lin" valueType="num">
                                      <p:cBhvr>
                                        <p:cTn id="518" dur="7485" fill="hold"/>
                                        <p:tgtEl>
                                          <p:spTgt spid="457"/>
                                        </p:tgtEl>
                                        <p:attrNameLst>
                                          <p:attrName>ppt_w</p:attrName>
                                        </p:attrNameLst>
                                      </p:cBhvr>
                                      <p:tavLst>
                                        <p:tav tm="0">
                                          <p:val>
                                            <p:fltVal val="0"/>
                                          </p:val>
                                        </p:tav>
                                        <p:tav tm="100000">
                                          <p:val>
                                            <p:strVal val="#ppt_w"/>
                                          </p:val>
                                        </p:tav>
                                      </p:tavLst>
                                    </p:anim>
                                    <p:anim calcmode="lin" valueType="num">
                                      <p:cBhvr>
                                        <p:cTn id="519" dur="7485" fill="hold"/>
                                        <p:tgtEl>
                                          <p:spTgt spid="457"/>
                                        </p:tgtEl>
                                        <p:attrNameLst>
                                          <p:attrName>ppt_h</p:attrName>
                                        </p:attrNameLst>
                                      </p:cBhvr>
                                      <p:tavLst>
                                        <p:tav tm="0">
                                          <p:val>
                                            <p:fltVal val="0"/>
                                          </p:val>
                                        </p:tav>
                                        <p:tav tm="100000">
                                          <p:val>
                                            <p:strVal val="#ppt_h"/>
                                          </p:val>
                                        </p:tav>
                                      </p:tavLst>
                                    </p:anim>
                                    <p:animEffect transition="in" filter="fade">
                                      <p:cBhvr>
                                        <p:cTn id="520" dur="7485"/>
                                        <p:tgtEl>
                                          <p:spTgt spid="457"/>
                                        </p:tgtEl>
                                      </p:cBhvr>
                                    </p:animEffect>
                                    <p:anim calcmode="lin" valueType="num">
                                      <p:cBhvr>
                                        <p:cTn id="521" dur="7485" fill="hold"/>
                                        <p:tgtEl>
                                          <p:spTgt spid="457"/>
                                        </p:tgtEl>
                                        <p:attrNameLst>
                                          <p:attrName>ppt_x</p:attrName>
                                        </p:attrNameLst>
                                      </p:cBhvr>
                                      <p:tavLst>
                                        <p:tav tm="0">
                                          <p:val>
                                            <p:fltVal val="0.5"/>
                                          </p:val>
                                        </p:tav>
                                        <p:tav tm="100000">
                                          <p:val>
                                            <p:strVal val="#ppt_x"/>
                                          </p:val>
                                        </p:tav>
                                      </p:tavLst>
                                    </p:anim>
                                    <p:anim calcmode="lin" valueType="num">
                                      <p:cBhvr>
                                        <p:cTn id="522" dur="7485" fill="hold"/>
                                        <p:tgtEl>
                                          <p:spTgt spid="457"/>
                                        </p:tgtEl>
                                        <p:attrNameLst>
                                          <p:attrName>ppt_y</p:attrName>
                                        </p:attrNameLst>
                                      </p:cBhvr>
                                      <p:tavLst>
                                        <p:tav tm="0">
                                          <p:val>
                                            <p:fltVal val="0.5"/>
                                          </p:val>
                                        </p:tav>
                                        <p:tav tm="100000">
                                          <p:val>
                                            <p:strVal val="#ppt_y"/>
                                          </p:val>
                                        </p:tav>
                                      </p:tavLst>
                                    </p:anim>
                                  </p:childTnLst>
                                </p:cTn>
                              </p:par>
                              <p:par>
                                <p:cTn id="523" presetID="53" presetClass="entr" presetSubtype="528" repeatCount="indefinite" fill="hold" grpId="0" nodeType="withEffect">
                                  <p:stCondLst>
                                    <p:cond delay="1802"/>
                                  </p:stCondLst>
                                  <p:childTnLst>
                                    <p:set>
                                      <p:cBhvr>
                                        <p:cTn id="524" dur="1" fill="hold">
                                          <p:stCondLst>
                                            <p:cond delay="0"/>
                                          </p:stCondLst>
                                        </p:cTn>
                                        <p:tgtEl>
                                          <p:spTgt spid="463"/>
                                        </p:tgtEl>
                                        <p:attrNameLst>
                                          <p:attrName>style.visibility</p:attrName>
                                        </p:attrNameLst>
                                      </p:cBhvr>
                                      <p:to>
                                        <p:strVal val="visible"/>
                                      </p:to>
                                    </p:set>
                                    <p:anim calcmode="lin" valueType="num">
                                      <p:cBhvr>
                                        <p:cTn id="525" dur="6432" fill="hold"/>
                                        <p:tgtEl>
                                          <p:spTgt spid="463"/>
                                        </p:tgtEl>
                                        <p:attrNameLst>
                                          <p:attrName>ppt_w</p:attrName>
                                        </p:attrNameLst>
                                      </p:cBhvr>
                                      <p:tavLst>
                                        <p:tav tm="0">
                                          <p:val>
                                            <p:fltVal val="0"/>
                                          </p:val>
                                        </p:tav>
                                        <p:tav tm="100000">
                                          <p:val>
                                            <p:strVal val="#ppt_w"/>
                                          </p:val>
                                        </p:tav>
                                      </p:tavLst>
                                    </p:anim>
                                    <p:anim calcmode="lin" valueType="num">
                                      <p:cBhvr>
                                        <p:cTn id="526" dur="6432" fill="hold"/>
                                        <p:tgtEl>
                                          <p:spTgt spid="463"/>
                                        </p:tgtEl>
                                        <p:attrNameLst>
                                          <p:attrName>ppt_h</p:attrName>
                                        </p:attrNameLst>
                                      </p:cBhvr>
                                      <p:tavLst>
                                        <p:tav tm="0">
                                          <p:val>
                                            <p:fltVal val="0"/>
                                          </p:val>
                                        </p:tav>
                                        <p:tav tm="100000">
                                          <p:val>
                                            <p:strVal val="#ppt_h"/>
                                          </p:val>
                                        </p:tav>
                                      </p:tavLst>
                                    </p:anim>
                                    <p:animEffect transition="in" filter="fade">
                                      <p:cBhvr>
                                        <p:cTn id="527" dur="6432"/>
                                        <p:tgtEl>
                                          <p:spTgt spid="463"/>
                                        </p:tgtEl>
                                      </p:cBhvr>
                                    </p:animEffect>
                                    <p:anim calcmode="lin" valueType="num">
                                      <p:cBhvr>
                                        <p:cTn id="528" dur="6432" fill="hold"/>
                                        <p:tgtEl>
                                          <p:spTgt spid="463"/>
                                        </p:tgtEl>
                                        <p:attrNameLst>
                                          <p:attrName>ppt_x</p:attrName>
                                        </p:attrNameLst>
                                      </p:cBhvr>
                                      <p:tavLst>
                                        <p:tav tm="0">
                                          <p:val>
                                            <p:fltVal val="0.5"/>
                                          </p:val>
                                        </p:tav>
                                        <p:tav tm="100000">
                                          <p:val>
                                            <p:strVal val="#ppt_x"/>
                                          </p:val>
                                        </p:tav>
                                      </p:tavLst>
                                    </p:anim>
                                    <p:anim calcmode="lin" valueType="num">
                                      <p:cBhvr>
                                        <p:cTn id="529" dur="6432" fill="hold"/>
                                        <p:tgtEl>
                                          <p:spTgt spid="463"/>
                                        </p:tgtEl>
                                        <p:attrNameLst>
                                          <p:attrName>ppt_y</p:attrName>
                                        </p:attrNameLst>
                                      </p:cBhvr>
                                      <p:tavLst>
                                        <p:tav tm="0">
                                          <p:val>
                                            <p:fltVal val="0.5"/>
                                          </p:val>
                                        </p:tav>
                                        <p:tav tm="100000">
                                          <p:val>
                                            <p:strVal val="#ppt_y"/>
                                          </p:val>
                                        </p:tav>
                                      </p:tavLst>
                                    </p:anim>
                                  </p:childTnLst>
                                </p:cTn>
                              </p:par>
                              <p:par>
                                <p:cTn id="530" presetID="53" presetClass="entr" presetSubtype="528" repeatCount="indefinite" fill="hold" grpId="0" nodeType="withEffect">
                                  <p:stCondLst>
                                    <p:cond delay="736"/>
                                  </p:stCondLst>
                                  <p:childTnLst>
                                    <p:set>
                                      <p:cBhvr>
                                        <p:cTn id="531" dur="1" fill="hold">
                                          <p:stCondLst>
                                            <p:cond delay="0"/>
                                          </p:stCondLst>
                                        </p:cTn>
                                        <p:tgtEl>
                                          <p:spTgt spid="465"/>
                                        </p:tgtEl>
                                        <p:attrNameLst>
                                          <p:attrName>style.visibility</p:attrName>
                                        </p:attrNameLst>
                                      </p:cBhvr>
                                      <p:to>
                                        <p:strVal val="visible"/>
                                      </p:to>
                                    </p:set>
                                    <p:anim calcmode="lin" valueType="num">
                                      <p:cBhvr>
                                        <p:cTn id="532" dur="5423" fill="hold"/>
                                        <p:tgtEl>
                                          <p:spTgt spid="465"/>
                                        </p:tgtEl>
                                        <p:attrNameLst>
                                          <p:attrName>ppt_w</p:attrName>
                                        </p:attrNameLst>
                                      </p:cBhvr>
                                      <p:tavLst>
                                        <p:tav tm="0">
                                          <p:val>
                                            <p:fltVal val="0"/>
                                          </p:val>
                                        </p:tav>
                                        <p:tav tm="100000">
                                          <p:val>
                                            <p:strVal val="#ppt_w"/>
                                          </p:val>
                                        </p:tav>
                                      </p:tavLst>
                                    </p:anim>
                                    <p:anim calcmode="lin" valueType="num">
                                      <p:cBhvr>
                                        <p:cTn id="533" dur="5423" fill="hold"/>
                                        <p:tgtEl>
                                          <p:spTgt spid="465"/>
                                        </p:tgtEl>
                                        <p:attrNameLst>
                                          <p:attrName>ppt_h</p:attrName>
                                        </p:attrNameLst>
                                      </p:cBhvr>
                                      <p:tavLst>
                                        <p:tav tm="0">
                                          <p:val>
                                            <p:fltVal val="0"/>
                                          </p:val>
                                        </p:tav>
                                        <p:tav tm="100000">
                                          <p:val>
                                            <p:strVal val="#ppt_h"/>
                                          </p:val>
                                        </p:tav>
                                      </p:tavLst>
                                    </p:anim>
                                    <p:animEffect transition="in" filter="fade">
                                      <p:cBhvr>
                                        <p:cTn id="534" dur="5423"/>
                                        <p:tgtEl>
                                          <p:spTgt spid="465"/>
                                        </p:tgtEl>
                                      </p:cBhvr>
                                    </p:animEffect>
                                    <p:anim calcmode="lin" valueType="num">
                                      <p:cBhvr>
                                        <p:cTn id="535" dur="5423" fill="hold"/>
                                        <p:tgtEl>
                                          <p:spTgt spid="465"/>
                                        </p:tgtEl>
                                        <p:attrNameLst>
                                          <p:attrName>ppt_x</p:attrName>
                                        </p:attrNameLst>
                                      </p:cBhvr>
                                      <p:tavLst>
                                        <p:tav tm="0">
                                          <p:val>
                                            <p:fltVal val="0.5"/>
                                          </p:val>
                                        </p:tav>
                                        <p:tav tm="100000">
                                          <p:val>
                                            <p:strVal val="#ppt_x"/>
                                          </p:val>
                                        </p:tav>
                                      </p:tavLst>
                                    </p:anim>
                                    <p:anim calcmode="lin" valueType="num">
                                      <p:cBhvr>
                                        <p:cTn id="536" dur="5423" fill="hold"/>
                                        <p:tgtEl>
                                          <p:spTgt spid="465"/>
                                        </p:tgtEl>
                                        <p:attrNameLst>
                                          <p:attrName>ppt_y</p:attrName>
                                        </p:attrNameLst>
                                      </p:cBhvr>
                                      <p:tavLst>
                                        <p:tav tm="0">
                                          <p:val>
                                            <p:fltVal val="0.5"/>
                                          </p:val>
                                        </p:tav>
                                        <p:tav tm="100000">
                                          <p:val>
                                            <p:strVal val="#ppt_y"/>
                                          </p:val>
                                        </p:tav>
                                      </p:tavLst>
                                    </p:anim>
                                  </p:childTnLst>
                                </p:cTn>
                              </p:par>
                              <p:par>
                                <p:cTn id="537" presetID="53" presetClass="entr" presetSubtype="528" repeatCount="indefinite" fill="hold" grpId="0" nodeType="withEffect">
                                  <p:stCondLst>
                                    <p:cond delay="482"/>
                                  </p:stCondLst>
                                  <p:childTnLst>
                                    <p:set>
                                      <p:cBhvr>
                                        <p:cTn id="538" dur="1" fill="hold">
                                          <p:stCondLst>
                                            <p:cond delay="0"/>
                                          </p:stCondLst>
                                        </p:cTn>
                                        <p:tgtEl>
                                          <p:spTgt spid="466"/>
                                        </p:tgtEl>
                                        <p:attrNameLst>
                                          <p:attrName>style.visibility</p:attrName>
                                        </p:attrNameLst>
                                      </p:cBhvr>
                                      <p:to>
                                        <p:strVal val="visible"/>
                                      </p:to>
                                    </p:set>
                                    <p:anim calcmode="lin" valueType="num">
                                      <p:cBhvr>
                                        <p:cTn id="539" dur="5102" fill="hold"/>
                                        <p:tgtEl>
                                          <p:spTgt spid="466"/>
                                        </p:tgtEl>
                                        <p:attrNameLst>
                                          <p:attrName>ppt_w</p:attrName>
                                        </p:attrNameLst>
                                      </p:cBhvr>
                                      <p:tavLst>
                                        <p:tav tm="0">
                                          <p:val>
                                            <p:fltVal val="0"/>
                                          </p:val>
                                        </p:tav>
                                        <p:tav tm="100000">
                                          <p:val>
                                            <p:strVal val="#ppt_w"/>
                                          </p:val>
                                        </p:tav>
                                      </p:tavLst>
                                    </p:anim>
                                    <p:anim calcmode="lin" valueType="num">
                                      <p:cBhvr>
                                        <p:cTn id="540" dur="5102" fill="hold"/>
                                        <p:tgtEl>
                                          <p:spTgt spid="466"/>
                                        </p:tgtEl>
                                        <p:attrNameLst>
                                          <p:attrName>ppt_h</p:attrName>
                                        </p:attrNameLst>
                                      </p:cBhvr>
                                      <p:tavLst>
                                        <p:tav tm="0">
                                          <p:val>
                                            <p:fltVal val="0"/>
                                          </p:val>
                                        </p:tav>
                                        <p:tav tm="100000">
                                          <p:val>
                                            <p:strVal val="#ppt_h"/>
                                          </p:val>
                                        </p:tav>
                                      </p:tavLst>
                                    </p:anim>
                                    <p:animEffect transition="in" filter="fade">
                                      <p:cBhvr>
                                        <p:cTn id="541" dur="5102"/>
                                        <p:tgtEl>
                                          <p:spTgt spid="466"/>
                                        </p:tgtEl>
                                      </p:cBhvr>
                                    </p:animEffect>
                                    <p:anim calcmode="lin" valueType="num">
                                      <p:cBhvr>
                                        <p:cTn id="542" dur="5102" fill="hold"/>
                                        <p:tgtEl>
                                          <p:spTgt spid="466"/>
                                        </p:tgtEl>
                                        <p:attrNameLst>
                                          <p:attrName>ppt_x</p:attrName>
                                        </p:attrNameLst>
                                      </p:cBhvr>
                                      <p:tavLst>
                                        <p:tav tm="0">
                                          <p:val>
                                            <p:fltVal val="0.5"/>
                                          </p:val>
                                        </p:tav>
                                        <p:tav tm="100000">
                                          <p:val>
                                            <p:strVal val="#ppt_x"/>
                                          </p:val>
                                        </p:tav>
                                      </p:tavLst>
                                    </p:anim>
                                    <p:anim calcmode="lin" valueType="num">
                                      <p:cBhvr>
                                        <p:cTn id="543" dur="5102" fill="hold"/>
                                        <p:tgtEl>
                                          <p:spTgt spid="466"/>
                                        </p:tgtEl>
                                        <p:attrNameLst>
                                          <p:attrName>ppt_y</p:attrName>
                                        </p:attrNameLst>
                                      </p:cBhvr>
                                      <p:tavLst>
                                        <p:tav tm="0">
                                          <p:val>
                                            <p:fltVal val="0.5"/>
                                          </p:val>
                                        </p:tav>
                                        <p:tav tm="100000">
                                          <p:val>
                                            <p:strVal val="#ppt_y"/>
                                          </p:val>
                                        </p:tav>
                                      </p:tavLst>
                                    </p:anim>
                                  </p:childTnLst>
                                </p:cTn>
                              </p:par>
                              <p:par>
                                <p:cTn id="544" presetID="53" presetClass="entr" presetSubtype="528" repeatCount="indefinite" fill="hold" grpId="0" nodeType="withEffect">
                                  <p:stCondLst>
                                    <p:cond delay="399"/>
                                  </p:stCondLst>
                                  <p:childTnLst>
                                    <p:set>
                                      <p:cBhvr>
                                        <p:cTn id="545" dur="1" fill="hold">
                                          <p:stCondLst>
                                            <p:cond delay="0"/>
                                          </p:stCondLst>
                                        </p:cTn>
                                        <p:tgtEl>
                                          <p:spTgt spid="468"/>
                                        </p:tgtEl>
                                        <p:attrNameLst>
                                          <p:attrName>style.visibility</p:attrName>
                                        </p:attrNameLst>
                                      </p:cBhvr>
                                      <p:to>
                                        <p:strVal val="visible"/>
                                      </p:to>
                                    </p:set>
                                    <p:anim calcmode="lin" valueType="num">
                                      <p:cBhvr>
                                        <p:cTn id="546" dur="5819" fill="hold"/>
                                        <p:tgtEl>
                                          <p:spTgt spid="468"/>
                                        </p:tgtEl>
                                        <p:attrNameLst>
                                          <p:attrName>ppt_w</p:attrName>
                                        </p:attrNameLst>
                                      </p:cBhvr>
                                      <p:tavLst>
                                        <p:tav tm="0">
                                          <p:val>
                                            <p:fltVal val="0"/>
                                          </p:val>
                                        </p:tav>
                                        <p:tav tm="100000">
                                          <p:val>
                                            <p:strVal val="#ppt_w"/>
                                          </p:val>
                                        </p:tav>
                                      </p:tavLst>
                                    </p:anim>
                                    <p:anim calcmode="lin" valueType="num">
                                      <p:cBhvr>
                                        <p:cTn id="547" dur="5819" fill="hold"/>
                                        <p:tgtEl>
                                          <p:spTgt spid="468"/>
                                        </p:tgtEl>
                                        <p:attrNameLst>
                                          <p:attrName>ppt_h</p:attrName>
                                        </p:attrNameLst>
                                      </p:cBhvr>
                                      <p:tavLst>
                                        <p:tav tm="0">
                                          <p:val>
                                            <p:fltVal val="0"/>
                                          </p:val>
                                        </p:tav>
                                        <p:tav tm="100000">
                                          <p:val>
                                            <p:strVal val="#ppt_h"/>
                                          </p:val>
                                        </p:tav>
                                      </p:tavLst>
                                    </p:anim>
                                    <p:animEffect transition="in" filter="fade">
                                      <p:cBhvr>
                                        <p:cTn id="548" dur="5819"/>
                                        <p:tgtEl>
                                          <p:spTgt spid="468"/>
                                        </p:tgtEl>
                                      </p:cBhvr>
                                    </p:animEffect>
                                    <p:anim calcmode="lin" valueType="num">
                                      <p:cBhvr>
                                        <p:cTn id="549" dur="5819" fill="hold"/>
                                        <p:tgtEl>
                                          <p:spTgt spid="468"/>
                                        </p:tgtEl>
                                        <p:attrNameLst>
                                          <p:attrName>ppt_x</p:attrName>
                                        </p:attrNameLst>
                                      </p:cBhvr>
                                      <p:tavLst>
                                        <p:tav tm="0">
                                          <p:val>
                                            <p:fltVal val="0.5"/>
                                          </p:val>
                                        </p:tav>
                                        <p:tav tm="100000">
                                          <p:val>
                                            <p:strVal val="#ppt_x"/>
                                          </p:val>
                                        </p:tav>
                                      </p:tavLst>
                                    </p:anim>
                                    <p:anim calcmode="lin" valueType="num">
                                      <p:cBhvr>
                                        <p:cTn id="550" dur="5819" fill="hold"/>
                                        <p:tgtEl>
                                          <p:spTgt spid="468"/>
                                        </p:tgtEl>
                                        <p:attrNameLst>
                                          <p:attrName>ppt_y</p:attrName>
                                        </p:attrNameLst>
                                      </p:cBhvr>
                                      <p:tavLst>
                                        <p:tav tm="0">
                                          <p:val>
                                            <p:fltVal val="0.5"/>
                                          </p:val>
                                        </p:tav>
                                        <p:tav tm="100000">
                                          <p:val>
                                            <p:strVal val="#ppt_y"/>
                                          </p:val>
                                        </p:tav>
                                      </p:tavLst>
                                    </p:anim>
                                  </p:childTnLst>
                                </p:cTn>
                              </p:par>
                              <p:par>
                                <p:cTn id="551" presetID="53" presetClass="entr" presetSubtype="528" repeatCount="indefinite" fill="hold" grpId="0" nodeType="withEffect">
                                  <p:stCondLst>
                                    <p:cond delay="1338"/>
                                  </p:stCondLst>
                                  <p:childTnLst>
                                    <p:set>
                                      <p:cBhvr>
                                        <p:cTn id="552" dur="1" fill="hold">
                                          <p:stCondLst>
                                            <p:cond delay="0"/>
                                          </p:stCondLst>
                                        </p:cTn>
                                        <p:tgtEl>
                                          <p:spTgt spid="469"/>
                                        </p:tgtEl>
                                        <p:attrNameLst>
                                          <p:attrName>style.visibility</p:attrName>
                                        </p:attrNameLst>
                                      </p:cBhvr>
                                      <p:to>
                                        <p:strVal val="visible"/>
                                      </p:to>
                                    </p:set>
                                    <p:anim calcmode="lin" valueType="num">
                                      <p:cBhvr>
                                        <p:cTn id="553" dur="6554" fill="hold"/>
                                        <p:tgtEl>
                                          <p:spTgt spid="469"/>
                                        </p:tgtEl>
                                        <p:attrNameLst>
                                          <p:attrName>ppt_w</p:attrName>
                                        </p:attrNameLst>
                                      </p:cBhvr>
                                      <p:tavLst>
                                        <p:tav tm="0">
                                          <p:val>
                                            <p:fltVal val="0"/>
                                          </p:val>
                                        </p:tav>
                                        <p:tav tm="100000">
                                          <p:val>
                                            <p:strVal val="#ppt_w"/>
                                          </p:val>
                                        </p:tav>
                                      </p:tavLst>
                                    </p:anim>
                                    <p:anim calcmode="lin" valueType="num">
                                      <p:cBhvr>
                                        <p:cTn id="554" dur="6554" fill="hold"/>
                                        <p:tgtEl>
                                          <p:spTgt spid="469"/>
                                        </p:tgtEl>
                                        <p:attrNameLst>
                                          <p:attrName>ppt_h</p:attrName>
                                        </p:attrNameLst>
                                      </p:cBhvr>
                                      <p:tavLst>
                                        <p:tav tm="0">
                                          <p:val>
                                            <p:fltVal val="0"/>
                                          </p:val>
                                        </p:tav>
                                        <p:tav tm="100000">
                                          <p:val>
                                            <p:strVal val="#ppt_h"/>
                                          </p:val>
                                        </p:tav>
                                      </p:tavLst>
                                    </p:anim>
                                    <p:animEffect transition="in" filter="fade">
                                      <p:cBhvr>
                                        <p:cTn id="555" dur="6554"/>
                                        <p:tgtEl>
                                          <p:spTgt spid="469"/>
                                        </p:tgtEl>
                                      </p:cBhvr>
                                    </p:animEffect>
                                    <p:anim calcmode="lin" valueType="num">
                                      <p:cBhvr>
                                        <p:cTn id="556" dur="6554" fill="hold"/>
                                        <p:tgtEl>
                                          <p:spTgt spid="469"/>
                                        </p:tgtEl>
                                        <p:attrNameLst>
                                          <p:attrName>ppt_x</p:attrName>
                                        </p:attrNameLst>
                                      </p:cBhvr>
                                      <p:tavLst>
                                        <p:tav tm="0">
                                          <p:val>
                                            <p:fltVal val="0.5"/>
                                          </p:val>
                                        </p:tav>
                                        <p:tav tm="100000">
                                          <p:val>
                                            <p:strVal val="#ppt_x"/>
                                          </p:val>
                                        </p:tav>
                                      </p:tavLst>
                                    </p:anim>
                                    <p:anim calcmode="lin" valueType="num">
                                      <p:cBhvr>
                                        <p:cTn id="557" dur="6554" fill="hold"/>
                                        <p:tgtEl>
                                          <p:spTgt spid="469"/>
                                        </p:tgtEl>
                                        <p:attrNameLst>
                                          <p:attrName>ppt_y</p:attrName>
                                        </p:attrNameLst>
                                      </p:cBhvr>
                                      <p:tavLst>
                                        <p:tav tm="0">
                                          <p:val>
                                            <p:fltVal val="0.5"/>
                                          </p:val>
                                        </p:tav>
                                        <p:tav tm="100000">
                                          <p:val>
                                            <p:strVal val="#ppt_y"/>
                                          </p:val>
                                        </p:tav>
                                      </p:tavLst>
                                    </p:anim>
                                  </p:childTnLst>
                                </p:cTn>
                              </p:par>
                              <p:par>
                                <p:cTn id="558" presetID="53" presetClass="entr" presetSubtype="528" repeatCount="indefinite" fill="hold" grpId="0" nodeType="withEffect">
                                  <p:stCondLst>
                                    <p:cond delay="245"/>
                                  </p:stCondLst>
                                  <p:childTnLst>
                                    <p:set>
                                      <p:cBhvr>
                                        <p:cTn id="559" dur="1" fill="hold">
                                          <p:stCondLst>
                                            <p:cond delay="0"/>
                                          </p:stCondLst>
                                        </p:cTn>
                                        <p:tgtEl>
                                          <p:spTgt spid="470"/>
                                        </p:tgtEl>
                                        <p:attrNameLst>
                                          <p:attrName>style.visibility</p:attrName>
                                        </p:attrNameLst>
                                      </p:cBhvr>
                                      <p:to>
                                        <p:strVal val="visible"/>
                                      </p:to>
                                    </p:set>
                                    <p:anim calcmode="lin" valueType="num">
                                      <p:cBhvr>
                                        <p:cTn id="560" dur="5853" fill="hold"/>
                                        <p:tgtEl>
                                          <p:spTgt spid="470"/>
                                        </p:tgtEl>
                                        <p:attrNameLst>
                                          <p:attrName>ppt_w</p:attrName>
                                        </p:attrNameLst>
                                      </p:cBhvr>
                                      <p:tavLst>
                                        <p:tav tm="0">
                                          <p:val>
                                            <p:fltVal val="0"/>
                                          </p:val>
                                        </p:tav>
                                        <p:tav tm="100000">
                                          <p:val>
                                            <p:strVal val="#ppt_w"/>
                                          </p:val>
                                        </p:tav>
                                      </p:tavLst>
                                    </p:anim>
                                    <p:anim calcmode="lin" valueType="num">
                                      <p:cBhvr>
                                        <p:cTn id="561" dur="5853" fill="hold"/>
                                        <p:tgtEl>
                                          <p:spTgt spid="470"/>
                                        </p:tgtEl>
                                        <p:attrNameLst>
                                          <p:attrName>ppt_h</p:attrName>
                                        </p:attrNameLst>
                                      </p:cBhvr>
                                      <p:tavLst>
                                        <p:tav tm="0">
                                          <p:val>
                                            <p:fltVal val="0"/>
                                          </p:val>
                                        </p:tav>
                                        <p:tav tm="100000">
                                          <p:val>
                                            <p:strVal val="#ppt_h"/>
                                          </p:val>
                                        </p:tav>
                                      </p:tavLst>
                                    </p:anim>
                                    <p:animEffect transition="in" filter="fade">
                                      <p:cBhvr>
                                        <p:cTn id="562" dur="5853"/>
                                        <p:tgtEl>
                                          <p:spTgt spid="470"/>
                                        </p:tgtEl>
                                      </p:cBhvr>
                                    </p:animEffect>
                                    <p:anim calcmode="lin" valueType="num">
                                      <p:cBhvr>
                                        <p:cTn id="563" dur="5853" fill="hold"/>
                                        <p:tgtEl>
                                          <p:spTgt spid="470"/>
                                        </p:tgtEl>
                                        <p:attrNameLst>
                                          <p:attrName>ppt_x</p:attrName>
                                        </p:attrNameLst>
                                      </p:cBhvr>
                                      <p:tavLst>
                                        <p:tav tm="0">
                                          <p:val>
                                            <p:fltVal val="0.5"/>
                                          </p:val>
                                        </p:tav>
                                        <p:tav tm="100000">
                                          <p:val>
                                            <p:strVal val="#ppt_x"/>
                                          </p:val>
                                        </p:tav>
                                      </p:tavLst>
                                    </p:anim>
                                    <p:anim calcmode="lin" valueType="num">
                                      <p:cBhvr>
                                        <p:cTn id="564" dur="5853" fill="hold"/>
                                        <p:tgtEl>
                                          <p:spTgt spid="470"/>
                                        </p:tgtEl>
                                        <p:attrNameLst>
                                          <p:attrName>ppt_y</p:attrName>
                                        </p:attrNameLst>
                                      </p:cBhvr>
                                      <p:tavLst>
                                        <p:tav tm="0">
                                          <p:val>
                                            <p:fltVal val="0.5"/>
                                          </p:val>
                                        </p:tav>
                                        <p:tav tm="100000">
                                          <p:val>
                                            <p:strVal val="#ppt_y"/>
                                          </p:val>
                                        </p:tav>
                                      </p:tavLst>
                                    </p:anim>
                                  </p:childTnLst>
                                </p:cTn>
                              </p:par>
                              <p:par>
                                <p:cTn id="565" presetID="53" presetClass="entr" presetSubtype="528" repeatCount="indefinite" fill="hold" grpId="0" nodeType="withEffect">
                                  <p:stCondLst>
                                    <p:cond delay="1555"/>
                                  </p:stCondLst>
                                  <p:childTnLst>
                                    <p:set>
                                      <p:cBhvr>
                                        <p:cTn id="566" dur="1" fill="hold">
                                          <p:stCondLst>
                                            <p:cond delay="0"/>
                                          </p:stCondLst>
                                        </p:cTn>
                                        <p:tgtEl>
                                          <p:spTgt spid="472"/>
                                        </p:tgtEl>
                                        <p:attrNameLst>
                                          <p:attrName>style.visibility</p:attrName>
                                        </p:attrNameLst>
                                      </p:cBhvr>
                                      <p:to>
                                        <p:strVal val="visible"/>
                                      </p:to>
                                    </p:set>
                                    <p:anim calcmode="lin" valueType="num">
                                      <p:cBhvr>
                                        <p:cTn id="567" dur="5653" fill="hold"/>
                                        <p:tgtEl>
                                          <p:spTgt spid="472"/>
                                        </p:tgtEl>
                                        <p:attrNameLst>
                                          <p:attrName>ppt_w</p:attrName>
                                        </p:attrNameLst>
                                      </p:cBhvr>
                                      <p:tavLst>
                                        <p:tav tm="0">
                                          <p:val>
                                            <p:fltVal val="0"/>
                                          </p:val>
                                        </p:tav>
                                        <p:tav tm="100000">
                                          <p:val>
                                            <p:strVal val="#ppt_w"/>
                                          </p:val>
                                        </p:tav>
                                      </p:tavLst>
                                    </p:anim>
                                    <p:anim calcmode="lin" valueType="num">
                                      <p:cBhvr>
                                        <p:cTn id="568" dur="5653" fill="hold"/>
                                        <p:tgtEl>
                                          <p:spTgt spid="472"/>
                                        </p:tgtEl>
                                        <p:attrNameLst>
                                          <p:attrName>ppt_h</p:attrName>
                                        </p:attrNameLst>
                                      </p:cBhvr>
                                      <p:tavLst>
                                        <p:tav tm="0">
                                          <p:val>
                                            <p:fltVal val="0"/>
                                          </p:val>
                                        </p:tav>
                                        <p:tav tm="100000">
                                          <p:val>
                                            <p:strVal val="#ppt_h"/>
                                          </p:val>
                                        </p:tav>
                                      </p:tavLst>
                                    </p:anim>
                                    <p:animEffect transition="in" filter="fade">
                                      <p:cBhvr>
                                        <p:cTn id="569" dur="5653"/>
                                        <p:tgtEl>
                                          <p:spTgt spid="472"/>
                                        </p:tgtEl>
                                      </p:cBhvr>
                                    </p:animEffect>
                                    <p:anim calcmode="lin" valueType="num">
                                      <p:cBhvr>
                                        <p:cTn id="570" dur="5653" fill="hold"/>
                                        <p:tgtEl>
                                          <p:spTgt spid="472"/>
                                        </p:tgtEl>
                                        <p:attrNameLst>
                                          <p:attrName>ppt_x</p:attrName>
                                        </p:attrNameLst>
                                      </p:cBhvr>
                                      <p:tavLst>
                                        <p:tav tm="0">
                                          <p:val>
                                            <p:fltVal val="0.5"/>
                                          </p:val>
                                        </p:tav>
                                        <p:tav tm="100000">
                                          <p:val>
                                            <p:strVal val="#ppt_x"/>
                                          </p:val>
                                        </p:tav>
                                      </p:tavLst>
                                    </p:anim>
                                    <p:anim calcmode="lin" valueType="num">
                                      <p:cBhvr>
                                        <p:cTn id="571" dur="5653" fill="hold"/>
                                        <p:tgtEl>
                                          <p:spTgt spid="472"/>
                                        </p:tgtEl>
                                        <p:attrNameLst>
                                          <p:attrName>ppt_y</p:attrName>
                                        </p:attrNameLst>
                                      </p:cBhvr>
                                      <p:tavLst>
                                        <p:tav tm="0">
                                          <p:val>
                                            <p:fltVal val="0.5"/>
                                          </p:val>
                                        </p:tav>
                                        <p:tav tm="100000">
                                          <p:val>
                                            <p:strVal val="#ppt_y"/>
                                          </p:val>
                                        </p:tav>
                                      </p:tavLst>
                                    </p:anim>
                                  </p:childTnLst>
                                </p:cTn>
                              </p:par>
                              <p:par>
                                <p:cTn id="572" presetID="53" presetClass="entr" presetSubtype="528" repeatCount="indefinite" fill="hold" grpId="0" nodeType="withEffect">
                                  <p:stCondLst>
                                    <p:cond delay="1065"/>
                                  </p:stCondLst>
                                  <p:childTnLst>
                                    <p:set>
                                      <p:cBhvr>
                                        <p:cTn id="573" dur="1" fill="hold">
                                          <p:stCondLst>
                                            <p:cond delay="0"/>
                                          </p:stCondLst>
                                        </p:cTn>
                                        <p:tgtEl>
                                          <p:spTgt spid="473"/>
                                        </p:tgtEl>
                                        <p:attrNameLst>
                                          <p:attrName>style.visibility</p:attrName>
                                        </p:attrNameLst>
                                      </p:cBhvr>
                                      <p:to>
                                        <p:strVal val="visible"/>
                                      </p:to>
                                    </p:set>
                                    <p:anim calcmode="lin" valueType="num">
                                      <p:cBhvr>
                                        <p:cTn id="574" dur="7301" fill="hold"/>
                                        <p:tgtEl>
                                          <p:spTgt spid="473"/>
                                        </p:tgtEl>
                                        <p:attrNameLst>
                                          <p:attrName>ppt_w</p:attrName>
                                        </p:attrNameLst>
                                      </p:cBhvr>
                                      <p:tavLst>
                                        <p:tav tm="0">
                                          <p:val>
                                            <p:fltVal val="0"/>
                                          </p:val>
                                        </p:tav>
                                        <p:tav tm="100000">
                                          <p:val>
                                            <p:strVal val="#ppt_w"/>
                                          </p:val>
                                        </p:tav>
                                      </p:tavLst>
                                    </p:anim>
                                    <p:anim calcmode="lin" valueType="num">
                                      <p:cBhvr>
                                        <p:cTn id="575" dur="7301" fill="hold"/>
                                        <p:tgtEl>
                                          <p:spTgt spid="473"/>
                                        </p:tgtEl>
                                        <p:attrNameLst>
                                          <p:attrName>ppt_h</p:attrName>
                                        </p:attrNameLst>
                                      </p:cBhvr>
                                      <p:tavLst>
                                        <p:tav tm="0">
                                          <p:val>
                                            <p:fltVal val="0"/>
                                          </p:val>
                                        </p:tav>
                                        <p:tav tm="100000">
                                          <p:val>
                                            <p:strVal val="#ppt_h"/>
                                          </p:val>
                                        </p:tav>
                                      </p:tavLst>
                                    </p:anim>
                                    <p:animEffect transition="in" filter="fade">
                                      <p:cBhvr>
                                        <p:cTn id="576" dur="7301"/>
                                        <p:tgtEl>
                                          <p:spTgt spid="473"/>
                                        </p:tgtEl>
                                      </p:cBhvr>
                                    </p:animEffect>
                                    <p:anim calcmode="lin" valueType="num">
                                      <p:cBhvr>
                                        <p:cTn id="577" dur="7301" fill="hold"/>
                                        <p:tgtEl>
                                          <p:spTgt spid="473"/>
                                        </p:tgtEl>
                                        <p:attrNameLst>
                                          <p:attrName>ppt_x</p:attrName>
                                        </p:attrNameLst>
                                      </p:cBhvr>
                                      <p:tavLst>
                                        <p:tav tm="0">
                                          <p:val>
                                            <p:fltVal val="0.5"/>
                                          </p:val>
                                        </p:tav>
                                        <p:tav tm="100000">
                                          <p:val>
                                            <p:strVal val="#ppt_x"/>
                                          </p:val>
                                        </p:tav>
                                      </p:tavLst>
                                    </p:anim>
                                    <p:anim calcmode="lin" valueType="num">
                                      <p:cBhvr>
                                        <p:cTn id="578" dur="7301" fill="hold"/>
                                        <p:tgtEl>
                                          <p:spTgt spid="473"/>
                                        </p:tgtEl>
                                        <p:attrNameLst>
                                          <p:attrName>ppt_y</p:attrName>
                                        </p:attrNameLst>
                                      </p:cBhvr>
                                      <p:tavLst>
                                        <p:tav tm="0">
                                          <p:val>
                                            <p:fltVal val="0.5"/>
                                          </p:val>
                                        </p:tav>
                                        <p:tav tm="100000">
                                          <p:val>
                                            <p:strVal val="#ppt_y"/>
                                          </p:val>
                                        </p:tav>
                                      </p:tavLst>
                                    </p:anim>
                                  </p:childTnLst>
                                </p:cTn>
                              </p:par>
                              <p:par>
                                <p:cTn id="579" presetID="53" presetClass="entr" presetSubtype="528" repeatCount="indefinite" fill="hold" grpId="0" nodeType="withEffect">
                                  <p:stCondLst>
                                    <p:cond delay="1298"/>
                                  </p:stCondLst>
                                  <p:childTnLst>
                                    <p:set>
                                      <p:cBhvr>
                                        <p:cTn id="580" dur="1" fill="hold">
                                          <p:stCondLst>
                                            <p:cond delay="0"/>
                                          </p:stCondLst>
                                        </p:cTn>
                                        <p:tgtEl>
                                          <p:spTgt spid="474"/>
                                        </p:tgtEl>
                                        <p:attrNameLst>
                                          <p:attrName>style.visibility</p:attrName>
                                        </p:attrNameLst>
                                      </p:cBhvr>
                                      <p:to>
                                        <p:strVal val="visible"/>
                                      </p:to>
                                    </p:set>
                                    <p:anim calcmode="lin" valueType="num">
                                      <p:cBhvr>
                                        <p:cTn id="581" dur="7173" fill="hold"/>
                                        <p:tgtEl>
                                          <p:spTgt spid="474"/>
                                        </p:tgtEl>
                                        <p:attrNameLst>
                                          <p:attrName>ppt_w</p:attrName>
                                        </p:attrNameLst>
                                      </p:cBhvr>
                                      <p:tavLst>
                                        <p:tav tm="0">
                                          <p:val>
                                            <p:fltVal val="0"/>
                                          </p:val>
                                        </p:tav>
                                        <p:tav tm="100000">
                                          <p:val>
                                            <p:strVal val="#ppt_w"/>
                                          </p:val>
                                        </p:tav>
                                      </p:tavLst>
                                    </p:anim>
                                    <p:anim calcmode="lin" valueType="num">
                                      <p:cBhvr>
                                        <p:cTn id="582" dur="7173" fill="hold"/>
                                        <p:tgtEl>
                                          <p:spTgt spid="474"/>
                                        </p:tgtEl>
                                        <p:attrNameLst>
                                          <p:attrName>ppt_h</p:attrName>
                                        </p:attrNameLst>
                                      </p:cBhvr>
                                      <p:tavLst>
                                        <p:tav tm="0">
                                          <p:val>
                                            <p:fltVal val="0"/>
                                          </p:val>
                                        </p:tav>
                                        <p:tav tm="100000">
                                          <p:val>
                                            <p:strVal val="#ppt_h"/>
                                          </p:val>
                                        </p:tav>
                                      </p:tavLst>
                                    </p:anim>
                                    <p:animEffect transition="in" filter="fade">
                                      <p:cBhvr>
                                        <p:cTn id="583" dur="7173"/>
                                        <p:tgtEl>
                                          <p:spTgt spid="474"/>
                                        </p:tgtEl>
                                      </p:cBhvr>
                                    </p:animEffect>
                                    <p:anim calcmode="lin" valueType="num">
                                      <p:cBhvr>
                                        <p:cTn id="584" dur="7173" fill="hold"/>
                                        <p:tgtEl>
                                          <p:spTgt spid="474"/>
                                        </p:tgtEl>
                                        <p:attrNameLst>
                                          <p:attrName>ppt_x</p:attrName>
                                        </p:attrNameLst>
                                      </p:cBhvr>
                                      <p:tavLst>
                                        <p:tav tm="0">
                                          <p:val>
                                            <p:fltVal val="0.5"/>
                                          </p:val>
                                        </p:tav>
                                        <p:tav tm="100000">
                                          <p:val>
                                            <p:strVal val="#ppt_x"/>
                                          </p:val>
                                        </p:tav>
                                      </p:tavLst>
                                    </p:anim>
                                    <p:anim calcmode="lin" valueType="num">
                                      <p:cBhvr>
                                        <p:cTn id="585" dur="7173" fill="hold"/>
                                        <p:tgtEl>
                                          <p:spTgt spid="474"/>
                                        </p:tgtEl>
                                        <p:attrNameLst>
                                          <p:attrName>ppt_y</p:attrName>
                                        </p:attrNameLst>
                                      </p:cBhvr>
                                      <p:tavLst>
                                        <p:tav tm="0">
                                          <p:val>
                                            <p:fltVal val="0.5"/>
                                          </p:val>
                                        </p:tav>
                                        <p:tav tm="100000">
                                          <p:val>
                                            <p:strVal val="#ppt_y"/>
                                          </p:val>
                                        </p:tav>
                                      </p:tavLst>
                                    </p:anim>
                                  </p:childTnLst>
                                </p:cTn>
                              </p:par>
                              <p:par>
                                <p:cTn id="586" presetID="53" presetClass="entr" presetSubtype="528" repeatCount="indefinite" fill="hold" grpId="0" nodeType="withEffect">
                                  <p:stCondLst>
                                    <p:cond delay="1367"/>
                                  </p:stCondLst>
                                  <p:childTnLst>
                                    <p:set>
                                      <p:cBhvr>
                                        <p:cTn id="587" dur="1" fill="hold">
                                          <p:stCondLst>
                                            <p:cond delay="0"/>
                                          </p:stCondLst>
                                        </p:cTn>
                                        <p:tgtEl>
                                          <p:spTgt spid="481"/>
                                        </p:tgtEl>
                                        <p:attrNameLst>
                                          <p:attrName>style.visibility</p:attrName>
                                        </p:attrNameLst>
                                      </p:cBhvr>
                                      <p:to>
                                        <p:strVal val="visible"/>
                                      </p:to>
                                    </p:set>
                                    <p:anim calcmode="lin" valueType="num">
                                      <p:cBhvr>
                                        <p:cTn id="588" dur="6011" fill="hold"/>
                                        <p:tgtEl>
                                          <p:spTgt spid="481"/>
                                        </p:tgtEl>
                                        <p:attrNameLst>
                                          <p:attrName>ppt_w</p:attrName>
                                        </p:attrNameLst>
                                      </p:cBhvr>
                                      <p:tavLst>
                                        <p:tav tm="0">
                                          <p:val>
                                            <p:fltVal val="0"/>
                                          </p:val>
                                        </p:tav>
                                        <p:tav tm="100000">
                                          <p:val>
                                            <p:strVal val="#ppt_w"/>
                                          </p:val>
                                        </p:tav>
                                      </p:tavLst>
                                    </p:anim>
                                    <p:anim calcmode="lin" valueType="num">
                                      <p:cBhvr>
                                        <p:cTn id="589" dur="6011" fill="hold"/>
                                        <p:tgtEl>
                                          <p:spTgt spid="481"/>
                                        </p:tgtEl>
                                        <p:attrNameLst>
                                          <p:attrName>ppt_h</p:attrName>
                                        </p:attrNameLst>
                                      </p:cBhvr>
                                      <p:tavLst>
                                        <p:tav tm="0">
                                          <p:val>
                                            <p:fltVal val="0"/>
                                          </p:val>
                                        </p:tav>
                                        <p:tav tm="100000">
                                          <p:val>
                                            <p:strVal val="#ppt_h"/>
                                          </p:val>
                                        </p:tav>
                                      </p:tavLst>
                                    </p:anim>
                                    <p:animEffect transition="in" filter="fade">
                                      <p:cBhvr>
                                        <p:cTn id="590" dur="6011"/>
                                        <p:tgtEl>
                                          <p:spTgt spid="481"/>
                                        </p:tgtEl>
                                      </p:cBhvr>
                                    </p:animEffect>
                                    <p:anim calcmode="lin" valueType="num">
                                      <p:cBhvr>
                                        <p:cTn id="591" dur="6011" fill="hold"/>
                                        <p:tgtEl>
                                          <p:spTgt spid="481"/>
                                        </p:tgtEl>
                                        <p:attrNameLst>
                                          <p:attrName>ppt_x</p:attrName>
                                        </p:attrNameLst>
                                      </p:cBhvr>
                                      <p:tavLst>
                                        <p:tav tm="0">
                                          <p:val>
                                            <p:fltVal val="0.5"/>
                                          </p:val>
                                        </p:tav>
                                        <p:tav tm="100000">
                                          <p:val>
                                            <p:strVal val="#ppt_x"/>
                                          </p:val>
                                        </p:tav>
                                      </p:tavLst>
                                    </p:anim>
                                    <p:anim calcmode="lin" valueType="num">
                                      <p:cBhvr>
                                        <p:cTn id="592" dur="6011" fill="hold"/>
                                        <p:tgtEl>
                                          <p:spTgt spid="481"/>
                                        </p:tgtEl>
                                        <p:attrNameLst>
                                          <p:attrName>ppt_y</p:attrName>
                                        </p:attrNameLst>
                                      </p:cBhvr>
                                      <p:tavLst>
                                        <p:tav tm="0">
                                          <p:val>
                                            <p:fltVal val="0.5"/>
                                          </p:val>
                                        </p:tav>
                                        <p:tav tm="100000">
                                          <p:val>
                                            <p:strVal val="#ppt_y"/>
                                          </p:val>
                                        </p:tav>
                                      </p:tavLst>
                                    </p:anim>
                                  </p:childTnLst>
                                </p:cTn>
                              </p:par>
                              <p:par>
                                <p:cTn id="593" presetID="53" presetClass="entr" presetSubtype="528" repeatCount="indefinite" fill="hold" grpId="0" nodeType="withEffect">
                                  <p:stCondLst>
                                    <p:cond delay="1243"/>
                                  </p:stCondLst>
                                  <p:childTnLst>
                                    <p:set>
                                      <p:cBhvr>
                                        <p:cTn id="594" dur="1" fill="hold">
                                          <p:stCondLst>
                                            <p:cond delay="0"/>
                                          </p:stCondLst>
                                        </p:cTn>
                                        <p:tgtEl>
                                          <p:spTgt spid="482"/>
                                        </p:tgtEl>
                                        <p:attrNameLst>
                                          <p:attrName>style.visibility</p:attrName>
                                        </p:attrNameLst>
                                      </p:cBhvr>
                                      <p:to>
                                        <p:strVal val="visible"/>
                                      </p:to>
                                    </p:set>
                                    <p:anim calcmode="lin" valueType="num">
                                      <p:cBhvr>
                                        <p:cTn id="595" dur="5785" fill="hold"/>
                                        <p:tgtEl>
                                          <p:spTgt spid="482"/>
                                        </p:tgtEl>
                                        <p:attrNameLst>
                                          <p:attrName>ppt_w</p:attrName>
                                        </p:attrNameLst>
                                      </p:cBhvr>
                                      <p:tavLst>
                                        <p:tav tm="0">
                                          <p:val>
                                            <p:fltVal val="0"/>
                                          </p:val>
                                        </p:tav>
                                        <p:tav tm="100000">
                                          <p:val>
                                            <p:strVal val="#ppt_w"/>
                                          </p:val>
                                        </p:tav>
                                      </p:tavLst>
                                    </p:anim>
                                    <p:anim calcmode="lin" valueType="num">
                                      <p:cBhvr>
                                        <p:cTn id="596" dur="5785" fill="hold"/>
                                        <p:tgtEl>
                                          <p:spTgt spid="482"/>
                                        </p:tgtEl>
                                        <p:attrNameLst>
                                          <p:attrName>ppt_h</p:attrName>
                                        </p:attrNameLst>
                                      </p:cBhvr>
                                      <p:tavLst>
                                        <p:tav tm="0">
                                          <p:val>
                                            <p:fltVal val="0"/>
                                          </p:val>
                                        </p:tav>
                                        <p:tav tm="100000">
                                          <p:val>
                                            <p:strVal val="#ppt_h"/>
                                          </p:val>
                                        </p:tav>
                                      </p:tavLst>
                                    </p:anim>
                                    <p:animEffect transition="in" filter="fade">
                                      <p:cBhvr>
                                        <p:cTn id="597" dur="5785"/>
                                        <p:tgtEl>
                                          <p:spTgt spid="482"/>
                                        </p:tgtEl>
                                      </p:cBhvr>
                                    </p:animEffect>
                                    <p:anim calcmode="lin" valueType="num">
                                      <p:cBhvr>
                                        <p:cTn id="598" dur="5785" fill="hold"/>
                                        <p:tgtEl>
                                          <p:spTgt spid="482"/>
                                        </p:tgtEl>
                                        <p:attrNameLst>
                                          <p:attrName>ppt_x</p:attrName>
                                        </p:attrNameLst>
                                      </p:cBhvr>
                                      <p:tavLst>
                                        <p:tav tm="0">
                                          <p:val>
                                            <p:fltVal val="0.5"/>
                                          </p:val>
                                        </p:tav>
                                        <p:tav tm="100000">
                                          <p:val>
                                            <p:strVal val="#ppt_x"/>
                                          </p:val>
                                        </p:tav>
                                      </p:tavLst>
                                    </p:anim>
                                    <p:anim calcmode="lin" valueType="num">
                                      <p:cBhvr>
                                        <p:cTn id="599" dur="5785" fill="hold"/>
                                        <p:tgtEl>
                                          <p:spTgt spid="482"/>
                                        </p:tgtEl>
                                        <p:attrNameLst>
                                          <p:attrName>ppt_y</p:attrName>
                                        </p:attrNameLst>
                                      </p:cBhvr>
                                      <p:tavLst>
                                        <p:tav tm="0">
                                          <p:val>
                                            <p:fltVal val="0.5"/>
                                          </p:val>
                                        </p:tav>
                                        <p:tav tm="100000">
                                          <p:val>
                                            <p:strVal val="#ppt_y"/>
                                          </p:val>
                                        </p:tav>
                                      </p:tavLst>
                                    </p:anim>
                                  </p:childTnLst>
                                </p:cTn>
                              </p:par>
                              <p:par>
                                <p:cTn id="600" presetID="53" presetClass="entr" presetSubtype="528" repeatCount="indefinite" fill="hold" grpId="0" nodeType="withEffect">
                                  <p:stCondLst>
                                    <p:cond delay="273"/>
                                  </p:stCondLst>
                                  <p:childTnLst>
                                    <p:set>
                                      <p:cBhvr>
                                        <p:cTn id="601" dur="1" fill="hold">
                                          <p:stCondLst>
                                            <p:cond delay="0"/>
                                          </p:stCondLst>
                                        </p:cTn>
                                        <p:tgtEl>
                                          <p:spTgt spid="483"/>
                                        </p:tgtEl>
                                        <p:attrNameLst>
                                          <p:attrName>style.visibility</p:attrName>
                                        </p:attrNameLst>
                                      </p:cBhvr>
                                      <p:to>
                                        <p:strVal val="visible"/>
                                      </p:to>
                                    </p:set>
                                    <p:anim calcmode="lin" valueType="num">
                                      <p:cBhvr>
                                        <p:cTn id="602" dur="6234" fill="hold"/>
                                        <p:tgtEl>
                                          <p:spTgt spid="483"/>
                                        </p:tgtEl>
                                        <p:attrNameLst>
                                          <p:attrName>ppt_w</p:attrName>
                                        </p:attrNameLst>
                                      </p:cBhvr>
                                      <p:tavLst>
                                        <p:tav tm="0">
                                          <p:val>
                                            <p:fltVal val="0"/>
                                          </p:val>
                                        </p:tav>
                                        <p:tav tm="100000">
                                          <p:val>
                                            <p:strVal val="#ppt_w"/>
                                          </p:val>
                                        </p:tav>
                                      </p:tavLst>
                                    </p:anim>
                                    <p:anim calcmode="lin" valueType="num">
                                      <p:cBhvr>
                                        <p:cTn id="603" dur="6234" fill="hold"/>
                                        <p:tgtEl>
                                          <p:spTgt spid="483"/>
                                        </p:tgtEl>
                                        <p:attrNameLst>
                                          <p:attrName>ppt_h</p:attrName>
                                        </p:attrNameLst>
                                      </p:cBhvr>
                                      <p:tavLst>
                                        <p:tav tm="0">
                                          <p:val>
                                            <p:fltVal val="0"/>
                                          </p:val>
                                        </p:tav>
                                        <p:tav tm="100000">
                                          <p:val>
                                            <p:strVal val="#ppt_h"/>
                                          </p:val>
                                        </p:tav>
                                      </p:tavLst>
                                    </p:anim>
                                    <p:animEffect transition="in" filter="fade">
                                      <p:cBhvr>
                                        <p:cTn id="604" dur="6234"/>
                                        <p:tgtEl>
                                          <p:spTgt spid="483"/>
                                        </p:tgtEl>
                                      </p:cBhvr>
                                    </p:animEffect>
                                    <p:anim calcmode="lin" valueType="num">
                                      <p:cBhvr>
                                        <p:cTn id="605" dur="6234" fill="hold"/>
                                        <p:tgtEl>
                                          <p:spTgt spid="483"/>
                                        </p:tgtEl>
                                        <p:attrNameLst>
                                          <p:attrName>ppt_x</p:attrName>
                                        </p:attrNameLst>
                                      </p:cBhvr>
                                      <p:tavLst>
                                        <p:tav tm="0">
                                          <p:val>
                                            <p:fltVal val="0.5"/>
                                          </p:val>
                                        </p:tav>
                                        <p:tav tm="100000">
                                          <p:val>
                                            <p:strVal val="#ppt_x"/>
                                          </p:val>
                                        </p:tav>
                                      </p:tavLst>
                                    </p:anim>
                                    <p:anim calcmode="lin" valueType="num">
                                      <p:cBhvr>
                                        <p:cTn id="606" dur="6234" fill="hold"/>
                                        <p:tgtEl>
                                          <p:spTgt spid="483"/>
                                        </p:tgtEl>
                                        <p:attrNameLst>
                                          <p:attrName>ppt_y</p:attrName>
                                        </p:attrNameLst>
                                      </p:cBhvr>
                                      <p:tavLst>
                                        <p:tav tm="0">
                                          <p:val>
                                            <p:fltVal val="0.5"/>
                                          </p:val>
                                        </p:tav>
                                        <p:tav tm="100000">
                                          <p:val>
                                            <p:strVal val="#ppt_y"/>
                                          </p:val>
                                        </p:tav>
                                      </p:tavLst>
                                    </p:anim>
                                  </p:childTnLst>
                                </p:cTn>
                              </p:par>
                              <p:par>
                                <p:cTn id="607" presetID="53" presetClass="entr" presetSubtype="528" repeatCount="indefinite" fill="hold" grpId="0" nodeType="withEffect">
                                  <p:stCondLst>
                                    <p:cond delay="1910"/>
                                  </p:stCondLst>
                                  <p:childTnLst>
                                    <p:set>
                                      <p:cBhvr>
                                        <p:cTn id="608" dur="1" fill="hold">
                                          <p:stCondLst>
                                            <p:cond delay="0"/>
                                          </p:stCondLst>
                                        </p:cTn>
                                        <p:tgtEl>
                                          <p:spTgt spid="502"/>
                                        </p:tgtEl>
                                        <p:attrNameLst>
                                          <p:attrName>style.visibility</p:attrName>
                                        </p:attrNameLst>
                                      </p:cBhvr>
                                      <p:to>
                                        <p:strVal val="visible"/>
                                      </p:to>
                                    </p:set>
                                    <p:anim calcmode="lin" valueType="num">
                                      <p:cBhvr>
                                        <p:cTn id="609" dur="7063" fill="hold"/>
                                        <p:tgtEl>
                                          <p:spTgt spid="502"/>
                                        </p:tgtEl>
                                        <p:attrNameLst>
                                          <p:attrName>ppt_w</p:attrName>
                                        </p:attrNameLst>
                                      </p:cBhvr>
                                      <p:tavLst>
                                        <p:tav tm="0">
                                          <p:val>
                                            <p:fltVal val="0"/>
                                          </p:val>
                                        </p:tav>
                                        <p:tav tm="100000">
                                          <p:val>
                                            <p:strVal val="#ppt_w"/>
                                          </p:val>
                                        </p:tav>
                                      </p:tavLst>
                                    </p:anim>
                                    <p:anim calcmode="lin" valueType="num">
                                      <p:cBhvr>
                                        <p:cTn id="610" dur="7063" fill="hold"/>
                                        <p:tgtEl>
                                          <p:spTgt spid="502"/>
                                        </p:tgtEl>
                                        <p:attrNameLst>
                                          <p:attrName>ppt_h</p:attrName>
                                        </p:attrNameLst>
                                      </p:cBhvr>
                                      <p:tavLst>
                                        <p:tav tm="0">
                                          <p:val>
                                            <p:fltVal val="0"/>
                                          </p:val>
                                        </p:tav>
                                        <p:tav tm="100000">
                                          <p:val>
                                            <p:strVal val="#ppt_h"/>
                                          </p:val>
                                        </p:tav>
                                      </p:tavLst>
                                    </p:anim>
                                    <p:animEffect transition="in" filter="fade">
                                      <p:cBhvr>
                                        <p:cTn id="611" dur="7063"/>
                                        <p:tgtEl>
                                          <p:spTgt spid="502"/>
                                        </p:tgtEl>
                                      </p:cBhvr>
                                    </p:animEffect>
                                    <p:anim calcmode="lin" valueType="num">
                                      <p:cBhvr>
                                        <p:cTn id="612" dur="7063" fill="hold"/>
                                        <p:tgtEl>
                                          <p:spTgt spid="502"/>
                                        </p:tgtEl>
                                        <p:attrNameLst>
                                          <p:attrName>ppt_x</p:attrName>
                                        </p:attrNameLst>
                                      </p:cBhvr>
                                      <p:tavLst>
                                        <p:tav tm="0">
                                          <p:val>
                                            <p:fltVal val="0.5"/>
                                          </p:val>
                                        </p:tav>
                                        <p:tav tm="100000">
                                          <p:val>
                                            <p:strVal val="#ppt_x"/>
                                          </p:val>
                                        </p:tav>
                                      </p:tavLst>
                                    </p:anim>
                                    <p:anim calcmode="lin" valueType="num">
                                      <p:cBhvr>
                                        <p:cTn id="613" dur="7063" fill="hold"/>
                                        <p:tgtEl>
                                          <p:spTgt spid="502"/>
                                        </p:tgtEl>
                                        <p:attrNameLst>
                                          <p:attrName>ppt_y</p:attrName>
                                        </p:attrNameLst>
                                      </p:cBhvr>
                                      <p:tavLst>
                                        <p:tav tm="0">
                                          <p:val>
                                            <p:fltVal val="0.5"/>
                                          </p:val>
                                        </p:tav>
                                        <p:tav tm="100000">
                                          <p:val>
                                            <p:strVal val="#ppt_y"/>
                                          </p:val>
                                        </p:tav>
                                      </p:tavLst>
                                    </p:anim>
                                  </p:childTnLst>
                                </p:cTn>
                              </p:par>
                              <p:par>
                                <p:cTn id="614" presetID="53" presetClass="entr" presetSubtype="528" repeatCount="indefinite" fill="hold" grpId="0" nodeType="withEffect">
                                  <p:stCondLst>
                                    <p:cond delay="633"/>
                                  </p:stCondLst>
                                  <p:childTnLst>
                                    <p:set>
                                      <p:cBhvr>
                                        <p:cTn id="615" dur="1" fill="hold">
                                          <p:stCondLst>
                                            <p:cond delay="0"/>
                                          </p:stCondLst>
                                        </p:cTn>
                                        <p:tgtEl>
                                          <p:spTgt spid="503"/>
                                        </p:tgtEl>
                                        <p:attrNameLst>
                                          <p:attrName>style.visibility</p:attrName>
                                        </p:attrNameLst>
                                      </p:cBhvr>
                                      <p:to>
                                        <p:strVal val="visible"/>
                                      </p:to>
                                    </p:set>
                                    <p:anim calcmode="lin" valueType="num">
                                      <p:cBhvr>
                                        <p:cTn id="616" dur="5494" fill="hold"/>
                                        <p:tgtEl>
                                          <p:spTgt spid="503"/>
                                        </p:tgtEl>
                                        <p:attrNameLst>
                                          <p:attrName>ppt_w</p:attrName>
                                        </p:attrNameLst>
                                      </p:cBhvr>
                                      <p:tavLst>
                                        <p:tav tm="0">
                                          <p:val>
                                            <p:fltVal val="0"/>
                                          </p:val>
                                        </p:tav>
                                        <p:tav tm="100000">
                                          <p:val>
                                            <p:strVal val="#ppt_w"/>
                                          </p:val>
                                        </p:tav>
                                      </p:tavLst>
                                    </p:anim>
                                    <p:anim calcmode="lin" valueType="num">
                                      <p:cBhvr>
                                        <p:cTn id="617" dur="5494" fill="hold"/>
                                        <p:tgtEl>
                                          <p:spTgt spid="503"/>
                                        </p:tgtEl>
                                        <p:attrNameLst>
                                          <p:attrName>ppt_h</p:attrName>
                                        </p:attrNameLst>
                                      </p:cBhvr>
                                      <p:tavLst>
                                        <p:tav tm="0">
                                          <p:val>
                                            <p:fltVal val="0"/>
                                          </p:val>
                                        </p:tav>
                                        <p:tav tm="100000">
                                          <p:val>
                                            <p:strVal val="#ppt_h"/>
                                          </p:val>
                                        </p:tav>
                                      </p:tavLst>
                                    </p:anim>
                                    <p:animEffect transition="in" filter="fade">
                                      <p:cBhvr>
                                        <p:cTn id="618" dur="5494"/>
                                        <p:tgtEl>
                                          <p:spTgt spid="503"/>
                                        </p:tgtEl>
                                      </p:cBhvr>
                                    </p:animEffect>
                                    <p:anim calcmode="lin" valueType="num">
                                      <p:cBhvr>
                                        <p:cTn id="619" dur="5494" fill="hold"/>
                                        <p:tgtEl>
                                          <p:spTgt spid="503"/>
                                        </p:tgtEl>
                                        <p:attrNameLst>
                                          <p:attrName>ppt_x</p:attrName>
                                        </p:attrNameLst>
                                      </p:cBhvr>
                                      <p:tavLst>
                                        <p:tav tm="0">
                                          <p:val>
                                            <p:fltVal val="0.5"/>
                                          </p:val>
                                        </p:tav>
                                        <p:tav tm="100000">
                                          <p:val>
                                            <p:strVal val="#ppt_x"/>
                                          </p:val>
                                        </p:tav>
                                      </p:tavLst>
                                    </p:anim>
                                    <p:anim calcmode="lin" valueType="num">
                                      <p:cBhvr>
                                        <p:cTn id="620" dur="5494" fill="hold"/>
                                        <p:tgtEl>
                                          <p:spTgt spid="503"/>
                                        </p:tgtEl>
                                        <p:attrNameLst>
                                          <p:attrName>ppt_y</p:attrName>
                                        </p:attrNameLst>
                                      </p:cBhvr>
                                      <p:tavLst>
                                        <p:tav tm="0">
                                          <p:val>
                                            <p:fltVal val="0.5"/>
                                          </p:val>
                                        </p:tav>
                                        <p:tav tm="100000">
                                          <p:val>
                                            <p:strVal val="#ppt_y"/>
                                          </p:val>
                                        </p:tav>
                                      </p:tavLst>
                                    </p:anim>
                                  </p:childTnLst>
                                </p:cTn>
                              </p:par>
                              <p:par>
                                <p:cTn id="621" presetID="53" presetClass="entr" presetSubtype="528" repeatCount="indefinite" fill="hold" grpId="0" nodeType="withEffect">
                                  <p:stCondLst>
                                    <p:cond delay="1769"/>
                                  </p:stCondLst>
                                  <p:childTnLst>
                                    <p:set>
                                      <p:cBhvr>
                                        <p:cTn id="622" dur="1" fill="hold">
                                          <p:stCondLst>
                                            <p:cond delay="0"/>
                                          </p:stCondLst>
                                        </p:cTn>
                                        <p:tgtEl>
                                          <p:spTgt spid="504"/>
                                        </p:tgtEl>
                                        <p:attrNameLst>
                                          <p:attrName>style.visibility</p:attrName>
                                        </p:attrNameLst>
                                      </p:cBhvr>
                                      <p:to>
                                        <p:strVal val="visible"/>
                                      </p:to>
                                    </p:set>
                                    <p:anim calcmode="lin" valueType="num">
                                      <p:cBhvr>
                                        <p:cTn id="623" dur="7135" fill="hold"/>
                                        <p:tgtEl>
                                          <p:spTgt spid="504"/>
                                        </p:tgtEl>
                                        <p:attrNameLst>
                                          <p:attrName>ppt_w</p:attrName>
                                        </p:attrNameLst>
                                      </p:cBhvr>
                                      <p:tavLst>
                                        <p:tav tm="0">
                                          <p:val>
                                            <p:fltVal val="0"/>
                                          </p:val>
                                        </p:tav>
                                        <p:tav tm="100000">
                                          <p:val>
                                            <p:strVal val="#ppt_w"/>
                                          </p:val>
                                        </p:tav>
                                      </p:tavLst>
                                    </p:anim>
                                    <p:anim calcmode="lin" valueType="num">
                                      <p:cBhvr>
                                        <p:cTn id="624" dur="7135" fill="hold"/>
                                        <p:tgtEl>
                                          <p:spTgt spid="504"/>
                                        </p:tgtEl>
                                        <p:attrNameLst>
                                          <p:attrName>ppt_h</p:attrName>
                                        </p:attrNameLst>
                                      </p:cBhvr>
                                      <p:tavLst>
                                        <p:tav tm="0">
                                          <p:val>
                                            <p:fltVal val="0"/>
                                          </p:val>
                                        </p:tav>
                                        <p:tav tm="100000">
                                          <p:val>
                                            <p:strVal val="#ppt_h"/>
                                          </p:val>
                                        </p:tav>
                                      </p:tavLst>
                                    </p:anim>
                                    <p:animEffect transition="in" filter="fade">
                                      <p:cBhvr>
                                        <p:cTn id="625" dur="7135"/>
                                        <p:tgtEl>
                                          <p:spTgt spid="504"/>
                                        </p:tgtEl>
                                      </p:cBhvr>
                                    </p:animEffect>
                                    <p:anim calcmode="lin" valueType="num">
                                      <p:cBhvr>
                                        <p:cTn id="626" dur="7135" fill="hold"/>
                                        <p:tgtEl>
                                          <p:spTgt spid="504"/>
                                        </p:tgtEl>
                                        <p:attrNameLst>
                                          <p:attrName>ppt_x</p:attrName>
                                        </p:attrNameLst>
                                      </p:cBhvr>
                                      <p:tavLst>
                                        <p:tav tm="0">
                                          <p:val>
                                            <p:fltVal val="0.5"/>
                                          </p:val>
                                        </p:tav>
                                        <p:tav tm="100000">
                                          <p:val>
                                            <p:strVal val="#ppt_x"/>
                                          </p:val>
                                        </p:tav>
                                      </p:tavLst>
                                    </p:anim>
                                    <p:anim calcmode="lin" valueType="num">
                                      <p:cBhvr>
                                        <p:cTn id="627" dur="7135" fill="hold"/>
                                        <p:tgtEl>
                                          <p:spTgt spid="504"/>
                                        </p:tgtEl>
                                        <p:attrNameLst>
                                          <p:attrName>ppt_y</p:attrName>
                                        </p:attrNameLst>
                                      </p:cBhvr>
                                      <p:tavLst>
                                        <p:tav tm="0">
                                          <p:val>
                                            <p:fltVal val="0.5"/>
                                          </p:val>
                                        </p:tav>
                                        <p:tav tm="100000">
                                          <p:val>
                                            <p:strVal val="#ppt_y"/>
                                          </p:val>
                                        </p:tav>
                                      </p:tavLst>
                                    </p:anim>
                                  </p:childTnLst>
                                </p:cTn>
                              </p:par>
                              <p:par>
                                <p:cTn id="628" presetID="53" presetClass="entr" presetSubtype="528" repeatCount="indefinite" fill="hold" grpId="0" nodeType="withEffect">
                                  <p:stCondLst>
                                    <p:cond delay="552"/>
                                  </p:stCondLst>
                                  <p:childTnLst>
                                    <p:set>
                                      <p:cBhvr>
                                        <p:cTn id="629" dur="1" fill="hold">
                                          <p:stCondLst>
                                            <p:cond delay="0"/>
                                          </p:stCondLst>
                                        </p:cTn>
                                        <p:tgtEl>
                                          <p:spTgt spid="505"/>
                                        </p:tgtEl>
                                        <p:attrNameLst>
                                          <p:attrName>style.visibility</p:attrName>
                                        </p:attrNameLst>
                                      </p:cBhvr>
                                      <p:to>
                                        <p:strVal val="visible"/>
                                      </p:to>
                                    </p:set>
                                    <p:anim calcmode="lin" valueType="num">
                                      <p:cBhvr>
                                        <p:cTn id="630" dur="7132" fill="hold"/>
                                        <p:tgtEl>
                                          <p:spTgt spid="505"/>
                                        </p:tgtEl>
                                        <p:attrNameLst>
                                          <p:attrName>ppt_w</p:attrName>
                                        </p:attrNameLst>
                                      </p:cBhvr>
                                      <p:tavLst>
                                        <p:tav tm="0">
                                          <p:val>
                                            <p:fltVal val="0"/>
                                          </p:val>
                                        </p:tav>
                                        <p:tav tm="100000">
                                          <p:val>
                                            <p:strVal val="#ppt_w"/>
                                          </p:val>
                                        </p:tav>
                                      </p:tavLst>
                                    </p:anim>
                                    <p:anim calcmode="lin" valueType="num">
                                      <p:cBhvr>
                                        <p:cTn id="631" dur="7132" fill="hold"/>
                                        <p:tgtEl>
                                          <p:spTgt spid="505"/>
                                        </p:tgtEl>
                                        <p:attrNameLst>
                                          <p:attrName>ppt_h</p:attrName>
                                        </p:attrNameLst>
                                      </p:cBhvr>
                                      <p:tavLst>
                                        <p:tav tm="0">
                                          <p:val>
                                            <p:fltVal val="0"/>
                                          </p:val>
                                        </p:tav>
                                        <p:tav tm="100000">
                                          <p:val>
                                            <p:strVal val="#ppt_h"/>
                                          </p:val>
                                        </p:tav>
                                      </p:tavLst>
                                    </p:anim>
                                    <p:animEffect transition="in" filter="fade">
                                      <p:cBhvr>
                                        <p:cTn id="632" dur="7132"/>
                                        <p:tgtEl>
                                          <p:spTgt spid="505"/>
                                        </p:tgtEl>
                                      </p:cBhvr>
                                    </p:animEffect>
                                    <p:anim calcmode="lin" valueType="num">
                                      <p:cBhvr>
                                        <p:cTn id="633" dur="7132" fill="hold"/>
                                        <p:tgtEl>
                                          <p:spTgt spid="505"/>
                                        </p:tgtEl>
                                        <p:attrNameLst>
                                          <p:attrName>ppt_x</p:attrName>
                                        </p:attrNameLst>
                                      </p:cBhvr>
                                      <p:tavLst>
                                        <p:tav tm="0">
                                          <p:val>
                                            <p:fltVal val="0.5"/>
                                          </p:val>
                                        </p:tav>
                                        <p:tav tm="100000">
                                          <p:val>
                                            <p:strVal val="#ppt_x"/>
                                          </p:val>
                                        </p:tav>
                                      </p:tavLst>
                                    </p:anim>
                                    <p:anim calcmode="lin" valueType="num">
                                      <p:cBhvr>
                                        <p:cTn id="634" dur="7132" fill="hold"/>
                                        <p:tgtEl>
                                          <p:spTgt spid="505"/>
                                        </p:tgtEl>
                                        <p:attrNameLst>
                                          <p:attrName>ppt_y</p:attrName>
                                        </p:attrNameLst>
                                      </p:cBhvr>
                                      <p:tavLst>
                                        <p:tav tm="0">
                                          <p:val>
                                            <p:fltVal val="0.5"/>
                                          </p:val>
                                        </p:tav>
                                        <p:tav tm="100000">
                                          <p:val>
                                            <p:strVal val="#ppt_y"/>
                                          </p:val>
                                        </p:tav>
                                      </p:tavLst>
                                    </p:anim>
                                  </p:childTnLst>
                                </p:cTn>
                              </p:par>
                              <p:par>
                                <p:cTn id="635" presetID="53" presetClass="entr" presetSubtype="528" repeatCount="indefinite" fill="hold" grpId="0" nodeType="withEffect">
                                  <p:stCondLst>
                                    <p:cond delay="1645"/>
                                  </p:stCondLst>
                                  <p:childTnLst>
                                    <p:set>
                                      <p:cBhvr>
                                        <p:cTn id="636" dur="1" fill="hold">
                                          <p:stCondLst>
                                            <p:cond delay="0"/>
                                          </p:stCondLst>
                                        </p:cTn>
                                        <p:tgtEl>
                                          <p:spTgt spid="529"/>
                                        </p:tgtEl>
                                        <p:attrNameLst>
                                          <p:attrName>style.visibility</p:attrName>
                                        </p:attrNameLst>
                                      </p:cBhvr>
                                      <p:to>
                                        <p:strVal val="visible"/>
                                      </p:to>
                                    </p:set>
                                    <p:anim calcmode="lin" valueType="num">
                                      <p:cBhvr>
                                        <p:cTn id="637" dur="5041" fill="hold"/>
                                        <p:tgtEl>
                                          <p:spTgt spid="529"/>
                                        </p:tgtEl>
                                        <p:attrNameLst>
                                          <p:attrName>ppt_w</p:attrName>
                                        </p:attrNameLst>
                                      </p:cBhvr>
                                      <p:tavLst>
                                        <p:tav tm="0">
                                          <p:val>
                                            <p:fltVal val="0"/>
                                          </p:val>
                                        </p:tav>
                                        <p:tav tm="100000">
                                          <p:val>
                                            <p:strVal val="#ppt_w"/>
                                          </p:val>
                                        </p:tav>
                                      </p:tavLst>
                                    </p:anim>
                                    <p:anim calcmode="lin" valueType="num">
                                      <p:cBhvr>
                                        <p:cTn id="638" dur="5041" fill="hold"/>
                                        <p:tgtEl>
                                          <p:spTgt spid="529"/>
                                        </p:tgtEl>
                                        <p:attrNameLst>
                                          <p:attrName>ppt_h</p:attrName>
                                        </p:attrNameLst>
                                      </p:cBhvr>
                                      <p:tavLst>
                                        <p:tav tm="0">
                                          <p:val>
                                            <p:fltVal val="0"/>
                                          </p:val>
                                        </p:tav>
                                        <p:tav tm="100000">
                                          <p:val>
                                            <p:strVal val="#ppt_h"/>
                                          </p:val>
                                        </p:tav>
                                      </p:tavLst>
                                    </p:anim>
                                    <p:animEffect transition="in" filter="fade">
                                      <p:cBhvr>
                                        <p:cTn id="639" dur="5041"/>
                                        <p:tgtEl>
                                          <p:spTgt spid="529"/>
                                        </p:tgtEl>
                                      </p:cBhvr>
                                    </p:animEffect>
                                    <p:anim calcmode="lin" valueType="num">
                                      <p:cBhvr>
                                        <p:cTn id="640" dur="5041" fill="hold"/>
                                        <p:tgtEl>
                                          <p:spTgt spid="529"/>
                                        </p:tgtEl>
                                        <p:attrNameLst>
                                          <p:attrName>ppt_x</p:attrName>
                                        </p:attrNameLst>
                                      </p:cBhvr>
                                      <p:tavLst>
                                        <p:tav tm="0">
                                          <p:val>
                                            <p:fltVal val="0.5"/>
                                          </p:val>
                                        </p:tav>
                                        <p:tav tm="100000">
                                          <p:val>
                                            <p:strVal val="#ppt_x"/>
                                          </p:val>
                                        </p:tav>
                                      </p:tavLst>
                                    </p:anim>
                                    <p:anim calcmode="lin" valueType="num">
                                      <p:cBhvr>
                                        <p:cTn id="641" dur="5041" fill="hold"/>
                                        <p:tgtEl>
                                          <p:spTgt spid="529"/>
                                        </p:tgtEl>
                                        <p:attrNameLst>
                                          <p:attrName>ppt_y</p:attrName>
                                        </p:attrNameLst>
                                      </p:cBhvr>
                                      <p:tavLst>
                                        <p:tav tm="0">
                                          <p:val>
                                            <p:fltVal val="0.5"/>
                                          </p:val>
                                        </p:tav>
                                        <p:tav tm="100000">
                                          <p:val>
                                            <p:strVal val="#ppt_y"/>
                                          </p:val>
                                        </p:tav>
                                      </p:tavLst>
                                    </p:anim>
                                  </p:childTnLst>
                                </p:cTn>
                              </p:par>
                              <p:par>
                                <p:cTn id="642" presetID="53" presetClass="entr" presetSubtype="528" repeatCount="indefinite" fill="hold" grpId="0" nodeType="withEffect">
                                  <p:stCondLst>
                                    <p:cond delay="1934"/>
                                  </p:stCondLst>
                                  <p:childTnLst>
                                    <p:set>
                                      <p:cBhvr>
                                        <p:cTn id="643" dur="1" fill="hold">
                                          <p:stCondLst>
                                            <p:cond delay="0"/>
                                          </p:stCondLst>
                                        </p:cTn>
                                        <p:tgtEl>
                                          <p:spTgt spid="531"/>
                                        </p:tgtEl>
                                        <p:attrNameLst>
                                          <p:attrName>style.visibility</p:attrName>
                                        </p:attrNameLst>
                                      </p:cBhvr>
                                      <p:to>
                                        <p:strVal val="visible"/>
                                      </p:to>
                                    </p:set>
                                    <p:anim calcmode="lin" valueType="num">
                                      <p:cBhvr>
                                        <p:cTn id="644" dur="6965" fill="hold"/>
                                        <p:tgtEl>
                                          <p:spTgt spid="531"/>
                                        </p:tgtEl>
                                        <p:attrNameLst>
                                          <p:attrName>ppt_w</p:attrName>
                                        </p:attrNameLst>
                                      </p:cBhvr>
                                      <p:tavLst>
                                        <p:tav tm="0">
                                          <p:val>
                                            <p:fltVal val="0"/>
                                          </p:val>
                                        </p:tav>
                                        <p:tav tm="100000">
                                          <p:val>
                                            <p:strVal val="#ppt_w"/>
                                          </p:val>
                                        </p:tav>
                                      </p:tavLst>
                                    </p:anim>
                                    <p:anim calcmode="lin" valueType="num">
                                      <p:cBhvr>
                                        <p:cTn id="645" dur="6965" fill="hold"/>
                                        <p:tgtEl>
                                          <p:spTgt spid="531"/>
                                        </p:tgtEl>
                                        <p:attrNameLst>
                                          <p:attrName>ppt_h</p:attrName>
                                        </p:attrNameLst>
                                      </p:cBhvr>
                                      <p:tavLst>
                                        <p:tav tm="0">
                                          <p:val>
                                            <p:fltVal val="0"/>
                                          </p:val>
                                        </p:tav>
                                        <p:tav tm="100000">
                                          <p:val>
                                            <p:strVal val="#ppt_h"/>
                                          </p:val>
                                        </p:tav>
                                      </p:tavLst>
                                    </p:anim>
                                    <p:animEffect transition="in" filter="fade">
                                      <p:cBhvr>
                                        <p:cTn id="646" dur="6965"/>
                                        <p:tgtEl>
                                          <p:spTgt spid="531"/>
                                        </p:tgtEl>
                                      </p:cBhvr>
                                    </p:animEffect>
                                    <p:anim calcmode="lin" valueType="num">
                                      <p:cBhvr>
                                        <p:cTn id="647" dur="6965" fill="hold"/>
                                        <p:tgtEl>
                                          <p:spTgt spid="531"/>
                                        </p:tgtEl>
                                        <p:attrNameLst>
                                          <p:attrName>ppt_x</p:attrName>
                                        </p:attrNameLst>
                                      </p:cBhvr>
                                      <p:tavLst>
                                        <p:tav tm="0">
                                          <p:val>
                                            <p:fltVal val="0.5"/>
                                          </p:val>
                                        </p:tav>
                                        <p:tav tm="100000">
                                          <p:val>
                                            <p:strVal val="#ppt_x"/>
                                          </p:val>
                                        </p:tav>
                                      </p:tavLst>
                                    </p:anim>
                                    <p:anim calcmode="lin" valueType="num">
                                      <p:cBhvr>
                                        <p:cTn id="648" dur="6965" fill="hold"/>
                                        <p:tgtEl>
                                          <p:spTgt spid="531"/>
                                        </p:tgtEl>
                                        <p:attrNameLst>
                                          <p:attrName>ppt_y</p:attrName>
                                        </p:attrNameLst>
                                      </p:cBhvr>
                                      <p:tavLst>
                                        <p:tav tm="0">
                                          <p:val>
                                            <p:fltVal val="0.5"/>
                                          </p:val>
                                        </p:tav>
                                        <p:tav tm="100000">
                                          <p:val>
                                            <p:strVal val="#ppt_y"/>
                                          </p:val>
                                        </p:tav>
                                      </p:tavLst>
                                    </p:anim>
                                  </p:childTnLst>
                                </p:cTn>
                              </p:par>
                              <p:par>
                                <p:cTn id="649" presetID="53" presetClass="entr" presetSubtype="528" repeatCount="indefinite" fill="hold" grpId="0" nodeType="withEffect">
                                  <p:stCondLst>
                                    <p:cond delay="775"/>
                                  </p:stCondLst>
                                  <p:childTnLst>
                                    <p:set>
                                      <p:cBhvr>
                                        <p:cTn id="650" dur="1" fill="hold">
                                          <p:stCondLst>
                                            <p:cond delay="0"/>
                                          </p:stCondLst>
                                        </p:cTn>
                                        <p:tgtEl>
                                          <p:spTgt spid="532"/>
                                        </p:tgtEl>
                                        <p:attrNameLst>
                                          <p:attrName>style.visibility</p:attrName>
                                        </p:attrNameLst>
                                      </p:cBhvr>
                                      <p:to>
                                        <p:strVal val="visible"/>
                                      </p:to>
                                    </p:set>
                                    <p:anim calcmode="lin" valueType="num">
                                      <p:cBhvr>
                                        <p:cTn id="651" dur="5313" fill="hold"/>
                                        <p:tgtEl>
                                          <p:spTgt spid="532"/>
                                        </p:tgtEl>
                                        <p:attrNameLst>
                                          <p:attrName>ppt_w</p:attrName>
                                        </p:attrNameLst>
                                      </p:cBhvr>
                                      <p:tavLst>
                                        <p:tav tm="0">
                                          <p:val>
                                            <p:fltVal val="0"/>
                                          </p:val>
                                        </p:tav>
                                        <p:tav tm="100000">
                                          <p:val>
                                            <p:strVal val="#ppt_w"/>
                                          </p:val>
                                        </p:tav>
                                      </p:tavLst>
                                    </p:anim>
                                    <p:anim calcmode="lin" valueType="num">
                                      <p:cBhvr>
                                        <p:cTn id="652" dur="5313" fill="hold"/>
                                        <p:tgtEl>
                                          <p:spTgt spid="532"/>
                                        </p:tgtEl>
                                        <p:attrNameLst>
                                          <p:attrName>ppt_h</p:attrName>
                                        </p:attrNameLst>
                                      </p:cBhvr>
                                      <p:tavLst>
                                        <p:tav tm="0">
                                          <p:val>
                                            <p:fltVal val="0"/>
                                          </p:val>
                                        </p:tav>
                                        <p:tav tm="100000">
                                          <p:val>
                                            <p:strVal val="#ppt_h"/>
                                          </p:val>
                                        </p:tav>
                                      </p:tavLst>
                                    </p:anim>
                                    <p:animEffect transition="in" filter="fade">
                                      <p:cBhvr>
                                        <p:cTn id="653" dur="5313"/>
                                        <p:tgtEl>
                                          <p:spTgt spid="532"/>
                                        </p:tgtEl>
                                      </p:cBhvr>
                                    </p:animEffect>
                                    <p:anim calcmode="lin" valueType="num">
                                      <p:cBhvr>
                                        <p:cTn id="654" dur="5313" fill="hold"/>
                                        <p:tgtEl>
                                          <p:spTgt spid="532"/>
                                        </p:tgtEl>
                                        <p:attrNameLst>
                                          <p:attrName>ppt_x</p:attrName>
                                        </p:attrNameLst>
                                      </p:cBhvr>
                                      <p:tavLst>
                                        <p:tav tm="0">
                                          <p:val>
                                            <p:fltVal val="0.5"/>
                                          </p:val>
                                        </p:tav>
                                        <p:tav tm="100000">
                                          <p:val>
                                            <p:strVal val="#ppt_x"/>
                                          </p:val>
                                        </p:tav>
                                      </p:tavLst>
                                    </p:anim>
                                    <p:anim calcmode="lin" valueType="num">
                                      <p:cBhvr>
                                        <p:cTn id="655" dur="5313" fill="hold"/>
                                        <p:tgtEl>
                                          <p:spTgt spid="532"/>
                                        </p:tgtEl>
                                        <p:attrNameLst>
                                          <p:attrName>ppt_y</p:attrName>
                                        </p:attrNameLst>
                                      </p:cBhvr>
                                      <p:tavLst>
                                        <p:tav tm="0">
                                          <p:val>
                                            <p:fltVal val="0.5"/>
                                          </p:val>
                                        </p:tav>
                                        <p:tav tm="100000">
                                          <p:val>
                                            <p:strVal val="#ppt_y"/>
                                          </p:val>
                                        </p:tav>
                                      </p:tavLst>
                                    </p:anim>
                                  </p:childTnLst>
                                </p:cTn>
                              </p:par>
                              <p:par>
                                <p:cTn id="656" presetID="53" presetClass="entr" presetSubtype="528" repeatCount="indefinite" fill="hold" grpId="0" nodeType="withEffect">
                                  <p:stCondLst>
                                    <p:cond delay="178"/>
                                  </p:stCondLst>
                                  <p:childTnLst>
                                    <p:set>
                                      <p:cBhvr>
                                        <p:cTn id="657" dur="1" fill="hold">
                                          <p:stCondLst>
                                            <p:cond delay="0"/>
                                          </p:stCondLst>
                                        </p:cTn>
                                        <p:tgtEl>
                                          <p:spTgt spid="533"/>
                                        </p:tgtEl>
                                        <p:attrNameLst>
                                          <p:attrName>style.visibility</p:attrName>
                                        </p:attrNameLst>
                                      </p:cBhvr>
                                      <p:to>
                                        <p:strVal val="visible"/>
                                      </p:to>
                                    </p:set>
                                    <p:anim calcmode="lin" valueType="num">
                                      <p:cBhvr>
                                        <p:cTn id="658" dur="5630" fill="hold"/>
                                        <p:tgtEl>
                                          <p:spTgt spid="533"/>
                                        </p:tgtEl>
                                        <p:attrNameLst>
                                          <p:attrName>ppt_w</p:attrName>
                                        </p:attrNameLst>
                                      </p:cBhvr>
                                      <p:tavLst>
                                        <p:tav tm="0">
                                          <p:val>
                                            <p:fltVal val="0"/>
                                          </p:val>
                                        </p:tav>
                                        <p:tav tm="100000">
                                          <p:val>
                                            <p:strVal val="#ppt_w"/>
                                          </p:val>
                                        </p:tav>
                                      </p:tavLst>
                                    </p:anim>
                                    <p:anim calcmode="lin" valueType="num">
                                      <p:cBhvr>
                                        <p:cTn id="659" dur="5630" fill="hold"/>
                                        <p:tgtEl>
                                          <p:spTgt spid="533"/>
                                        </p:tgtEl>
                                        <p:attrNameLst>
                                          <p:attrName>ppt_h</p:attrName>
                                        </p:attrNameLst>
                                      </p:cBhvr>
                                      <p:tavLst>
                                        <p:tav tm="0">
                                          <p:val>
                                            <p:fltVal val="0"/>
                                          </p:val>
                                        </p:tav>
                                        <p:tav tm="100000">
                                          <p:val>
                                            <p:strVal val="#ppt_h"/>
                                          </p:val>
                                        </p:tav>
                                      </p:tavLst>
                                    </p:anim>
                                    <p:animEffect transition="in" filter="fade">
                                      <p:cBhvr>
                                        <p:cTn id="660" dur="5630"/>
                                        <p:tgtEl>
                                          <p:spTgt spid="533"/>
                                        </p:tgtEl>
                                      </p:cBhvr>
                                    </p:animEffect>
                                    <p:anim calcmode="lin" valueType="num">
                                      <p:cBhvr>
                                        <p:cTn id="661" dur="5630" fill="hold"/>
                                        <p:tgtEl>
                                          <p:spTgt spid="533"/>
                                        </p:tgtEl>
                                        <p:attrNameLst>
                                          <p:attrName>ppt_x</p:attrName>
                                        </p:attrNameLst>
                                      </p:cBhvr>
                                      <p:tavLst>
                                        <p:tav tm="0">
                                          <p:val>
                                            <p:fltVal val="0.5"/>
                                          </p:val>
                                        </p:tav>
                                        <p:tav tm="100000">
                                          <p:val>
                                            <p:strVal val="#ppt_x"/>
                                          </p:val>
                                        </p:tav>
                                      </p:tavLst>
                                    </p:anim>
                                    <p:anim calcmode="lin" valueType="num">
                                      <p:cBhvr>
                                        <p:cTn id="662" dur="5630" fill="hold"/>
                                        <p:tgtEl>
                                          <p:spTgt spid="533"/>
                                        </p:tgtEl>
                                        <p:attrNameLst>
                                          <p:attrName>ppt_y</p:attrName>
                                        </p:attrNameLst>
                                      </p:cBhvr>
                                      <p:tavLst>
                                        <p:tav tm="0">
                                          <p:val>
                                            <p:fltVal val="0.5"/>
                                          </p:val>
                                        </p:tav>
                                        <p:tav tm="100000">
                                          <p:val>
                                            <p:strVal val="#ppt_y"/>
                                          </p:val>
                                        </p:tav>
                                      </p:tavLst>
                                    </p:anim>
                                  </p:childTnLst>
                                </p:cTn>
                              </p:par>
                              <p:par>
                                <p:cTn id="663" presetID="53" presetClass="entr" presetSubtype="528" repeatCount="indefinite" fill="hold" grpId="0" nodeType="withEffect">
                                  <p:stCondLst>
                                    <p:cond delay="1402"/>
                                  </p:stCondLst>
                                  <p:childTnLst>
                                    <p:set>
                                      <p:cBhvr>
                                        <p:cTn id="664" dur="1" fill="hold">
                                          <p:stCondLst>
                                            <p:cond delay="0"/>
                                          </p:stCondLst>
                                        </p:cTn>
                                        <p:tgtEl>
                                          <p:spTgt spid="534"/>
                                        </p:tgtEl>
                                        <p:attrNameLst>
                                          <p:attrName>style.visibility</p:attrName>
                                        </p:attrNameLst>
                                      </p:cBhvr>
                                      <p:to>
                                        <p:strVal val="visible"/>
                                      </p:to>
                                    </p:set>
                                    <p:anim calcmode="lin" valueType="num">
                                      <p:cBhvr>
                                        <p:cTn id="665" dur="5437" fill="hold"/>
                                        <p:tgtEl>
                                          <p:spTgt spid="534"/>
                                        </p:tgtEl>
                                        <p:attrNameLst>
                                          <p:attrName>ppt_w</p:attrName>
                                        </p:attrNameLst>
                                      </p:cBhvr>
                                      <p:tavLst>
                                        <p:tav tm="0">
                                          <p:val>
                                            <p:fltVal val="0"/>
                                          </p:val>
                                        </p:tav>
                                        <p:tav tm="100000">
                                          <p:val>
                                            <p:strVal val="#ppt_w"/>
                                          </p:val>
                                        </p:tav>
                                      </p:tavLst>
                                    </p:anim>
                                    <p:anim calcmode="lin" valueType="num">
                                      <p:cBhvr>
                                        <p:cTn id="666" dur="5437" fill="hold"/>
                                        <p:tgtEl>
                                          <p:spTgt spid="534"/>
                                        </p:tgtEl>
                                        <p:attrNameLst>
                                          <p:attrName>ppt_h</p:attrName>
                                        </p:attrNameLst>
                                      </p:cBhvr>
                                      <p:tavLst>
                                        <p:tav tm="0">
                                          <p:val>
                                            <p:fltVal val="0"/>
                                          </p:val>
                                        </p:tav>
                                        <p:tav tm="100000">
                                          <p:val>
                                            <p:strVal val="#ppt_h"/>
                                          </p:val>
                                        </p:tav>
                                      </p:tavLst>
                                    </p:anim>
                                    <p:animEffect transition="in" filter="fade">
                                      <p:cBhvr>
                                        <p:cTn id="667" dur="5437"/>
                                        <p:tgtEl>
                                          <p:spTgt spid="534"/>
                                        </p:tgtEl>
                                      </p:cBhvr>
                                    </p:animEffect>
                                    <p:anim calcmode="lin" valueType="num">
                                      <p:cBhvr>
                                        <p:cTn id="668" dur="5437" fill="hold"/>
                                        <p:tgtEl>
                                          <p:spTgt spid="534"/>
                                        </p:tgtEl>
                                        <p:attrNameLst>
                                          <p:attrName>ppt_x</p:attrName>
                                        </p:attrNameLst>
                                      </p:cBhvr>
                                      <p:tavLst>
                                        <p:tav tm="0">
                                          <p:val>
                                            <p:fltVal val="0.5"/>
                                          </p:val>
                                        </p:tav>
                                        <p:tav tm="100000">
                                          <p:val>
                                            <p:strVal val="#ppt_x"/>
                                          </p:val>
                                        </p:tav>
                                      </p:tavLst>
                                    </p:anim>
                                    <p:anim calcmode="lin" valueType="num">
                                      <p:cBhvr>
                                        <p:cTn id="669" dur="5437" fill="hold"/>
                                        <p:tgtEl>
                                          <p:spTgt spid="534"/>
                                        </p:tgtEl>
                                        <p:attrNameLst>
                                          <p:attrName>ppt_y</p:attrName>
                                        </p:attrNameLst>
                                      </p:cBhvr>
                                      <p:tavLst>
                                        <p:tav tm="0">
                                          <p:val>
                                            <p:fltVal val="0.5"/>
                                          </p:val>
                                        </p:tav>
                                        <p:tav tm="100000">
                                          <p:val>
                                            <p:strVal val="#ppt_y"/>
                                          </p:val>
                                        </p:tav>
                                      </p:tavLst>
                                    </p:anim>
                                  </p:childTnLst>
                                </p:cTn>
                              </p:par>
                              <p:par>
                                <p:cTn id="670" presetID="53" presetClass="entr" presetSubtype="528" repeatCount="indefinite" fill="hold" grpId="0" nodeType="withEffect">
                                  <p:stCondLst>
                                    <p:cond delay="441"/>
                                  </p:stCondLst>
                                  <p:childTnLst>
                                    <p:set>
                                      <p:cBhvr>
                                        <p:cTn id="671" dur="1" fill="hold">
                                          <p:stCondLst>
                                            <p:cond delay="0"/>
                                          </p:stCondLst>
                                        </p:cTn>
                                        <p:tgtEl>
                                          <p:spTgt spid="535"/>
                                        </p:tgtEl>
                                        <p:attrNameLst>
                                          <p:attrName>style.visibility</p:attrName>
                                        </p:attrNameLst>
                                      </p:cBhvr>
                                      <p:to>
                                        <p:strVal val="visible"/>
                                      </p:to>
                                    </p:set>
                                    <p:anim calcmode="lin" valueType="num">
                                      <p:cBhvr>
                                        <p:cTn id="672" dur="5660" fill="hold"/>
                                        <p:tgtEl>
                                          <p:spTgt spid="535"/>
                                        </p:tgtEl>
                                        <p:attrNameLst>
                                          <p:attrName>ppt_w</p:attrName>
                                        </p:attrNameLst>
                                      </p:cBhvr>
                                      <p:tavLst>
                                        <p:tav tm="0">
                                          <p:val>
                                            <p:fltVal val="0"/>
                                          </p:val>
                                        </p:tav>
                                        <p:tav tm="100000">
                                          <p:val>
                                            <p:strVal val="#ppt_w"/>
                                          </p:val>
                                        </p:tav>
                                      </p:tavLst>
                                    </p:anim>
                                    <p:anim calcmode="lin" valueType="num">
                                      <p:cBhvr>
                                        <p:cTn id="673" dur="5660" fill="hold"/>
                                        <p:tgtEl>
                                          <p:spTgt spid="535"/>
                                        </p:tgtEl>
                                        <p:attrNameLst>
                                          <p:attrName>ppt_h</p:attrName>
                                        </p:attrNameLst>
                                      </p:cBhvr>
                                      <p:tavLst>
                                        <p:tav tm="0">
                                          <p:val>
                                            <p:fltVal val="0"/>
                                          </p:val>
                                        </p:tav>
                                        <p:tav tm="100000">
                                          <p:val>
                                            <p:strVal val="#ppt_h"/>
                                          </p:val>
                                        </p:tav>
                                      </p:tavLst>
                                    </p:anim>
                                    <p:animEffect transition="in" filter="fade">
                                      <p:cBhvr>
                                        <p:cTn id="674" dur="5660"/>
                                        <p:tgtEl>
                                          <p:spTgt spid="535"/>
                                        </p:tgtEl>
                                      </p:cBhvr>
                                    </p:animEffect>
                                    <p:anim calcmode="lin" valueType="num">
                                      <p:cBhvr>
                                        <p:cTn id="675" dur="5660" fill="hold"/>
                                        <p:tgtEl>
                                          <p:spTgt spid="535"/>
                                        </p:tgtEl>
                                        <p:attrNameLst>
                                          <p:attrName>ppt_x</p:attrName>
                                        </p:attrNameLst>
                                      </p:cBhvr>
                                      <p:tavLst>
                                        <p:tav tm="0">
                                          <p:val>
                                            <p:fltVal val="0.5"/>
                                          </p:val>
                                        </p:tav>
                                        <p:tav tm="100000">
                                          <p:val>
                                            <p:strVal val="#ppt_x"/>
                                          </p:val>
                                        </p:tav>
                                      </p:tavLst>
                                    </p:anim>
                                    <p:anim calcmode="lin" valueType="num">
                                      <p:cBhvr>
                                        <p:cTn id="676" dur="5660" fill="hold"/>
                                        <p:tgtEl>
                                          <p:spTgt spid="535"/>
                                        </p:tgtEl>
                                        <p:attrNameLst>
                                          <p:attrName>ppt_y</p:attrName>
                                        </p:attrNameLst>
                                      </p:cBhvr>
                                      <p:tavLst>
                                        <p:tav tm="0">
                                          <p:val>
                                            <p:fltVal val="0.5"/>
                                          </p:val>
                                        </p:tav>
                                        <p:tav tm="100000">
                                          <p:val>
                                            <p:strVal val="#ppt_y"/>
                                          </p:val>
                                        </p:tav>
                                      </p:tavLst>
                                    </p:anim>
                                  </p:childTnLst>
                                </p:cTn>
                              </p:par>
                              <p:par>
                                <p:cTn id="677" presetID="53" presetClass="entr" presetSubtype="528" repeatCount="indefinite" fill="hold" grpId="0" nodeType="withEffect">
                                  <p:stCondLst>
                                    <p:cond delay="1747"/>
                                  </p:stCondLst>
                                  <p:childTnLst>
                                    <p:set>
                                      <p:cBhvr>
                                        <p:cTn id="678" dur="1" fill="hold">
                                          <p:stCondLst>
                                            <p:cond delay="0"/>
                                          </p:stCondLst>
                                        </p:cTn>
                                        <p:tgtEl>
                                          <p:spTgt spid="539"/>
                                        </p:tgtEl>
                                        <p:attrNameLst>
                                          <p:attrName>style.visibility</p:attrName>
                                        </p:attrNameLst>
                                      </p:cBhvr>
                                      <p:to>
                                        <p:strVal val="visible"/>
                                      </p:to>
                                    </p:set>
                                    <p:anim calcmode="lin" valueType="num">
                                      <p:cBhvr>
                                        <p:cTn id="679" dur="6723" fill="hold"/>
                                        <p:tgtEl>
                                          <p:spTgt spid="539"/>
                                        </p:tgtEl>
                                        <p:attrNameLst>
                                          <p:attrName>ppt_w</p:attrName>
                                        </p:attrNameLst>
                                      </p:cBhvr>
                                      <p:tavLst>
                                        <p:tav tm="0">
                                          <p:val>
                                            <p:fltVal val="0"/>
                                          </p:val>
                                        </p:tav>
                                        <p:tav tm="100000">
                                          <p:val>
                                            <p:strVal val="#ppt_w"/>
                                          </p:val>
                                        </p:tav>
                                      </p:tavLst>
                                    </p:anim>
                                    <p:anim calcmode="lin" valueType="num">
                                      <p:cBhvr>
                                        <p:cTn id="680" dur="6723" fill="hold"/>
                                        <p:tgtEl>
                                          <p:spTgt spid="539"/>
                                        </p:tgtEl>
                                        <p:attrNameLst>
                                          <p:attrName>ppt_h</p:attrName>
                                        </p:attrNameLst>
                                      </p:cBhvr>
                                      <p:tavLst>
                                        <p:tav tm="0">
                                          <p:val>
                                            <p:fltVal val="0"/>
                                          </p:val>
                                        </p:tav>
                                        <p:tav tm="100000">
                                          <p:val>
                                            <p:strVal val="#ppt_h"/>
                                          </p:val>
                                        </p:tav>
                                      </p:tavLst>
                                    </p:anim>
                                    <p:animEffect transition="in" filter="fade">
                                      <p:cBhvr>
                                        <p:cTn id="681" dur="6723"/>
                                        <p:tgtEl>
                                          <p:spTgt spid="539"/>
                                        </p:tgtEl>
                                      </p:cBhvr>
                                    </p:animEffect>
                                    <p:anim calcmode="lin" valueType="num">
                                      <p:cBhvr>
                                        <p:cTn id="682" dur="6723" fill="hold"/>
                                        <p:tgtEl>
                                          <p:spTgt spid="539"/>
                                        </p:tgtEl>
                                        <p:attrNameLst>
                                          <p:attrName>ppt_x</p:attrName>
                                        </p:attrNameLst>
                                      </p:cBhvr>
                                      <p:tavLst>
                                        <p:tav tm="0">
                                          <p:val>
                                            <p:fltVal val="0.5"/>
                                          </p:val>
                                        </p:tav>
                                        <p:tav tm="100000">
                                          <p:val>
                                            <p:strVal val="#ppt_x"/>
                                          </p:val>
                                        </p:tav>
                                      </p:tavLst>
                                    </p:anim>
                                    <p:anim calcmode="lin" valueType="num">
                                      <p:cBhvr>
                                        <p:cTn id="683" dur="6723" fill="hold"/>
                                        <p:tgtEl>
                                          <p:spTgt spid="539"/>
                                        </p:tgtEl>
                                        <p:attrNameLst>
                                          <p:attrName>ppt_y</p:attrName>
                                        </p:attrNameLst>
                                      </p:cBhvr>
                                      <p:tavLst>
                                        <p:tav tm="0">
                                          <p:val>
                                            <p:fltVal val="0.5"/>
                                          </p:val>
                                        </p:tav>
                                        <p:tav tm="100000">
                                          <p:val>
                                            <p:strVal val="#ppt_y"/>
                                          </p:val>
                                        </p:tav>
                                      </p:tavLst>
                                    </p:anim>
                                  </p:childTnLst>
                                </p:cTn>
                              </p:par>
                              <p:par>
                                <p:cTn id="684" presetID="53" presetClass="entr" presetSubtype="528" repeatCount="indefinite" fill="hold" grpId="0" nodeType="withEffect">
                                  <p:stCondLst>
                                    <p:cond delay="1402"/>
                                  </p:stCondLst>
                                  <p:childTnLst>
                                    <p:set>
                                      <p:cBhvr>
                                        <p:cTn id="685" dur="1" fill="hold">
                                          <p:stCondLst>
                                            <p:cond delay="0"/>
                                          </p:stCondLst>
                                        </p:cTn>
                                        <p:tgtEl>
                                          <p:spTgt spid="542"/>
                                        </p:tgtEl>
                                        <p:attrNameLst>
                                          <p:attrName>style.visibility</p:attrName>
                                        </p:attrNameLst>
                                      </p:cBhvr>
                                      <p:to>
                                        <p:strVal val="visible"/>
                                      </p:to>
                                    </p:set>
                                    <p:anim calcmode="lin" valueType="num">
                                      <p:cBhvr>
                                        <p:cTn id="686" dur="5888" fill="hold"/>
                                        <p:tgtEl>
                                          <p:spTgt spid="542"/>
                                        </p:tgtEl>
                                        <p:attrNameLst>
                                          <p:attrName>ppt_w</p:attrName>
                                        </p:attrNameLst>
                                      </p:cBhvr>
                                      <p:tavLst>
                                        <p:tav tm="0">
                                          <p:val>
                                            <p:fltVal val="0"/>
                                          </p:val>
                                        </p:tav>
                                        <p:tav tm="100000">
                                          <p:val>
                                            <p:strVal val="#ppt_w"/>
                                          </p:val>
                                        </p:tav>
                                      </p:tavLst>
                                    </p:anim>
                                    <p:anim calcmode="lin" valueType="num">
                                      <p:cBhvr>
                                        <p:cTn id="687" dur="5888" fill="hold"/>
                                        <p:tgtEl>
                                          <p:spTgt spid="542"/>
                                        </p:tgtEl>
                                        <p:attrNameLst>
                                          <p:attrName>ppt_h</p:attrName>
                                        </p:attrNameLst>
                                      </p:cBhvr>
                                      <p:tavLst>
                                        <p:tav tm="0">
                                          <p:val>
                                            <p:fltVal val="0"/>
                                          </p:val>
                                        </p:tav>
                                        <p:tav tm="100000">
                                          <p:val>
                                            <p:strVal val="#ppt_h"/>
                                          </p:val>
                                        </p:tav>
                                      </p:tavLst>
                                    </p:anim>
                                    <p:animEffect transition="in" filter="fade">
                                      <p:cBhvr>
                                        <p:cTn id="688" dur="5888"/>
                                        <p:tgtEl>
                                          <p:spTgt spid="542"/>
                                        </p:tgtEl>
                                      </p:cBhvr>
                                    </p:animEffect>
                                    <p:anim calcmode="lin" valueType="num">
                                      <p:cBhvr>
                                        <p:cTn id="689" dur="5888" fill="hold"/>
                                        <p:tgtEl>
                                          <p:spTgt spid="542"/>
                                        </p:tgtEl>
                                        <p:attrNameLst>
                                          <p:attrName>ppt_x</p:attrName>
                                        </p:attrNameLst>
                                      </p:cBhvr>
                                      <p:tavLst>
                                        <p:tav tm="0">
                                          <p:val>
                                            <p:fltVal val="0.5"/>
                                          </p:val>
                                        </p:tav>
                                        <p:tav tm="100000">
                                          <p:val>
                                            <p:strVal val="#ppt_x"/>
                                          </p:val>
                                        </p:tav>
                                      </p:tavLst>
                                    </p:anim>
                                    <p:anim calcmode="lin" valueType="num">
                                      <p:cBhvr>
                                        <p:cTn id="690" dur="5888" fill="hold"/>
                                        <p:tgtEl>
                                          <p:spTgt spid="542"/>
                                        </p:tgtEl>
                                        <p:attrNameLst>
                                          <p:attrName>ppt_y</p:attrName>
                                        </p:attrNameLst>
                                      </p:cBhvr>
                                      <p:tavLst>
                                        <p:tav tm="0">
                                          <p:val>
                                            <p:fltVal val="0.5"/>
                                          </p:val>
                                        </p:tav>
                                        <p:tav tm="100000">
                                          <p:val>
                                            <p:strVal val="#ppt_y"/>
                                          </p:val>
                                        </p:tav>
                                      </p:tavLst>
                                    </p:anim>
                                  </p:childTnLst>
                                </p:cTn>
                              </p:par>
                              <p:par>
                                <p:cTn id="691" presetID="53" presetClass="entr" presetSubtype="528" repeatCount="indefinite" fill="hold" grpId="0" nodeType="withEffect">
                                  <p:stCondLst>
                                    <p:cond delay="809"/>
                                  </p:stCondLst>
                                  <p:childTnLst>
                                    <p:set>
                                      <p:cBhvr>
                                        <p:cTn id="692" dur="1" fill="hold">
                                          <p:stCondLst>
                                            <p:cond delay="0"/>
                                          </p:stCondLst>
                                        </p:cTn>
                                        <p:tgtEl>
                                          <p:spTgt spid="543"/>
                                        </p:tgtEl>
                                        <p:attrNameLst>
                                          <p:attrName>style.visibility</p:attrName>
                                        </p:attrNameLst>
                                      </p:cBhvr>
                                      <p:to>
                                        <p:strVal val="visible"/>
                                      </p:to>
                                    </p:set>
                                    <p:anim calcmode="lin" valueType="num">
                                      <p:cBhvr>
                                        <p:cTn id="693" dur="5356" fill="hold"/>
                                        <p:tgtEl>
                                          <p:spTgt spid="543"/>
                                        </p:tgtEl>
                                        <p:attrNameLst>
                                          <p:attrName>ppt_w</p:attrName>
                                        </p:attrNameLst>
                                      </p:cBhvr>
                                      <p:tavLst>
                                        <p:tav tm="0">
                                          <p:val>
                                            <p:fltVal val="0"/>
                                          </p:val>
                                        </p:tav>
                                        <p:tav tm="100000">
                                          <p:val>
                                            <p:strVal val="#ppt_w"/>
                                          </p:val>
                                        </p:tav>
                                      </p:tavLst>
                                    </p:anim>
                                    <p:anim calcmode="lin" valueType="num">
                                      <p:cBhvr>
                                        <p:cTn id="694" dur="5356" fill="hold"/>
                                        <p:tgtEl>
                                          <p:spTgt spid="543"/>
                                        </p:tgtEl>
                                        <p:attrNameLst>
                                          <p:attrName>ppt_h</p:attrName>
                                        </p:attrNameLst>
                                      </p:cBhvr>
                                      <p:tavLst>
                                        <p:tav tm="0">
                                          <p:val>
                                            <p:fltVal val="0"/>
                                          </p:val>
                                        </p:tav>
                                        <p:tav tm="100000">
                                          <p:val>
                                            <p:strVal val="#ppt_h"/>
                                          </p:val>
                                        </p:tav>
                                      </p:tavLst>
                                    </p:anim>
                                    <p:animEffect transition="in" filter="fade">
                                      <p:cBhvr>
                                        <p:cTn id="695" dur="5356"/>
                                        <p:tgtEl>
                                          <p:spTgt spid="543"/>
                                        </p:tgtEl>
                                      </p:cBhvr>
                                    </p:animEffect>
                                    <p:anim calcmode="lin" valueType="num">
                                      <p:cBhvr>
                                        <p:cTn id="696" dur="5356" fill="hold"/>
                                        <p:tgtEl>
                                          <p:spTgt spid="543"/>
                                        </p:tgtEl>
                                        <p:attrNameLst>
                                          <p:attrName>ppt_x</p:attrName>
                                        </p:attrNameLst>
                                      </p:cBhvr>
                                      <p:tavLst>
                                        <p:tav tm="0">
                                          <p:val>
                                            <p:fltVal val="0.5"/>
                                          </p:val>
                                        </p:tav>
                                        <p:tav tm="100000">
                                          <p:val>
                                            <p:strVal val="#ppt_x"/>
                                          </p:val>
                                        </p:tav>
                                      </p:tavLst>
                                    </p:anim>
                                    <p:anim calcmode="lin" valueType="num">
                                      <p:cBhvr>
                                        <p:cTn id="697" dur="5356" fill="hold"/>
                                        <p:tgtEl>
                                          <p:spTgt spid="543"/>
                                        </p:tgtEl>
                                        <p:attrNameLst>
                                          <p:attrName>ppt_y</p:attrName>
                                        </p:attrNameLst>
                                      </p:cBhvr>
                                      <p:tavLst>
                                        <p:tav tm="0">
                                          <p:val>
                                            <p:fltVal val="0.5"/>
                                          </p:val>
                                        </p:tav>
                                        <p:tav tm="100000">
                                          <p:val>
                                            <p:strVal val="#ppt_y"/>
                                          </p:val>
                                        </p:tav>
                                      </p:tavLst>
                                    </p:anim>
                                  </p:childTnLst>
                                </p:cTn>
                              </p:par>
                              <p:par>
                                <p:cTn id="698" presetID="53" presetClass="entr" presetSubtype="528" repeatCount="indefinite" fill="hold" grpId="0" nodeType="withEffect">
                                  <p:stCondLst>
                                    <p:cond delay="351"/>
                                  </p:stCondLst>
                                  <p:childTnLst>
                                    <p:set>
                                      <p:cBhvr>
                                        <p:cTn id="699" dur="1" fill="hold">
                                          <p:stCondLst>
                                            <p:cond delay="0"/>
                                          </p:stCondLst>
                                        </p:cTn>
                                        <p:tgtEl>
                                          <p:spTgt spid="545"/>
                                        </p:tgtEl>
                                        <p:attrNameLst>
                                          <p:attrName>style.visibility</p:attrName>
                                        </p:attrNameLst>
                                      </p:cBhvr>
                                      <p:to>
                                        <p:strVal val="visible"/>
                                      </p:to>
                                    </p:set>
                                    <p:anim calcmode="lin" valueType="num">
                                      <p:cBhvr>
                                        <p:cTn id="700" dur="7274" fill="hold"/>
                                        <p:tgtEl>
                                          <p:spTgt spid="545"/>
                                        </p:tgtEl>
                                        <p:attrNameLst>
                                          <p:attrName>ppt_w</p:attrName>
                                        </p:attrNameLst>
                                      </p:cBhvr>
                                      <p:tavLst>
                                        <p:tav tm="0">
                                          <p:val>
                                            <p:fltVal val="0"/>
                                          </p:val>
                                        </p:tav>
                                        <p:tav tm="100000">
                                          <p:val>
                                            <p:strVal val="#ppt_w"/>
                                          </p:val>
                                        </p:tav>
                                      </p:tavLst>
                                    </p:anim>
                                    <p:anim calcmode="lin" valueType="num">
                                      <p:cBhvr>
                                        <p:cTn id="701" dur="7274" fill="hold"/>
                                        <p:tgtEl>
                                          <p:spTgt spid="545"/>
                                        </p:tgtEl>
                                        <p:attrNameLst>
                                          <p:attrName>ppt_h</p:attrName>
                                        </p:attrNameLst>
                                      </p:cBhvr>
                                      <p:tavLst>
                                        <p:tav tm="0">
                                          <p:val>
                                            <p:fltVal val="0"/>
                                          </p:val>
                                        </p:tav>
                                        <p:tav tm="100000">
                                          <p:val>
                                            <p:strVal val="#ppt_h"/>
                                          </p:val>
                                        </p:tav>
                                      </p:tavLst>
                                    </p:anim>
                                    <p:animEffect transition="in" filter="fade">
                                      <p:cBhvr>
                                        <p:cTn id="702" dur="7274"/>
                                        <p:tgtEl>
                                          <p:spTgt spid="545"/>
                                        </p:tgtEl>
                                      </p:cBhvr>
                                    </p:animEffect>
                                    <p:anim calcmode="lin" valueType="num">
                                      <p:cBhvr>
                                        <p:cTn id="703" dur="7274" fill="hold"/>
                                        <p:tgtEl>
                                          <p:spTgt spid="545"/>
                                        </p:tgtEl>
                                        <p:attrNameLst>
                                          <p:attrName>ppt_x</p:attrName>
                                        </p:attrNameLst>
                                      </p:cBhvr>
                                      <p:tavLst>
                                        <p:tav tm="0">
                                          <p:val>
                                            <p:fltVal val="0.5"/>
                                          </p:val>
                                        </p:tav>
                                        <p:tav tm="100000">
                                          <p:val>
                                            <p:strVal val="#ppt_x"/>
                                          </p:val>
                                        </p:tav>
                                      </p:tavLst>
                                    </p:anim>
                                    <p:anim calcmode="lin" valueType="num">
                                      <p:cBhvr>
                                        <p:cTn id="704" dur="7274" fill="hold"/>
                                        <p:tgtEl>
                                          <p:spTgt spid="545"/>
                                        </p:tgtEl>
                                        <p:attrNameLst>
                                          <p:attrName>ppt_y</p:attrName>
                                        </p:attrNameLst>
                                      </p:cBhvr>
                                      <p:tavLst>
                                        <p:tav tm="0">
                                          <p:val>
                                            <p:fltVal val="0.5"/>
                                          </p:val>
                                        </p:tav>
                                        <p:tav tm="100000">
                                          <p:val>
                                            <p:strVal val="#ppt_y"/>
                                          </p:val>
                                        </p:tav>
                                      </p:tavLst>
                                    </p:anim>
                                  </p:childTnLst>
                                </p:cTn>
                              </p:par>
                              <p:par>
                                <p:cTn id="705" presetID="53" presetClass="entr" presetSubtype="528" repeatCount="indefinite" fill="hold" grpId="0" nodeType="withEffect">
                                  <p:stCondLst>
                                    <p:cond delay="1594"/>
                                  </p:stCondLst>
                                  <p:childTnLst>
                                    <p:set>
                                      <p:cBhvr>
                                        <p:cTn id="706" dur="1" fill="hold">
                                          <p:stCondLst>
                                            <p:cond delay="0"/>
                                          </p:stCondLst>
                                        </p:cTn>
                                        <p:tgtEl>
                                          <p:spTgt spid="560"/>
                                        </p:tgtEl>
                                        <p:attrNameLst>
                                          <p:attrName>style.visibility</p:attrName>
                                        </p:attrNameLst>
                                      </p:cBhvr>
                                      <p:to>
                                        <p:strVal val="visible"/>
                                      </p:to>
                                    </p:set>
                                    <p:anim calcmode="lin" valueType="num">
                                      <p:cBhvr>
                                        <p:cTn id="707" dur="5069" fill="hold"/>
                                        <p:tgtEl>
                                          <p:spTgt spid="560"/>
                                        </p:tgtEl>
                                        <p:attrNameLst>
                                          <p:attrName>ppt_w</p:attrName>
                                        </p:attrNameLst>
                                      </p:cBhvr>
                                      <p:tavLst>
                                        <p:tav tm="0">
                                          <p:val>
                                            <p:fltVal val="0"/>
                                          </p:val>
                                        </p:tav>
                                        <p:tav tm="100000">
                                          <p:val>
                                            <p:strVal val="#ppt_w"/>
                                          </p:val>
                                        </p:tav>
                                      </p:tavLst>
                                    </p:anim>
                                    <p:anim calcmode="lin" valueType="num">
                                      <p:cBhvr>
                                        <p:cTn id="708" dur="5069" fill="hold"/>
                                        <p:tgtEl>
                                          <p:spTgt spid="560"/>
                                        </p:tgtEl>
                                        <p:attrNameLst>
                                          <p:attrName>ppt_h</p:attrName>
                                        </p:attrNameLst>
                                      </p:cBhvr>
                                      <p:tavLst>
                                        <p:tav tm="0">
                                          <p:val>
                                            <p:fltVal val="0"/>
                                          </p:val>
                                        </p:tav>
                                        <p:tav tm="100000">
                                          <p:val>
                                            <p:strVal val="#ppt_h"/>
                                          </p:val>
                                        </p:tav>
                                      </p:tavLst>
                                    </p:anim>
                                    <p:animEffect transition="in" filter="fade">
                                      <p:cBhvr>
                                        <p:cTn id="709" dur="5069"/>
                                        <p:tgtEl>
                                          <p:spTgt spid="560"/>
                                        </p:tgtEl>
                                      </p:cBhvr>
                                    </p:animEffect>
                                    <p:anim calcmode="lin" valueType="num">
                                      <p:cBhvr>
                                        <p:cTn id="710" dur="5069" fill="hold"/>
                                        <p:tgtEl>
                                          <p:spTgt spid="560"/>
                                        </p:tgtEl>
                                        <p:attrNameLst>
                                          <p:attrName>ppt_x</p:attrName>
                                        </p:attrNameLst>
                                      </p:cBhvr>
                                      <p:tavLst>
                                        <p:tav tm="0">
                                          <p:val>
                                            <p:fltVal val="0.5"/>
                                          </p:val>
                                        </p:tav>
                                        <p:tav tm="100000">
                                          <p:val>
                                            <p:strVal val="#ppt_x"/>
                                          </p:val>
                                        </p:tav>
                                      </p:tavLst>
                                    </p:anim>
                                    <p:anim calcmode="lin" valueType="num">
                                      <p:cBhvr>
                                        <p:cTn id="711" dur="5069" fill="hold"/>
                                        <p:tgtEl>
                                          <p:spTgt spid="560"/>
                                        </p:tgtEl>
                                        <p:attrNameLst>
                                          <p:attrName>ppt_y</p:attrName>
                                        </p:attrNameLst>
                                      </p:cBhvr>
                                      <p:tavLst>
                                        <p:tav tm="0">
                                          <p:val>
                                            <p:fltVal val="0.5"/>
                                          </p:val>
                                        </p:tav>
                                        <p:tav tm="100000">
                                          <p:val>
                                            <p:strVal val="#ppt_y"/>
                                          </p:val>
                                        </p:tav>
                                      </p:tavLst>
                                    </p:anim>
                                  </p:childTnLst>
                                </p:cTn>
                              </p:par>
                              <p:par>
                                <p:cTn id="712" presetID="53" presetClass="entr" presetSubtype="528" repeatCount="indefinite" fill="hold" grpId="0" nodeType="withEffect">
                                  <p:stCondLst>
                                    <p:cond delay="380"/>
                                  </p:stCondLst>
                                  <p:childTnLst>
                                    <p:set>
                                      <p:cBhvr>
                                        <p:cTn id="713" dur="1" fill="hold">
                                          <p:stCondLst>
                                            <p:cond delay="0"/>
                                          </p:stCondLst>
                                        </p:cTn>
                                        <p:tgtEl>
                                          <p:spTgt spid="561"/>
                                        </p:tgtEl>
                                        <p:attrNameLst>
                                          <p:attrName>style.visibility</p:attrName>
                                        </p:attrNameLst>
                                      </p:cBhvr>
                                      <p:to>
                                        <p:strVal val="visible"/>
                                      </p:to>
                                    </p:set>
                                    <p:anim calcmode="lin" valueType="num">
                                      <p:cBhvr>
                                        <p:cTn id="714" dur="5443" fill="hold"/>
                                        <p:tgtEl>
                                          <p:spTgt spid="561"/>
                                        </p:tgtEl>
                                        <p:attrNameLst>
                                          <p:attrName>ppt_w</p:attrName>
                                        </p:attrNameLst>
                                      </p:cBhvr>
                                      <p:tavLst>
                                        <p:tav tm="0">
                                          <p:val>
                                            <p:fltVal val="0"/>
                                          </p:val>
                                        </p:tav>
                                        <p:tav tm="100000">
                                          <p:val>
                                            <p:strVal val="#ppt_w"/>
                                          </p:val>
                                        </p:tav>
                                      </p:tavLst>
                                    </p:anim>
                                    <p:anim calcmode="lin" valueType="num">
                                      <p:cBhvr>
                                        <p:cTn id="715" dur="5443" fill="hold"/>
                                        <p:tgtEl>
                                          <p:spTgt spid="561"/>
                                        </p:tgtEl>
                                        <p:attrNameLst>
                                          <p:attrName>ppt_h</p:attrName>
                                        </p:attrNameLst>
                                      </p:cBhvr>
                                      <p:tavLst>
                                        <p:tav tm="0">
                                          <p:val>
                                            <p:fltVal val="0"/>
                                          </p:val>
                                        </p:tav>
                                        <p:tav tm="100000">
                                          <p:val>
                                            <p:strVal val="#ppt_h"/>
                                          </p:val>
                                        </p:tav>
                                      </p:tavLst>
                                    </p:anim>
                                    <p:animEffect transition="in" filter="fade">
                                      <p:cBhvr>
                                        <p:cTn id="716" dur="5443"/>
                                        <p:tgtEl>
                                          <p:spTgt spid="561"/>
                                        </p:tgtEl>
                                      </p:cBhvr>
                                    </p:animEffect>
                                    <p:anim calcmode="lin" valueType="num">
                                      <p:cBhvr>
                                        <p:cTn id="717" dur="5443" fill="hold"/>
                                        <p:tgtEl>
                                          <p:spTgt spid="561"/>
                                        </p:tgtEl>
                                        <p:attrNameLst>
                                          <p:attrName>ppt_x</p:attrName>
                                        </p:attrNameLst>
                                      </p:cBhvr>
                                      <p:tavLst>
                                        <p:tav tm="0">
                                          <p:val>
                                            <p:fltVal val="0.5"/>
                                          </p:val>
                                        </p:tav>
                                        <p:tav tm="100000">
                                          <p:val>
                                            <p:strVal val="#ppt_x"/>
                                          </p:val>
                                        </p:tav>
                                      </p:tavLst>
                                    </p:anim>
                                    <p:anim calcmode="lin" valueType="num">
                                      <p:cBhvr>
                                        <p:cTn id="718" dur="5443" fill="hold"/>
                                        <p:tgtEl>
                                          <p:spTgt spid="561"/>
                                        </p:tgtEl>
                                        <p:attrNameLst>
                                          <p:attrName>ppt_y</p:attrName>
                                        </p:attrNameLst>
                                      </p:cBhvr>
                                      <p:tavLst>
                                        <p:tav tm="0">
                                          <p:val>
                                            <p:fltVal val="0.5"/>
                                          </p:val>
                                        </p:tav>
                                        <p:tav tm="100000">
                                          <p:val>
                                            <p:strVal val="#ppt_y"/>
                                          </p:val>
                                        </p:tav>
                                      </p:tavLst>
                                    </p:anim>
                                  </p:childTnLst>
                                </p:cTn>
                              </p:par>
                              <p:par>
                                <p:cTn id="719" presetID="53" presetClass="entr" presetSubtype="528" repeatCount="indefinite" fill="hold" grpId="0" nodeType="withEffect">
                                  <p:stCondLst>
                                    <p:cond delay="1243"/>
                                  </p:stCondLst>
                                  <p:childTnLst>
                                    <p:set>
                                      <p:cBhvr>
                                        <p:cTn id="720" dur="1" fill="hold">
                                          <p:stCondLst>
                                            <p:cond delay="0"/>
                                          </p:stCondLst>
                                        </p:cTn>
                                        <p:tgtEl>
                                          <p:spTgt spid="562"/>
                                        </p:tgtEl>
                                        <p:attrNameLst>
                                          <p:attrName>style.visibility</p:attrName>
                                        </p:attrNameLst>
                                      </p:cBhvr>
                                      <p:to>
                                        <p:strVal val="visible"/>
                                      </p:to>
                                    </p:set>
                                    <p:anim calcmode="lin" valueType="num">
                                      <p:cBhvr>
                                        <p:cTn id="721" dur="6959" fill="hold"/>
                                        <p:tgtEl>
                                          <p:spTgt spid="562"/>
                                        </p:tgtEl>
                                        <p:attrNameLst>
                                          <p:attrName>ppt_w</p:attrName>
                                        </p:attrNameLst>
                                      </p:cBhvr>
                                      <p:tavLst>
                                        <p:tav tm="0">
                                          <p:val>
                                            <p:fltVal val="0"/>
                                          </p:val>
                                        </p:tav>
                                        <p:tav tm="100000">
                                          <p:val>
                                            <p:strVal val="#ppt_w"/>
                                          </p:val>
                                        </p:tav>
                                      </p:tavLst>
                                    </p:anim>
                                    <p:anim calcmode="lin" valueType="num">
                                      <p:cBhvr>
                                        <p:cTn id="722" dur="6959" fill="hold"/>
                                        <p:tgtEl>
                                          <p:spTgt spid="562"/>
                                        </p:tgtEl>
                                        <p:attrNameLst>
                                          <p:attrName>ppt_h</p:attrName>
                                        </p:attrNameLst>
                                      </p:cBhvr>
                                      <p:tavLst>
                                        <p:tav tm="0">
                                          <p:val>
                                            <p:fltVal val="0"/>
                                          </p:val>
                                        </p:tav>
                                        <p:tav tm="100000">
                                          <p:val>
                                            <p:strVal val="#ppt_h"/>
                                          </p:val>
                                        </p:tav>
                                      </p:tavLst>
                                    </p:anim>
                                    <p:animEffect transition="in" filter="fade">
                                      <p:cBhvr>
                                        <p:cTn id="723" dur="6959"/>
                                        <p:tgtEl>
                                          <p:spTgt spid="562"/>
                                        </p:tgtEl>
                                      </p:cBhvr>
                                    </p:animEffect>
                                    <p:anim calcmode="lin" valueType="num">
                                      <p:cBhvr>
                                        <p:cTn id="724" dur="6959" fill="hold"/>
                                        <p:tgtEl>
                                          <p:spTgt spid="562"/>
                                        </p:tgtEl>
                                        <p:attrNameLst>
                                          <p:attrName>ppt_x</p:attrName>
                                        </p:attrNameLst>
                                      </p:cBhvr>
                                      <p:tavLst>
                                        <p:tav tm="0">
                                          <p:val>
                                            <p:fltVal val="0.5"/>
                                          </p:val>
                                        </p:tav>
                                        <p:tav tm="100000">
                                          <p:val>
                                            <p:strVal val="#ppt_x"/>
                                          </p:val>
                                        </p:tav>
                                      </p:tavLst>
                                    </p:anim>
                                    <p:anim calcmode="lin" valueType="num">
                                      <p:cBhvr>
                                        <p:cTn id="725" dur="6959" fill="hold"/>
                                        <p:tgtEl>
                                          <p:spTgt spid="562"/>
                                        </p:tgtEl>
                                        <p:attrNameLst>
                                          <p:attrName>ppt_y</p:attrName>
                                        </p:attrNameLst>
                                      </p:cBhvr>
                                      <p:tavLst>
                                        <p:tav tm="0">
                                          <p:val>
                                            <p:fltVal val="0.5"/>
                                          </p:val>
                                        </p:tav>
                                        <p:tav tm="100000">
                                          <p:val>
                                            <p:strVal val="#ppt_y"/>
                                          </p:val>
                                        </p:tav>
                                      </p:tavLst>
                                    </p:anim>
                                  </p:childTnLst>
                                </p:cTn>
                              </p:par>
                              <p:par>
                                <p:cTn id="726" presetID="53" presetClass="entr" presetSubtype="528" repeatCount="indefinite" fill="hold" grpId="0" nodeType="withEffect">
                                  <p:stCondLst>
                                    <p:cond delay="1388"/>
                                  </p:stCondLst>
                                  <p:childTnLst>
                                    <p:set>
                                      <p:cBhvr>
                                        <p:cTn id="727" dur="1" fill="hold">
                                          <p:stCondLst>
                                            <p:cond delay="0"/>
                                          </p:stCondLst>
                                        </p:cTn>
                                        <p:tgtEl>
                                          <p:spTgt spid="568"/>
                                        </p:tgtEl>
                                        <p:attrNameLst>
                                          <p:attrName>style.visibility</p:attrName>
                                        </p:attrNameLst>
                                      </p:cBhvr>
                                      <p:to>
                                        <p:strVal val="visible"/>
                                      </p:to>
                                    </p:set>
                                    <p:anim calcmode="lin" valueType="num">
                                      <p:cBhvr>
                                        <p:cTn id="728" dur="5861" fill="hold"/>
                                        <p:tgtEl>
                                          <p:spTgt spid="568"/>
                                        </p:tgtEl>
                                        <p:attrNameLst>
                                          <p:attrName>ppt_w</p:attrName>
                                        </p:attrNameLst>
                                      </p:cBhvr>
                                      <p:tavLst>
                                        <p:tav tm="0">
                                          <p:val>
                                            <p:fltVal val="0"/>
                                          </p:val>
                                        </p:tav>
                                        <p:tav tm="100000">
                                          <p:val>
                                            <p:strVal val="#ppt_w"/>
                                          </p:val>
                                        </p:tav>
                                      </p:tavLst>
                                    </p:anim>
                                    <p:anim calcmode="lin" valueType="num">
                                      <p:cBhvr>
                                        <p:cTn id="729" dur="5861" fill="hold"/>
                                        <p:tgtEl>
                                          <p:spTgt spid="568"/>
                                        </p:tgtEl>
                                        <p:attrNameLst>
                                          <p:attrName>ppt_h</p:attrName>
                                        </p:attrNameLst>
                                      </p:cBhvr>
                                      <p:tavLst>
                                        <p:tav tm="0">
                                          <p:val>
                                            <p:fltVal val="0"/>
                                          </p:val>
                                        </p:tav>
                                        <p:tav tm="100000">
                                          <p:val>
                                            <p:strVal val="#ppt_h"/>
                                          </p:val>
                                        </p:tav>
                                      </p:tavLst>
                                    </p:anim>
                                    <p:animEffect transition="in" filter="fade">
                                      <p:cBhvr>
                                        <p:cTn id="730" dur="5861"/>
                                        <p:tgtEl>
                                          <p:spTgt spid="568"/>
                                        </p:tgtEl>
                                      </p:cBhvr>
                                    </p:animEffect>
                                    <p:anim calcmode="lin" valueType="num">
                                      <p:cBhvr>
                                        <p:cTn id="731" dur="5861" fill="hold"/>
                                        <p:tgtEl>
                                          <p:spTgt spid="568"/>
                                        </p:tgtEl>
                                        <p:attrNameLst>
                                          <p:attrName>ppt_x</p:attrName>
                                        </p:attrNameLst>
                                      </p:cBhvr>
                                      <p:tavLst>
                                        <p:tav tm="0">
                                          <p:val>
                                            <p:fltVal val="0.5"/>
                                          </p:val>
                                        </p:tav>
                                        <p:tav tm="100000">
                                          <p:val>
                                            <p:strVal val="#ppt_x"/>
                                          </p:val>
                                        </p:tav>
                                      </p:tavLst>
                                    </p:anim>
                                    <p:anim calcmode="lin" valueType="num">
                                      <p:cBhvr>
                                        <p:cTn id="732" dur="5861" fill="hold"/>
                                        <p:tgtEl>
                                          <p:spTgt spid="568"/>
                                        </p:tgtEl>
                                        <p:attrNameLst>
                                          <p:attrName>ppt_y</p:attrName>
                                        </p:attrNameLst>
                                      </p:cBhvr>
                                      <p:tavLst>
                                        <p:tav tm="0">
                                          <p:val>
                                            <p:fltVal val="0.5"/>
                                          </p:val>
                                        </p:tav>
                                        <p:tav tm="100000">
                                          <p:val>
                                            <p:strVal val="#ppt_y"/>
                                          </p:val>
                                        </p:tav>
                                      </p:tavLst>
                                    </p:anim>
                                  </p:childTnLst>
                                </p:cTn>
                              </p:par>
                              <p:par>
                                <p:cTn id="733" presetID="53" presetClass="entr" presetSubtype="528" repeatCount="indefinite" fill="hold" grpId="0" nodeType="withEffect">
                                  <p:stCondLst>
                                    <p:cond delay="278"/>
                                  </p:stCondLst>
                                  <p:childTnLst>
                                    <p:set>
                                      <p:cBhvr>
                                        <p:cTn id="734" dur="1" fill="hold">
                                          <p:stCondLst>
                                            <p:cond delay="0"/>
                                          </p:stCondLst>
                                        </p:cTn>
                                        <p:tgtEl>
                                          <p:spTgt spid="570"/>
                                        </p:tgtEl>
                                        <p:attrNameLst>
                                          <p:attrName>style.visibility</p:attrName>
                                        </p:attrNameLst>
                                      </p:cBhvr>
                                      <p:to>
                                        <p:strVal val="visible"/>
                                      </p:to>
                                    </p:set>
                                    <p:anim calcmode="lin" valueType="num">
                                      <p:cBhvr>
                                        <p:cTn id="735" dur="5961" fill="hold"/>
                                        <p:tgtEl>
                                          <p:spTgt spid="570"/>
                                        </p:tgtEl>
                                        <p:attrNameLst>
                                          <p:attrName>ppt_w</p:attrName>
                                        </p:attrNameLst>
                                      </p:cBhvr>
                                      <p:tavLst>
                                        <p:tav tm="0">
                                          <p:val>
                                            <p:fltVal val="0"/>
                                          </p:val>
                                        </p:tav>
                                        <p:tav tm="100000">
                                          <p:val>
                                            <p:strVal val="#ppt_w"/>
                                          </p:val>
                                        </p:tav>
                                      </p:tavLst>
                                    </p:anim>
                                    <p:anim calcmode="lin" valueType="num">
                                      <p:cBhvr>
                                        <p:cTn id="736" dur="5961" fill="hold"/>
                                        <p:tgtEl>
                                          <p:spTgt spid="570"/>
                                        </p:tgtEl>
                                        <p:attrNameLst>
                                          <p:attrName>ppt_h</p:attrName>
                                        </p:attrNameLst>
                                      </p:cBhvr>
                                      <p:tavLst>
                                        <p:tav tm="0">
                                          <p:val>
                                            <p:fltVal val="0"/>
                                          </p:val>
                                        </p:tav>
                                        <p:tav tm="100000">
                                          <p:val>
                                            <p:strVal val="#ppt_h"/>
                                          </p:val>
                                        </p:tav>
                                      </p:tavLst>
                                    </p:anim>
                                    <p:animEffect transition="in" filter="fade">
                                      <p:cBhvr>
                                        <p:cTn id="737" dur="5961"/>
                                        <p:tgtEl>
                                          <p:spTgt spid="570"/>
                                        </p:tgtEl>
                                      </p:cBhvr>
                                    </p:animEffect>
                                    <p:anim calcmode="lin" valueType="num">
                                      <p:cBhvr>
                                        <p:cTn id="738" dur="5961" fill="hold"/>
                                        <p:tgtEl>
                                          <p:spTgt spid="570"/>
                                        </p:tgtEl>
                                        <p:attrNameLst>
                                          <p:attrName>ppt_x</p:attrName>
                                        </p:attrNameLst>
                                      </p:cBhvr>
                                      <p:tavLst>
                                        <p:tav tm="0">
                                          <p:val>
                                            <p:fltVal val="0.5"/>
                                          </p:val>
                                        </p:tav>
                                        <p:tav tm="100000">
                                          <p:val>
                                            <p:strVal val="#ppt_x"/>
                                          </p:val>
                                        </p:tav>
                                      </p:tavLst>
                                    </p:anim>
                                    <p:anim calcmode="lin" valueType="num">
                                      <p:cBhvr>
                                        <p:cTn id="739" dur="5961" fill="hold"/>
                                        <p:tgtEl>
                                          <p:spTgt spid="570"/>
                                        </p:tgtEl>
                                        <p:attrNameLst>
                                          <p:attrName>ppt_y</p:attrName>
                                        </p:attrNameLst>
                                      </p:cBhvr>
                                      <p:tavLst>
                                        <p:tav tm="0">
                                          <p:val>
                                            <p:fltVal val="0.5"/>
                                          </p:val>
                                        </p:tav>
                                        <p:tav tm="100000">
                                          <p:val>
                                            <p:strVal val="#ppt_y"/>
                                          </p:val>
                                        </p:tav>
                                      </p:tavLst>
                                    </p:anim>
                                  </p:childTnLst>
                                </p:cTn>
                              </p:par>
                              <p:par>
                                <p:cTn id="740" presetID="53" presetClass="entr" presetSubtype="528" repeatCount="indefinite" fill="hold" grpId="0" nodeType="withEffect">
                                  <p:stCondLst>
                                    <p:cond delay="954"/>
                                  </p:stCondLst>
                                  <p:childTnLst>
                                    <p:set>
                                      <p:cBhvr>
                                        <p:cTn id="741" dur="1" fill="hold">
                                          <p:stCondLst>
                                            <p:cond delay="0"/>
                                          </p:stCondLst>
                                        </p:cTn>
                                        <p:tgtEl>
                                          <p:spTgt spid="571"/>
                                        </p:tgtEl>
                                        <p:attrNameLst>
                                          <p:attrName>style.visibility</p:attrName>
                                        </p:attrNameLst>
                                      </p:cBhvr>
                                      <p:to>
                                        <p:strVal val="visible"/>
                                      </p:to>
                                    </p:set>
                                    <p:anim calcmode="lin" valueType="num">
                                      <p:cBhvr>
                                        <p:cTn id="742" dur="5261" fill="hold"/>
                                        <p:tgtEl>
                                          <p:spTgt spid="571"/>
                                        </p:tgtEl>
                                        <p:attrNameLst>
                                          <p:attrName>ppt_w</p:attrName>
                                        </p:attrNameLst>
                                      </p:cBhvr>
                                      <p:tavLst>
                                        <p:tav tm="0">
                                          <p:val>
                                            <p:fltVal val="0"/>
                                          </p:val>
                                        </p:tav>
                                        <p:tav tm="100000">
                                          <p:val>
                                            <p:strVal val="#ppt_w"/>
                                          </p:val>
                                        </p:tav>
                                      </p:tavLst>
                                    </p:anim>
                                    <p:anim calcmode="lin" valueType="num">
                                      <p:cBhvr>
                                        <p:cTn id="743" dur="5261" fill="hold"/>
                                        <p:tgtEl>
                                          <p:spTgt spid="571"/>
                                        </p:tgtEl>
                                        <p:attrNameLst>
                                          <p:attrName>ppt_h</p:attrName>
                                        </p:attrNameLst>
                                      </p:cBhvr>
                                      <p:tavLst>
                                        <p:tav tm="0">
                                          <p:val>
                                            <p:fltVal val="0"/>
                                          </p:val>
                                        </p:tav>
                                        <p:tav tm="100000">
                                          <p:val>
                                            <p:strVal val="#ppt_h"/>
                                          </p:val>
                                        </p:tav>
                                      </p:tavLst>
                                    </p:anim>
                                    <p:animEffect transition="in" filter="fade">
                                      <p:cBhvr>
                                        <p:cTn id="744" dur="5261"/>
                                        <p:tgtEl>
                                          <p:spTgt spid="571"/>
                                        </p:tgtEl>
                                      </p:cBhvr>
                                    </p:animEffect>
                                    <p:anim calcmode="lin" valueType="num">
                                      <p:cBhvr>
                                        <p:cTn id="745" dur="5261" fill="hold"/>
                                        <p:tgtEl>
                                          <p:spTgt spid="571"/>
                                        </p:tgtEl>
                                        <p:attrNameLst>
                                          <p:attrName>ppt_x</p:attrName>
                                        </p:attrNameLst>
                                      </p:cBhvr>
                                      <p:tavLst>
                                        <p:tav tm="0">
                                          <p:val>
                                            <p:fltVal val="0.5"/>
                                          </p:val>
                                        </p:tav>
                                        <p:tav tm="100000">
                                          <p:val>
                                            <p:strVal val="#ppt_x"/>
                                          </p:val>
                                        </p:tav>
                                      </p:tavLst>
                                    </p:anim>
                                    <p:anim calcmode="lin" valueType="num">
                                      <p:cBhvr>
                                        <p:cTn id="746" dur="5261" fill="hold"/>
                                        <p:tgtEl>
                                          <p:spTgt spid="571"/>
                                        </p:tgtEl>
                                        <p:attrNameLst>
                                          <p:attrName>ppt_y</p:attrName>
                                        </p:attrNameLst>
                                      </p:cBhvr>
                                      <p:tavLst>
                                        <p:tav tm="0">
                                          <p:val>
                                            <p:fltVal val="0.5"/>
                                          </p:val>
                                        </p:tav>
                                        <p:tav tm="100000">
                                          <p:val>
                                            <p:strVal val="#ppt_y"/>
                                          </p:val>
                                        </p:tav>
                                      </p:tavLst>
                                    </p:anim>
                                  </p:childTnLst>
                                </p:cTn>
                              </p:par>
                              <p:par>
                                <p:cTn id="747" presetID="53" presetClass="entr" presetSubtype="528" repeatCount="indefinite" fill="hold" grpId="0" nodeType="withEffect">
                                  <p:stCondLst>
                                    <p:cond delay="494"/>
                                  </p:stCondLst>
                                  <p:childTnLst>
                                    <p:set>
                                      <p:cBhvr>
                                        <p:cTn id="748" dur="1" fill="hold">
                                          <p:stCondLst>
                                            <p:cond delay="0"/>
                                          </p:stCondLst>
                                        </p:cTn>
                                        <p:tgtEl>
                                          <p:spTgt spid="572"/>
                                        </p:tgtEl>
                                        <p:attrNameLst>
                                          <p:attrName>style.visibility</p:attrName>
                                        </p:attrNameLst>
                                      </p:cBhvr>
                                      <p:to>
                                        <p:strVal val="visible"/>
                                      </p:to>
                                    </p:set>
                                    <p:anim calcmode="lin" valueType="num">
                                      <p:cBhvr>
                                        <p:cTn id="749" dur="6404" fill="hold"/>
                                        <p:tgtEl>
                                          <p:spTgt spid="572"/>
                                        </p:tgtEl>
                                        <p:attrNameLst>
                                          <p:attrName>ppt_w</p:attrName>
                                        </p:attrNameLst>
                                      </p:cBhvr>
                                      <p:tavLst>
                                        <p:tav tm="0">
                                          <p:val>
                                            <p:fltVal val="0"/>
                                          </p:val>
                                        </p:tav>
                                        <p:tav tm="100000">
                                          <p:val>
                                            <p:strVal val="#ppt_w"/>
                                          </p:val>
                                        </p:tav>
                                      </p:tavLst>
                                    </p:anim>
                                    <p:anim calcmode="lin" valueType="num">
                                      <p:cBhvr>
                                        <p:cTn id="750" dur="6404" fill="hold"/>
                                        <p:tgtEl>
                                          <p:spTgt spid="572"/>
                                        </p:tgtEl>
                                        <p:attrNameLst>
                                          <p:attrName>ppt_h</p:attrName>
                                        </p:attrNameLst>
                                      </p:cBhvr>
                                      <p:tavLst>
                                        <p:tav tm="0">
                                          <p:val>
                                            <p:fltVal val="0"/>
                                          </p:val>
                                        </p:tav>
                                        <p:tav tm="100000">
                                          <p:val>
                                            <p:strVal val="#ppt_h"/>
                                          </p:val>
                                        </p:tav>
                                      </p:tavLst>
                                    </p:anim>
                                    <p:animEffect transition="in" filter="fade">
                                      <p:cBhvr>
                                        <p:cTn id="751" dur="6404"/>
                                        <p:tgtEl>
                                          <p:spTgt spid="572"/>
                                        </p:tgtEl>
                                      </p:cBhvr>
                                    </p:animEffect>
                                    <p:anim calcmode="lin" valueType="num">
                                      <p:cBhvr>
                                        <p:cTn id="752" dur="6404" fill="hold"/>
                                        <p:tgtEl>
                                          <p:spTgt spid="572"/>
                                        </p:tgtEl>
                                        <p:attrNameLst>
                                          <p:attrName>ppt_x</p:attrName>
                                        </p:attrNameLst>
                                      </p:cBhvr>
                                      <p:tavLst>
                                        <p:tav tm="0">
                                          <p:val>
                                            <p:fltVal val="0.5"/>
                                          </p:val>
                                        </p:tav>
                                        <p:tav tm="100000">
                                          <p:val>
                                            <p:strVal val="#ppt_x"/>
                                          </p:val>
                                        </p:tav>
                                      </p:tavLst>
                                    </p:anim>
                                    <p:anim calcmode="lin" valueType="num">
                                      <p:cBhvr>
                                        <p:cTn id="753" dur="6404" fill="hold"/>
                                        <p:tgtEl>
                                          <p:spTgt spid="572"/>
                                        </p:tgtEl>
                                        <p:attrNameLst>
                                          <p:attrName>ppt_y</p:attrName>
                                        </p:attrNameLst>
                                      </p:cBhvr>
                                      <p:tavLst>
                                        <p:tav tm="0">
                                          <p:val>
                                            <p:fltVal val="0.5"/>
                                          </p:val>
                                        </p:tav>
                                        <p:tav tm="100000">
                                          <p:val>
                                            <p:strVal val="#ppt_y"/>
                                          </p:val>
                                        </p:tav>
                                      </p:tavLst>
                                    </p:anim>
                                  </p:childTnLst>
                                </p:cTn>
                              </p:par>
                              <p:par>
                                <p:cTn id="754" presetID="53" presetClass="entr" presetSubtype="528" repeatCount="indefinite" fill="hold" grpId="0" nodeType="withEffect">
                                  <p:stCondLst>
                                    <p:cond delay="1901"/>
                                  </p:stCondLst>
                                  <p:childTnLst>
                                    <p:set>
                                      <p:cBhvr>
                                        <p:cTn id="755" dur="1" fill="hold">
                                          <p:stCondLst>
                                            <p:cond delay="0"/>
                                          </p:stCondLst>
                                        </p:cTn>
                                        <p:tgtEl>
                                          <p:spTgt spid="573"/>
                                        </p:tgtEl>
                                        <p:attrNameLst>
                                          <p:attrName>style.visibility</p:attrName>
                                        </p:attrNameLst>
                                      </p:cBhvr>
                                      <p:to>
                                        <p:strVal val="visible"/>
                                      </p:to>
                                    </p:set>
                                    <p:anim calcmode="lin" valueType="num">
                                      <p:cBhvr>
                                        <p:cTn id="756" dur="6419" fill="hold"/>
                                        <p:tgtEl>
                                          <p:spTgt spid="573"/>
                                        </p:tgtEl>
                                        <p:attrNameLst>
                                          <p:attrName>ppt_w</p:attrName>
                                        </p:attrNameLst>
                                      </p:cBhvr>
                                      <p:tavLst>
                                        <p:tav tm="0">
                                          <p:val>
                                            <p:fltVal val="0"/>
                                          </p:val>
                                        </p:tav>
                                        <p:tav tm="100000">
                                          <p:val>
                                            <p:strVal val="#ppt_w"/>
                                          </p:val>
                                        </p:tav>
                                      </p:tavLst>
                                    </p:anim>
                                    <p:anim calcmode="lin" valueType="num">
                                      <p:cBhvr>
                                        <p:cTn id="757" dur="6419" fill="hold"/>
                                        <p:tgtEl>
                                          <p:spTgt spid="573"/>
                                        </p:tgtEl>
                                        <p:attrNameLst>
                                          <p:attrName>ppt_h</p:attrName>
                                        </p:attrNameLst>
                                      </p:cBhvr>
                                      <p:tavLst>
                                        <p:tav tm="0">
                                          <p:val>
                                            <p:fltVal val="0"/>
                                          </p:val>
                                        </p:tav>
                                        <p:tav tm="100000">
                                          <p:val>
                                            <p:strVal val="#ppt_h"/>
                                          </p:val>
                                        </p:tav>
                                      </p:tavLst>
                                    </p:anim>
                                    <p:animEffect transition="in" filter="fade">
                                      <p:cBhvr>
                                        <p:cTn id="758" dur="6419"/>
                                        <p:tgtEl>
                                          <p:spTgt spid="573"/>
                                        </p:tgtEl>
                                      </p:cBhvr>
                                    </p:animEffect>
                                    <p:anim calcmode="lin" valueType="num">
                                      <p:cBhvr>
                                        <p:cTn id="759" dur="6419" fill="hold"/>
                                        <p:tgtEl>
                                          <p:spTgt spid="573"/>
                                        </p:tgtEl>
                                        <p:attrNameLst>
                                          <p:attrName>ppt_x</p:attrName>
                                        </p:attrNameLst>
                                      </p:cBhvr>
                                      <p:tavLst>
                                        <p:tav tm="0">
                                          <p:val>
                                            <p:fltVal val="0.5"/>
                                          </p:val>
                                        </p:tav>
                                        <p:tav tm="100000">
                                          <p:val>
                                            <p:strVal val="#ppt_x"/>
                                          </p:val>
                                        </p:tav>
                                      </p:tavLst>
                                    </p:anim>
                                    <p:anim calcmode="lin" valueType="num">
                                      <p:cBhvr>
                                        <p:cTn id="760" dur="6419" fill="hold"/>
                                        <p:tgtEl>
                                          <p:spTgt spid="573"/>
                                        </p:tgtEl>
                                        <p:attrNameLst>
                                          <p:attrName>ppt_y</p:attrName>
                                        </p:attrNameLst>
                                      </p:cBhvr>
                                      <p:tavLst>
                                        <p:tav tm="0">
                                          <p:val>
                                            <p:fltVal val="0.5"/>
                                          </p:val>
                                        </p:tav>
                                        <p:tav tm="100000">
                                          <p:val>
                                            <p:strVal val="#ppt_y"/>
                                          </p:val>
                                        </p:tav>
                                      </p:tavLst>
                                    </p:anim>
                                  </p:childTnLst>
                                </p:cTn>
                              </p:par>
                              <p:par>
                                <p:cTn id="761" presetID="53" presetClass="entr" presetSubtype="528" repeatCount="indefinite" fill="hold" grpId="0" nodeType="withEffect">
                                  <p:stCondLst>
                                    <p:cond delay="367"/>
                                  </p:stCondLst>
                                  <p:childTnLst>
                                    <p:set>
                                      <p:cBhvr>
                                        <p:cTn id="762" dur="1" fill="hold">
                                          <p:stCondLst>
                                            <p:cond delay="0"/>
                                          </p:stCondLst>
                                        </p:cTn>
                                        <p:tgtEl>
                                          <p:spTgt spid="587"/>
                                        </p:tgtEl>
                                        <p:attrNameLst>
                                          <p:attrName>style.visibility</p:attrName>
                                        </p:attrNameLst>
                                      </p:cBhvr>
                                      <p:to>
                                        <p:strVal val="visible"/>
                                      </p:to>
                                    </p:set>
                                    <p:anim calcmode="lin" valueType="num">
                                      <p:cBhvr>
                                        <p:cTn id="763" dur="7266" fill="hold"/>
                                        <p:tgtEl>
                                          <p:spTgt spid="587"/>
                                        </p:tgtEl>
                                        <p:attrNameLst>
                                          <p:attrName>ppt_w</p:attrName>
                                        </p:attrNameLst>
                                      </p:cBhvr>
                                      <p:tavLst>
                                        <p:tav tm="0">
                                          <p:val>
                                            <p:fltVal val="0"/>
                                          </p:val>
                                        </p:tav>
                                        <p:tav tm="100000">
                                          <p:val>
                                            <p:strVal val="#ppt_w"/>
                                          </p:val>
                                        </p:tav>
                                      </p:tavLst>
                                    </p:anim>
                                    <p:anim calcmode="lin" valueType="num">
                                      <p:cBhvr>
                                        <p:cTn id="764" dur="7266" fill="hold"/>
                                        <p:tgtEl>
                                          <p:spTgt spid="587"/>
                                        </p:tgtEl>
                                        <p:attrNameLst>
                                          <p:attrName>ppt_h</p:attrName>
                                        </p:attrNameLst>
                                      </p:cBhvr>
                                      <p:tavLst>
                                        <p:tav tm="0">
                                          <p:val>
                                            <p:fltVal val="0"/>
                                          </p:val>
                                        </p:tav>
                                        <p:tav tm="100000">
                                          <p:val>
                                            <p:strVal val="#ppt_h"/>
                                          </p:val>
                                        </p:tav>
                                      </p:tavLst>
                                    </p:anim>
                                    <p:animEffect transition="in" filter="fade">
                                      <p:cBhvr>
                                        <p:cTn id="765" dur="7266"/>
                                        <p:tgtEl>
                                          <p:spTgt spid="587"/>
                                        </p:tgtEl>
                                      </p:cBhvr>
                                    </p:animEffect>
                                    <p:anim calcmode="lin" valueType="num">
                                      <p:cBhvr>
                                        <p:cTn id="766" dur="7266" fill="hold"/>
                                        <p:tgtEl>
                                          <p:spTgt spid="587"/>
                                        </p:tgtEl>
                                        <p:attrNameLst>
                                          <p:attrName>ppt_x</p:attrName>
                                        </p:attrNameLst>
                                      </p:cBhvr>
                                      <p:tavLst>
                                        <p:tav tm="0">
                                          <p:val>
                                            <p:fltVal val="0.5"/>
                                          </p:val>
                                        </p:tav>
                                        <p:tav tm="100000">
                                          <p:val>
                                            <p:strVal val="#ppt_x"/>
                                          </p:val>
                                        </p:tav>
                                      </p:tavLst>
                                    </p:anim>
                                    <p:anim calcmode="lin" valueType="num">
                                      <p:cBhvr>
                                        <p:cTn id="767" dur="7266" fill="hold"/>
                                        <p:tgtEl>
                                          <p:spTgt spid="587"/>
                                        </p:tgtEl>
                                        <p:attrNameLst>
                                          <p:attrName>ppt_y</p:attrName>
                                        </p:attrNameLst>
                                      </p:cBhvr>
                                      <p:tavLst>
                                        <p:tav tm="0">
                                          <p:val>
                                            <p:fltVal val="0.5"/>
                                          </p:val>
                                        </p:tav>
                                        <p:tav tm="100000">
                                          <p:val>
                                            <p:strVal val="#ppt_y"/>
                                          </p:val>
                                        </p:tav>
                                      </p:tavLst>
                                    </p:anim>
                                  </p:childTnLst>
                                </p:cTn>
                              </p:par>
                              <p:par>
                                <p:cTn id="768" presetID="53" presetClass="entr" presetSubtype="528" repeatCount="indefinite" fill="hold" grpId="0" nodeType="withEffect">
                                  <p:stCondLst>
                                    <p:cond delay="961"/>
                                  </p:stCondLst>
                                  <p:childTnLst>
                                    <p:set>
                                      <p:cBhvr>
                                        <p:cTn id="769" dur="1" fill="hold">
                                          <p:stCondLst>
                                            <p:cond delay="0"/>
                                          </p:stCondLst>
                                        </p:cTn>
                                        <p:tgtEl>
                                          <p:spTgt spid="590"/>
                                        </p:tgtEl>
                                        <p:attrNameLst>
                                          <p:attrName>style.visibility</p:attrName>
                                        </p:attrNameLst>
                                      </p:cBhvr>
                                      <p:to>
                                        <p:strVal val="visible"/>
                                      </p:to>
                                    </p:set>
                                    <p:anim calcmode="lin" valueType="num">
                                      <p:cBhvr>
                                        <p:cTn id="770" dur="6578" fill="hold"/>
                                        <p:tgtEl>
                                          <p:spTgt spid="590"/>
                                        </p:tgtEl>
                                        <p:attrNameLst>
                                          <p:attrName>ppt_w</p:attrName>
                                        </p:attrNameLst>
                                      </p:cBhvr>
                                      <p:tavLst>
                                        <p:tav tm="0">
                                          <p:val>
                                            <p:fltVal val="0"/>
                                          </p:val>
                                        </p:tav>
                                        <p:tav tm="100000">
                                          <p:val>
                                            <p:strVal val="#ppt_w"/>
                                          </p:val>
                                        </p:tav>
                                      </p:tavLst>
                                    </p:anim>
                                    <p:anim calcmode="lin" valueType="num">
                                      <p:cBhvr>
                                        <p:cTn id="771" dur="6578" fill="hold"/>
                                        <p:tgtEl>
                                          <p:spTgt spid="590"/>
                                        </p:tgtEl>
                                        <p:attrNameLst>
                                          <p:attrName>ppt_h</p:attrName>
                                        </p:attrNameLst>
                                      </p:cBhvr>
                                      <p:tavLst>
                                        <p:tav tm="0">
                                          <p:val>
                                            <p:fltVal val="0"/>
                                          </p:val>
                                        </p:tav>
                                        <p:tav tm="100000">
                                          <p:val>
                                            <p:strVal val="#ppt_h"/>
                                          </p:val>
                                        </p:tav>
                                      </p:tavLst>
                                    </p:anim>
                                    <p:animEffect transition="in" filter="fade">
                                      <p:cBhvr>
                                        <p:cTn id="772" dur="6578"/>
                                        <p:tgtEl>
                                          <p:spTgt spid="590"/>
                                        </p:tgtEl>
                                      </p:cBhvr>
                                    </p:animEffect>
                                    <p:anim calcmode="lin" valueType="num">
                                      <p:cBhvr>
                                        <p:cTn id="773" dur="6578" fill="hold"/>
                                        <p:tgtEl>
                                          <p:spTgt spid="590"/>
                                        </p:tgtEl>
                                        <p:attrNameLst>
                                          <p:attrName>ppt_x</p:attrName>
                                        </p:attrNameLst>
                                      </p:cBhvr>
                                      <p:tavLst>
                                        <p:tav tm="0">
                                          <p:val>
                                            <p:fltVal val="0.5"/>
                                          </p:val>
                                        </p:tav>
                                        <p:tav tm="100000">
                                          <p:val>
                                            <p:strVal val="#ppt_x"/>
                                          </p:val>
                                        </p:tav>
                                      </p:tavLst>
                                    </p:anim>
                                    <p:anim calcmode="lin" valueType="num">
                                      <p:cBhvr>
                                        <p:cTn id="774" dur="6578" fill="hold"/>
                                        <p:tgtEl>
                                          <p:spTgt spid="590"/>
                                        </p:tgtEl>
                                        <p:attrNameLst>
                                          <p:attrName>ppt_y</p:attrName>
                                        </p:attrNameLst>
                                      </p:cBhvr>
                                      <p:tavLst>
                                        <p:tav tm="0">
                                          <p:val>
                                            <p:fltVal val="0.5"/>
                                          </p:val>
                                        </p:tav>
                                        <p:tav tm="100000">
                                          <p:val>
                                            <p:strVal val="#ppt_y"/>
                                          </p:val>
                                        </p:tav>
                                      </p:tavLst>
                                    </p:anim>
                                  </p:childTnLst>
                                </p:cTn>
                              </p:par>
                              <p:par>
                                <p:cTn id="775" presetID="53" presetClass="entr" presetSubtype="528" repeatCount="indefinite" fill="hold" grpId="0" nodeType="withEffect">
                                  <p:stCondLst>
                                    <p:cond delay="640"/>
                                  </p:stCondLst>
                                  <p:childTnLst>
                                    <p:set>
                                      <p:cBhvr>
                                        <p:cTn id="776" dur="1" fill="hold">
                                          <p:stCondLst>
                                            <p:cond delay="0"/>
                                          </p:stCondLst>
                                        </p:cTn>
                                        <p:tgtEl>
                                          <p:spTgt spid="591"/>
                                        </p:tgtEl>
                                        <p:attrNameLst>
                                          <p:attrName>style.visibility</p:attrName>
                                        </p:attrNameLst>
                                      </p:cBhvr>
                                      <p:to>
                                        <p:strVal val="visible"/>
                                      </p:to>
                                    </p:set>
                                    <p:anim calcmode="lin" valueType="num">
                                      <p:cBhvr>
                                        <p:cTn id="777" dur="5112" fill="hold"/>
                                        <p:tgtEl>
                                          <p:spTgt spid="591"/>
                                        </p:tgtEl>
                                        <p:attrNameLst>
                                          <p:attrName>ppt_w</p:attrName>
                                        </p:attrNameLst>
                                      </p:cBhvr>
                                      <p:tavLst>
                                        <p:tav tm="0">
                                          <p:val>
                                            <p:fltVal val="0"/>
                                          </p:val>
                                        </p:tav>
                                        <p:tav tm="100000">
                                          <p:val>
                                            <p:strVal val="#ppt_w"/>
                                          </p:val>
                                        </p:tav>
                                      </p:tavLst>
                                    </p:anim>
                                    <p:anim calcmode="lin" valueType="num">
                                      <p:cBhvr>
                                        <p:cTn id="778" dur="5112" fill="hold"/>
                                        <p:tgtEl>
                                          <p:spTgt spid="591"/>
                                        </p:tgtEl>
                                        <p:attrNameLst>
                                          <p:attrName>ppt_h</p:attrName>
                                        </p:attrNameLst>
                                      </p:cBhvr>
                                      <p:tavLst>
                                        <p:tav tm="0">
                                          <p:val>
                                            <p:fltVal val="0"/>
                                          </p:val>
                                        </p:tav>
                                        <p:tav tm="100000">
                                          <p:val>
                                            <p:strVal val="#ppt_h"/>
                                          </p:val>
                                        </p:tav>
                                      </p:tavLst>
                                    </p:anim>
                                    <p:animEffect transition="in" filter="fade">
                                      <p:cBhvr>
                                        <p:cTn id="779" dur="5112"/>
                                        <p:tgtEl>
                                          <p:spTgt spid="591"/>
                                        </p:tgtEl>
                                      </p:cBhvr>
                                    </p:animEffect>
                                    <p:anim calcmode="lin" valueType="num">
                                      <p:cBhvr>
                                        <p:cTn id="780" dur="5112" fill="hold"/>
                                        <p:tgtEl>
                                          <p:spTgt spid="591"/>
                                        </p:tgtEl>
                                        <p:attrNameLst>
                                          <p:attrName>ppt_x</p:attrName>
                                        </p:attrNameLst>
                                      </p:cBhvr>
                                      <p:tavLst>
                                        <p:tav tm="0">
                                          <p:val>
                                            <p:fltVal val="0.5"/>
                                          </p:val>
                                        </p:tav>
                                        <p:tav tm="100000">
                                          <p:val>
                                            <p:strVal val="#ppt_x"/>
                                          </p:val>
                                        </p:tav>
                                      </p:tavLst>
                                    </p:anim>
                                    <p:anim calcmode="lin" valueType="num">
                                      <p:cBhvr>
                                        <p:cTn id="781" dur="5112" fill="hold"/>
                                        <p:tgtEl>
                                          <p:spTgt spid="591"/>
                                        </p:tgtEl>
                                        <p:attrNameLst>
                                          <p:attrName>ppt_y</p:attrName>
                                        </p:attrNameLst>
                                      </p:cBhvr>
                                      <p:tavLst>
                                        <p:tav tm="0">
                                          <p:val>
                                            <p:fltVal val="0.5"/>
                                          </p:val>
                                        </p:tav>
                                        <p:tav tm="100000">
                                          <p:val>
                                            <p:strVal val="#ppt_y"/>
                                          </p:val>
                                        </p:tav>
                                      </p:tavLst>
                                    </p:anim>
                                  </p:childTnLst>
                                </p:cTn>
                              </p:par>
                              <p:par>
                                <p:cTn id="782" presetID="53" presetClass="entr" presetSubtype="528" repeatCount="indefinite" fill="hold" grpId="0" nodeType="withEffect">
                                  <p:stCondLst>
                                    <p:cond delay="1664"/>
                                  </p:stCondLst>
                                  <p:childTnLst>
                                    <p:set>
                                      <p:cBhvr>
                                        <p:cTn id="783" dur="1" fill="hold">
                                          <p:stCondLst>
                                            <p:cond delay="0"/>
                                          </p:stCondLst>
                                        </p:cTn>
                                        <p:tgtEl>
                                          <p:spTgt spid="592"/>
                                        </p:tgtEl>
                                        <p:attrNameLst>
                                          <p:attrName>style.visibility</p:attrName>
                                        </p:attrNameLst>
                                      </p:cBhvr>
                                      <p:to>
                                        <p:strVal val="visible"/>
                                      </p:to>
                                    </p:set>
                                    <p:anim calcmode="lin" valueType="num">
                                      <p:cBhvr>
                                        <p:cTn id="784" dur="5239" fill="hold"/>
                                        <p:tgtEl>
                                          <p:spTgt spid="592"/>
                                        </p:tgtEl>
                                        <p:attrNameLst>
                                          <p:attrName>ppt_w</p:attrName>
                                        </p:attrNameLst>
                                      </p:cBhvr>
                                      <p:tavLst>
                                        <p:tav tm="0">
                                          <p:val>
                                            <p:fltVal val="0"/>
                                          </p:val>
                                        </p:tav>
                                        <p:tav tm="100000">
                                          <p:val>
                                            <p:strVal val="#ppt_w"/>
                                          </p:val>
                                        </p:tav>
                                      </p:tavLst>
                                    </p:anim>
                                    <p:anim calcmode="lin" valueType="num">
                                      <p:cBhvr>
                                        <p:cTn id="785" dur="5239" fill="hold"/>
                                        <p:tgtEl>
                                          <p:spTgt spid="592"/>
                                        </p:tgtEl>
                                        <p:attrNameLst>
                                          <p:attrName>ppt_h</p:attrName>
                                        </p:attrNameLst>
                                      </p:cBhvr>
                                      <p:tavLst>
                                        <p:tav tm="0">
                                          <p:val>
                                            <p:fltVal val="0"/>
                                          </p:val>
                                        </p:tav>
                                        <p:tav tm="100000">
                                          <p:val>
                                            <p:strVal val="#ppt_h"/>
                                          </p:val>
                                        </p:tav>
                                      </p:tavLst>
                                    </p:anim>
                                    <p:animEffect transition="in" filter="fade">
                                      <p:cBhvr>
                                        <p:cTn id="786" dur="5239"/>
                                        <p:tgtEl>
                                          <p:spTgt spid="592"/>
                                        </p:tgtEl>
                                      </p:cBhvr>
                                    </p:animEffect>
                                    <p:anim calcmode="lin" valueType="num">
                                      <p:cBhvr>
                                        <p:cTn id="787" dur="5239" fill="hold"/>
                                        <p:tgtEl>
                                          <p:spTgt spid="592"/>
                                        </p:tgtEl>
                                        <p:attrNameLst>
                                          <p:attrName>ppt_x</p:attrName>
                                        </p:attrNameLst>
                                      </p:cBhvr>
                                      <p:tavLst>
                                        <p:tav tm="0">
                                          <p:val>
                                            <p:fltVal val="0.5"/>
                                          </p:val>
                                        </p:tav>
                                        <p:tav tm="100000">
                                          <p:val>
                                            <p:strVal val="#ppt_x"/>
                                          </p:val>
                                        </p:tav>
                                      </p:tavLst>
                                    </p:anim>
                                    <p:anim calcmode="lin" valueType="num">
                                      <p:cBhvr>
                                        <p:cTn id="788" dur="5239" fill="hold"/>
                                        <p:tgtEl>
                                          <p:spTgt spid="592"/>
                                        </p:tgtEl>
                                        <p:attrNameLst>
                                          <p:attrName>ppt_y</p:attrName>
                                        </p:attrNameLst>
                                      </p:cBhvr>
                                      <p:tavLst>
                                        <p:tav tm="0">
                                          <p:val>
                                            <p:fltVal val="0.5"/>
                                          </p:val>
                                        </p:tav>
                                        <p:tav tm="100000">
                                          <p:val>
                                            <p:strVal val="#ppt_y"/>
                                          </p:val>
                                        </p:tav>
                                      </p:tavLst>
                                    </p:anim>
                                  </p:childTnLst>
                                </p:cTn>
                              </p:par>
                              <p:par>
                                <p:cTn id="789" presetID="53" presetClass="entr" presetSubtype="528" repeatCount="indefinite" fill="hold" grpId="0" nodeType="withEffect">
                                  <p:stCondLst>
                                    <p:cond delay="385"/>
                                  </p:stCondLst>
                                  <p:childTnLst>
                                    <p:set>
                                      <p:cBhvr>
                                        <p:cTn id="790" dur="1" fill="hold">
                                          <p:stCondLst>
                                            <p:cond delay="0"/>
                                          </p:stCondLst>
                                        </p:cTn>
                                        <p:tgtEl>
                                          <p:spTgt spid="596"/>
                                        </p:tgtEl>
                                        <p:attrNameLst>
                                          <p:attrName>style.visibility</p:attrName>
                                        </p:attrNameLst>
                                      </p:cBhvr>
                                      <p:to>
                                        <p:strVal val="visible"/>
                                      </p:to>
                                    </p:set>
                                    <p:anim calcmode="lin" valueType="num">
                                      <p:cBhvr>
                                        <p:cTn id="791" dur="5535" fill="hold"/>
                                        <p:tgtEl>
                                          <p:spTgt spid="596"/>
                                        </p:tgtEl>
                                        <p:attrNameLst>
                                          <p:attrName>ppt_w</p:attrName>
                                        </p:attrNameLst>
                                      </p:cBhvr>
                                      <p:tavLst>
                                        <p:tav tm="0">
                                          <p:val>
                                            <p:fltVal val="0"/>
                                          </p:val>
                                        </p:tav>
                                        <p:tav tm="100000">
                                          <p:val>
                                            <p:strVal val="#ppt_w"/>
                                          </p:val>
                                        </p:tav>
                                      </p:tavLst>
                                    </p:anim>
                                    <p:anim calcmode="lin" valueType="num">
                                      <p:cBhvr>
                                        <p:cTn id="792" dur="5535" fill="hold"/>
                                        <p:tgtEl>
                                          <p:spTgt spid="596"/>
                                        </p:tgtEl>
                                        <p:attrNameLst>
                                          <p:attrName>ppt_h</p:attrName>
                                        </p:attrNameLst>
                                      </p:cBhvr>
                                      <p:tavLst>
                                        <p:tav tm="0">
                                          <p:val>
                                            <p:fltVal val="0"/>
                                          </p:val>
                                        </p:tav>
                                        <p:tav tm="100000">
                                          <p:val>
                                            <p:strVal val="#ppt_h"/>
                                          </p:val>
                                        </p:tav>
                                      </p:tavLst>
                                    </p:anim>
                                    <p:animEffect transition="in" filter="fade">
                                      <p:cBhvr>
                                        <p:cTn id="793" dur="5535"/>
                                        <p:tgtEl>
                                          <p:spTgt spid="596"/>
                                        </p:tgtEl>
                                      </p:cBhvr>
                                    </p:animEffect>
                                    <p:anim calcmode="lin" valueType="num">
                                      <p:cBhvr>
                                        <p:cTn id="794" dur="5535" fill="hold"/>
                                        <p:tgtEl>
                                          <p:spTgt spid="596"/>
                                        </p:tgtEl>
                                        <p:attrNameLst>
                                          <p:attrName>ppt_x</p:attrName>
                                        </p:attrNameLst>
                                      </p:cBhvr>
                                      <p:tavLst>
                                        <p:tav tm="0">
                                          <p:val>
                                            <p:fltVal val="0.5"/>
                                          </p:val>
                                        </p:tav>
                                        <p:tav tm="100000">
                                          <p:val>
                                            <p:strVal val="#ppt_x"/>
                                          </p:val>
                                        </p:tav>
                                      </p:tavLst>
                                    </p:anim>
                                    <p:anim calcmode="lin" valueType="num">
                                      <p:cBhvr>
                                        <p:cTn id="795" dur="5535" fill="hold"/>
                                        <p:tgtEl>
                                          <p:spTgt spid="596"/>
                                        </p:tgtEl>
                                        <p:attrNameLst>
                                          <p:attrName>ppt_y</p:attrName>
                                        </p:attrNameLst>
                                      </p:cBhvr>
                                      <p:tavLst>
                                        <p:tav tm="0">
                                          <p:val>
                                            <p:fltVal val="0.5"/>
                                          </p:val>
                                        </p:tav>
                                        <p:tav tm="100000">
                                          <p:val>
                                            <p:strVal val="#ppt_y"/>
                                          </p:val>
                                        </p:tav>
                                      </p:tavLst>
                                    </p:anim>
                                  </p:childTnLst>
                                </p:cTn>
                              </p:par>
                              <p:par>
                                <p:cTn id="796" presetID="53" presetClass="entr" presetSubtype="528" repeatCount="indefinite" fill="hold" grpId="0" nodeType="withEffect">
                                  <p:stCondLst>
                                    <p:cond delay="430"/>
                                  </p:stCondLst>
                                  <p:childTnLst>
                                    <p:set>
                                      <p:cBhvr>
                                        <p:cTn id="797" dur="1" fill="hold">
                                          <p:stCondLst>
                                            <p:cond delay="0"/>
                                          </p:stCondLst>
                                        </p:cTn>
                                        <p:tgtEl>
                                          <p:spTgt spid="597"/>
                                        </p:tgtEl>
                                        <p:attrNameLst>
                                          <p:attrName>style.visibility</p:attrName>
                                        </p:attrNameLst>
                                      </p:cBhvr>
                                      <p:to>
                                        <p:strVal val="visible"/>
                                      </p:to>
                                    </p:set>
                                    <p:anim calcmode="lin" valueType="num">
                                      <p:cBhvr>
                                        <p:cTn id="798" dur="5003" fill="hold"/>
                                        <p:tgtEl>
                                          <p:spTgt spid="597"/>
                                        </p:tgtEl>
                                        <p:attrNameLst>
                                          <p:attrName>ppt_w</p:attrName>
                                        </p:attrNameLst>
                                      </p:cBhvr>
                                      <p:tavLst>
                                        <p:tav tm="0">
                                          <p:val>
                                            <p:fltVal val="0"/>
                                          </p:val>
                                        </p:tav>
                                        <p:tav tm="100000">
                                          <p:val>
                                            <p:strVal val="#ppt_w"/>
                                          </p:val>
                                        </p:tav>
                                      </p:tavLst>
                                    </p:anim>
                                    <p:anim calcmode="lin" valueType="num">
                                      <p:cBhvr>
                                        <p:cTn id="799" dur="5003" fill="hold"/>
                                        <p:tgtEl>
                                          <p:spTgt spid="597"/>
                                        </p:tgtEl>
                                        <p:attrNameLst>
                                          <p:attrName>ppt_h</p:attrName>
                                        </p:attrNameLst>
                                      </p:cBhvr>
                                      <p:tavLst>
                                        <p:tav tm="0">
                                          <p:val>
                                            <p:fltVal val="0"/>
                                          </p:val>
                                        </p:tav>
                                        <p:tav tm="100000">
                                          <p:val>
                                            <p:strVal val="#ppt_h"/>
                                          </p:val>
                                        </p:tav>
                                      </p:tavLst>
                                    </p:anim>
                                    <p:animEffect transition="in" filter="fade">
                                      <p:cBhvr>
                                        <p:cTn id="800" dur="5003"/>
                                        <p:tgtEl>
                                          <p:spTgt spid="597"/>
                                        </p:tgtEl>
                                      </p:cBhvr>
                                    </p:animEffect>
                                    <p:anim calcmode="lin" valueType="num">
                                      <p:cBhvr>
                                        <p:cTn id="801" dur="5003" fill="hold"/>
                                        <p:tgtEl>
                                          <p:spTgt spid="597"/>
                                        </p:tgtEl>
                                        <p:attrNameLst>
                                          <p:attrName>ppt_x</p:attrName>
                                        </p:attrNameLst>
                                      </p:cBhvr>
                                      <p:tavLst>
                                        <p:tav tm="0">
                                          <p:val>
                                            <p:fltVal val="0.5"/>
                                          </p:val>
                                        </p:tav>
                                        <p:tav tm="100000">
                                          <p:val>
                                            <p:strVal val="#ppt_x"/>
                                          </p:val>
                                        </p:tav>
                                      </p:tavLst>
                                    </p:anim>
                                    <p:anim calcmode="lin" valueType="num">
                                      <p:cBhvr>
                                        <p:cTn id="802" dur="5003" fill="hold"/>
                                        <p:tgtEl>
                                          <p:spTgt spid="597"/>
                                        </p:tgtEl>
                                        <p:attrNameLst>
                                          <p:attrName>ppt_y</p:attrName>
                                        </p:attrNameLst>
                                      </p:cBhvr>
                                      <p:tavLst>
                                        <p:tav tm="0">
                                          <p:val>
                                            <p:fltVal val="0.5"/>
                                          </p:val>
                                        </p:tav>
                                        <p:tav tm="100000">
                                          <p:val>
                                            <p:strVal val="#ppt_y"/>
                                          </p:val>
                                        </p:tav>
                                      </p:tavLst>
                                    </p:anim>
                                  </p:childTnLst>
                                </p:cTn>
                              </p:par>
                              <p:par>
                                <p:cTn id="803" presetID="53" presetClass="entr" presetSubtype="528" repeatCount="indefinite" fill="hold" grpId="0" nodeType="withEffect">
                                  <p:stCondLst>
                                    <p:cond delay="1048"/>
                                  </p:stCondLst>
                                  <p:childTnLst>
                                    <p:set>
                                      <p:cBhvr>
                                        <p:cTn id="804" dur="1" fill="hold">
                                          <p:stCondLst>
                                            <p:cond delay="0"/>
                                          </p:stCondLst>
                                        </p:cTn>
                                        <p:tgtEl>
                                          <p:spTgt spid="598"/>
                                        </p:tgtEl>
                                        <p:attrNameLst>
                                          <p:attrName>style.visibility</p:attrName>
                                        </p:attrNameLst>
                                      </p:cBhvr>
                                      <p:to>
                                        <p:strVal val="visible"/>
                                      </p:to>
                                    </p:set>
                                    <p:anim calcmode="lin" valueType="num">
                                      <p:cBhvr>
                                        <p:cTn id="805" dur="5033" fill="hold"/>
                                        <p:tgtEl>
                                          <p:spTgt spid="598"/>
                                        </p:tgtEl>
                                        <p:attrNameLst>
                                          <p:attrName>ppt_w</p:attrName>
                                        </p:attrNameLst>
                                      </p:cBhvr>
                                      <p:tavLst>
                                        <p:tav tm="0">
                                          <p:val>
                                            <p:fltVal val="0"/>
                                          </p:val>
                                        </p:tav>
                                        <p:tav tm="100000">
                                          <p:val>
                                            <p:strVal val="#ppt_w"/>
                                          </p:val>
                                        </p:tav>
                                      </p:tavLst>
                                    </p:anim>
                                    <p:anim calcmode="lin" valueType="num">
                                      <p:cBhvr>
                                        <p:cTn id="806" dur="5033" fill="hold"/>
                                        <p:tgtEl>
                                          <p:spTgt spid="598"/>
                                        </p:tgtEl>
                                        <p:attrNameLst>
                                          <p:attrName>ppt_h</p:attrName>
                                        </p:attrNameLst>
                                      </p:cBhvr>
                                      <p:tavLst>
                                        <p:tav tm="0">
                                          <p:val>
                                            <p:fltVal val="0"/>
                                          </p:val>
                                        </p:tav>
                                        <p:tav tm="100000">
                                          <p:val>
                                            <p:strVal val="#ppt_h"/>
                                          </p:val>
                                        </p:tav>
                                      </p:tavLst>
                                    </p:anim>
                                    <p:animEffect transition="in" filter="fade">
                                      <p:cBhvr>
                                        <p:cTn id="807" dur="5033"/>
                                        <p:tgtEl>
                                          <p:spTgt spid="598"/>
                                        </p:tgtEl>
                                      </p:cBhvr>
                                    </p:animEffect>
                                    <p:anim calcmode="lin" valueType="num">
                                      <p:cBhvr>
                                        <p:cTn id="808" dur="5033" fill="hold"/>
                                        <p:tgtEl>
                                          <p:spTgt spid="598"/>
                                        </p:tgtEl>
                                        <p:attrNameLst>
                                          <p:attrName>ppt_x</p:attrName>
                                        </p:attrNameLst>
                                      </p:cBhvr>
                                      <p:tavLst>
                                        <p:tav tm="0">
                                          <p:val>
                                            <p:fltVal val="0.5"/>
                                          </p:val>
                                        </p:tav>
                                        <p:tav tm="100000">
                                          <p:val>
                                            <p:strVal val="#ppt_x"/>
                                          </p:val>
                                        </p:tav>
                                      </p:tavLst>
                                    </p:anim>
                                    <p:anim calcmode="lin" valueType="num">
                                      <p:cBhvr>
                                        <p:cTn id="809" dur="5033" fill="hold"/>
                                        <p:tgtEl>
                                          <p:spTgt spid="598"/>
                                        </p:tgtEl>
                                        <p:attrNameLst>
                                          <p:attrName>ppt_y</p:attrName>
                                        </p:attrNameLst>
                                      </p:cBhvr>
                                      <p:tavLst>
                                        <p:tav tm="0">
                                          <p:val>
                                            <p:fltVal val="0.5"/>
                                          </p:val>
                                        </p:tav>
                                        <p:tav tm="100000">
                                          <p:val>
                                            <p:strVal val="#ppt_y"/>
                                          </p:val>
                                        </p:tav>
                                      </p:tavLst>
                                    </p:anim>
                                  </p:childTnLst>
                                </p:cTn>
                              </p:par>
                              <p:par>
                                <p:cTn id="810" presetID="53" presetClass="entr" presetSubtype="528" repeatCount="indefinite" fill="hold" grpId="0" nodeType="withEffect">
                                  <p:stCondLst>
                                    <p:cond delay="1359"/>
                                  </p:stCondLst>
                                  <p:childTnLst>
                                    <p:set>
                                      <p:cBhvr>
                                        <p:cTn id="811" dur="1" fill="hold">
                                          <p:stCondLst>
                                            <p:cond delay="0"/>
                                          </p:stCondLst>
                                        </p:cTn>
                                        <p:tgtEl>
                                          <p:spTgt spid="599"/>
                                        </p:tgtEl>
                                        <p:attrNameLst>
                                          <p:attrName>style.visibility</p:attrName>
                                        </p:attrNameLst>
                                      </p:cBhvr>
                                      <p:to>
                                        <p:strVal val="visible"/>
                                      </p:to>
                                    </p:set>
                                    <p:anim calcmode="lin" valueType="num">
                                      <p:cBhvr>
                                        <p:cTn id="812" dur="6787" fill="hold"/>
                                        <p:tgtEl>
                                          <p:spTgt spid="599"/>
                                        </p:tgtEl>
                                        <p:attrNameLst>
                                          <p:attrName>ppt_w</p:attrName>
                                        </p:attrNameLst>
                                      </p:cBhvr>
                                      <p:tavLst>
                                        <p:tav tm="0">
                                          <p:val>
                                            <p:fltVal val="0"/>
                                          </p:val>
                                        </p:tav>
                                        <p:tav tm="100000">
                                          <p:val>
                                            <p:strVal val="#ppt_w"/>
                                          </p:val>
                                        </p:tav>
                                      </p:tavLst>
                                    </p:anim>
                                    <p:anim calcmode="lin" valueType="num">
                                      <p:cBhvr>
                                        <p:cTn id="813" dur="6787" fill="hold"/>
                                        <p:tgtEl>
                                          <p:spTgt spid="599"/>
                                        </p:tgtEl>
                                        <p:attrNameLst>
                                          <p:attrName>ppt_h</p:attrName>
                                        </p:attrNameLst>
                                      </p:cBhvr>
                                      <p:tavLst>
                                        <p:tav tm="0">
                                          <p:val>
                                            <p:fltVal val="0"/>
                                          </p:val>
                                        </p:tav>
                                        <p:tav tm="100000">
                                          <p:val>
                                            <p:strVal val="#ppt_h"/>
                                          </p:val>
                                        </p:tav>
                                      </p:tavLst>
                                    </p:anim>
                                    <p:animEffect transition="in" filter="fade">
                                      <p:cBhvr>
                                        <p:cTn id="814" dur="6787"/>
                                        <p:tgtEl>
                                          <p:spTgt spid="599"/>
                                        </p:tgtEl>
                                      </p:cBhvr>
                                    </p:animEffect>
                                    <p:anim calcmode="lin" valueType="num">
                                      <p:cBhvr>
                                        <p:cTn id="815" dur="6787" fill="hold"/>
                                        <p:tgtEl>
                                          <p:spTgt spid="599"/>
                                        </p:tgtEl>
                                        <p:attrNameLst>
                                          <p:attrName>ppt_x</p:attrName>
                                        </p:attrNameLst>
                                      </p:cBhvr>
                                      <p:tavLst>
                                        <p:tav tm="0">
                                          <p:val>
                                            <p:fltVal val="0.5"/>
                                          </p:val>
                                        </p:tav>
                                        <p:tav tm="100000">
                                          <p:val>
                                            <p:strVal val="#ppt_x"/>
                                          </p:val>
                                        </p:tav>
                                      </p:tavLst>
                                    </p:anim>
                                    <p:anim calcmode="lin" valueType="num">
                                      <p:cBhvr>
                                        <p:cTn id="816" dur="6787" fill="hold"/>
                                        <p:tgtEl>
                                          <p:spTgt spid="599"/>
                                        </p:tgtEl>
                                        <p:attrNameLst>
                                          <p:attrName>ppt_y</p:attrName>
                                        </p:attrNameLst>
                                      </p:cBhvr>
                                      <p:tavLst>
                                        <p:tav tm="0">
                                          <p:val>
                                            <p:fltVal val="0.5"/>
                                          </p:val>
                                        </p:tav>
                                        <p:tav tm="100000">
                                          <p:val>
                                            <p:strVal val="#ppt_y"/>
                                          </p:val>
                                        </p:tav>
                                      </p:tavLst>
                                    </p:anim>
                                  </p:childTnLst>
                                </p:cTn>
                              </p:par>
                              <p:par>
                                <p:cTn id="817" presetID="23" presetClass="entr" presetSubtype="528" fill="hold" nodeType="withEffect">
                                  <p:stCondLst>
                                    <p:cond delay="0"/>
                                  </p:stCondLst>
                                  <p:childTnLst>
                                    <p:set>
                                      <p:cBhvr>
                                        <p:cTn id="818" dur="3000" fill="hold">
                                          <p:stCondLst>
                                            <p:cond delay="0"/>
                                          </p:stCondLst>
                                        </p:cTn>
                                        <p:tgtEl>
                                          <p:spTgt spid="11"/>
                                        </p:tgtEl>
                                        <p:attrNameLst>
                                          <p:attrName>style.visibility</p:attrName>
                                        </p:attrNameLst>
                                      </p:cBhvr>
                                      <p:to>
                                        <p:strVal val="visible"/>
                                      </p:to>
                                    </p:set>
                                    <p:anim calcmode="lin" valueType="num">
                                      <p:cBhvr>
                                        <p:cTn id="819" dur="3000" fill="hold"/>
                                        <p:tgtEl>
                                          <p:spTgt spid="11"/>
                                        </p:tgtEl>
                                        <p:attrNameLst>
                                          <p:attrName>ppt_w</p:attrName>
                                        </p:attrNameLst>
                                      </p:cBhvr>
                                      <p:tavLst>
                                        <p:tav tm="0">
                                          <p:val>
                                            <p:fltVal val="0"/>
                                          </p:val>
                                        </p:tav>
                                        <p:tav tm="100000">
                                          <p:val>
                                            <p:strVal val="#ppt_w"/>
                                          </p:val>
                                        </p:tav>
                                      </p:tavLst>
                                    </p:anim>
                                    <p:anim calcmode="lin" valueType="num">
                                      <p:cBhvr>
                                        <p:cTn id="820" dur="3000" fill="hold"/>
                                        <p:tgtEl>
                                          <p:spTgt spid="11"/>
                                        </p:tgtEl>
                                        <p:attrNameLst>
                                          <p:attrName>ppt_h</p:attrName>
                                        </p:attrNameLst>
                                      </p:cBhvr>
                                      <p:tavLst>
                                        <p:tav tm="0">
                                          <p:val>
                                            <p:fltVal val="0"/>
                                          </p:val>
                                        </p:tav>
                                        <p:tav tm="100000">
                                          <p:val>
                                            <p:strVal val="#ppt_h"/>
                                          </p:val>
                                        </p:tav>
                                      </p:tavLst>
                                    </p:anim>
                                    <p:anim calcmode="lin" valueType="num">
                                      <p:cBhvr>
                                        <p:cTn id="821" dur="3000" fill="hold"/>
                                        <p:tgtEl>
                                          <p:spTgt spid="11"/>
                                        </p:tgtEl>
                                        <p:attrNameLst>
                                          <p:attrName>ppt_x</p:attrName>
                                        </p:attrNameLst>
                                      </p:cBhvr>
                                      <p:tavLst>
                                        <p:tav tm="0">
                                          <p:val>
                                            <p:fltVal val="0.5"/>
                                          </p:val>
                                        </p:tav>
                                        <p:tav tm="100000">
                                          <p:val>
                                            <p:strVal val="#ppt_x"/>
                                          </p:val>
                                        </p:tav>
                                      </p:tavLst>
                                    </p:anim>
                                    <p:anim calcmode="lin" valueType="num">
                                      <p:cBhvr>
                                        <p:cTn id="822" dur="3000" fill="hold"/>
                                        <p:tgtEl>
                                          <p:spTgt spid="11"/>
                                        </p:tgtEl>
                                        <p:attrNameLst>
                                          <p:attrName>ppt_y</p:attrName>
                                        </p:attrNameLst>
                                      </p:cBhvr>
                                      <p:tavLst>
                                        <p:tav tm="0">
                                          <p:val>
                                            <p:fltVal val="0.5"/>
                                          </p:val>
                                        </p:tav>
                                        <p:tav tm="100000">
                                          <p:val>
                                            <p:strVal val="#ppt_y"/>
                                          </p:val>
                                        </p:tav>
                                      </p:tavLst>
                                    </p:anim>
                                  </p:childTnLst>
                                </p:cTn>
                              </p:par>
                              <p:par>
                                <p:cTn id="823" presetID="64" presetClass="path" presetSubtype="0" accel="50000" decel="50000" fill="hold" nodeType="withEffect">
                                  <p:stCondLst>
                                    <p:cond delay="0"/>
                                  </p:stCondLst>
                                  <p:childTnLst>
                                    <p:animMotion origin="layout" path="M 0.000625 0.0564815 L -0.000833333 -0.258611 " pathEditMode="relative" rAng="0" ptsTypes="">
                                      <p:cBhvr>
                                        <p:cTn id="824" dur="5000" fill="hold"/>
                                        <p:tgtEl>
                                          <p:spTgt spid="1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5" grpId="0" bldLvl="0" animBg="1"/>
      <p:bldP spid="36" grpId="0" bldLvl="0" animBg="1"/>
      <p:bldP spid="37" grpId="0" bldLvl="0" animBg="1"/>
      <p:bldP spid="78" grpId="0" bldLvl="0" animBg="1"/>
      <p:bldP spid="97" grpId="0" bldLvl="0" animBg="1"/>
      <p:bldP spid="98" grpId="0" bldLvl="0" animBg="1"/>
      <p:bldP spid="109" grpId="0" bldLvl="0" animBg="1"/>
      <p:bldP spid="134" grpId="0" bldLvl="0" animBg="1"/>
      <p:bldP spid="135" grpId="0" bldLvl="0" animBg="1"/>
      <p:bldP spid="136" grpId="0" bldLvl="0" animBg="1"/>
      <p:bldP spid="137" grpId="0" bldLvl="0" animBg="1"/>
      <p:bldP spid="139" grpId="0" bldLvl="0" animBg="1"/>
      <p:bldP spid="140" grpId="0" bldLvl="0" animBg="1"/>
      <p:bldP spid="141" grpId="0" bldLvl="0" animBg="1"/>
      <p:bldP spid="142" grpId="0" bldLvl="0" animBg="1"/>
      <p:bldP spid="154" grpId="0" bldLvl="0" animBg="1"/>
      <p:bldP spid="155" grpId="0" bldLvl="0" animBg="1"/>
      <p:bldP spid="156" grpId="0" bldLvl="0" animBg="1"/>
      <p:bldP spid="226" grpId="0" bldLvl="0" animBg="1"/>
      <p:bldP spid="237" grpId="0" bldLvl="0" animBg="1"/>
      <p:bldP spid="238" grpId="0" bldLvl="0" animBg="1"/>
      <p:bldP spid="239" grpId="0" bldLvl="0" animBg="1"/>
      <p:bldP spid="240" grpId="0" bldLvl="0" animBg="1"/>
      <p:bldP spid="242" grpId="0" bldLvl="0" animBg="1"/>
      <p:bldP spid="243" grpId="0" bldLvl="0" animBg="1"/>
      <p:bldP spid="244" grpId="0" bldLvl="0" animBg="1"/>
      <p:bldP spid="245" grpId="0" bldLvl="0" animBg="1"/>
      <p:bldP spid="246" grpId="0" bldLvl="0" animBg="1"/>
      <p:bldP spid="247" grpId="0" bldLvl="0" animBg="1"/>
      <p:bldP spid="248" grpId="0" bldLvl="0" animBg="1"/>
      <p:bldP spid="252" grpId="0" bldLvl="0" animBg="1"/>
      <p:bldP spid="257" grpId="0" bldLvl="0" animBg="1"/>
      <p:bldP spid="262" grpId="0" bldLvl="0" animBg="1"/>
      <p:bldP spid="265" grpId="0" bldLvl="0" animBg="1"/>
      <p:bldP spid="266" grpId="0" bldLvl="0" animBg="1"/>
      <p:bldP spid="267" grpId="0" bldLvl="0" animBg="1"/>
      <p:bldP spid="268" grpId="0" bldLvl="0" animBg="1"/>
      <p:bldP spid="269" grpId="0" bldLvl="0" animBg="1"/>
      <p:bldP spid="384" grpId="0" bldLvl="0" animBg="1"/>
      <p:bldP spid="388" grpId="0" bldLvl="0" animBg="1"/>
      <p:bldP spid="392" grpId="0" bldLvl="0" animBg="1"/>
      <p:bldP spid="397" grpId="0" bldLvl="0" animBg="1"/>
      <p:bldP spid="402" grpId="0" bldLvl="0" animBg="1"/>
      <p:bldP spid="403" grpId="0" bldLvl="0" animBg="1"/>
      <p:bldP spid="404" grpId="0" bldLvl="0" animBg="1"/>
      <p:bldP spid="405" grpId="0" bldLvl="0" animBg="1"/>
      <p:bldP spid="406" grpId="0" bldLvl="0" animBg="1"/>
      <p:bldP spid="408" grpId="0" bldLvl="0" animBg="1"/>
      <p:bldP spid="409" grpId="0" bldLvl="0" animBg="1"/>
      <p:bldP spid="412" grpId="0" bldLvl="0" animBg="1"/>
      <p:bldP spid="413" grpId="0" bldLvl="0" animBg="1"/>
      <p:bldP spid="415" grpId="0" bldLvl="0" animBg="1"/>
      <p:bldP spid="416" grpId="0" bldLvl="0" animBg="1"/>
      <p:bldP spid="417" grpId="0" bldLvl="0" animBg="1"/>
      <p:bldP spid="418" grpId="0" bldLvl="0" animBg="1"/>
      <p:bldP spid="423" grpId="0" bldLvl="0" animBg="1"/>
      <p:bldP spid="426" grpId="0" bldLvl="0" animBg="1"/>
      <p:bldP spid="427" grpId="0" bldLvl="0" animBg="1"/>
      <p:bldP spid="428" grpId="0" bldLvl="0" animBg="1"/>
      <p:bldP spid="429" grpId="0" bldLvl="0" animBg="1"/>
      <p:bldP spid="430" grpId="0" bldLvl="0" animBg="1"/>
      <p:bldP spid="431" grpId="0" bldLvl="0" animBg="1"/>
      <p:bldP spid="432" grpId="0" bldLvl="0" animBg="1"/>
      <p:bldP spid="433" grpId="0" bldLvl="0" animBg="1"/>
      <p:bldP spid="434" grpId="0" bldLvl="0" animBg="1"/>
      <p:bldP spid="435" grpId="0" bldLvl="0" animBg="1"/>
      <p:bldP spid="436" grpId="0" bldLvl="0" animBg="1"/>
      <p:bldP spid="437" grpId="0" bldLvl="0" animBg="1"/>
      <p:bldP spid="438" grpId="0" bldLvl="0" animBg="1"/>
      <p:bldP spid="439" grpId="0" bldLvl="0" animBg="1"/>
      <p:bldP spid="440" grpId="0" bldLvl="0" animBg="1"/>
      <p:bldP spid="441" grpId="0" bldLvl="0" animBg="1"/>
      <p:bldP spid="457" grpId="0" bldLvl="0" animBg="1"/>
      <p:bldP spid="463" grpId="0" bldLvl="0" animBg="1"/>
      <p:bldP spid="465" grpId="0" bldLvl="0" animBg="1"/>
      <p:bldP spid="466" grpId="0" bldLvl="0" animBg="1"/>
      <p:bldP spid="468" grpId="0" bldLvl="0" animBg="1"/>
      <p:bldP spid="469" grpId="0" bldLvl="0" animBg="1"/>
      <p:bldP spid="470" grpId="0" bldLvl="0" animBg="1"/>
      <p:bldP spid="472" grpId="0" bldLvl="0" animBg="1"/>
      <p:bldP spid="473" grpId="0" bldLvl="0" animBg="1"/>
      <p:bldP spid="474" grpId="0" bldLvl="0" animBg="1"/>
      <p:bldP spid="481" grpId="0" bldLvl="0" animBg="1"/>
      <p:bldP spid="482" grpId="0" bldLvl="0" animBg="1"/>
      <p:bldP spid="483" grpId="0" bldLvl="0" animBg="1"/>
      <p:bldP spid="502" grpId="0" bldLvl="0" animBg="1"/>
      <p:bldP spid="503" grpId="0" bldLvl="0" animBg="1"/>
      <p:bldP spid="504" grpId="0" bldLvl="0" animBg="1"/>
      <p:bldP spid="505" grpId="0" bldLvl="0" animBg="1"/>
      <p:bldP spid="529" grpId="0" bldLvl="0" animBg="1"/>
      <p:bldP spid="531" grpId="0" bldLvl="0" animBg="1"/>
      <p:bldP spid="532" grpId="0" bldLvl="0" animBg="1"/>
      <p:bldP spid="533" grpId="0" bldLvl="0" animBg="1"/>
      <p:bldP spid="534" grpId="0" bldLvl="0" animBg="1"/>
      <p:bldP spid="535" grpId="0" bldLvl="0" animBg="1"/>
      <p:bldP spid="539" grpId="0" bldLvl="0" animBg="1"/>
      <p:bldP spid="542" grpId="0" bldLvl="0" animBg="1"/>
      <p:bldP spid="543" grpId="0" bldLvl="0" animBg="1"/>
      <p:bldP spid="545" grpId="0" bldLvl="0" animBg="1"/>
      <p:bldP spid="560" grpId="0" bldLvl="0" animBg="1"/>
      <p:bldP spid="561" grpId="0" bldLvl="0" animBg="1"/>
      <p:bldP spid="562" grpId="0" bldLvl="0" animBg="1"/>
      <p:bldP spid="568" grpId="0" bldLvl="0" animBg="1"/>
      <p:bldP spid="570" grpId="0" bldLvl="0" animBg="1"/>
      <p:bldP spid="571" grpId="0" bldLvl="0" animBg="1"/>
      <p:bldP spid="572" grpId="0" bldLvl="0" animBg="1"/>
      <p:bldP spid="573" grpId="0" bldLvl="0" animBg="1"/>
      <p:bldP spid="587" grpId="0" bldLvl="0" animBg="1"/>
      <p:bldP spid="590" grpId="0" bldLvl="0" animBg="1"/>
      <p:bldP spid="591" grpId="0" bldLvl="0" animBg="1"/>
      <p:bldP spid="592" grpId="0" bldLvl="0" animBg="1"/>
      <p:bldP spid="596" grpId="0" bldLvl="0" animBg="1"/>
      <p:bldP spid="597" grpId="0" bldLvl="0" animBg="1"/>
      <p:bldP spid="598" grpId="0" bldLvl="0" animBg="1"/>
      <p:bldP spid="599"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图片 49" descr="手拿遥控器"/>
          <p:cNvPicPr>
            <a:picLocks noChangeAspect="1"/>
          </p:cNvPicPr>
          <p:nvPr/>
        </p:nvPicPr>
        <p:blipFill>
          <a:blip r:embed="rId2"/>
          <a:stretch>
            <a:fillRect/>
          </a:stretch>
        </p:blipFill>
        <p:spPr>
          <a:xfrm flipH="1">
            <a:off x="8997950" y="3854450"/>
            <a:ext cx="3194050" cy="3003550"/>
          </a:xfrm>
          <a:prstGeom prst="rect">
            <a:avLst/>
          </a:prstGeom>
        </p:spPr>
      </p:pic>
      <p:grpSp>
        <p:nvGrpSpPr>
          <p:cNvPr id="55" name="组合 54"/>
          <p:cNvGrpSpPr/>
          <p:nvPr/>
        </p:nvGrpSpPr>
        <p:grpSpPr>
          <a:xfrm>
            <a:off x="676910" y="946785"/>
            <a:ext cx="7586980" cy="5412105"/>
            <a:chOff x="1066" y="1491"/>
            <a:chExt cx="11948" cy="8523"/>
          </a:xfrm>
        </p:grpSpPr>
        <p:grpSp>
          <p:nvGrpSpPr>
            <p:cNvPr id="2" name="组合 1"/>
            <p:cNvGrpSpPr/>
            <p:nvPr/>
          </p:nvGrpSpPr>
          <p:grpSpPr>
            <a:xfrm>
              <a:off x="1066" y="1491"/>
              <a:ext cx="11948" cy="8523"/>
              <a:chOff x="1066" y="1491"/>
              <a:chExt cx="11948" cy="8523"/>
            </a:xfrm>
          </p:grpSpPr>
          <p:pic>
            <p:nvPicPr>
              <p:cNvPr id="3" name="图片 2" descr="电视机"/>
              <p:cNvPicPr>
                <a:picLocks noChangeAspect="1"/>
              </p:cNvPicPr>
              <p:nvPr/>
            </p:nvPicPr>
            <p:blipFill>
              <a:blip r:embed="rId3"/>
              <a:stretch>
                <a:fillRect/>
              </a:stretch>
            </p:blipFill>
            <p:spPr>
              <a:xfrm>
                <a:off x="1066" y="1491"/>
                <a:ext cx="11948" cy="8523"/>
              </a:xfrm>
              <a:prstGeom prst="rect">
                <a:avLst/>
              </a:prstGeom>
            </p:spPr>
          </p:pic>
          <p:sp>
            <p:nvSpPr>
              <p:cNvPr id="9" name="矩形 8"/>
              <p:cNvSpPr/>
              <p:nvPr/>
            </p:nvSpPr>
            <p:spPr>
              <a:xfrm>
                <a:off x="5675" y="8209"/>
                <a:ext cx="2939" cy="1013"/>
              </a:xfrm>
              <a:prstGeom prst="rect">
                <a:avLst/>
              </a:prstGeom>
              <a:solidFill>
                <a:srgbClr val="FD431C"/>
              </a:solidFill>
              <a:ln>
                <a:solidFill>
                  <a:srgbClr val="FD43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descr="1"/>
            <p:cNvPicPr>
              <a:picLocks noChangeAspect="1"/>
            </p:cNvPicPr>
            <p:nvPr/>
          </p:nvPicPr>
          <p:blipFill>
            <a:blip r:embed="rId4"/>
            <a:stretch>
              <a:fillRect/>
            </a:stretch>
          </p:blipFill>
          <p:spPr>
            <a:xfrm>
              <a:off x="6083" y="8073"/>
              <a:ext cx="1661" cy="1661"/>
            </a:xfrm>
            <a:prstGeom prst="rect">
              <a:avLst/>
            </a:prstGeom>
          </p:spPr>
        </p:pic>
      </p:grpSp>
      <p:grpSp>
        <p:nvGrpSpPr>
          <p:cNvPr id="10" name="组合 9"/>
          <p:cNvGrpSpPr/>
          <p:nvPr/>
        </p:nvGrpSpPr>
        <p:grpSpPr>
          <a:xfrm>
            <a:off x="7430718" y="-493395"/>
            <a:ext cx="4806699" cy="2945130"/>
            <a:chOff x="9056" y="6028"/>
            <a:chExt cx="6741" cy="4638"/>
          </a:xfrm>
        </p:grpSpPr>
        <p:pic>
          <p:nvPicPr>
            <p:cNvPr id="11" name="图片 10" descr="0f19f38c4d898577ade8f7c1d044040e (1)"/>
            <p:cNvPicPr>
              <a:picLocks noChangeAspect="1"/>
            </p:cNvPicPr>
            <p:nvPr/>
          </p:nvPicPr>
          <p:blipFill>
            <a:blip r:embed="rId5"/>
            <a:stretch>
              <a:fillRect/>
            </a:stretch>
          </p:blipFill>
          <p:spPr>
            <a:xfrm rot="300000">
              <a:off x="9317" y="6028"/>
              <a:ext cx="6480" cy="4638"/>
            </a:xfrm>
            <a:prstGeom prst="rect">
              <a:avLst/>
            </a:prstGeom>
          </p:spPr>
        </p:pic>
        <p:sp>
          <p:nvSpPr>
            <p:cNvPr id="12" name="文本框 11"/>
            <p:cNvSpPr txBox="1"/>
            <p:nvPr/>
          </p:nvSpPr>
          <p:spPr>
            <a:xfrm>
              <a:off x="9056" y="8213"/>
              <a:ext cx="6716" cy="1115"/>
            </a:xfrm>
            <a:prstGeom prst="rect">
              <a:avLst/>
            </a:prstGeom>
            <a:noFill/>
          </p:spPr>
          <p:txBody>
            <a:bodyPr wrap="square" rtlCol="0">
              <a:spAutoFit/>
            </a:bodyPr>
            <a:lstStyle/>
            <a:p>
              <a:pPr algn="ctr" defTabSz="1300480" eaLnBrk="1"/>
              <a:r>
                <a:rPr lang="zh-CN" altLang="en-US" sz="2000" b="1" dirty="0">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如果你突然被闹钟叫醒，</a:t>
              </a:r>
              <a:endParaRPr lang="en-US" altLang="zh-CN" sz="2000" b="1" dirty="0">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endParaRPr>
            </a:p>
            <a:p>
              <a:pPr algn="ctr" defTabSz="1300480" eaLnBrk="1"/>
              <a:r>
                <a:rPr lang="zh-CN" altLang="en-US" sz="2000" b="1" dirty="0">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你有什么感觉？</a:t>
              </a:r>
              <a:endParaRPr lang="zh-CN" altLang="en-US" sz="2000" b="1" dirty="0">
                <a:latin typeface="华文细黑" panose="02010600040101010101" pitchFamily="2" charset="-122"/>
                <a:ea typeface="华文细黑" panose="02010600040101010101" pitchFamily="2" charset="-122"/>
                <a:cs typeface="宋体" panose="02010600030101010101" pitchFamily="2" charset="-122"/>
                <a:sym typeface="+mn-ea"/>
              </a:endParaRPr>
            </a:p>
          </p:txBody>
        </p:sp>
      </p:grpSp>
      <p:sp>
        <p:nvSpPr>
          <p:cNvPr id="4" name="文本框 7"/>
          <p:cNvSpPr txBox="1"/>
          <p:nvPr/>
        </p:nvSpPr>
        <p:spPr>
          <a:xfrm>
            <a:off x="165735" y="213995"/>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热身</a:t>
            </a:r>
          </a:p>
        </p:txBody>
      </p:sp>
      <p:sp>
        <p:nvSpPr>
          <p:cNvPr id="6" name="文本框 7"/>
          <p:cNvSpPr txBox="1"/>
          <p:nvPr/>
        </p:nvSpPr>
        <p:spPr>
          <a:xfrm>
            <a:off x="237490" y="702310"/>
            <a:ext cx="1177290" cy="368300"/>
          </a:xfrm>
          <a:prstGeom prst="rect">
            <a:avLst/>
          </a:prstGeom>
          <a:noFill/>
        </p:spPr>
        <p:txBody>
          <a:bodyPr wrap="none">
            <a:spAutoFit/>
          </a:bodyPr>
          <a:lstStyle/>
          <a:p>
            <a:pPr lvl="0">
              <a:defRPr/>
            </a:pPr>
            <a:r>
              <a:rPr kumimoji="0" lang="en-US" altLang="zh-CN"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rPr>
              <a:t>Warm-up</a:t>
            </a:r>
          </a:p>
        </p:txBody>
      </p:sp>
      <p:pic>
        <p:nvPicPr>
          <p:cNvPr id="5" name="心慌.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333500" y="1981199"/>
            <a:ext cx="5581650" cy="3145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p:cNvGrpSpPr/>
          <p:nvPr/>
        </p:nvGrpSpPr>
        <p:grpSpPr>
          <a:xfrm>
            <a:off x="6093143" y="770255"/>
            <a:ext cx="4739005" cy="5817235"/>
            <a:chOff x="9628" y="1159"/>
            <a:chExt cx="7463"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9628" y="4441"/>
              <a:ext cx="7429" cy="2470"/>
            </a:xfrm>
            <a:prstGeom prst="rect">
              <a:avLst/>
            </a:prstGeom>
            <a:grpFill/>
            <a:ln>
              <a:solidFill>
                <a:srgbClr val="E2AEAB"/>
              </a:solidFill>
            </a:ln>
          </p:spPr>
          <p:txBody>
            <a:bodyPr wrap="square" rtlCol="0">
              <a:spAutoFit/>
            </a:bodyPr>
            <a:lstStyle/>
            <a:p>
              <a:pPr algn="ctr"/>
              <a:r>
                <a:rPr lang="en-US" sz="9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END</a:t>
              </a:r>
              <a:endParaRPr lang="en-US" sz="96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34" name="huxi"/>
          <p:cNvGrpSpPr/>
          <p:nvPr/>
        </p:nvGrpSpPr>
        <p:grpSpPr>
          <a:xfrm>
            <a:off x="6114733" y="735965"/>
            <a:ext cx="4739005" cy="5817235"/>
            <a:chOff x="9628" y="1159"/>
            <a:chExt cx="7463" cy="9161"/>
          </a:xfrm>
          <a:solidFill>
            <a:schemeClr val="accent5"/>
          </a:solidFill>
        </p:grpSpPr>
        <p:sp>
          <p:nvSpPr>
            <p:cNvPr id="35" name="圆角矩形 34"/>
            <p:cNvSpPr/>
            <p:nvPr/>
          </p:nvSpPr>
          <p:spPr>
            <a:xfrm>
              <a:off x="9663" y="1159"/>
              <a:ext cx="7428" cy="916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9628" y="3695"/>
              <a:ext cx="7429" cy="3974"/>
            </a:xfrm>
            <a:prstGeom prst="rect">
              <a:avLst/>
            </a:prstGeom>
            <a:grpFill/>
            <a:ln>
              <a:solidFill>
                <a:schemeClr val="accent5"/>
              </a:solidFill>
            </a:ln>
          </p:spPr>
          <p:txBody>
            <a:bodyPr wrap="square" rtlCol="0">
              <a:spAutoFit/>
            </a:bodyPr>
            <a:lstStyle/>
            <a:p>
              <a:pPr algn="ctr"/>
              <a:r>
                <a:rPr lang="en-US" sz="5400" kern="100" dirty="0" err="1">
                  <a:solidFill>
                    <a:schemeClr val="bg1"/>
                  </a:solidFill>
                  <a:latin typeface="华文细黑" panose="02010600040101010101" pitchFamily="2" charset="-122"/>
                  <a:ea typeface="华文细黑" panose="02010600040101010101" pitchFamily="2" charset="-122"/>
                  <a:sym typeface="Arial" panose="020B0704020202020204"/>
                </a:rPr>
                <a:t>h</a:t>
              </a:r>
              <a:r>
                <a:rPr lang="en-US" altLang="zh-CN" sz="5400" kern="100" dirty="0" err="1">
                  <a:solidFill>
                    <a:schemeClr val="bg1"/>
                  </a:solidFill>
                  <a:latin typeface="华文细黑" panose="02010600040101010101" pitchFamily="2" charset="-122"/>
                  <a:ea typeface="华文细黑" panose="02010600040101010101" pitchFamily="2" charset="-122"/>
                  <a:sym typeface="Arial" panose="020B0704020202020204"/>
                </a:rPr>
                <a:t>ūxī</a:t>
              </a:r>
              <a:r>
                <a:rPr sz="5400" kern="100" dirty="0">
                  <a:solidFill>
                    <a:schemeClr val="bg1"/>
                  </a:solidFill>
                  <a:latin typeface="华文细黑" panose="02010600040101010101" pitchFamily="2" charset="-122"/>
                  <a:ea typeface="华文细黑" panose="02010600040101010101" pitchFamily="2" charset="-122"/>
                  <a:sym typeface="Arial" panose="020B0704020202020204"/>
                </a:rPr>
                <a:t> </a:t>
              </a:r>
              <a:endParaRPr lang="en-US" sz="5400" kern="100" dirty="0">
                <a:solidFill>
                  <a:schemeClr val="bg1"/>
                </a:solidFill>
                <a:latin typeface="华文细黑" panose="02010600040101010101" pitchFamily="2" charset="-122"/>
                <a:ea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Times New Roman" panose="02020603050405020304" pitchFamily="18" charset="0"/>
                </a:rPr>
                <a:t>v. to breathe</a:t>
              </a:r>
              <a:endParaRPr lang="en-US" altLang="zh-CN" sz="2400" b="1" kern="100" dirty="0">
                <a:solidFill>
                  <a:schemeClr val="bg1"/>
                </a:solidFill>
                <a:ea typeface="思源黑体 CN Regular" panose="020B0500000000000000"/>
                <a:sym typeface="+mn-ea"/>
              </a:endParaRPr>
            </a:p>
          </p:txBody>
        </p:sp>
      </p:grpSp>
      <p:grpSp>
        <p:nvGrpSpPr>
          <p:cNvPr id="16" name="huangzhang"/>
          <p:cNvGrpSpPr/>
          <p:nvPr/>
        </p:nvGrpSpPr>
        <p:grpSpPr>
          <a:xfrm>
            <a:off x="6114733" y="735965"/>
            <a:ext cx="4739005" cy="5817235"/>
            <a:chOff x="9628" y="1159"/>
            <a:chExt cx="7463" cy="9161"/>
          </a:xfrm>
          <a:solidFill>
            <a:srgbClr val="E2AEAB"/>
          </a:solidFill>
        </p:grpSpPr>
        <p:sp>
          <p:nvSpPr>
            <p:cNvPr id="18" name="圆角矩形 17"/>
            <p:cNvSpPr/>
            <p:nvPr/>
          </p:nvSpPr>
          <p:spPr>
            <a:xfrm>
              <a:off x="9663" y="1159"/>
              <a:ext cx="7428" cy="9161"/>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文本框 19"/>
            <p:cNvSpPr txBox="1"/>
            <p:nvPr/>
          </p:nvSpPr>
          <p:spPr>
            <a:xfrm>
              <a:off x="9628" y="3587"/>
              <a:ext cx="7429" cy="3974"/>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altLang="zh-CN" sz="5400" dirty="0" err="1">
                  <a:latin typeface="华文细黑" panose="02010600040101010101" pitchFamily="2" charset="-122"/>
                  <a:ea typeface="华文细黑" panose="02010600040101010101" pitchFamily="2" charset="-122"/>
                  <a:sym typeface="华文细黑" panose="02010600040101010101" pitchFamily="2" charset="-122"/>
                </a:rPr>
                <a:t>huāngzhāng</a:t>
              </a:r>
              <a:endParaRPr lang="en-US" altLang="zh-CN" sz="5400" dirty="0">
                <a:latin typeface="华文细黑" panose="02010600040101010101" pitchFamily="2" charset="-122"/>
                <a:ea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慌张</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sz="2400" b="1" kern="100" dirty="0" err="1">
                  <a:solidFill>
                    <a:schemeClr val="bg1"/>
                  </a:solidFill>
                  <a:ea typeface="思源黑体 CN Regular" panose="020B0500000000000000"/>
                  <a:sym typeface="Times New Roman" panose="02020603050405020304" pitchFamily="18" charset="0"/>
                </a:rPr>
                <a:t>adj.flurried</a:t>
              </a:r>
              <a:r>
                <a:rPr sz="2400" b="1" kern="100" dirty="0">
                  <a:solidFill>
                    <a:schemeClr val="bg1"/>
                  </a:solidFill>
                  <a:ea typeface="思源黑体 CN Regular" panose="020B0500000000000000"/>
                  <a:sym typeface="Times New Roman" panose="02020603050405020304" pitchFamily="18" charset="0"/>
                </a:rPr>
                <a:t> </a:t>
              </a:r>
              <a:endParaRPr sz="2400" b="1" kern="100" dirty="0">
                <a:solidFill>
                  <a:schemeClr val="bg1"/>
                </a:solidFill>
                <a:ea typeface="思源黑体 CN Regular" panose="020B0500000000000000"/>
                <a:sym typeface="+mn-ea"/>
              </a:endParaRPr>
            </a:p>
          </p:txBody>
        </p:sp>
      </p:grpSp>
      <p:grpSp>
        <p:nvGrpSpPr>
          <p:cNvPr id="29" name="huxi-有问题不显示" hidden="1"/>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hūxī</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mn-ea"/>
                </a:rPr>
                <a:t>v. breathe</a:t>
              </a:r>
            </a:p>
          </p:txBody>
        </p:sp>
      </p:grpSp>
      <p:grpSp>
        <p:nvGrpSpPr>
          <p:cNvPr id="2" name="ling"/>
          <p:cNvGrpSpPr/>
          <p:nvPr/>
        </p:nvGrpSpPr>
        <p:grpSpPr>
          <a:xfrm>
            <a:off x="6114733" y="735965"/>
            <a:ext cx="4739005" cy="5817235"/>
            <a:chOff x="9628" y="1159"/>
            <a:chExt cx="7463" cy="9161"/>
          </a:xfrm>
          <a:solidFill>
            <a:srgbClr val="E2AEAB"/>
          </a:solidFill>
        </p:grpSpPr>
        <p:sp>
          <p:nvSpPr>
            <p:cNvPr id="3" name="圆角矩形 2"/>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9628" y="3685"/>
              <a:ext cx="7429" cy="3973"/>
            </a:xfrm>
            <a:prstGeom prst="rect">
              <a:avLst/>
            </a:prstGeom>
            <a:grpFill/>
            <a:ln>
              <a:solidFill>
                <a:srgbClr val="E2AEAB"/>
              </a:solidFill>
            </a:ln>
          </p:spPr>
          <p:txBody>
            <a:bodyPr wrap="square" rtlCol="0">
              <a:spAutoFit/>
            </a:bodyPr>
            <a:lstStyle/>
            <a:p>
              <a:pPr algn="ctr"/>
              <a:r>
                <a:rPr lang="en-US"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l</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íng</a:t>
              </a:r>
              <a:endParaRPr lang="en-US"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铃</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n. bell</a:t>
              </a:r>
              <a:endPar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sp>
        <p:nvSpPr>
          <p:cNvPr id="24" name="文本框 7" hidden="1"/>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hidden="1"/>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3" name="zhuantai"/>
          <p:cNvGrpSpPr/>
          <p:nvPr/>
        </p:nvGrpSpPr>
        <p:grpSpPr>
          <a:xfrm>
            <a:off x="1336993" y="735965"/>
            <a:ext cx="4718050" cy="5817235"/>
            <a:chOff x="2104" y="1159"/>
            <a:chExt cx="7430" cy="9161"/>
          </a:xfrm>
        </p:grpSpPr>
        <p:sp>
          <p:nvSpPr>
            <p:cNvPr id="5" name="圆角矩形 4"/>
            <p:cNvSpPr/>
            <p:nvPr/>
          </p:nvSpPr>
          <p:spPr>
            <a:xfrm>
              <a:off x="2106" y="1159"/>
              <a:ext cx="7428" cy="9161"/>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104" y="3381"/>
              <a:ext cx="7429" cy="4263"/>
            </a:xfrm>
            <a:prstGeom prst="rect">
              <a:avLst/>
            </a:prstGeom>
            <a:noFill/>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zhuàng</a:t>
              </a:r>
              <a:r>
                <a:rPr lang="en-US" altLang="zh-CN"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5400" kern="100" dirty="0" err="1">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tài</a:t>
              </a:r>
              <a:r>
                <a:rPr lang="en-US" altLang="zh-CN" sz="66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状态</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algn="ctr"/>
              <a:r>
                <a:rPr lang="en-US" altLang="zh-CN" sz="2400" b="1" kern="100" dirty="0">
                  <a:solidFill>
                    <a:schemeClr val="bg1"/>
                  </a:solidFill>
                  <a:ea typeface="思源黑体 CN Regular" panose="020B0500000000000000" pitchFamily="34" charset="-122"/>
                  <a:sym typeface="Times New Roman" panose="02020603050405020304" pitchFamily="18" charset="0"/>
                </a:rPr>
                <a:t>n. </a:t>
              </a:r>
              <a:r>
                <a:rPr lang="en-US" altLang="zh-CN" sz="2400" b="1" kern="100" dirty="0" err="1">
                  <a:solidFill>
                    <a:schemeClr val="bg1"/>
                  </a:solidFill>
                  <a:ea typeface="思源黑体 CN Regular" panose="020B0500000000000000" pitchFamily="34" charset="-122"/>
                  <a:sym typeface="Times New Roman" panose="02020603050405020304" pitchFamily="18" charset="0"/>
                </a:rPr>
                <a:t>state,status</a:t>
              </a:r>
              <a:endParaRPr lang="en-US" altLang="zh-CN" sz="2400" b="1" kern="100" dirty="0">
                <a:solidFill>
                  <a:schemeClr val="bg1"/>
                </a:solidFill>
                <a:ea typeface="思源黑体 CN Regular" panose="020B0500000000000000" pitchFamily="34" charset="-122"/>
                <a:sym typeface="+mn-ea"/>
              </a:endParaRPr>
            </a:p>
          </p:txBody>
        </p:sp>
      </p:grpSp>
      <p:grpSp>
        <p:nvGrpSpPr>
          <p:cNvPr id="6" name="qingxu"/>
          <p:cNvGrpSpPr/>
          <p:nvPr/>
        </p:nvGrpSpPr>
        <p:grpSpPr>
          <a:xfrm>
            <a:off x="1338263" y="735965"/>
            <a:ext cx="4717415" cy="5817235"/>
            <a:chOff x="2106" y="1159"/>
            <a:chExt cx="7429" cy="9161"/>
          </a:xfrm>
          <a:solidFill>
            <a:srgbClr val="558ED5"/>
          </a:solidFill>
        </p:grpSpPr>
        <p:sp>
          <p:nvSpPr>
            <p:cNvPr id="9" name="圆角矩形 8"/>
            <p:cNvSpPr/>
            <p:nvPr/>
          </p:nvSpPr>
          <p:spPr>
            <a:xfrm>
              <a:off x="2106" y="1159"/>
              <a:ext cx="7428" cy="9161"/>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106" y="3587"/>
              <a:ext cx="7429" cy="3974"/>
            </a:xfrm>
            <a:prstGeom prst="rect">
              <a:avLst/>
            </a:prstGeom>
            <a:grpFill/>
            <a:ln>
              <a:solidFill>
                <a:srgbClr val="558ED5"/>
              </a:solidFill>
            </a:ln>
          </p:spPr>
          <p:txBody>
            <a:bodyPr wrap="square" rtlCol="0">
              <a:spAutoFit/>
            </a:bodyPr>
            <a:lstStyle/>
            <a:p>
              <a:pPr algn="ctr"/>
              <a:r>
                <a:rPr lang="en-US"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q</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íngxù</a:t>
              </a:r>
              <a:endParaRPr lang="en-US"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情绪</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ea typeface="思源黑体 CN Regular" panose="020B0500000000000000" pitchFamily="34" charset="-122"/>
                  <a:sym typeface="Times New Roman" panose="02020603050405020304" pitchFamily="18" charset="0"/>
                </a:rPr>
                <a:t>n. emotion</a:t>
              </a:r>
              <a:endParaRPr lang="en-US" altLang="zh-CN" sz="2400" b="1" kern="100" dirty="0">
                <a:solidFill>
                  <a:schemeClr val="bg1"/>
                </a:solidFill>
                <a:ea typeface="思源黑体 CN Regular" panose="020B0500000000000000" pitchFamily="34" charset="-122"/>
                <a:sym typeface="+mn-ea"/>
              </a:endParaRPr>
            </a:p>
          </p:txBody>
        </p:sp>
      </p:grpSp>
      <p:grpSp>
        <p:nvGrpSpPr>
          <p:cNvPr id="21" name="xinli"/>
          <p:cNvGrpSpPr/>
          <p:nvPr/>
        </p:nvGrpSpPr>
        <p:grpSpPr>
          <a:xfrm>
            <a:off x="1338263" y="735965"/>
            <a:ext cx="4717415" cy="5817235"/>
            <a:chOff x="2106" y="1159"/>
            <a:chExt cx="7429" cy="9161"/>
          </a:xfrm>
          <a:solidFill>
            <a:srgbClr val="558ED5"/>
          </a:solidFill>
        </p:grpSpPr>
        <p:sp>
          <p:nvSpPr>
            <p:cNvPr id="32" name="圆角矩形 31"/>
            <p:cNvSpPr/>
            <p:nvPr/>
          </p:nvSpPr>
          <p:spPr>
            <a:xfrm>
              <a:off x="2106" y="1159"/>
              <a:ext cx="7428" cy="9161"/>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2106" y="3587"/>
              <a:ext cx="7429" cy="4118"/>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altLang="zh-CN" sz="5400" dirty="0" err="1">
                  <a:latin typeface="华文细黑" panose="02010600040101010101" pitchFamily="2" charset="-122"/>
                  <a:ea typeface="华文细黑" panose="02010600040101010101" pitchFamily="2" charset="-122"/>
                  <a:cs typeface="华文细黑" panose="02010600040101010101" pitchFamily="2" charset="-122"/>
                  <a:sym typeface="+mn-ea"/>
                </a:rPr>
                <a:t>xīnlǐ</a:t>
              </a:r>
              <a:endParaRPr sz="5400" dirty="0">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心理</a:t>
              </a:r>
            </a:p>
            <a:p>
              <a:pPr algn="ctr"/>
              <a:r>
                <a:rPr lang="en-US" sz="2400" b="1" kern="100" dirty="0">
                  <a:solidFill>
                    <a:schemeClr val="bg1"/>
                  </a:solidFill>
                  <a:ea typeface="思源黑体 CN Regular" panose="020B0500000000000000" pitchFamily="34" charset="-122"/>
                  <a:sym typeface="Times New Roman" panose="02020603050405020304" pitchFamily="18" charset="0"/>
                </a:rPr>
                <a:t>n</a:t>
              </a:r>
              <a:r>
                <a:rPr sz="2400" b="1" kern="100" dirty="0">
                  <a:solidFill>
                    <a:schemeClr val="bg1"/>
                  </a:solidFill>
                  <a:ea typeface="思源黑体 CN Regular" panose="020B0500000000000000" pitchFamily="34" charset="-122"/>
                  <a:sym typeface="Times New Roman" panose="02020603050405020304" pitchFamily="18" charset="0"/>
                </a:rPr>
                <a:t>. </a:t>
              </a:r>
              <a:r>
                <a:rPr lang="en-US" sz="2400" b="1" kern="100" dirty="0">
                  <a:solidFill>
                    <a:schemeClr val="bg1"/>
                  </a:solidFill>
                  <a:ea typeface="思源黑体 CN Regular" panose="020B0500000000000000" pitchFamily="34" charset="-122"/>
                  <a:sym typeface="Times New Roman" panose="02020603050405020304" pitchFamily="18" charset="0"/>
                </a:rPr>
                <a:t>mentality</a:t>
              </a:r>
              <a:endParaRPr sz="2400" b="1" kern="100" dirty="0">
                <a:solidFill>
                  <a:schemeClr val="bg1"/>
                </a:solidFill>
                <a:ea typeface="思源黑体 CN Regular" panose="020B0500000000000000" pitchFamily="34" charset="-122"/>
                <a:sym typeface="+mn-ea"/>
              </a:endParaRPr>
            </a:p>
          </p:txBody>
        </p:sp>
      </p:grpSp>
      <p:grpSp>
        <p:nvGrpSpPr>
          <p:cNvPr id="37" name="qingxing"/>
          <p:cNvGrpSpPr/>
          <p:nvPr/>
        </p:nvGrpSpPr>
        <p:grpSpPr>
          <a:xfrm>
            <a:off x="1337628" y="728206"/>
            <a:ext cx="4717415" cy="5817235"/>
            <a:chOff x="2106" y="1159"/>
            <a:chExt cx="7429" cy="9161"/>
          </a:xfrm>
          <a:solidFill>
            <a:schemeClr val="tx2">
              <a:lumMod val="60000"/>
              <a:lumOff val="40000"/>
            </a:schemeClr>
          </a:solidFill>
        </p:grpSpPr>
        <p:sp>
          <p:nvSpPr>
            <p:cNvPr id="38" name="圆角矩形 37"/>
            <p:cNvSpPr/>
            <p:nvPr/>
          </p:nvSpPr>
          <p:spPr>
            <a:xfrm>
              <a:off x="2106" y="1159"/>
              <a:ext cx="7428" cy="9161"/>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文本框 38"/>
            <p:cNvSpPr txBox="1"/>
            <p:nvPr/>
          </p:nvSpPr>
          <p:spPr>
            <a:xfrm>
              <a:off x="2106" y="3155"/>
              <a:ext cx="7429" cy="5186"/>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5400" kern="100" dirty="0" err="1">
                  <a:solidFill>
                    <a:schemeClr val="bg1"/>
                  </a:solidFill>
                  <a:latin typeface="华文细黑" panose="02010600040101010101" pitchFamily="2" charset="-122"/>
                  <a:ea typeface="华文细黑" panose="02010600040101010101" pitchFamily="2" charset="-122"/>
                  <a:sym typeface="+mn-ea"/>
                </a:rPr>
                <a:t>q</a:t>
              </a:r>
              <a:r>
                <a:rPr lang="en-US" altLang="zh-CN" sz="5400" kern="100" dirty="0" err="1">
                  <a:solidFill>
                    <a:schemeClr val="bg1"/>
                  </a:solidFill>
                  <a:latin typeface="华文细黑" panose="02010600040101010101" pitchFamily="2" charset="-122"/>
                  <a:ea typeface="华文细黑" panose="02010600040101010101" pitchFamily="2" charset="-122"/>
                  <a:sym typeface="+mn-ea"/>
                </a:rPr>
                <a:t>īngxǐng</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清醒</a:t>
              </a:r>
            </a:p>
            <a:p>
              <a:pPr algn="ctr"/>
              <a:r>
                <a:rPr lang="en-US" sz="2400" b="1" kern="100" dirty="0">
                  <a:solidFill>
                    <a:schemeClr val="bg1"/>
                  </a:solidFill>
                  <a:ea typeface="思源黑体 CN Regular" panose="020B0500000000000000" pitchFamily="34" charset="-122"/>
                  <a:sym typeface="Times New Roman" panose="02020603050405020304" pitchFamily="18" charset="0"/>
                </a:rPr>
                <a:t>adj</a:t>
              </a:r>
              <a:r>
                <a:rPr sz="2400" b="1" kern="100" dirty="0">
                  <a:solidFill>
                    <a:schemeClr val="bg1"/>
                  </a:solidFill>
                  <a:ea typeface="思源黑体 CN Regular" panose="020B0500000000000000" pitchFamily="34" charset="-122"/>
                  <a:sym typeface="Times New Roman" panose="02020603050405020304" pitchFamily="18" charset="0"/>
                </a:rPr>
                <a:t>.</a:t>
              </a:r>
              <a:r>
                <a:rPr lang="en-US" sz="2400" b="1" kern="100" dirty="0">
                  <a:solidFill>
                    <a:schemeClr val="bg1"/>
                  </a:solidFill>
                  <a:ea typeface="思源黑体 CN Regular" panose="020B0500000000000000" pitchFamily="34" charset="-122"/>
                  <a:sym typeface="Times New Roman" panose="02020603050405020304" pitchFamily="18" charset="0"/>
                </a:rPr>
                <a:t>/</a:t>
              </a:r>
              <a:r>
                <a:rPr lang="en-US" sz="2400" b="1" kern="100" dirty="0" err="1">
                  <a:solidFill>
                    <a:schemeClr val="bg1"/>
                  </a:solidFill>
                  <a:ea typeface="思源黑体 CN Regular" panose="020B0500000000000000" pitchFamily="34" charset="-122"/>
                  <a:sym typeface="Times New Roman" panose="02020603050405020304" pitchFamily="18" charset="0"/>
                </a:rPr>
                <a:t>v.sober;to</a:t>
              </a:r>
              <a:r>
                <a:rPr lang="en-US" sz="2400" b="1" kern="100" dirty="0">
                  <a:solidFill>
                    <a:schemeClr val="bg1"/>
                  </a:solidFill>
                  <a:ea typeface="思源黑体 CN Regular" panose="020B0500000000000000" pitchFamily="34" charset="-122"/>
                  <a:sym typeface="Times New Roman" panose="02020603050405020304" pitchFamily="18" charset="0"/>
                </a:rPr>
                <a:t> regain</a:t>
              </a:r>
              <a:r>
                <a:rPr sz="2400" b="1" kern="100" dirty="0">
                  <a:solidFill>
                    <a:schemeClr val="bg1"/>
                  </a:solidFill>
                  <a:ea typeface="思源黑体 CN Regular" panose="020B0500000000000000" pitchFamily="34" charset="-122"/>
                  <a:sym typeface="Times New Roman" panose="02020603050405020304" pitchFamily="18" charset="0"/>
                </a:rPr>
                <a:t> </a:t>
              </a:r>
              <a:endParaRPr lang="en-US" sz="2400" b="1" kern="100" dirty="0">
                <a:solidFill>
                  <a:schemeClr val="bg1"/>
                </a:solidFill>
                <a:ea typeface="思源黑体 CN Regular" panose="020B0500000000000000" pitchFamily="34" charset="-122"/>
                <a:sym typeface="Times New Roman" panose="02020603050405020304" pitchFamily="18" charset="0"/>
              </a:endParaRPr>
            </a:p>
            <a:p>
              <a:pPr algn="ctr"/>
              <a:r>
                <a:rPr lang="en-US" sz="2400" b="1" kern="100" dirty="0">
                  <a:solidFill>
                    <a:schemeClr val="bg1"/>
                  </a:solidFill>
                  <a:ea typeface="思源黑体 CN Regular" panose="020B0500000000000000" pitchFamily="34" charset="-122"/>
                  <a:sym typeface="Times New Roman" panose="02020603050405020304" pitchFamily="18" charset="0"/>
                </a:rPr>
                <a:t>consciousness</a:t>
              </a:r>
              <a:endParaRPr sz="2400" b="1" kern="100" dirty="0">
                <a:solidFill>
                  <a:schemeClr val="bg1"/>
                </a:solidFill>
                <a:ea typeface="思源黑体 CN Regular" panose="020B0500000000000000" pitchFamily="34" charset="-122"/>
                <a:sym typeface="+mn-ea"/>
              </a:endParaRP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grpSp>
        <p:nvGrpSpPr>
          <p:cNvPr id="76" name="组合 75"/>
          <p:cNvGrpSpPr/>
          <p:nvPr/>
        </p:nvGrpSpPr>
        <p:grpSpPr>
          <a:xfrm>
            <a:off x="1337945" y="702310"/>
            <a:ext cx="4716780" cy="5816600"/>
            <a:chOff x="2107" y="1159"/>
            <a:chExt cx="7428" cy="9160"/>
          </a:xfrm>
        </p:grpSpPr>
        <p:sp>
          <p:nvSpPr>
            <p:cNvPr id="74" name="圆角矩形 73"/>
            <p:cNvSpPr/>
            <p:nvPr/>
          </p:nvSpPr>
          <p:spPr>
            <a:xfrm>
              <a:off x="2107" y="1159"/>
              <a:ext cx="7428" cy="9161"/>
            </a:xfrm>
            <a:prstGeom prst="roundRect">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19" name="图片 18" descr="1"/>
            <p:cNvPicPr>
              <a:picLocks noChangeAspect="1"/>
            </p:cNvPicPr>
            <p:nvPr/>
          </p:nvPicPr>
          <p:blipFill>
            <a:blip r:embed="rId3"/>
            <a:stretch>
              <a:fillRect/>
            </a:stretch>
          </p:blipFill>
          <p:spPr>
            <a:xfrm>
              <a:off x="3372" y="3070"/>
              <a:ext cx="4898" cy="4898"/>
            </a:xfrm>
            <a:prstGeom prst="rect">
              <a:avLst/>
            </a:prstGeom>
          </p:spPr>
        </p:pic>
      </p:grpSp>
      <p:grpSp>
        <p:nvGrpSpPr>
          <p:cNvPr id="15" name="组合 14"/>
          <p:cNvGrpSpPr/>
          <p:nvPr/>
        </p:nvGrpSpPr>
        <p:grpSpPr>
          <a:xfrm>
            <a:off x="5628323" y="1699260"/>
            <a:ext cx="935990" cy="4041140"/>
            <a:chOff x="8862" y="2676"/>
            <a:chExt cx="1474" cy="6364"/>
          </a:xfrm>
        </p:grpSpPr>
        <p:sp>
          <p:nvSpPr>
            <p:cNvPr id="10" name="空心弧 9"/>
            <p:cNvSpPr/>
            <p:nvPr/>
          </p:nvSpPr>
          <p:spPr>
            <a:xfrm>
              <a:off x="8862" y="267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空心弧 11"/>
            <p:cNvSpPr/>
            <p:nvPr/>
          </p:nvSpPr>
          <p:spPr>
            <a:xfrm>
              <a:off x="8862" y="4571"/>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空心弧 12"/>
            <p:cNvSpPr/>
            <p:nvPr/>
          </p:nvSpPr>
          <p:spPr>
            <a:xfrm>
              <a:off x="8862" y="646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空心弧 13"/>
            <p:cNvSpPr/>
            <p:nvPr/>
          </p:nvSpPr>
          <p:spPr>
            <a:xfrm>
              <a:off x="8862" y="8248"/>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xit" presetSubtype="8" fill="hold" nodeType="with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par>
                          <p:cTn id="11" fill="hold">
                            <p:stCondLst>
                              <p:cond delay="500"/>
                            </p:stCondLst>
                            <p:childTnLst>
                              <p:par>
                                <p:cTn id="12" presetID="17" presetClass="entr" presetSubtype="2" fill="hold" nodeType="afterEffect">
                                  <p:stCondLst>
                                    <p:cond delay="0"/>
                                  </p:stCondLst>
                                  <p:childTnLst>
                                    <p:set>
                                      <p:cBhvr additive="base">
                                        <p:cTn id="13" dur="500"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ppt_w/2"/>
                                          </p:val>
                                        </p:tav>
                                        <p:tav tm="100000">
                                          <p:val>
                                            <p:strVal val="#ppt_x"/>
                                          </p:val>
                                        </p:tav>
                                      </p:tavLst>
                                    </p:anim>
                                    <p:anim calcmode="lin" valueType="num">
                                      <p:cBhvr additive="base">
                                        <p:cTn id="15" dur="500" fill="hold"/>
                                        <p:tgtEl>
                                          <p:spTgt spid="23"/>
                                        </p:tgtEl>
                                        <p:attrNameLst>
                                          <p:attrName>ppt_y</p:attrName>
                                        </p:attrNameLst>
                                      </p:cBhvr>
                                      <p:tavLst>
                                        <p:tav tm="0">
                                          <p:val>
                                            <p:strVal val="#ppt_y"/>
                                          </p:val>
                                        </p:tav>
                                        <p:tav tm="100000">
                                          <p:val>
                                            <p:strVal val="#ppt_y"/>
                                          </p:val>
                                        </p:tav>
                                      </p:tavLst>
                                    </p:anim>
                                    <p:anim calcmode="lin" valueType="num">
                                      <p:cBhvr additive="base">
                                        <p:cTn id="16" dur="500" fill="hold"/>
                                        <p:tgtEl>
                                          <p:spTgt spid="23"/>
                                        </p:tgtEl>
                                        <p:attrNameLst>
                                          <p:attrName>ppt_w</p:attrName>
                                        </p:attrNameLst>
                                      </p:cBhvr>
                                      <p:tavLst>
                                        <p:tav tm="0">
                                          <p:val>
                                            <p:fltVal val="0"/>
                                          </p:val>
                                        </p:tav>
                                        <p:tav tm="100000">
                                          <p:val>
                                            <p:strVal val="#ppt_w"/>
                                          </p:val>
                                        </p:tav>
                                      </p:tavLst>
                                    </p:anim>
                                    <p:anim calcmode="lin" valueType="num">
                                      <p:cBhvr additive="base">
                                        <p:cTn id="17" dur="500" fill="hold"/>
                                        <p:tgtEl>
                                          <p:spTgt spid="23"/>
                                        </p:tgtEl>
                                        <p:attrNameLst>
                                          <p:attrName>ppt_h</p:attrName>
                                        </p:attrNameLst>
                                      </p:cBhvr>
                                      <p:tavLst>
                                        <p:tav tm="0">
                                          <p:val>
                                            <p:strVal val="#ppt_h"/>
                                          </p:val>
                                        </p:tav>
                                        <p:tav tm="100000">
                                          <p:val>
                                            <p:strVal val="#ppt_h"/>
                                          </p:val>
                                        </p:tav>
                                      </p:tavLst>
                                    </p:anim>
                                  </p:childTnLst>
                                </p:cTn>
                              </p:par>
                              <p:par>
                                <p:cTn id="18" presetID="17" presetClass="entr" presetSubtype="2" fill="hold" nodeType="withEffect">
                                  <p:stCondLst>
                                    <p:cond delay="0"/>
                                  </p:stCondLst>
                                  <p:childTnLst>
                                    <p:set>
                                      <p:cBhvr additive="base">
                                        <p:cTn id="19" dur="500"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ppt_x+#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anim calcmode="lin" valueType="num">
                                      <p:cBhvr additive="base">
                                        <p:cTn id="22" dur="500" fill="hold"/>
                                        <p:tgtEl>
                                          <p:spTgt spid="15"/>
                                        </p:tgtEl>
                                        <p:attrNameLst>
                                          <p:attrName>ppt_w</p:attrName>
                                        </p:attrNameLst>
                                      </p:cBhvr>
                                      <p:tavLst>
                                        <p:tav tm="0">
                                          <p:val>
                                            <p:fltVal val="0"/>
                                          </p:val>
                                        </p:tav>
                                        <p:tav tm="100000">
                                          <p:val>
                                            <p:strVal val="#ppt_w"/>
                                          </p:val>
                                        </p:tav>
                                      </p:tavLst>
                                    </p:anim>
                                    <p:anim calcmode="lin" valueType="num">
                                      <p:cBhvr additive="base">
                                        <p:cTn id="23"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xit" presetSubtype="8" fill="hold" nodeType="clickEffect">
                                  <p:stCondLst>
                                    <p:cond delay="0"/>
                                  </p:stCondLst>
                                  <p:childTnLst>
                                    <p:anim calcmode="lin" valueType="num">
                                      <p:cBhvr additive="base">
                                        <p:cTn id="27" dur="500"/>
                                        <p:tgtEl>
                                          <p:spTgt spid="2"/>
                                        </p:tgtEl>
                                        <p:attrNameLst>
                                          <p:attrName>ppt_x</p:attrName>
                                        </p:attrNameLst>
                                      </p:cBhvr>
                                      <p:tavLst>
                                        <p:tav tm="0">
                                          <p:val>
                                            <p:strVal val="ppt_x"/>
                                          </p:val>
                                        </p:tav>
                                        <p:tav tm="100000">
                                          <p:val>
                                            <p:strVal val="ppt_x-ppt_w/2"/>
                                          </p:val>
                                        </p:tav>
                                      </p:tavLst>
                                    </p:anim>
                                    <p:anim calcmode="lin" valueType="num">
                                      <p:cBhvr additive="base">
                                        <p:cTn id="28" dur="500"/>
                                        <p:tgtEl>
                                          <p:spTgt spid="2"/>
                                        </p:tgtEl>
                                        <p:attrNameLst>
                                          <p:attrName>ppt_y</p:attrName>
                                        </p:attrNameLst>
                                      </p:cBhvr>
                                      <p:tavLst>
                                        <p:tav tm="0">
                                          <p:val>
                                            <p:strVal val="ppt_y"/>
                                          </p:val>
                                        </p:tav>
                                        <p:tav tm="100000">
                                          <p:val>
                                            <p:strVal val="ppt_y"/>
                                          </p:val>
                                        </p:tav>
                                      </p:tavLst>
                                    </p:anim>
                                    <p:anim calcmode="lin" valueType="num">
                                      <p:cBhvr additive="base">
                                        <p:cTn id="29" dur="500"/>
                                        <p:tgtEl>
                                          <p:spTgt spid="2"/>
                                        </p:tgtEl>
                                        <p:attrNameLst>
                                          <p:attrName>ppt_w</p:attrName>
                                        </p:attrNameLst>
                                      </p:cBhvr>
                                      <p:tavLst>
                                        <p:tav tm="0">
                                          <p:val>
                                            <p:strVal val="ppt_w"/>
                                          </p:val>
                                        </p:tav>
                                        <p:tav tm="100000">
                                          <p:val>
                                            <p:fltVal val="0"/>
                                          </p:val>
                                        </p:tav>
                                      </p:tavLst>
                                    </p:anim>
                                    <p:anim calcmode="lin" valueType="num">
                                      <p:cBhvr additive="base">
                                        <p:cTn id="30" dur="500"/>
                                        <p:tgtEl>
                                          <p:spTgt spid="2"/>
                                        </p:tgtEl>
                                        <p:attrNameLst>
                                          <p:attrName>ppt_h</p:attrName>
                                        </p:attrNameLst>
                                      </p:cBhvr>
                                      <p:tavLst>
                                        <p:tav tm="0">
                                          <p:val>
                                            <p:strVal val="ppt_h"/>
                                          </p:val>
                                        </p:tav>
                                        <p:tav tm="100000">
                                          <p:val>
                                            <p:strVal val="ppt_h"/>
                                          </p:val>
                                        </p:tav>
                                      </p:tavLst>
                                    </p:anim>
                                    <p:set>
                                      <p:cBhvr additive="base">
                                        <p:cTn id="31" dur="1" fill="hold">
                                          <p:stCondLst>
                                            <p:cond delay="499"/>
                                          </p:stCondLst>
                                        </p:cTn>
                                        <p:tgtEl>
                                          <p:spTgt spid="2"/>
                                        </p:tgtEl>
                                        <p:attrNameLst>
                                          <p:attrName>style.visibility</p:attrName>
                                        </p:attrNameLst>
                                      </p:cBhvr>
                                      <p:to>
                                        <p:strVal val="hidden"/>
                                      </p:to>
                                    </p:set>
                                  </p:childTnLst>
                                </p:cTn>
                              </p:par>
                            </p:childTnLst>
                          </p:cTn>
                        </p:par>
                        <p:par>
                          <p:cTn id="32" fill="hold">
                            <p:stCondLst>
                              <p:cond delay="500"/>
                            </p:stCondLst>
                            <p:childTnLst>
                              <p:par>
                                <p:cTn id="33" presetID="17" presetClass="entr" presetSubtype="2" fill="hold" nodeType="afterEffect">
                                  <p:stCondLst>
                                    <p:cond delay="0"/>
                                  </p:stCondLst>
                                  <p:childTnLst>
                                    <p:set>
                                      <p:cBhvr additive="base">
                                        <p:cTn id="34" dur="500"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anim calcmode="lin" valueType="num">
                                      <p:cBhvr additive="base">
                                        <p:cTn id="37" dur="500" fill="hold"/>
                                        <p:tgtEl>
                                          <p:spTgt spid="6"/>
                                        </p:tgtEl>
                                        <p:attrNameLst>
                                          <p:attrName>ppt_w</p:attrName>
                                        </p:attrNameLst>
                                      </p:cBhvr>
                                      <p:tavLst>
                                        <p:tav tm="0">
                                          <p:val>
                                            <p:fltVal val="0"/>
                                          </p:val>
                                        </p:tav>
                                        <p:tav tm="100000">
                                          <p:val>
                                            <p:strVal val="#ppt_w"/>
                                          </p:val>
                                        </p:tav>
                                      </p:tavLst>
                                    </p:anim>
                                    <p:anim calcmode="lin" valueType="num">
                                      <p:cBhvr additive="base">
                                        <p:cTn id="38"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2" name="翻书声.wav"/>
                                        </p:tgtEl>
                                      </p:cMediaNode>
                                    </p:audio>
                                  </p:subTnLst>
                                </p:cTn>
                              </p:par>
                            </p:childTnLst>
                          </p:cTn>
                        </p:par>
                      </p:childTnLst>
                    </p:cTn>
                  </p:par>
                  <p:par>
                    <p:cTn id="39" fill="hold">
                      <p:stCondLst>
                        <p:cond delay="indefinite"/>
                      </p:stCondLst>
                      <p:childTnLst>
                        <p:par>
                          <p:cTn id="40" fill="hold">
                            <p:stCondLst>
                              <p:cond delay="0"/>
                            </p:stCondLst>
                            <p:childTnLst>
                              <p:par>
                                <p:cTn id="41" presetID="17" presetClass="exit" presetSubtype="8" fill="hold" nodeType="clickEffect">
                                  <p:stCondLst>
                                    <p:cond delay="0"/>
                                  </p:stCondLst>
                                  <p:childTnLst>
                                    <p:anim calcmode="lin" valueType="num">
                                      <p:cBhvr additive="base">
                                        <p:cTn id="42" dur="500"/>
                                        <p:tgtEl>
                                          <p:spTgt spid="16"/>
                                        </p:tgtEl>
                                        <p:attrNameLst>
                                          <p:attrName>ppt_x</p:attrName>
                                        </p:attrNameLst>
                                      </p:cBhvr>
                                      <p:tavLst>
                                        <p:tav tm="0">
                                          <p:val>
                                            <p:strVal val="ppt_x"/>
                                          </p:val>
                                        </p:tav>
                                        <p:tav tm="100000">
                                          <p:val>
                                            <p:strVal val="ppt_x-ppt_w/2"/>
                                          </p:val>
                                        </p:tav>
                                      </p:tavLst>
                                    </p:anim>
                                    <p:anim calcmode="lin" valueType="num">
                                      <p:cBhvr additive="base">
                                        <p:cTn id="43" dur="500"/>
                                        <p:tgtEl>
                                          <p:spTgt spid="16"/>
                                        </p:tgtEl>
                                        <p:attrNameLst>
                                          <p:attrName>ppt_y</p:attrName>
                                        </p:attrNameLst>
                                      </p:cBhvr>
                                      <p:tavLst>
                                        <p:tav tm="0">
                                          <p:val>
                                            <p:strVal val="ppt_y"/>
                                          </p:val>
                                        </p:tav>
                                        <p:tav tm="100000">
                                          <p:val>
                                            <p:strVal val="ppt_y"/>
                                          </p:val>
                                        </p:tav>
                                      </p:tavLst>
                                    </p:anim>
                                    <p:anim calcmode="lin" valueType="num">
                                      <p:cBhvr additive="base">
                                        <p:cTn id="44" dur="500"/>
                                        <p:tgtEl>
                                          <p:spTgt spid="16"/>
                                        </p:tgtEl>
                                        <p:attrNameLst>
                                          <p:attrName>ppt_w</p:attrName>
                                        </p:attrNameLst>
                                      </p:cBhvr>
                                      <p:tavLst>
                                        <p:tav tm="0">
                                          <p:val>
                                            <p:strVal val="ppt_w"/>
                                          </p:val>
                                        </p:tav>
                                        <p:tav tm="100000">
                                          <p:val>
                                            <p:fltVal val="0"/>
                                          </p:val>
                                        </p:tav>
                                      </p:tavLst>
                                    </p:anim>
                                    <p:anim calcmode="lin" valueType="num">
                                      <p:cBhvr additive="base">
                                        <p:cTn id="45" dur="500"/>
                                        <p:tgtEl>
                                          <p:spTgt spid="16"/>
                                        </p:tgtEl>
                                        <p:attrNameLst>
                                          <p:attrName>ppt_h</p:attrName>
                                        </p:attrNameLst>
                                      </p:cBhvr>
                                      <p:tavLst>
                                        <p:tav tm="0">
                                          <p:val>
                                            <p:strVal val="ppt_h"/>
                                          </p:val>
                                        </p:tav>
                                        <p:tav tm="100000">
                                          <p:val>
                                            <p:strVal val="ppt_h"/>
                                          </p:val>
                                        </p:tav>
                                      </p:tavLst>
                                    </p:anim>
                                    <p:set>
                                      <p:cBhvr additive="base">
                                        <p:cTn id="46" dur="1" fill="hold">
                                          <p:stCondLst>
                                            <p:cond delay="499"/>
                                          </p:stCondLst>
                                        </p:cTn>
                                        <p:tgtEl>
                                          <p:spTgt spid="16"/>
                                        </p:tgtEl>
                                        <p:attrNameLst>
                                          <p:attrName>style.visibility</p:attrName>
                                        </p:attrNameLst>
                                      </p:cBhvr>
                                      <p:to>
                                        <p:strVal val="hidden"/>
                                      </p:to>
                                    </p:set>
                                  </p:childTnLst>
                                </p:cTn>
                              </p:par>
                            </p:childTnLst>
                          </p:cTn>
                        </p:par>
                        <p:par>
                          <p:cTn id="47" fill="hold">
                            <p:stCondLst>
                              <p:cond delay="500"/>
                            </p:stCondLst>
                            <p:childTnLst>
                              <p:par>
                                <p:cTn id="48" presetID="17" presetClass="entr" presetSubtype="2" fill="hold" nodeType="afterEffect">
                                  <p:stCondLst>
                                    <p:cond delay="0"/>
                                  </p:stCondLst>
                                  <p:childTnLst>
                                    <p:set>
                                      <p:cBhvr additive="base">
                                        <p:cTn id="49" dur="500" fill="hold">
                                          <p:stCondLst>
                                            <p:cond delay="0"/>
                                          </p:stCondLst>
                                        </p:cTn>
                                        <p:tgtEl>
                                          <p:spTgt spid="21"/>
                                        </p:tgtEl>
                                        <p:attrNameLst>
                                          <p:attrName>style.visibility</p:attrName>
                                        </p:attrNameLst>
                                      </p:cBhvr>
                                      <p:to>
                                        <p:strVal val="visible"/>
                                      </p:to>
                                    </p:set>
                                    <p:anim calcmode="lin" valueType="num">
                                      <p:cBhvr additive="base">
                                        <p:cTn id="50" dur="500" fill="hold"/>
                                        <p:tgtEl>
                                          <p:spTgt spid="21"/>
                                        </p:tgtEl>
                                        <p:attrNameLst>
                                          <p:attrName>ppt_x</p:attrName>
                                        </p:attrNameLst>
                                      </p:cBhvr>
                                      <p:tavLst>
                                        <p:tav tm="0">
                                          <p:val>
                                            <p:strVal val="#ppt_x+#ppt_w/2"/>
                                          </p:val>
                                        </p:tav>
                                        <p:tav tm="100000">
                                          <p:val>
                                            <p:strVal val="#ppt_x"/>
                                          </p:val>
                                        </p:tav>
                                      </p:tavLst>
                                    </p:anim>
                                    <p:anim calcmode="lin" valueType="num">
                                      <p:cBhvr additive="base">
                                        <p:cTn id="51" dur="500" fill="hold"/>
                                        <p:tgtEl>
                                          <p:spTgt spid="21"/>
                                        </p:tgtEl>
                                        <p:attrNameLst>
                                          <p:attrName>ppt_y</p:attrName>
                                        </p:attrNameLst>
                                      </p:cBhvr>
                                      <p:tavLst>
                                        <p:tav tm="0">
                                          <p:val>
                                            <p:strVal val="#ppt_y"/>
                                          </p:val>
                                        </p:tav>
                                        <p:tav tm="100000">
                                          <p:val>
                                            <p:strVal val="#ppt_y"/>
                                          </p:val>
                                        </p:tav>
                                      </p:tavLst>
                                    </p:anim>
                                    <p:anim calcmode="lin" valueType="num">
                                      <p:cBhvr additive="base">
                                        <p:cTn id="52" dur="500" fill="hold"/>
                                        <p:tgtEl>
                                          <p:spTgt spid="21"/>
                                        </p:tgtEl>
                                        <p:attrNameLst>
                                          <p:attrName>ppt_w</p:attrName>
                                        </p:attrNameLst>
                                      </p:cBhvr>
                                      <p:tavLst>
                                        <p:tav tm="0">
                                          <p:val>
                                            <p:fltVal val="0"/>
                                          </p:val>
                                        </p:tav>
                                        <p:tav tm="100000">
                                          <p:val>
                                            <p:strVal val="#ppt_w"/>
                                          </p:val>
                                        </p:tav>
                                      </p:tavLst>
                                    </p:anim>
                                    <p:anim calcmode="lin" valueType="num">
                                      <p:cBhvr additive="base">
                                        <p:cTn id="53"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8"/>
                                            </p:cond>
                                          </p:stCondLst>
                                          <p:endCondLst>
                                            <p:cond evt="onStopAudio" delay="0">
                                              <p:tgtEl>
                                                <p:sldTgt/>
                                              </p:tgtEl>
                                            </p:cond>
                                          </p:endCondLst>
                                        </p:cTn>
                                        <p:tgtEl>
                                          <p:sndTgt r:embed="rId2" name="翻书声.wav"/>
                                        </p:tgtEl>
                                      </p:cMediaNode>
                                    </p:audio>
                                  </p:subTnLst>
                                </p:cTn>
                              </p:par>
                            </p:childTnLst>
                          </p:cTn>
                        </p:par>
                      </p:childTnLst>
                    </p:cTn>
                  </p:par>
                  <p:par>
                    <p:cTn id="54" fill="hold">
                      <p:stCondLst>
                        <p:cond delay="indefinite"/>
                      </p:stCondLst>
                      <p:childTnLst>
                        <p:par>
                          <p:cTn id="55" fill="hold">
                            <p:stCondLst>
                              <p:cond delay="0"/>
                            </p:stCondLst>
                            <p:childTnLst>
                              <p:par>
                                <p:cTn id="56" presetID="17" presetClass="exit" presetSubtype="8" fill="hold" nodeType="clickEffect">
                                  <p:stCondLst>
                                    <p:cond delay="0"/>
                                  </p:stCondLst>
                                  <p:childTnLst>
                                    <p:anim calcmode="lin" valueType="num">
                                      <p:cBhvr additive="base">
                                        <p:cTn id="57" dur="500"/>
                                        <p:tgtEl>
                                          <p:spTgt spid="34"/>
                                        </p:tgtEl>
                                        <p:attrNameLst>
                                          <p:attrName>ppt_x</p:attrName>
                                        </p:attrNameLst>
                                      </p:cBhvr>
                                      <p:tavLst>
                                        <p:tav tm="0">
                                          <p:val>
                                            <p:strVal val="ppt_x"/>
                                          </p:val>
                                        </p:tav>
                                        <p:tav tm="100000">
                                          <p:val>
                                            <p:strVal val="ppt_x-ppt_w/2"/>
                                          </p:val>
                                        </p:tav>
                                      </p:tavLst>
                                    </p:anim>
                                    <p:anim calcmode="lin" valueType="num">
                                      <p:cBhvr additive="base">
                                        <p:cTn id="58" dur="500"/>
                                        <p:tgtEl>
                                          <p:spTgt spid="34"/>
                                        </p:tgtEl>
                                        <p:attrNameLst>
                                          <p:attrName>ppt_y</p:attrName>
                                        </p:attrNameLst>
                                      </p:cBhvr>
                                      <p:tavLst>
                                        <p:tav tm="0">
                                          <p:val>
                                            <p:strVal val="ppt_y"/>
                                          </p:val>
                                        </p:tav>
                                        <p:tav tm="100000">
                                          <p:val>
                                            <p:strVal val="ppt_y"/>
                                          </p:val>
                                        </p:tav>
                                      </p:tavLst>
                                    </p:anim>
                                    <p:anim calcmode="lin" valueType="num">
                                      <p:cBhvr additive="base">
                                        <p:cTn id="59" dur="500"/>
                                        <p:tgtEl>
                                          <p:spTgt spid="34"/>
                                        </p:tgtEl>
                                        <p:attrNameLst>
                                          <p:attrName>ppt_w</p:attrName>
                                        </p:attrNameLst>
                                      </p:cBhvr>
                                      <p:tavLst>
                                        <p:tav tm="0">
                                          <p:val>
                                            <p:strVal val="ppt_w"/>
                                          </p:val>
                                        </p:tav>
                                        <p:tav tm="100000">
                                          <p:val>
                                            <p:fltVal val="0"/>
                                          </p:val>
                                        </p:tav>
                                      </p:tavLst>
                                    </p:anim>
                                    <p:anim calcmode="lin" valueType="num">
                                      <p:cBhvr additive="base">
                                        <p:cTn id="60" dur="500"/>
                                        <p:tgtEl>
                                          <p:spTgt spid="34"/>
                                        </p:tgtEl>
                                        <p:attrNameLst>
                                          <p:attrName>ppt_h</p:attrName>
                                        </p:attrNameLst>
                                      </p:cBhvr>
                                      <p:tavLst>
                                        <p:tav tm="0">
                                          <p:val>
                                            <p:strVal val="ppt_h"/>
                                          </p:val>
                                        </p:tav>
                                        <p:tav tm="100000">
                                          <p:val>
                                            <p:strVal val="ppt_h"/>
                                          </p:val>
                                        </p:tav>
                                      </p:tavLst>
                                    </p:anim>
                                    <p:set>
                                      <p:cBhvr additive="base">
                                        <p:cTn id="61" dur="1" fill="hold">
                                          <p:stCondLst>
                                            <p:cond delay="499"/>
                                          </p:stCondLst>
                                        </p:cTn>
                                        <p:tgtEl>
                                          <p:spTgt spid="34"/>
                                        </p:tgtEl>
                                        <p:attrNameLst>
                                          <p:attrName>style.visibility</p:attrName>
                                        </p:attrNameLst>
                                      </p:cBhvr>
                                      <p:to>
                                        <p:strVal val="hidden"/>
                                      </p:to>
                                    </p:set>
                                  </p:childTnLst>
                                </p:cTn>
                              </p:par>
                            </p:childTnLst>
                          </p:cTn>
                        </p:par>
                        <p:par>
                          <p:cTn id="62" fill="hold">
                            <p:stCondLst>
                              <p:cond delay="500"/>
                            </p:stCondLst>
                            <p:childTnLst>
                              <p:par>
                                <p:cTn id="63" presetID="17" presetClass="entr" presetSubtype="2" fill="hold" nodeType="afterEffect">
                                  <p:stCondLst>
                                    <p:cond delay="0"/>
                                  </p:stCondLst>
                                  <p:childTnLst>
                                    <p:set>
                                      <p:cBhvr additive="base">
                                        <p:cTn id="64" dur="500"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ppt_w/2"/>
                                          </p:val>
                                        </p:tav>
                                        <p:tav tm="100000">
                                          <p:val>
                                            <p:strVal val="#ppt_x"/>
                                          </p:val>
                                        </p:tav>
                                      </p:tavLst>
                                    </p:anim>
                                    <p:anim calcmode="lin" valueType="num">
                                      <p:cBhvr additive="base">
                                        <p:cTn id="66" dur="500" fill="hold"/>
                                        <p:tgtEl>
                                          <p:spTgt spid="37"/>
                                        </p:tgtEl>
                                        <p:attrNameLst>
                                          <p:attrName>ppt_y</p:attrName>
                                        </p:attrNameLst>
                                      </p:cBhvr>
                                      <p:tavLst>
                                        <p:tav tm="0">
                                          <p:val>
                                            <p:strVal val="#ppt_y"/>
                                          </p:val>
                                        </p:tav>
                                        <p:tav tm="100000">
                                          <p:val>
                                            <p:strVal val="#ppt_y"/>
                                          </p:val>
                                        </p:tav>
                                      </p:tavLst>
                                    </p:anim>
                                    <p:anim calcmode="lin" valueType="num">
                                      <p:cBhvr additive="base">
                                        <p:cTn id="67" dur="500" fill="hold"/>
                                        <p:tgtEl>
                                          <p:spTgt spid="37"/>
                                        </p:tgtEl>
                                        <p:attrNameLst>
                                          <p:attrName>ppt_w</p:attrName>
                                        </p:attrNameLst>
                                      </p:cBhvr>
                                      <p:tavLst>
                                        <p:tav tm="0">
                                          <p:val>
                                            <p:fltVal val="0"/>
                                          </p:val>
                                        </p:tav>
                                        <p:tav tm="100000">
                                          <p:val>
                                            <p:strVal val="#ppt_w"/>
                                          </p:val>
                                        </p:tav>
                                      </p:tavLst>
                                    </p:anim>
                                    <p:anim calcmode="lin" valueType="num">
                                      <p:cBhvr additive="base">
                                        <p:cTn id="68" dur="5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2" name="翻书声.wav"/>
                                        </p:tgtEl>
                                      </p:cMediaNode>
                                    </p:audio>
                                  </p:subTnLst>
                                </p:cTn>
                              </p:par>
                            </p:childTnLst>
                          </p:cTn>
                        </p:par>
                      </p:childTnLst>
                    </p:cTn>
                  </p:par>
                  <p:par>
                    <p:cTn id="69" fill="hold">
                      <p:stCondLst>
                        <p:cond delay="indefinite"/>
                      </p:stCondLst>
                      <p:childTnLst>
                        <p:par>
                          <p:cTn id="70" fill="hold">
                            <p:stCondLst>
                              <p:cond delay="0"/>
                            </p:stCondLst>
                            <p:childTnLst>
                              <p:par>
                                <p:cTn id="71" presetID="17" presetClass="exit" presetSubtype="8" fill="hold" nodeType="clickEffect">
                                  <p:stCondLst>
                                    <p:cond delay="0"/>
                                  </p:stCondLst>
                                  <p:childTnLst>
                                    <p:anim calcmode="lin" valueType="num">
                                      <p:cBhvr additive="base">
                                        <p:cTn id="72" dur="500"/>
                                        <p:tgtEl>
                                          <p:spTgt spid="58"/>
                                        </p:tgtEl>
                                        <p:attrNameLst>
                                          <p:attrName>ppt_x</p:attrName>
                                        </p:attrNameLst>
                                      </p:cBhvr>
                                      <p:tavLst>
                                        <p:tav tm="0">
                                          <p:val>
                                            <p:strVal val="ppt_x"/>
                                          </p:val>
                                        </p:tav>
                                        <p:tav tm="100000">
                                          <p:val>
                                            <p:strVal val="ppt_x-ppt_w/2"/>
                                          </p:val>
                                        </p:tav>
                                      </p:tavLst>
                                    </p:anim>
                                    <p:anim calcmode="lin" valueType="num">
                                      <p:cBhvr additive="base">
                                        <p:cTn id="73" dur="500"/>
                                        <p:tgtEl>
                                          <p:spTgt spid="58"/>
                                        </p:tgtEl>
                                        <p:attrNameLst>
                                          <p:attrName>ppt_y</p:attrName>
                                        </p:attrNameLst>
                                      </p:cBhvr>
                                      <p:tavLst>
                                        <p:tav tm="0">
                                          <p:val>
                                            <p:strVal val="ppt_y"/>
                                          </p:val>
                                        </p:tav>
                                        <p:tav tm="100000">
                                          <p:val>
                                            <p:strVal val="ppt_y"/>
                                          </p:val>
                                        </p:tav>
                                      </p:tavLst>
                                    </p:anim>
                                    <p:anim calcmode="lin" valueType="num">
                                      <p:cBhvr additive="base">
                                        <p:cTn id="74" dur="500"/>
                                        <p:tgtEl>
                                          <p:spTgt spid="58"/>
                                        </p:tgtEl>
                                        <p:attrNameLst>
                                          <p:attrName>ppt_w</p:attrName>
                                        </p:attrNameLst>
                                      </p:cBhvr>
                                      <p:tavLst>
                                        <p:tav tm="0">
                                          <p:val>
                                            <p:strVal val="ppt_w"/>
                                          </p:val>
                                        </p:tav>
                                        <p:tav tm="100000">
                                          <p:val>
                                            <p:fltVal val="0"/>
                                          </p:val>
                                        </p:tav>
                                      </p:tavLst>
                                    </p:anim>
                                    <p:anim calcmode="lin" valueType="num">
                                      <p:cBhvr additive="base">
                                        <p:cTn id="75" dur="500"/>
                                        <p:tgtEl>
                                          <p:spTgt spid="58"/>
                                        </p:tgtEl>
                                        <p:attrNameLst>
                                          <p:attrName>ppt_h</p:attrName>
                                        </p:attrNameLst>
                                      </p:cBhvr>
                                      <p:tavLst>
                                        <p:tav tm="0">
                                          <p:val>
                                            <p:strVal val="ppt_h"/>
                                          </p:val>
                                        </p:tav>
                                        <p:tav tm="100000">
                                          <p:val>
                                            <p:strVal val="ppt_h"/>
                                          </p:val>
                                        </p:tav>
                                      </p:tavLst>
                                    </p:anim>
                                    <p:set>
                                      <p:cBhvr additive="base">
                                        <p:cTn id="76" dur="1" fill="hold">
                                          <p:stCondLst>
                                            <p:cond delay="499"/>
                                          </p:stCondLst>
                                        </p:cTn>
                                        <p:tgtEl>
                                          <p:spTgt spid="58"/>
                                        </p:tgtEl>
                                        <p:attrNameLst>
                                          <p:attrName>style.visibility</p:attrName>
                                        </p:attrNameLst>
                                      </p:cBhvr>
                                      <p:to>
                                        <p:strVal val="hidden"/>
                                      </p:to>
                                    </p:set>
                                  </p:childTnLst>
                                </p:cTn>
                              </p:par>
                            </p:childTnLst>
                          </p:cTn>
                        </p:par>
                        <p:par>
                          <p:cTn id="77" fill="hold">
                            <p:stCondLst>
                              <p:cond delay="500"/>
                            </p:stCondLst>
                            <p:childTnLst>
                              <p:par>
                                <p:cTn id="78" presetID="17" presetClass="entr" presetSubtype="2" fill="hold" nodeType="afterEffect">
                                  <p:stCondLst>
                                    <p:cond delay="0"/>
                                  </p:stCondLst>
                                  <p:childTnLst>
                                    <p:set>
                                      <p:cBhvr additive="base">
                                        <p:cTn id="79" dur="500" fill="hold">
                                          <p:stCondLst>
                                            <p:cond delay="0"/>
                                          </p:stCondLst>
                                        </p:cTn>
                                        <p:tgtEl>
                                          <p:spTgt spid="61"/>
                                        </p:tgtEl>
                                        <p:attrNameLst>
                                          <p:attrName>style.visibility</p:attrName>
                                        </p:attrNameLst>
                                      </p:cBhvr>
                                      <p:to>
                                        <p:strVal val="visible"/>
                                      </p:to>
                                    </p:set>
                                    <p:anim calcmode="lin" valueType="num">
                                      <p:cBhvr additive="base">
                                        <p:cTn id="80" dur="500" fill="hold"/>
                                        <p:tgtEl>
                                          <p:spTgt spid="61"/>
                                        </p:tgtEl>
                                        <p:attrNameLst>
                                          <p:attrName>ppt_x</p:attrName>
                                        </p:attrNameLst>
                                      </p:cBhvr>
                                      <p:tavLst>
                                        <p:tav tm="0">
                                          <p:val>
                                            <p:strVal val="#ppt_x+#ppt_w/2"/>
                                          </p:val>
                                        </p:tav>
                                        <p:tav tm="100000">
                                          <p:val>
                                            <p:strVal val="#ppt_x"/>
                                          </p:val>
                                        </p:tav>
                                      </p:tavLst>
                                    </p:anim>
                                    <p:anim calcmode="lin" valueType="num">
                                      <p:cBhvr additive="base">
                                        <p:cTn id="81" dur="500" fill="hold"/>
                                        <p:tgtEl>
                                          <p:spTgt spid="61"/>
                                        </p:tgtEl>
                                        <p:attrNameLst>
                                          <p:attrName>ppt_y</p:attrName>
                                        </p:attrNameLst>
                                      </p:cBhvr>
                                      <p:tavLst>
                                        <p:tav tm="0">
                                          <p:val>
                                            <p:strVal val="#ppt_y"/>
                                          </p:val>
                                        </p:tav>
                                        <p:tav tm="100000">
                                          <p:val>
                                            <p:strVal val="#ppt_y"/>
                                          </p:val>
                                        </p:tav>
                                      </p:tavLst>
                                    </p:anim>
                                    <p:anim calcmode="lin" valueType="num">
                                      <p:cBhvr additive="base">
                                        <p:cTn id="82" dur="500" fill="hold"/>
                                        <p:tgtEl>
                                          <p:spTgt spid="61"/>
                                        </p:tgtEl>
                                        <p:attrNameLst>
                                          <p:attrName>ppt_w</p:attrName>
                                        </p:attrNameLst>
                                      </p:cBhvr>
                                      <p:tavLst>
                                        <p:tav tm="0">
                                          <p:val>
                                            <p:fltVal val="0"/>
                                          </p:val>
                                        </p:tav>
                                        <p:tav tm="100000">
                                          <p:val>
                                            <p:strVal val="#ppt_w"/>
                                          </p:val>
                                        </p:tav>
                                      </p:tavLst>
                                    </p:anim>
                                    <p:anim calcmode="lin" valueType="num">
                                      <p:cBhvr additive="base">
                                        <p:cTn id="83"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2" name="翻书声.wav"/>
                                        </p:tgtEl>
                                      </p:cMediaNode>
                                    </p:audio>
                                  </p:subTnLst>
                                </p:cTn>
                              </p:par>
                            </p:childTnLst>
                          </p:cTn>
                        </p:par>
                      </p:childTnLst>
                    </p:cTn>
                  </p:par>
                  <p:par>
                    <p:cTn id="84" fill="hold">
                      <p:stCondLst>
                        <p:cond delay="indefinite"/>
                      </p:stCondLst>
                      <p:childTnLst>
                        <p:par>
                          <p:cTn id="85" fill="hold">
                            <p:stCondLst>
                              <p:cond delay="0"/>
                            </p:stCondLst>
                            <p:childTnLst>
                              <p:par>
                                <p:cTn id="86" presetID="17" presetClass="exit" presetSubtype="8" fill="hold" nodeType="clickEffect">
                                  <p:stCondLst>
                                    <p:cond delay="0"/>
                                  </p:stCondLst>
                                  <p:childTnLst>
                                    <p:anim calcmode="lin" valueType="num">
                                      <p:cBhvr additive="base">
                                        <p:cTn id="87" dur="500"/>
                                        <p:tgtEl>
                                          <p:spTgt spid="64"/>
                                        </p:tgtEl>
                                        <p:attrNameLst>
                                          <p:attrName>ppt_x</p:attrName>
                                        </p:attrNameLst>
                                      </p:cBhvr>
                                      <p:tavLst>
                                        <p:tav tm="0">
                                          <p:val>
                                            <p:strVal val="ppt_x"/>
                                          </p:val>
                                        </p:tav>
                                        <p:tav tm="100000">
                                          <p:val>
                                            <p:strVal val="ppt_x-ppt_w/2"/>
                                          </p:val>
                                        </p:tav>
                                      </p:tavLst>
                                    </p:anim>
                                    <p:anim calcmode="lin" valueType="num">
                                      <p:cBhvr additive="base">
                                        <p:cTn id="88" dur="500"/>
                                        <p:tgtEl>
                                          <p:spTgt spid="64"/>
                                        </p:tgtEl>
                                        <p:attrNameLst>
                                          <p:attrName>ppt_y</p:attrName>
                                        </p:attrNameLst>
                                      </p:cBhvr>
                                      <p:tavLst>
                                        <p:tav tm="0">
                                          <p:val>
                                            <p:strVal val="ppt_y"/>
                                          </p:val>
                                        </p:tav>
                                        <p:tav tm="100000">
                                          <p:val>
                                            <p:strVal val="ppt_y"/>
                                          </p:val>
                                        </p:tav>
                                      </p:tavLst>
                                    </p:anim>
                                    <p:anim calcmode="lin" valueType="num">
                                      <p:cBhvr additive="base">
                                        <p:cTn id="89" dur="500"/>
                                        <p:tgtEl>
                                          <p:spTgt spid="64"/>
                                        </p:tgtEl>
                                        <p:attrNameLst>
                                          <p:attrName>ppt_w</p:attrName>
                                        </p:attrNameLst>
                                      </p:cBhvr>
                                      <p:tavLst>
                                        <p:tav tm="0">
                                          <p:val>
                                            <p:strVal val="ppt_w"/>
                                          </p:val>
                                        </p:tav>
                                        <p:tav tm="100000">
                                          <p:val>
                                            <p:fltVal val="0"/>
                                          </p:val>
                                        </p:tav>
                                      </p:tavLst>
                                    </p:anim>
                                    <p:anim calcmode="lin" valueType="num">
                                      <p:cBhvr additive="base">
                                        <p:cTn id="90" dur="500"/>
                                        <p:tgtEl>
                                          <p:spTgt spid="64"/>
                                        </p:tgtEl>
                                        <p:attrNameLst>
                                          <p:attrName>ppt_h</p:attrName>
                                        </p:attrNameLst>
                                      </p:cBhvr>
                                      <p:tavLst>
                                        <p:tav tm="0">
                                          <p:val>
                                            <p:strVal val="ppt_h"/>
                                          </p:val>
                                        </p:tav>
                                        <p:tav tm="100000">
                                          <p:val>
                                            <p:strVal val="ppt_h"/>
                                          </p:val>
                                        </p:tav>
                                      </p:tavLst>
                                    </p:anim>
                                    <p:set>
                                      <p:cBhvr additive="base">
                                        <p:cTn id="91" dur="1" fill="hold">
                                          <p:stCondLst>
                                            <p:cond delay="499"/>
                                          </p:stCondLst>
                                        </p:cTn>
                                        <p:tgtEl>
                                          <p:spTgt spid="64"/>
                                        </p:tgtEl>
                                        <p:attrNameLst>
                                          <p:attrName>style.visibility</p:attrName>
                                        </p:attrNameLst>
                                      </p:cBhvr>
                                      <p:to>
                                        <p:strVal val="hidden"/>
                                      </p:to>
                                    </p:set>
                                  </p:childTnLst>
                                </p:cTn>
                              </p:par>
                            </p:childTnLst>
                          </p:cTn>
                        </p:par>
                        <p:par>
                          <p:cTn id="92" fill="hold">
                            <p:stCondLst>
                              <p:cond delay="500"/>
                            </p:stCondLst>
                            <p:childTnLst>
                              <p:par>
                                <p:cTn id="93" presetID="17" presetClass="entr" presetSubtype="2" fill="hold" nodeType="afterEffect">
                                  <p:stCondLst>
                                    <p:cond delay="0"/>
                                  </p:stCondLst>
                                  <p:childTnLst>
                                    <p:set>
                                      <p:cBhvr additive="base">
                                        <p:cTn id="94" dur="500" fill="hold">
                                          <p:stCondLst>
                                            <p:cond delay="0"/>
                                          </p:stCondLst>
                                        </p:cTn>
                                        <p:tgtEl>
                                          <p:spTgt spid="67"/>
                                        </p:tgtEl>
                                        <p:attrNameLst>
                                          <p:attrName>style.visibility</p:attrName>
                                        </p:attrNameLst>
                                      </p:cBhvr>
                                      <p:to>
                                        <p:strVal val="visible"/>
                                      </p:to>
                                    </p:set>
                                    <p:anim calcmode="lin" valueType="num">
                                      <p:cBhvr additive="base">
                                        <p:cTn id="95" dur="500" fill="hold"/>
                                        <p:tgtEl>
                                          <p:spTgt spid="67"/>
                                        </p:tgtEl>
                                        <p:attrNameLst>
                                          <p:attrName>ppt_x</p:attrName>
                                        </p:attrNameLst>
                                      </p:cBhvr>
                                      <p:tavLst>
                                        <p:tav tm="0">
                                          <p:val>
                                            <p:strVal val="#ppt_x+#ppt_w/2"/>
                                          </p:val>
                                        </p:tav>
                                        <p:tav tm="100000">
                                          <p:val>
                                            <p:strVal val="#ppt_x"/>
                                          </p:val>
                                        </p:tav>
                                      </p:tavLst>
                                    </p:anim>
                                    <p:anim calcmode="lin" valueType="num">
                                      <p:cBhvr additive="base">
                                        <p:cTn id="96" dur="500" fill="hold"/>
                                        <p:tgtEl>
                                          <p:spTgt spid="67"/>
                                        </p:tgtEl>
                                        <p:attrNameLst>
                                          <p:attrName>ppt_y</p:attrName>
                                        </p:attrNameLst>
                                      </p:cBhvr>
                                      <p:tavLst>
                                        <p:tav tm="0">
                                          <p:val>
                                            <p:strVal val="#ppt_y"/>
                                          </p:val>
                                        </p:tav>
                                        <p:tav tm="100000">
                                          <p:val>
                                            <p:strVal val="#ppt_y"/>
                                          </p:val>
                                        </p:tav>
                                      </p:tavLst>
                                    </p:anim>
                                    <p:anim calcmode="lin" valueType="num">
                                      <p:cBhvr additive="base">
                                        <p:cTn id="97" dur="500" fill="hold"/>
                                        <p:tgtEl>
                                          <p:spTgt spid="67"/>
                                        </p:tgtEl>
                                        <p:attrNameLst>
                                          <p:attrName>ppt_w</p:attrName>
                                        </p:attrNameLst>
                                      </p:cBhvr>
                                      <p:tavLst>
                                        <p:tav tm="0">
                                          <p:val>
                                            <p:fltVal val="0"/>
                                          </p:val>
                                        </p:tav>
                                        <p:tav tm="100000">
                                          <p:val>
                                            <p:strVal val="#ppt_w"/>
                                          </p:val>
                                        </p:tav>
                                      </p:tavLst>
                                    </p:anim>
                                    <p:anim calcmode="lin" valueType="num">
                                      <p:cBhvr additive="base">
                                        <p:cTn id="98"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3"/>
                                            </p:cond>
                                          </p:stCondLst>
                                          <p:endCondLst>
                                            <p:cond evt="onStopAudio" delay="0">
                                              <p:tgtEl>
                                                <p:sldTgt/>
                                              </p:tgtEl>
                                            </p:cond>
                                          </p:endCondLst>
                                        </p:cTn>
                                        <p:tgtEl>
                                          <p:sndTgt r:embed="rId2" name="翻书声.wav"/>
                                        </p:tgtEl>
                                      </p:cMediaNode>
                                    </p:audio>
                                  </p:subTnLst>
                                </p:cTn>
                              </p:par>
                            </p:childTnLst>
                          </p:cTn>
                        </p:par>
                      </p:childTnLst>
                    </p:cTn>
                  </p:par>
                  <p:par>
                    <p:cTn id="99" fill="hold">
                      <p:stCondLst>
                        <p:cond delay="indefinite"/>
                      </p:stCondLst>
                      <p:childTnLst>
                        <p:par>
                          <p:cTn id="100" fill="hold">
                            <p:stCondLst>
                              <p:cond delay="0"/>
                            </p:stCondLst>
                            <p:childTnLst>
                              <p:par>
                                <p:cTn id="101" presetID="17" presetClass="exit" presetSubtype="8" fill="hold" nodeType="clickEffect">
                                  <p:stCondLst>
                                    <p:cond delay="0"/>
                                  </p:stCondLst>
                                  <p:childTnLst>
                                    <p:anim calcmode="lin" valueType="num">
                                      <p:cBhvr additive="base">
                                        <p:cTn id="102" dur="500"/>
                                        <p:tgtEl>
                                          <p:spTgt spid="70"/>
                                        </p:tgtEl>
                                        <p:attrNameLst>
                                          <p:attrName>ppt_x</p:attrName>
                                        </p:attrNameLst>
                                      </p:cBhvr>
                                      <p:tavLst>
                                        <p:tav tm="0">
                                          <p:val>
                                            <p:strVal val="ppt_x"/>
                                          </p:val>
                                        </p:tav>
                                        <p:tav tm="100000">
                                          <p:val>
                                            <p:strVal val="ppt_x-ppt_w/2"/>
                                          </p:val>
                                        </p:tav>
                                      </p:tavLst>
                                    </p:anim>
                                    <p:anim calcmode="lin" valueType="num">
                                      <p:cBhvr additive="base">
                                        <p:cTn id="103" dur="500"/>
                                        <p:tgtEl>
                                          <p:spTgt spid="70"/>
                                        </p:tgtEl>
                                        <p:attrNameLst>
                                          <p:attrName>ppt_y</p:attrName>
                                        </p:attrNameLst>
                                      </p:cBhvr>
                                      <p:tavLst>
                                        <p:tav tm="0">
                                          <p:val>
                                            <p:strVal val="ppt_y"/>
                                          </p:val>
                                        </p:tav>
                                        <p:tav tm="100000">
                                          <p:val>
                                            <p:strVal val="ppt_y"/>
                                          </p:val>
                                        </p:tav>
                                      </p:tavLst>
                                    </p:anim>
                                    <p:anim calcmode="lin" valueType="num">
                                      <p:cBhvr additive="base">
                                        <p:cTn id="104" dur="500"/>
                                        <p:tgtEl>
                                          <p:spTgt spid="70"/>
                                        </p:tgtEl>
                                        <p:attrNameLst>
                                          <p:attrName>ppt_w</p:attrName>
                                        </p:attrNameLst>
                                      </p:cBhvr>
                                      <p:tavLst>
                                        <p:tav tm="0">
                                          <p:val>
                                            <p:strVal val="ppt_w"/>
                                          </p:val>
                                        </p:tav>
                                        <p:tav tm="100000">
                                          <p:val>
                                            <p:fltVal val="0"/>
                                          </p:val>
                                        </p:tav>
                                      </p:tavLst>
                                    </p:anim>
                                    <p:anim calcmode="lin" valueType="num">
                                      <p:cBhvr additive="base">
                                        <p:cTn id="105" dur="500"/>
                                        <p:tgtEl>
                                          <p:spTgt spid="70"/>
                                        </p:tgtEl>
                                        <p:attrNameLst>
                                          <p:attrName>ppt_h</p:attrName>
                                        </p:attrNameLst>
                                      </p:cBhvr>
                                      <p:tavLst>
                                        <p:tav tm="0">
                                          <p:val>
                                            <p:strVal val="ppt_h"/>
                                          </p:val>
                                        </p:tav>
                                        <p:tav tm="100000">
                                          <p:val>
                                            <p:strVal val="ppt_h"/>
                                          </p:val>
                                        </p:tav>
                                      </p:tavLst>
                                    </p:anim>
                                    <p:set>
                                      <p:cBhvr additive="base">
                                        <p:cTn id="106"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101"/>
                                            </p:cond>
                                          </p:stCondLst>
                                          <p:endCondLst>
                                            <p:cond evt="onStopAudio" delay="0">
                                              <p:tgtEl>
                                                <p:sldTgt/>
                                              </p:tgtEl>
                                            </p:cond>
                                          </p:endCondLst>
                                        </p:cTn>
                                        <p:tgtEl>
                                          <p:sndTgt r:embed="rId2" name="翻书声.wav"/>
                                        </p:tgtEl>
                                      </p:cMediaNode>
                                    </p:audio>
                                  </p:subTnLst>
                                </p:cTn>
                              </p:par>
                            </p:childTnLst>
                          </p:cTn>
                        </p:par>
                        <p:par>
                          <p:cTn id="107" fill="hold">
                            <p:stCondLst>
                              <p:cond delay="500"/>
                            </p:stCondLst>
                            <p:childTnLst>
                              <p:par>
                                <p:cTn id="108" presetID="17" presetClass="entr" presetSubtype="2" fill="hold" nodeType="afterEffect">
                                  <p:stCondLst>
                                    <p:cond delay="0"/>
                                  </p:stCondLst>
                                  <p:childTnLst>
                                    <p:set>
                                      <p:cBhvr additive="base">
                                        <p:cTn id="109" dur="500" fill="hold">
                                          <p:stCondLst>
                                            <p:cond delay="0"/>
                                          </p:stCondLst>
                                        </p:cTn>
                                        <p:tgtEl>
                                          <p:spTgt spid="27"/>
                                        </p:tgtEl>
                                        <p:attrNameLst>
                                          <p:attrName>style.visibility</p:attrName>
                                        </p:attrNameLst>
                                      </p:cBhvr>
                                      <p:to>
                                        <p:strVal val="visible"/>
                                      </p:to>
                                    </p:set>
                                    <p:anim calcmode="lin" valueType="num">
                                      <p:cBhvr additive="base">
                                        <p:cTn id="110" dur="500" fill="hold"/>
                                        <p:tgtEl>
                                          <p:spTgt spid="27"/>
                                        </p:tgtEl>
                                        <p:attrNameLst>
                                          <p:attrName>ppt_x</p:attrName>
                                        </p:attrNameLst>
                                      </p:cBhvr>
                                      <p:tavLst>
                                        <p:tav tm="0">
                                          <p:val>
                                            <p:strVal val="#ppt_x+#ppt_w/2"/>
                                          </p:val>
                                        </p:tav>
                                        <p:tav tm="100000">
                                          <p:val>
                                            <p:strVal val="#ppt_x"/>
                                          </p:val>
                                        </p:tav>
                                      </p:tavLst>
                                    </p:anim>
                                    <p:anim calcmode="lin" valueType="num">
                                      <p:cBhvr additive="base">
                                        <p:cTn id="111" dur="500" fill="hold"/>
                                        <p:tgtEl>
                                          <p:spTgt spid="27"/>
                                        </p:tgtEl>
                                        <p:attrNameLst>
                                          <p:attrName>ppt_y</p:attrName>
                                        </p:attrNameLst>
                                      </p:cBhvr>
                                      <p:tavLst>
                                        <p:tav tm="0">
                                          <p:val>
                                            <p:strVal val="#ppt_y"/>
                                          </p:val>
                                        </p:tav>
                                        <p:tav tm="100000">
                                          <p:val>
                                            <p:strVal val="#ppt_y"/>
                                          </p:val>
                                        </p:tav>
                                      </p:tavLst>
                                    </p:anim>
                                    <p:anim calcmode="lin" valueType="num">
                                      <p:cBhvr additive="base">
                                        <p:cTn id="112" dur="500" fill="hold"/>
                                        <p:tgtEl>
                                          <p:spTgt spid="27"/>
                                        </p:tgtEl>
                                        <p:attrNameLst>
                                          <p:attrName>ppt_w</p:attrName>
                                        </p:attrNameLst>
                                      </p:cBhvr>
                                      <p:tavLst>
                                        <p:tav tm="0">
                                          <p:val>
                                            <p:fltVal val="0"/>
                                          </p:val>
                                        </p:tav>
                                        <p:tav tm="100000">
                                          <p:val>
                                            <p:strVal val="#ppt_w"/>
                                          </p:val>
                                        </p:tav>
                                      </p:tavLst>
                                    </p:anim>
                                    <p:anim calcmode="lin" valueType="num">
                                      <p:cBhvr additive="base">
                                        <p:cTn id="113"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8"/>
                                            </p:cond>
                                          </p:stCondLst>
                                          <p:endCondLst>
                                            <p:cond evt="onStopAudio" delay="0">
                                              <p:tgtEl>
                                                <p:sldTgt/>
                                              </p:tgtEl>
                                            </p:cond>
                                          </p:endCondLst>
                                        </p:cTn>
                                        <p:tgtEl>
                                          <p:sndTgt r:embed="rId2" name="翻书声.wav"/>
                                        </p:tgtEl>
                                      </p:cMediaNode>
                                    </p:audio>
                                  </p:subTnLst>
                                </p:cTn>
                              </p:par>
                            </p:childTnLst>
                          </p:cTn>
                        </p:par>
                      </p:childTnLst>
                    </p:cTn>
                  </p:par>
                  <p:par>
                    <p:cTn id="114" fill="hold">
                      <p:stCondLst>
                        <p:cond delay="indefinite"/>
                      </p:stCondLst>
                      <p:childTnLst>
                        <p:par>
                          <p:cTn id="115" fill="hold">
                            <p:stCondLst>
                              <p:cond delay="0"/>
                            </p:stCondLst>
                            <p:childTnLst>
                              <p:par>
                                <p:cTn id="116" presetID="17" presetClass="exit" presetSubtype="8" fill="hold" nodeType="clickEffect">
                                  <p:stCondLst>
                                    <p:cond delay="0"/>
                                  </p:stCondLst>
                                  <p:childTnLst>
                                    <p:anim calcmode="lin" valueType="num">
                                      <p:cBhvr additive="base">
                                        <p:cTn id="117" dur="500"/>
                                        <p:tgtEl>
                                          <p:spTgt spid="22"/>
                                        </p:tgtEl>
                                        <p:attrNameLst>
                                          <p:attrName>ppt_x</p:attrName>
                                        </p:attrNameLst>
                                      </p:cBhvr>
                                      <p:tavLst>
                                        <p:tav tm="0">
                                          <p:val>
                                            <p:strVal val="ppt_x"/>
                                          </p:val>
                                        </p:tav>
                                        <p:tav tm="100000">
                                          <p:val>
                                            <p:strVal val="ppt_x-ppt_w/2"/>
                                          </p:val>
                                        </p:tav>
                                      </p:tavLst>
                                    </p:anim>
                                    <p:anim calcmode="lin" valueType="num">
                                      <p:cBhvr additive="base">
                                        <p:cTn id="118" dur="500"/>
                                        <p:tgtEl>
                                          <p:spTgt spid="22"/>
                                        </p:tgtEl>
                                        <p:attrNameLst>
                                          <p:attrName>ppt_y</p:attrName>
                                        </p:attrNameLst>
                                      </p:cBhvr>
                                      <p:tavLst>
                                        <p:tav tm="0">
                                          <p:val>
                                            <p:strVal val="ppt_y"/>
                                          </p:val>
                                        </p:tav>
                                        <p:tav tm="100000">
                                          <p:val>
                                            <p:strVal val="ppt_y"/>
                                          </p:val>
                                        </p:tav>
                                      </p:tavLst>
                                    </p:anim>
                                    <p:anim calcmode="lin" valueType="num">
                                      <p:cBhvr additive="base">
                                        <p:cTn id="119" dur="500"/>
                                        <p:tgtEl>
                                          <p:spTgt spid="22"/>
                                        </p:tgtEl>
                                        <p:attrNameLst>
                                          <p:attrName>ppt_w</p:attrName>
                                        </p:attrNameLst>
                                      </p:cBhvr>
                                      <p:tavLst>
                                        <p:tav tm="0">
                                          <p:val>
                                            <p:strVal val="ppt_w"/>
                                          </p:val>
                                        </p:tav>
                                        <p:tav tm="100000">
                                          <p:val>
                                            <p:fltVal val="0"/>
                                          </p:val>
                                        </p:tav>
                                      </p:tavLst>
                                    </p:anim>
                                    <p:anim calcmode="lin" valueType="num">
                                      <p:cBhvr additive="base">
                                        <p:cTn id="120" dur="500"/>
                                        <p:tgtEl>
                                          <p:spTgt spid="22"/>
                                        </p:tgtEl>
                                        <p:attrNameLst>
                                          <p:attrName>ppt_h</p:attrName>
                                        </p:attrNameLst>
                                      </p:cBhvr>
                                      <p:tavLst>
                                        <p:tav tm="0">
                                          <p:val>
                                            <p:strVal val="ppt_h"/>
                                          </p:val>
                                        </p:tav>
                                        <p:tav tm="100000">
                                          <p:val>
                                            <p:strVal val="ppt_h"/>
                                          </p:val>
                                        </p:tav>
                                      </p:tavLst>
                                    </p:anim>
                                    <p:set>
                                      <p:cBhvr additive="base">
                                        <p:cTn id="121" dur="1" fill="hold">
                                          <p:stCondLst>
                                            <p:cond delay="499"/>
                                          </p:stCondLst>
                                        </p:cTn>
                                        <p:tgtEl>
                                          <p:spTgt spid="22"/>
                                        </p:tgtEl>
                                        <p:attrNameLst>
                                          <p:attrName>style.visibility</p:attrName>
                                        </p:attrNameLst>
                                      </p:cBhvr>
                                      <p:to>
                                        <p:strVal val="hidden"/>
                                      </p:to>
                                    </p:set>
                                  </p:childTnLst>
                                </p:cTn>
                              </p:par>
                            </p:childTnLst>
                          </p:cTn>
                        </p:par>
                        <p:par>
                          <p:cTn id="122" fill="hold">
                            <p:stCondLst>
                              <p:cond delay="500"/>
                            </p:stCondLst>
                            <p:childTnLst>
                              <p:par>
                                <p:cTn id="123" presetID="17" presetClass="entr" presetSubtype="2" fill="hold" nodeType="afterEffect">
                                  <p:stCondLst>
                                    <p:cond delay="0"/>
                                  </p:stCondLst>
                                  <p:childTnLst>
                                    <p:set>
                                      <p:cBhvr additive="base">
                                        <p:cTn id="124" dur="500" fill="hold">
                                          <p:stCondLst>
                                            <p:cond delay="0"/>
                                          </p:stCondLst>
                                        </p:cTn>
                                        <p:tgtEl>
                                          <p:spTgt spid="76"/>
                                        </p:tgtEl>
                                        <p:attrNameLst>
                                          <p:attrName>style.visibility</p:attrName>
                                        </p:attrNameLst>
                                      </p:cBhvr>
                                      <p:to>
                                        <p:strVal val="visible"/>
                                      </p:to>
                                    </p:set>
                                    <p:anim calcmode="lin" valueType="num">
                                      <p:cBhvr additive="base">
                                        <p:cTn id="125" dur="500" fill="hold"/>
                                        <p:tgtEl>
                                          <p:spTgt spid="76"/>
                                        </p:tgtEl>
                                        <p:attrNameLst>
                                          <p:attrName>ppt_x</p:attrName>
                                        </p:attrNameLst>
                                      </p:cBhvr>
                                      <p:tavLst>
                                        <p:tav tm="0">
                                          <p:val>
                                            <p:strVal val="#ppt_x+#ppt_w/2"/>
                                          </p:val>
                                        </p:tav>
                                        <p:tav tm="100000">
                                          <p:val>
                                            <p:strVal val="#ppt_x"/>
                                          </p:val>
                                        </p:tav>
                                      </p:tavLst>
                                    </p:anim>
                                    <p:anim calcmode="lin" valueType="num">
                                      <p:cBhvr additive="base">
                                        <p:cTn id="126" dur="500" fill="hold"/>
                                        <p:tgtEl>
                                          <p:spTgt spid="76"/>
                                        </p:tgtEl>
                                        <p:attrNameLst>
                                          <p:attrName>ppt_y</p:attrName>
                                        </p:attrNameLst>
                                      </p:cBhvr>
                                      <p:tavLst>
                                        <p:tav tm="0">
                                          <p:val>
                                            <p:strVal val="#ppt_y"/>
                                          </p:val>
                                        </p:tav>
                                        <p:tav tm="100000">
                                          <p:val>
                                            <p:strVal val="#ppt_y"/>
                                          </p:val>
                                        </p:tav>
                                      </p:tavLst>
                                    </p:anim>
                                    <p:anim calcmode="lin" valueType="num">
                                      <p:cBhvr additive="base">
                                        <p:cTn id="127" dur="500" fill="hold"/>
                                        <p:tgtEl>
                                          <p:spTgt spid="76"/>
                                        </p:tgtEl>
                                        <p:attrNameLst>
                                          <p:attrName>ppt_w</p:attrName>
                                        </p:attrNameLst>
                                      </p:cBhvr>
                                      <p:tavLst>
                                        <p:tav tm="0">
                                          <p:val>
                                            <p:fltVal val="0"/>
                                          </p:val>
                                        </p:tav>
                                        <p:tav tm="100000">
                                          <p:val>
                                            <p:strVal val="#ppt_w"/>
                                          </p:val>
                                        </p:tav>
                                      </p:tavLst>
                                    </p:anim>
                                    <p:anim calcmode="lin" valueType="num">
                                      <p:cBhvr additive="base">
                                        <p:cTn id="128" dur="500" fill="hold"/>
                                        <p:tgtEl>
                                          <p:spTgt spid="76"/>
                                        </p:tgtEl>
                                        <p:attrNameLst>
                                          <p:attrName>ppt_h</p:attrName>
                                        </p:attrNameLst>
                                      </p:cBhvr>
                                      <p:tavLst>
                                        <p:tav tm="0">
                                          <p:val>
                                            <p:strVal val="#ppt_h"/>
                                          </p:val>
                                        </p:tav>
                                        <p:tav tm="100000">
                                          <p:val>
                                            <p:strVal val="#ppt_h"/>
                                          </p:val>
                                        </p:tav>
                                      </p:tavLst>
                                    </p:anim>
                                  </p:childTnLst>
                                </p:cTn>
                              </p:par>
                            </p:childTnLst>
                          </p:cTn>
                        </p:par>
                        <p:par>
                          <p:cTn id="129" fill="hold">
                            <p:stCondLst>
                              <p:cond delay="1000"/>
                            </p:stCondLst>
                            <p:childTnLst>
                              <p:par>
                                <p:cTn id="130" presetID="17" presetClass="exit" presetSubtype="8" fill="hold" nodeType="afterEffect">
                                  <p:stCondLst>
                                    <p:cond delay="0"/>
                                  </p:stCondLst>
                                  <p:childTnLst>
                                    <p:anim calcmode="lin" valueType="num">
                                      <p:cBhvr additive="base">
                                        <p:cTn id="131" dur="500"/>
                                        <p:tgtEl>
                                          <p:spTgt spid="15"/>
                                        </p:tgtEl>
                                        <p:attrNameLst>
                                          <p:attrName>ppt_x</p:attrName>
                                        </p:attrNameLst>
                                      </p:cBhvr>
                                      <p:tavLst>
                                        <p:tav tm="0">
                                          <p:val>
                                            <p:strVal val="ppt_x"/>
                                          </p:val>
                                        </p:tav>
                                        <p:tav tm="100000">
                                          <p:val>
                                            <p:strVal val="ppt_x-ppt_w/2"/>
                                          </p:val>
                                        </p:tav>
                                      </p:tavLst>
                                    </p:anim>
                                    <p:anim calcmode="lin" valueType="num">
                                      <p:cBhvr additive="base">
                                        <p:cTn id="132" dur="500"/>
                                        <p:tgtEl>
                                          <p:spTgt spid="15"/>
                                        </p:tgtEl>
                                        <p:attrNameLst>
                                          <p:attrName>ppt_y</p:attrName>
                                        </p:attrNameLst>
                                      </p:cBhvr>
                                      <p:tavLst>
                                        <p:tav tm="0">
                                          <p:val>
                                            <p:strVal val="ppt_y"/>
                                          </p:val>
                                        </p:tav>
                                        <p:tav tm="100000">
                                          <p:val>
                                            <p:strVal val="ppt_y"/>
                                          </p:val>
                                        </p:tav>
                                      </p:tavLst>
                                    </p:anim>
                                    <p:anim calcmode="lin" valueType="num">
                                      <p:cBhvr additive="base">
                                        <p:cTn id="133" dur="500"/>
                                        <p:tgtEl>
                                          <p:spTgt spid="15"/>
                                        </p:tgtEl>
                                        <p:attrNameLst>
                                          <p:attrName>ppt_w</p:attrName>
                                        </p:attrNameLst>
                                      </p:cBhvr>
                                      <p:tavLst>
                                        <p:tav tm="0">
                                          <p:val>
                                            <p:strVal val="ppt_w"/>
                                          </p:val>
                                        </p:tav>
                                        <p:tav tm="100000">
                                          <p:val>
                                            <p:fltVal val="0"/>
                                          </p:val>
                                        </p:tav>
                                      </p:tavLst>
                                    </p:anim>
                                    <p:anim calcmode="lin" valueType="num">
                                      <p:cBhvr additive="base">
                                        <p:cTn id="134" dur="500"/>
                                        <p:tgtEl>
                                          <p:spTgt spid="15"/>
                                        </p:tgtEl>
                                        <p:attrNameLst>
                                          <p:attrName>ppt_h</p:attrName>
                                        </p:attrNameLst>
                                      </p:cBhvr>
                                      <p:tavLst>
                                        <p:tav tm="0">
                                          <p:val>
                                            <p:strVal val="ppt_h"/>
                                          </p:val>
                                        </p:tav>
                                        <p:tav tm="100000">
                                          <p:val>
                                            <p:strVal val="ppt_h"/>
                                          </p:val>
                                        </p:tav>
                                      </p:tavLst>
                                    </p:anim>
                                    <p:set>
                                      <p:cBhvr additive="base">
                                        <p:cTn id="135"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29" name="huxi-有问题不显示" hidden="1"/>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hūxī</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mn-ea"/>
                </a:rPr>
                <a:t>v. breathe</a:t>
              </a:r>
            </a:p>
          </p:txBody>
        </p:sp>
      </p:grpSp>
      <p:grpSp>
        <p:nvGrpSpPr>
          <p:cNvPr id="2" name="ling"/>
          <p:cNvGrpSpPr/>
          <p:nvPr/>
        </p:nvGrpSpPr>
        <p:grpSpPr>
          <a:xfrm>
            <a:off x="9068435" y="0"/>
            <a:ext cx="2963545" cy="3849370"/>
            <a:chOff x="9662" y="1159"/>
            <a:chExt cx="7429" cy="9161"/>
          </a:xfrm>
          <a:solidFill>
            <a:srgbClr val="E2AEAB"/>
          </a:solidFill>
        </p:grpSpPr>
        <p:sp>
          <p:nvSpPr>
            <p:cNvPr id="3" name="圆角矩形 2"/>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9662" y="3255"/>
              <a:ext cx="7429" cy="6004"/>
            </a:xfrm>
            <a:prstGeom prst="rect">
              <a:avLst/>
            </a:prstGeom>
            <a:grpFill/>
            <a:ln>
              <a:solidFill>
                <a:srgbClr val="E2AEAB"/>
              </a:solidFill>
            </a:ln>
          </p:spPr>
          <p:txBody>
            <a:bodyPr wrap="square" rtlCol="0">
              <a:spAutoFit/>
            </a:bodyPr>
            <a:lstStyle/>
            <a:p>
              <a:pPr algn="ctr"/>
              <a:r>
                <a:rPr lang="en-US"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l</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íng</a:t>
              </a:r>
              <a:endParaRPr lang="en-US"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铃</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n. bell</a:t>
              </a:r>
              <a:endPar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sp>
        <p:nvSpPr>
          <p:cNvPr id="24" name="文本框 7" hidden="1"/>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hidden="1"/>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37" name="qingxing"/>
          <p:cNvGrpSpPr/>
          <p:nvPr/>
        </p:nvGrpSpPr>
        <p:grpSpPr>
          <a:xfrm>
            <a:off x="0" y="0"/>
            <a:ext cx="3173730" cy="4097655"/>
            <a:chOff x="2106" y="2183"/>
            <a:chExt cx="6761" cy="8137"/>
          </a:xfrm>
          <a:solidFill>
            <a:schemeClr val="tx2">
              <a:lumMod val="60000"/>
              <a:lumOff val="40000"/>
            </a:schemeClr>
          </a:solidFill>
        </p:grpSpPr>
        <p:sp>
          <p:nvSpPr>
            <p:cNvPr id="38" name="圆角矩形 37"/>
            <p:cNvSpPr/>
            <p:nvPr/>
          </p:nvSpPr>
          <p:spPr>
            <a:xfrm>
              <a:off x="2106" y="2183"/>
              <a:ext cx="6761" cy="8137"/>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文本框 38"/>
            <p:cNvSpPr txBox="1"/>
            <p:nvPr/>
          </p:nvSpPr>
          <p:spPr>
            <a:xfrm>
              <a:off x="2106" y="3537"/>
              <a:ext cx="6760" cy="4856"/>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en-US" sz="4400" kern="100" dirty="0" err="1">
                  <a:solidFill>
                    <a:schemeClr val="bg1"/>
                  </a:solidFill>
                  <a:latin typeface="华文细黑" panose="02010600040101010101" pitchFamily="2" charset="-122"/>
                  <a:ea typeface="华文细黑" panose="02010600040101010101" pitchFamily="2" charset="-122"/>
                  <a:sym typeface="+mn-ea"/>
                </a:rPr>
                <a:t>q</a:t>
              </a:r>
              <a:r>
                <a:rPr lang="en-US" altLang="zh-CN" sz="4400" kern="100" dirty="0" err="1">
                  <a:solidFill>
                    <a:schemeClr val="bg1"/>
                  </a:solidFill>
                  <a:latin typeface="华文细黑" panose="02010600040101010101" pitchFamily="2" charset="-122"/>
                  <a:ea typeface="华文细黑" panose="02010600040101010101" pitchFamily="2" charset="-122"/>
                  <a:sym typeface="+mn-ea"/>
                </a:rPr>
                <a:t>īngxǐng</a:t>
              </a:r>
              <a:r>
                <a:rPr 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清醒</a:t>
              </a:r>
            </a:p>
            <a:p>
              <a:pPr algn="ctr"/>
              <a:r>
                <a:rPr lang="en-US" b="1" kern="100" dirty="0">
                  <a:solidFill>
                    <a:schemeClr val="bg1"/>
                  </a:solidFill>
                  <a:ea typeface="思源黑体 CN Regular" panose="020B0500000000000000" pitchFamily="34" charset="-122"/>
                  <a:sym typeface="Times New Roman" panose="02020603050405020304" pitchFamily="18" charset="0"/>
                </a:rPr>
                <a:t>adj</a:t>
              </a:r>
              <a:r>
                <a:rPr b="1" kern="100" dirty="0">
                  <a:solidFill>
                    <a:schemeClr val="bg1"/>
                  </a:solidFill>
                  <a:ea typeface="思源黑体 CN Regular" panose="020B0500000000000000" pitchFamily="34" charset="-122"/>
                  <a:sym typeface="Times New Roman" panose="02020603050405020304" pitchFamily="18" charset="0"/>
                </a:rPr>
                <a:t>.</a:t>
              </a:r>
              <a:r>
                <a:rPr lang="en-US" b="1" kern="100" dirty="0">
                  <a:solidFill>
                    <a:schemeClr val="bg1"/>
                  </a:solidFill>
                  <a:ea typeface="思源黑体 CN Regular" panose="020B0500000000000000" pitchFamily="34" charset="-122"/>
                  <a:sym typeface="Times New Roman" panose="02020603050405020304" pitchFamily="18" charset="0"/>
                </a:rPr>
                <a:t>/</a:t>
              </a:r>
              <a:r>
                <a:rPr lang="en-US" b="1" kern="100" dirty="0" err="1">
                  <a:solidFill>
                    <a:schemeClr val="bg1"/>
                  </a:solidFill>
                  <a:ea typeface="思源黑体 CN Regular" panose="020B0500000000000000" pitchFamily="34" charset="-122"/>
                  <a:sym typeface="Times New Roman" panose="02020603050405020304" pitchFamily="18" charset="0"/>
                </a:rPr>
                <a:t>v.sober;to</a:t>
              </a:r>
              <a:r>
                <a:rPr lang="en-US" b="1" kern="100" dirty="0">
                  <a:solidFill>
                    <a:schemeClr val="bg1"/>
                  </a:solidFill>
                  <a:ea typeface="思源黑体 CN Regular" panose="020B0500000000000000" pitchFamily="34" charset="-122"/>
                  <a:sym typeface="Times New Roman" panose="02020603050405020304" pitchFamily="18" charset="0"/>
                </a:rPr>
                <a:t> regain</a:t>
              </a:r>
              <a:r>
                <a:rPr b="1" kern="100" dirty="0">
                  <a:solidFill>
                    <a:schemeClr val="bg1"/>
                  </a:solidFill>
                  <a:ea typeface="思源黑体 CN Regular" panose="020B0500000000000000" pitchFamily="34" charset="-122"/>
                  <a:sym typeface="Times New Roman" panose="02020603050405020304" pitchFamily="18" charset="0"/>
                </a:rPr>
                <a:t> </a:t>
              </a:r>
              <a:endParaRPr lang="en-US" b="1" kern="100" dirty="0">
                <a:solidFill>
                  <a:schemeClr val="bg1"/>
                </a:solidFill>
                <a:ea typeface="思源黑体 CN Regular" panose="020B0500000000000000" pitchFamily="34" charset="-122"/>
                <a:sym typeface="Times New Roman" panose="02020603050405020304" pitchFamily="18" charset="0"/>
              </a:endParaRPr>
            </a:p>
            <a:p>
              <a:pPr algn="ctr"/>
              <a:r>
                <a:rPr lang="en-US" b="1" kern="100" dirty="0">
                  <a:solidFill>
                    <a:schemeClr val="bg1"/>
                  </a:solidFill>
                  <a:ea typeface="思源黑体 CN Regular" panose="020B0500000000000000" pitchFamily="34" charset="-122"/>
                  <a:sym typeface="Times New Roman" panose="02020603050405020304" pitchFamily="18" charset="0"/>
                </a:rPr>
                <a:t>consciousness</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sp>
        <p:nvSpPr>
          <p:cNvPr id="41" name="文本框 40"/>
          <p:cNvSpPr txBox="1"/>
          <p:nvPr/>
        </p:nvSpPr>
        <p:spPr>
          <a:xfrm>
            <a:off x="3884930" y="754380"/>
            <a:ext cx="3655695" cy="829945"/>
          </a:xfrm>
          <a:prstGeom prst="rect">
            <a:avLst/>
          </a:prstGeom>
          <a:noFill/>
        </p:spPr>
        <p:txBody>
          <a:bodyPr wrap="square" rtlCol="0">
            <a:spAutoFit/>
          </a:bodyPr>
          <a:lstStyle/>
          <a:p>
            <a:r>
              <a:rPr lang="zh-CN" altLang="en-US" sz="2400"/>
              <a:t>做生意的时候一定要</a:t>
            </a:r>
            <a:r>
              <a:rPr lang="zh-CN" altLang="en-US" sz="2400">
                <a:solidFill>
                  <a:schemeClr val="accent6"/>
                </a:solidFill>
              </a:rPr>
              <a:t>清醒</a:t>
            </a:r>
            <a:r>
              <a:rPr lang="zh-CN" altLang="en-US" sz="2400"/>
              <a:t>一点</a:t>
            </a:r>
            <a:r>
              <a:rPr lang="en-US" altLang="zh-CN" sz="2400"/>
              <a:t>，</a:t>
            </a:r>
            <a:r>
              <a:rPr lang="zh-CN" altLang="en-US" sz="2400"/>
              <a:t>不要被人骗了</a:t>
            </a:r>
            <a:r>
              <a:rPr lang="en-US" altLang="zh-CN" sz="2400"/>
              <a:t>。</a:t>
            </a:r>
          </a:p>
        </p:txBody>
      </p:sp>
      <p:sp>
        <p:nvSpPr>
          <p:cNvPr id="42" name="文本框 41"/>
          <p:cNvSpPr txBox="1"/>
          <p:nvPr/>
        </p:nvSpPr>
        <p:spPr>
          <a:xfrm>
            <a:off x="3884930" y="2297430"/>
            <a:ext cx="3655695" cy="829945"/>
          </a:xfrm>
          <a:prstGeom prst="rect">
            <a:avLst/>
          </a:prstGeom>
          <a:noFill/>
        </p:spPr>
        <p:txBody>
          <a:bodyPr wrap="square" rtlCol="0">
            <a:spAutoFit/>
          </a:bodyPr>
          <a:lstStyle/>
          <a:p>
            <a:r>
              <a:rPr lang="zh-CN" altLang="en-US" sz="2400"/>
              <a:t>经过医生的努力救治</a:t>
            </a:r>
            <a:r>
              <a:rPr lang="en-US" altLang="zh-CN" sz="2400"/>
              <a:t>，</a:t>
            </a:r>
            <a:r>
              <a:rPr lang="zh-CN" altLang="en-US" sz="2400"/>
              <a:t>他终于</a:t>
            </a:r>
            <a:r>
              <a:rPr lang="zh-CN" altLang="en-US" sz="2400">
                <a:solidFill>
                  <a:schemeClr val="accent6"/>
                </a:solidFill>
              </a:rPr>
              <a:t>清醒</a:t>
            </a:r>
            <a:r>
              <a:rPr lang="zh-CN" altLang="en-US" sz="2400"/>
              <a:t>过来了</a:t>
            </a:r>
            <a:r>
              <a:rPr lang="en-US" altLang="zh-CN" sz="2400"/>
              <a:t>。</a:t>
            </a:r>
          </a:p>
        </p:txBody>
      </p:sp>
      <p:pic>
        <p:nvPicPr>
          <p:cNvPr id="43" name="图片 42"/>
          <p:cNvPicPr/>
          <p:nvPr/>
        </p:nvPicPr>
        <p:blipFill>
          <a:blip r:embed="rId3"/>
          <a:stretch>
            <a:fillRect/>
          </a:stretch>
        </p:blipFill>
        <p:spPr>
          <a:xfrm>
            <a:off x="6402070" y="3403600"/>
            <a:ext cx="2277110" cy="3406775"/>
          </a:xfrm>
          <a:prstGeom prst="rect">
            <a:avLst/>
          </a:prstGeom>
        </p:spPr>
      </p:pic>
      <p:sp>
        <p:nvSpPr>
          <p:cNvPr id="44" name="文本框 43"/>
          <p:cNvSpPr txBox="1"/>
          <p:nvPr/>
        </p:nvSpPr>
        <p:spPr>
          <a:xfrm>
            <a:off x="4312285" y="5137785"/>
            <a:ext cx="1348740" cy="645160"/>
          </a:xfrm>
          <a:prstGeom prst="rect">
            <a:avLst/>
          </a:prstGeom>
          <a:noFill/>
        </p:spPr>
        <p:txBody>
          <a:bodyPr wrap="square" rtlCol="0">
            <a:spAutoFit/>
          </a:bodyPr>
          <a:lstStyle/>
          <a:p>
            <a:r>
              <a:rPr lang="zh-CN" altLang="en-US" sz="3600"/>
              <a:t>铃铛</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xit" presetSubtype="8" fill="hold" nodeType="with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childTnLst>
                    </p:cTn>
                  </p:par>
                  <p:par>
                    <p:cTn id="11" fill="hold">
                      <p:stCondLst>
                        <p:cond delay="indefinite"/>
                      </p:stCondLst>
                      <p:childTnLst>
                        <p:par>
                          <p:cTn id="12" fill="hold">
                            <p:stCondLst>
                              <p:cond delay="0"/>
                            </p:stCondLst>
                            <p:childTnLst>
                              <p:par>
                                <p:cTn id="13" presetID="17" presetClass="exit" presetSubtype="8" fill="hold" nodeType="clickEffect">
                                  <p:stCondLst>
                                    <p:cond delay="0"/>
                                  </p:stCondLst>
                                  <p:childTnLst>
                                    <p:anim calcmode="lin" valueType="num">
                                      <p:cBhvr additive="base">
                                        <p:cTn id="14" dur="500"/>
                                        <p:tgtEl>
                                          <p:spTgt spid="2"/>
                                        </p:tgtEl>
                                        <p:attrNameLst>
                                          <p:attrName>ppt_x</p:attrName>
                                        </p:attrNameLst>
                                      </p:cBhvr>
                                      <p:tavLst>
                                        <p:tav tm="0">
                                          <p:val>
                                            <p:strVal val="ppt_x"/>
                                          </p:val>
                                        </p:tav>
                                        <p:tav tm="100000">
                                          <p:val>
                                            <p:strVal val="ppt_x-ppt_w/2"/>
                                          </p:val>
                                        </p:tav>
                                      </p:tavLst>
                                    </p:anim>
                                    <p:anim calcmode="lin" valueType="num">
                                      <p:cBhvr additive="base">
                                        <p:cTn id="15" dur="500"/>
                                        <p:tgtEl>
                                          <p:spTgt spid="2"/>
                                        </p:tgtEl>
                                        <p:attrNameLst>
                                          <p:attrName>ppt_y</p:attrName>
                                        </p:attrNameLst>
                                      </p:cBhvr>
                                      <p:tavLst>
                                        <p:tav tm="0">
                                          <p:val>
                                            <p:strVal val="ppt_y"/>
                                          </p:val>
                                        </p:tav>
                                        <p:tav tm="100000">
                                          <p:val>
                                            <p:strVal val="ppt_y"/>
                                          </p:val>
                                        </p:tav>
                                      </p:tavLst>
                                    </p:anim>
                                    <p:anim calcmode="lin" valueType="num">
                                      <p:cBhvr additive="base">
                                        <p:cTn id="16" dur="500"/>
                                        <p:tgtEl>
                                          <p:spTgt spid="2"/>
                                        </p:tgtEl>
                                        <p:attrNameLst>
                                          <p:attrName>ppt_w</p:attrName>
                                        </p:attrNameLst>
                                      </p:cBhvr>
                                      <p:tavLst>
                                        <p:tav tm="0">
                                          <p:val>
                                            <p:strVal val="ppt_w"/>
                                          </p:val>
                                        </p:tav>
                                        <p:tav tm="100000">
                                          <p:val>
                                            <p:fltVal val="0"/>
                                          </p:val>
                                        </p:tav>
                                      </p:tavLst>
                                    </p:anim>
                                    <p:anim calcmode="lin" valueType="num">
                                      <p:cBhvr additive="base">
                                        <p:cTn id="17" dur="500"/>
                                        <p:tgtEl>
                                          <p:spTgt spid="2"/>
                                        </p:tgtEl>
                                        <p:attrNameLst>
                                          <p:attrName>ppt_h</p:attrName>
                                        </p:attrNameLst>
                                      </p:cBhvr>
                                      <p:tavLst>
                                        <p:tav tm="0">
                                          <p:val>
                                            <p:strVal val="ppt_h"/>
                                          </p:val>
                                        </p:tav>
                                        <p:tav tm="100000">
                                          <p:val>
                                            <p:strVal val="ppt_h"/>
                                          </p:val>
                                        </p:tav>
                                      </p:tavLst>
                                    </p:anim>
                                    <p:set>
                                      <p:cBhvr additive="base">
                                        <p:cTn id="18" dur="1" fill="hold">
                                          <p:stCondLst>
                                            <p:cond delay="499"/>
                                          </p:stCondLst>
                                        </p:cTn>
                                        <p:tgtEl>
                                          <p:spTgt spid="2"/>
                                        </p:tgtEl>
                                        <p:attrNameLst>
                                          <p:attrName>style.visibility</p:attrName>
                                        </p:attrNameLst>
                                      </p:cBhvr>
                                      <p:to>
                                        <p:strVal val="hidden"/>
                                      </p:to>
                                    </p:set>
                                  </p:childTnLst>
                                </p:cTn>
                              </p:par>
                            </p:childTnLst>
                          </p:cTn>
                        </p:par>
                        <p:par>
                          <p:cTn id="19" fill="hold">
                            <p:stCondLst>
                              <p:cond delay="500"/>
                            </p:stCondLst>
                            <p:childTnLst>
                              <p:par>
                                <p:cTn id="20" presetID="17" presetClass="entr" presetSubtype="2" fill="hold" nodeType="afterEffect">
                                  <p:stCondLst>
                                    <p:cond delay="0"/>
                                  </p:stCondLst>
                                  <p:childTnLst>
                                    <p:set>
                                      <p:cBhvr additive="base">
                                        <p:cTn id="21" dur="500" fill="hold">
                                          <p:stCondLst>
                                            <p:cond delay="0"/>
                                          </p:stCondLst>
                                        </p:cTn>
                                        <p:tgtEl>
                                          <p:spTgt spid="37"/>
                                        </p:tgtEl>
                                        <p:attrNameLst>
                                          <p:attrName>style.visibility</p:attrName>
                                        </p:attrNameLst>
                                      </p:cBhvr>
                                      <p:to>
                                        <p:strVal val="visible"/>
                                      </p:to>
                                    </p:set>
                                    <p:anim calcmode="lin" valueType="num">
                                      <p:cBhvr additive="base">
                                        <p:cTn id="22" dur="500" fill="hold"/>
                                        <p:tgtEl>
                                          <p:spTgt spid="37"/>
                                        </p:tgtEl>
                                        <p:attrNameLst>
                                          <p:attrName>ppt_x</p:attrName>
                                        </p:attrNameLst>
                                      </p:cBhvr>
                                      <p:tavLst>
                                        <p:tav tm="0">
                                          <p:val>
                                            <p:strVal val="#ppt_x+#ppt_w/2"/>
                                          </p:val>
                                        </p:tav>
                                        <p:tav tm="100000">
                                          <p:val>
                                            <p:strVal val="#ppt_x"/>
                                          </p:val>
                                        </p:tav>
                                      </p:tavLst>
                                    </p:anim>
                                    <p:anim calcmode="lin" valueType="num">
                                      <p:cBhvr additive="base">
                                        <p:cTn id="23" dur="500" fill="hold"/>
                                        <p:tgtEl>
                                          <p:spTgt spid="37"/>
                                        </p:tgtEl>
                                        <p:attrNameLst>
                                          <p:attrName>ppt_y</p:attrName>
                                        </p:attrNameLst>
                                      </p:cBhvr>
                                      <p:tavLst>
                                        <p:tav tm="0">
                                          <p:val>
                                            <p:strVal val="#ppt_y"/>
                                          </p:val>
                                        </p:tav>
                                        <p:tav tm="100000">
                                          <p:val>
                                            <p:strVal val="#ppt_y"/>
                                          </p:val>
                                        </p:tav>
                                      </p:tavLst>
                                    </p:anim>
                                    <p:anim calcmode="lin" valueType="num">
                                      <p:cBhvr additive="base">
                                        <p:cTn id="24" dur="500" fill="hold"/>
                                        <p:tgtEl>
                                          <p:spTgt spid="37"/>
                                        </p:tgtEl>
                                        <p:attrNameLst>
                                          <p:attrName>ppt_w</p:attrName>
                                        </p:attrNameLst>
                                      </p:cBhvr>
                                      <p:tavLst>
                                        <p:tav tm="0">
                                          <p:val>
                                            <p:fltVal val="0"/>
                                          </p:val>
                                        </p:tav>
                                        <p:tav tm="100000">
                                          <p:val>
                                            <p:strVal val="#ppt_w"/>
                                          </p:val>
                                        </p:tav>
                                      </p:tavLst>
                                    </p:anim>
                                    <p:anim calcmode="lin" valueType="num">
                                      <p:cBhvr additive="base">
                                        <p:cTn id="25" dur="5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2" name="翻书声.wav"/>
                                        </p:tgtEl>
                                      </p:cMediaNode>
                                    </p:audio>
                                  </p:subTnLst>
                                </p:cTn>
                              </p:par>
                            </p:childTnLst>
                          </p:cTn>
                        </p:par>
                      </p:childTnLst>
                    </p:cTn>
                  </p:par>
                  <p:par>
                    <p:cTn id="26" fill="hold">
                      <p:stCondLst>
                        <p:cond delay="indefinite"/>
                      </p:stCondLst>
                      <p:childTnLst>
                        <p:par>
                          <p:cTn id="27" fill="hold">
                            <p:stCondLst>
                              <p:cond delay="0"/>
                            </p:stCondLst>
                            <p:childTnLst>
                              <p:par>
                                <p:cTn id="28" presetID="17" presetClass="exit" presetSubtype="8" fill="hold" nodeType="clickEffect">
                                  <p:stCondLst>
                                    <p:cond delay="0"/>
                                  </p:stCondLst>
                                  <p:childTnLst>
                                    <p:anim calcmode="lin" valueType="num">
                                      <p:cBhvr additive="base">
                                        <p:cTn id="29" dur="500"/>
                                        <p:tgtEl>
                                          <p:spTgt spid="58"/>
                                        </p:tgtEl>
                                        <p:attrNameLst>
                                          <p:attrName>ppt_x</p:attrName>
                                        </p:attrNameLst>
                                      </p:cBhvr>
                                      <p:tavLst>
                                        <p:tav tm="0">
                                          <p:val>
                                            <p:strVal val="ppt_x"/>
                                          </p:val>
                                        </p:tav>
                                        <p:tav tm="100000">
                                          <p:val>
                                            <p:strVal val="ppt_x-ppt_w/2"/>
                                          </p:val>
                                        </p:tav>
                                      </p:tavLst>
                                    </p:anim>
                                    <p:anim calcmode="lin" valueType="num">
                                      <p:cBhvr additive="base">
                                        <p:cTn id="30" dur="500"/>
                                        <p:tgtEl>
                                          <p:spTgt spid="58"/>
                                        </p:tgtEl>
                                        <p:attrNameLst>
                                          <p:attrName>ppt_y</p:attrName>
                                        </p:attrNameLst>
                                      </p:cBhvr>
                                      <p:tavLst>
                                        <p:tav tm="0">
                                          <p:val>
                                            <p:strVal val="ppt_y"/>
                                          </p:val>
                                        </p:tav>
                                        <p:tav tm="100000">
                                          <p:val>
                                            <p:strVal val="ppt_y"/>
                                          </p:val>
                                        </p:tav>
                                      </p:tavLst>
                                    </p:anim>
                                    <p:anim calcmode="lin" valueType="num">
                                      <p:cBhvr additive="base">
                                        <p:cTn id="31" dur="500"/>
                                        <p:tgtEl>
                                          <p:spTgt spid="58"/>
                                        </p:tgtEl>
                                        <p:attrNameLst>
                                          <p:attrName>ppt_w</p:attrName>
                                        </p:attrNameLst>
                                      </p:cBhvr>
                                      <p:tavLst>
                                        <p:tav tm="0">
                                          <p:val>
                                            <p:strVal val="ppt_w"/>
                                          </p:val>
                                        </p:tav>
                                        <p:tav tm="100000">
                                          <p:val>
                                            <p:fltVal val="0"/>
                                          </p:val>
                                        </p:tav>
                                      </p:tavLst>
                                    </p:anim>
                                    <p:anim calcmode="lin" valueType="num">
                                      <p:cBhvr additive="base">
                                        <p:cTn id="32" dur="500"/>
                                        <p:tgtEl>
                                          <p:spTgt spid="58"/>
                                        </p:tgtEl>
                                        <p:attrNameLst>
                                          <p:attrName>ppt_h</p:attrName>
                                        </p:attrNameLst>
                                      </p:cBhvr>
                                      <p:tavLst>
                                        <p:tav tm="0">
                                          <p:val>
                                            <p:strVal val="ppt_h"/>
                                          </p:val>
                                        </p:tav>
                                        <p:tav tm="100000">
                                          <p:val>
                                            <p:strVal val="ppt_h"/>
                                          </p:val>
                                        </p:tav>
                                      </p:tavLst>
                                    </p:anim>
                                    <p:set>
                                      <p:cBhvr additive="base">
                                        <p:cTn id="33" dur="1" fill="hold">
                                          <p:stCondLst>
                                            <p:cond delay="499"/>
                                          </p:stCondLst>
                                        </p:cTn>
                                        <p:tgtEl>
                                          <p:spTgt spid="58"/>
                                        </p:tgtEl>
                                        <p:attrNameLst>
                                          <p:attrName>style.visibility</p:attrName>
                                        </p:attrNameLst>
                                      </p:cBhvr>
                                      <p:to>
                                        <p:strVal val="hidden"/>
                                      </p:to>
                                    </p:set>
                                  </p:childTnLst>
                                </p:cTn>
                              </p:par>
                            </p:childTnLst>
                          </p:cTn>
                        </p:par>
                        <p:par>
                          <p:cTn id="34" fill="hold">
                            <p:stCondLst>
                              <p:cond delay="500"/>
                            </p:stCondLst>
                            <p:childTnLst>
                              <p:par>
                                <p:cTn id="35" presetID="17" presetClass="entr" presetSubtype="2" fill="hold" nodeType="afterEffect">
                                  <p:stCondLst>
                                    <p:cond delay="0"/>
                                  </p:stCondLst>
                                  <p:childTnLst>
                                    <p:set>
                                      <p:cBhvr additive="base">
                                        <p:cTn id="36" dur="500" fill="hold">
                                          <p:stCondLst>
                                            <p:cond delay="0"/>
                                          </p:stCondLst>
                                        </p:cTn>
                                        <p:tgtEl>
                                          <p:spTgt spid="61"/>
                                        </p:tgtEl>
                                        <p:attrNameLst>
                                          <p:attrName>style.visibility</p:attrName>
                                        </p:attrNameLst>
                                      </p:cBhvr>
                                      <p:to>
                                        <p:strVal val="visible"/>
                                      </p:to>
                                    </p:set>
                                    <p:anim calcmode="lin" valueType="num">
                                      <p:cBhvr additive="base">
                                        <p:cTn id="37" dur="500" fill="hold"/>
                                        <p:tgtEl>
                                          <p:spTgt spid="61"/>
                                        </p:tgtEl>
                                        <p:attrNameLst>
                                          <p:attrName>ppt_x</p:attrName>
                                        </p:attrNameLst>
                                      </p:cBhvr>
                                      <p:tavLst>
                                        <p:tav tm="0">
                                          <p:val>
                                            <p:strVal val="#ppt_x+#ppt_w/2"/>
                                          </p:val>
                                        </p:tav>
                                        <p:tav tm="100000">
                                          <p:val>
                                            <p:strVal val="#ppt_x"/>
                                          </p:val>
                                        </p:tav>
                                      </p:tavLst>
                                    </p:anim>
                                    <p:anim calcmode="lin" valueType="num">
                                      <p:cBhvr additive="base">
                                        <p:cTn id="38" dur="500" fill="hold"/>
                                        <p:tgtEl>
                                          <p:spTgt spid="61"/>
                                        </p:tgtEl>
                                        <p:attrNameLst>
                                          <p:attrName>ppt_y</p:attrName>
                                        </p:attrNameLst>
                                      </p:cBhvr>
                                      <p:tavLst>
                                        <p:tav tm="0">
                                          <p:val>
                                            <p:strVal val="#ppt_y"/>
                                          </p:val>
                                        </p:tav>
                                        <p:tav tm="100000">
                                          <p:val>
                                            <p:strVal val="#ppt_y"/>
                                          </p:val>
                                        </p:tav>
                                      </p:tavLst>
                                    </p:anim>
                                    <p:anim calcmode="lin" valueType="num">
                                      <p:cBhvr additive="base">
                                        <p:cTn id="39" dur="500" fill="hold"/>
                                        <p:tgtEl>
                                          <p:spTgt spid="61"/>
                                        </p:tgtEl>
                                        <p:attrNameLst>
                                          <p:attrName>ppt_w</p:attrName>
                                        </p:attrNameLst>
                                      </p:cBhvr>
                                      <p:tavLst>
                                        <p:tav tm="0">
                                          <p:val>
                                            <p:fltVal val="0"/>
                                          </p:val>
                                        </p:tav>
                                        <p:tav tm="100000">
                                          <p:val>
                                            <p:strVal val="#ppt_w"/>
                                          </p:val>
                                        </p:tav>
                                      </p:tavLst>
                                    </p:anim>
                                    <p:anim calcmode="lin" valueType="num">
                                      <p:cBhvr additive="base">
                                        <p:cTn id="40"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2" name="翻书声.wav"/>
                                        </p:tgtEl>
                                      </p:cMediaNode>
                                    </p:audio>
                                  </p:subTnLst>
                                </p:cTn>
                              </p:par>
                            </p:childTnLst>
                          </p:cTn>
                        </p:par>
                      </p:childTnLst>
                    </p:cTn>
                  </p:par>
                  <p:par>
                    <p:cTn id="41" fill="hold">
                      <p:stCondLst>
                        <p:cond delay="indefinite"/>
                      </p:stCondLst>
                      <p:childTnLst>
                        <p:par>
                          <p:cTn id="42" fill="hold">
                            <p:stCondLst>
                              <p:cond delay="0"/>
                            </p:stCondLst>
                            <p:childTnLst>
                              <p:par>
                                <p:cTn id="43" presetID="17" presetClass="exit" presetSubtype="8" fill="hold" nodeType="clickEffect">
                                  <p:stCondLst>
                                    <p:cond delay="0"/>
                                  </p:stCondLst>
                                  <p:childTnLst>
                                    <p:anim calcmode="lin" valueType="num">
                                      <p:cBhvr additive="base">
                                        <p:cTn id="44" dur="500"/>
                                        <p:tgtEl>
                                          <p:spTgt spid="64"/>
                                        </p:tgtEl>
                                        <p:attrNameLst>
                                          <p:attrName>ppt_x</p:attrName>
                                        </p:attrNameLst>
                                      </p:cBhvr>
                                      <p:tavLst>
                                        <p:tav tm="0">
                                          <p:val>
                                            <p:strVal val="ppt_x"/>
                                          </p:val>
                                        </p:tav>
                                        <p:tav tm="100000">
                                          <p:val>
                                            <p:strVal val="ppt_x-ppt_w/2"/>
                                          </p:val>
                                        </p:tav>
                                      </p:tavLst>
                                    </p:anim>
                                    <p:anim calcmode="lin" valueType="num">
                                      <p:cBhvr additive="base">
                                        <p:cTn id="45" dur="500"/>
                                        <p:tgtEl>
                                          <p:spTgt spid="64"/>
                                        </p:tgtEl>
                                        <p:attrNameLst>
                                          <p:attrName>ppt_y</p:attrName>
                                        </p:attrNameLst>
                                      </p:cBhvr>
                                      <p:tavLst>
                                        <p:tav tm="0">
                                          <p:val>
                                            <p:strVal val="ppt_y"/>
                                          </p:val>
                                        </p:tav>
                                        <p:tav tm="100000">
                                          <p:val>
                                            <p:strVal val="ppt_y"/>
                                          </p:val>
                                        </p:tav>
                                      </p:tavLst>
                                    </p:anim>
                                    <p:anim calcmode="lin" valueType="num">
                                      <p:cBhvr additive="base">
                                        <p:cTn id="46" dur="500"/>
                                        <p:tgtEl>
                                          <p:spTgt spid="64"/>
                                        </p:tgtEl>
                                        <p:attrNameLst>
                                          <p:attrName>ppt_w</p:attrName>
                                        </p:attrNameLst>
                                      </p:cBhvr>
                                      <p:tavLst>
                                        <p:tav tm="0">
                                          <p:val>
                                            <p:strVal val="ppt_w"/>
                                          </p:val>
                                        </p:tav>
                                        <p:tav tm="100000">
                                          <p:val>
                                            <p:fltVal val="0"/>
                                          </p:val>
                                        </p:tav>
                                      </p:tavLst>
                                    </p:anim>
                                    <p:anim calcmode="lin" valueType="num">
                                      <p:cBhvr additive="base">
                                        <p:cTn id="47" dur="500"/>
                                        <p:tgtEl>
                                          <p:spTgt spid="64"/>
                                        </p:tgtEl>
                                        <p:attrNameLst>
                                          <p:attrName>ppt_h</p:attrName>
                                        </p:attrNameLst>
                                      </p:cBhvr>
                                      <p:tavLst>
                                        <p:tav tm="0">
                                          <p:val>
                                            <p:strVal val="ppt_h"/>
                                          </p:val>
                                        </p:tav>
                                        <p:tav tm="100000">
                                          <p:val>
                                            <p:strVal val="ppt_h"/>
                                          </p:val>
                                        </p:tav>
                                      </p:tavLst>
                                    </p:anim>
                                    <p:set>
                                      <p:cBhvr additive="base">
                                        <p:cTn id="48" dur="1" fill="hold">
                                          <p:stCondLst>
                                            <p:cond delay="499"/>
                                          </p:stCondLst>
                                        </p:cTn>
                                        <p:tgtEl>
                                          <p:spTgt spid="64"/>
                                        </p:tgtEl>
                                        <p:attrNameLst>
                                          <p:attrName>style.visibility</p:attrName>
                                        </p:attrNameLst>
                                      </p:cBhvr>
                                      <p:to>
                                        <p:strVal val="hidden"/>
                                      </p:to>
                                    </p:set>
                                  </p:childTnLst>
                                </p:cTn>
                              </p:par>
                            </p:childTnLst>
                          </p:cTn>
                        </p:par>
                        <p:par>
                          <p:cTn id="49" fill="hold">
                            <p:stCondLst>
                              <p:cond delay="500"/>
                            </p:stCondLst>
                            <p:childTnLst>
                              <p:par>
                                <p:cTn id="50" presetID="17" presetClass="entr" presetSubtype="2" fill="hold" nodeType="afterEffect">
                                  <p:stCondLst>
                                    <p:cond delay="0"/>
                                  </p:stCondLst>
                                  <p:childTnLst>
                                    <p:set>
                                      <p:cBhvr additive="base">
                                        <p:cTn id="51" dur="500" fill="hold">
                                          <p:stCondLst>
                                            <p:cond delay="0"/>
                                          </p:stCondLst>
                                        </p:cTn>
                                        <p:tgtEl>
                                          <p:spTgt spid="67"/>
                                        </p:tgtEl>
                                        <p:attrNameLst>
                                          <p:attrName>style.visibility</p:attrName>
                                        </p:attrNameLst>
                                      </p:cBhvr>
                                      <p:to>
                                        <p:strVal val="visible"/>
                                      </p:to>
                                    </p:set>
                                    <p:anim calcmode="lin" valueType="num">
                                      <p:cBhvr additive="base">
                                        <p:cTn id="52" dur="500" fill="hold"/>
                                        <p:tgtEl>
                                          <p:spTgt spid="67"/>
                                        </p:tgtEl>
                                        <p:attrNameLst>
                                          <p:attrName>ppt_x</p:attrName>
                                        </p:attrNameLst>
                                      </p:cBhvr>
                                      <p:tavLst>
                                        <p:tav tm="0">
                                          <p:val>
                                            <p:strVal val="#ppt_x+#ppt_w/2"/>
                                          </p:val>
                                        </p:tav>
                                        <p:tav tm="100000">
                                          <p:val>
                                            <p:strVal val="#ppt_x"/>
                                          </p:val>
                                        </p:tav>
                                      </p:tavLst>
                                    </p:anim>
                                    <p:anim calcmode="lin" valueType="num">
                                      <p:cBhvr additive="base">
                                        <p:cTn id="53" dur="500" fill="hold"/>
                                        <p:tgtEl>
                                          <p:spTgt spid="67"/>
                                        </p:tgtEl>
                                        <p:attrNameLst>
                                          <p:attrName>ppt_y</p:attrName>
                                        </p:attrNameLst>
                                      </p:cBhvr>
                                      <p:tavLst>
                                        <p:tav tm="0">
                                          <p:val>
                                            <p:strVal val="#ppt_y"/>
                                          </p:val>
                                        </p:tav>
                                        <p:tav tm="100000">
                                          <p:val>
                                            <p:strVal val="#ppt_y"/>
                                          </p:val>
                                        </p:tav>
                                      </p:tavLst>
                                    </p:anim>
                                    <p:anim calcmode="lin" valueType="num">
                                      <p:cBhvr additive="base">
                                        <p:cTn id="54" dur="500" fill="hold"/>
                                        <p:tgtEl>
                                          <p:spTgt spid="67"/>
                                        </p:tgtEl>
                                        <p:attrNameLst>
                                          <p:attrName>ppt_w</p:attrName>
                                        </p:attrNameLst>
                                      </p:cBhvr>
                                      <p:tavLst>
                                        <p:tav tm="0">
                                          <p:val>
                                            <p:fltVal val="0"/>
                                          </p:val>
                                        </p:tav>
                                        <p:tav tm="100000">
                                          <p:val>
                                            <p:strVal val="#ppt_w"/>
                                          </p:val>
                                        </p:tav>
                                      </p:tavLst>
                                    </p:anim>
                                    <p:anim calcmode="lin" valueType="num">
                                      <p:cBhvr additive="base">
                                        <p:cTn id="55"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2" name="翻书声.wav"/>
                                        </p:tgtEl>
                                      </p:cMediaNode>
                                    </p:audio>
                                  </p:subTnLst>
                                </p:cTn>
                              </p:par>
                            </p:childTnLst>
                          </p:cTn>
                        </p:par>
                      </p:childTnLst>
                    </p:cTn>
                  </p:par>
                  <p:par>
                    <p:cTn id="56" fill="hold">
                      <p:stCondLst>
                        <p:cond delay="indefinite"/>
                      </p:stCondLst>
                      <p:childTnLst>
                        <p:par>
                          <p:cTn id="57" fill="hold">
                            <p:stCondLst>
                              <p:cond delay="0"/>
                            </p:stCondLst>
                            <p:childTnLst>
                              <p:par>
                                <p:cTn id="58" presetID="17" presetClass="exit" presetSubtype="8" fill="hold" nodeType="clickEffect">
                                  <p:stCondLst>
                                    <p:cond delay="0"/>
                                  </p:stCondLst>
                                  <p:childTnLst>
                                    <p:anim calcmode="lin" valueType="num">
                                      <p:cBhvr additive="base">
                                        <p:cTn id="59" dur="500"/>
                                        <p:tgtEl>
                                          <p:spTgt spid="70"/>
                                        </p:tgtEl>
                                        <p:attrNameLst>
                                          <p:attrName>ppt_x</p:attrName>
                                        </p:attrNameLst>
                                      </p:cBhvr>
                                      <p:tavLst>
                                        <p:tav tm="0">
                                          <p:val>
                                            <p:strVal val="ppt_x"/>
                                          </p:val>
                                        </p:tav>
                                        <p:tav tm="100000">
                                          <p:val>
                                            <p:strVal val="ppt_x-ppt_w/2"/>
                                          </p:val>
                                        </p:tav>
                                      </p:tavLst>
                                    </p:anim>
                                    <p:anim calcmode="lin" valueType="num">
                                      <p:cBhvr additive="base">
                                        <p:cTn id="60" dur="500"/>
                                        <p:tgtEl>
                                          <p:spTgt spid="70"/>
                                        </p:tgtEl>
                                        <p:attrNameLst>
                                          <p:attrName>ppt_y</p:attrName>
                                        </p:attrNameLst>
                                      </p:cBhvr>
                                      <p:tavLst>
                                        <p:tav tm="0">
                                          <p:val>
                                            <p:strVal val="ppt_y"/>
                                          </p:val>
                                        </p:tav>
                                        <p:tav tm="100000">
                                          <p:val>
                                            <p:strVal val="ppt_y"/>
                                          </p:val>
                                        </p:tav>
                                      </p:tavLst>
                                    </p:anim>
                                    <p:anim calcmode="lin" valueType="num">
                                      <p:cBhvr additive="base">
                                        <p:cTn id="61" dur="500"/>
                                        <p:tgtEl>
                                          <p:spTgt spid="70"/>
                                        </p:tgtEl>
                                        <p:attrNameLst>
                                          <p:attrName>ppt_w</p:attrName>
                                        </p:attrNameLst>
                                      </p:cBhvr>
                                      <p:tavLst>
                                        <p:tav tm="0">
                                          <p:val>
                                            <p:strVal val="ppt_w"/>
                                          </p:val>
                                        </p:tav>
                                        <p:tav tm="100000">
                                          <p:val>
                                            <p:fltVal val="0"/>
                                          </p:val>
                                        </p:tav>
                                      </p:tavLst>
                                    </p:anim>
                                    <p:anim calcmode="lin" valueType="num">
                                      <p:cBhvr additive="base">
                                        <p:cTn id="62" dur="500"/>
                                        <p:tgtEl>
                                          <p:spTgt spid="70"/>
                                        </p:tgtEl>
                                        <p:attrNameLst>
                                          <p:attrName>ppt_h</p:attrName>
                                        </p:attrNameLst>
                                      </p:cBhvr>
                                      <p:tavLst>
                                        <p:tav tm="0">
                                          <p:val>
                                            <p:strVal val="ppt_h"/>
                                          </p:val>
                                        </p:tav>
                                        <p:tav tm="100000">
                                          <p:val>
                                            <p:strVal val="ppt_h"/>
                                          </p:val>
                                        </p:tav>
                                      </p:tavLst>
                                    </p:anim>
                                    <p:set>
                                      <p:cBhvr additive="base">
                                        <p:cTn id="63"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58"/>
                                            </p:cond>
                                          </p:stCondLst>
                                          <p:endCondLst>
                                            <p:cond evt="onStopAudio" delay="0">
                                              <p:tgtEl>
                                                <p:sldTgt/>
                                              </p:tgtEl>
                                            </p:cond>
                                          </p:endCondLst>
                                        </p:cTn>
                                        <p:tgtEl>
                                          <p:sndTgt r:embed="rId2" name="翻书声.wav"/>
                                        </p:tgtEl>
                                      </p:cMediaNode>
                                    </p:audio>
                                  </p:subTnLst>
                                </p:cTn>
                              </p:par>
                            </p:childTnLst>
                          </p:cTn>
                        </p:par>
                        <p:par>
                          <p:cTn id="64" fill="hold">
                            <p:stCondLst>
                              <p:cond delay="500"/>
                            </p:stCondLst>
                            <p:childTnLst>
                              <p:par>
                                <p:cTn id="65" presetID="17" presetClass="entr" presetSubtype="2" fill="hold" nodeType="afterEffect">
                                  <p:stCondLst>
                                    <p:cond delay="0"/>
                                  </p:stCondLst>
                                  <p:childTnLst>
                                    <p:set>
                                      <p:cBhvr additive="base">
                                        <p:cTn id="66" dur="500" fill="hold">
                                          <p:stCondLst>
                                            <p:cond delay="0"/>
                                          </p:stCondLst>
                                        </p:cTn>
                                        <p:tgtEl>
                                          <p:spTgt spid="27"/>
                                        </p:tgtEl>
                                        <p:attrNameLst>
                                          <p:attrName>style.visibility</p:attrName>
                                        </p:attrNameLst>
                                      </p:cBhvr>
                                      <p:to>
                                        <p:strVal val="visible"/>
                                      </p:to>
                                    </p:set>
                                    <p:anim calcmode="lin" valueType="num">
                                      <p:cBhvr additive="base">
                                        <p:cTn id="67" dur="500" fill="hold"/>
                                        <p:tgtEl>
                                          <p:spTgt spid="27"/>
                                        </p:tgtEl>
                                        <p:attrNameLst>
                                          <p:attrName>ppt_x</p:attrName>
                                        </p:attrNameLst>
                                      </p:cBhvr>
                                      <p:tavLst>
                                        <p:tav tm="0">
                                          <p:val>
                                            <p:strVal val="#ppt_x+#ppt_w/2"/>
                                          </p:val>
                                        </p:tav>
                                        <p:tav tm="100000">
                                          <p:val>
                                            <p:strVal val="#ppt_x"/>
                                          </p:val>
                                        </p:tav>
                                      </p:tavLst>
                                    </p:anim>
                                    <p:anim calcmode="lin" valueType="num">
                                      <p:cBhvr additive="base">
                                        <p:cTn id="68" dur="500" fill="hold"/>
                                        <p:tgtEl>
                                          <p:spTgt spid="27"/>
                                        </p:tgtEl>
                                        <p:attrNameLst>
                                          <p:attrName>ppt_y</p:attrName>
                                        </p:attrNameLst>
                                      </p:cBhvr>
                                      <p:tavLst>
                                        <p:tav tm="0">
                                          <p:val>
                                            <p:strVal val="#ppt_y"/>
                                          </p:val>
                                        </p:tav>
                                        <p:tav tm="100000">
                                          <p:val>
                                            <p:strVal val="#ppt_y"/>
                                          </p:val>
                                        </p:tav>
                                      </p:tavLst>
                                    </p:anim>
                                    <p:anim calcmode="lin" valueType="num">
                                      <p:cBhvr additive="base">
                                        <p:cTn id="69" dur="500" fill="hold"/>
                                        <p:tgtEl>
                                          <p:spTgt spid="27"/>
                                        </p:tgtEl>
                                        <p:attrNameLst>
                                          <p:attrName>ppt_w</p:attrName>
                                        </p:attrNameLst>
                                      </p:cBhvr>
                                      <p:tavLst>
                                        <p:tav tm="0">
                                          <p:val>
                                            <p:fltVal val="0"/>
                                          </p:val>
                                        </p:tav>
                                        <p:tav tm="100000">
                                          <p:val>
                                            <p:strVal val="#ppt_w"/>
                                          </p:val>
                                        </p:tav>
                                      </p:tavLst>
                                    </p:anim>
                                    <p:anim calcmode="lin" valueType="num">
                                      <p:cBhvr additive="base">
                                        <p:cTn id="70"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5"/>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16" name="huangzhang"/>
          <p:cNvGrpSpPr/>
          <p:nvPr/>
        </p:nvGrpSpPr>
        <p:grpSpPr>
          <a:xfrm>
            <a:off x="-193" y="3304212"/>
            <a:ext cx="2876684" cy="3404656"/>
            <a:chOff x="16235" y="1065"/>
            <a:chExt cx="5281" cy="6419"/>
          </a:xfrm>
          <a:solidFill>
            <a:srgbClr val="E2AEAB"/>
          </a:solidFill>
        </p:grpSpPr>
        <p:sp>
          <p:nvSpPr>
            <p:cNvPr id="18" name="圆角矩形 17"/>
            <p:cNvSpPr/>
            <p:nvPr/>
          </p:nvSpPr>
          <p:spPr>
            <a:xfrm>
              <a:off x="16235" y="1065"/>
              <a:ext cx="5280" cy="6419"/>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文本框 19"/>
            <p:cNvSpPr txBox="1"/>
            <p:nvPr/>
          </p:nvSpPr>
          <p:spPr>
            <a:xfrm>
              <a:off x="16236" y="2793"/>
              <a:ext cx="5280" cy="3073"/>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altLang="zh-CN" sz="3200" dirty="0" err="1">
                  <a:latin typeface="华文细黑" panose="02010600040101010101" pitchFamily="2" charset="-122"/>
                  <a:ea typeface="华文细黑" panose="02010600040101010101" pitchFamily="2" charset="-122"/>
                  <a:sym typeface="华文细黑" panose="02010600040101010101" pitchFamily="2" charset="-122"/>
                </a:rPr>
                <a:t>huāngzhāng</a:t>
              </a:r>
              <a:endParaRPr lang="en-US" altLang="zh-CN" sz="3600" dirty="0">
                <a:latin typeface="华文细黑" panose="02010600040101010101" pitchFamily="2" charset="-122"/>
                <a:ea typeface="华文细黑" panose="02010600040101010101" pitchFamily="2" charset="-122"/>
                <a:sym typeface="+mn-ea"/>
              </a:endParaRP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慌张</a:t>
              </a:r>
              <a:endParaRPr lang="zh-CN"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sz="1400" b="1" kern="100" dirty="0" err="1">
                  <a:solidFill>
                    <a:schemeClr val="bg1"/>
                  </a:solidFill>
                  <a:ea typeface="思源黑体 CN Regular" panose="020B0500000000000000"/>
                  <a:sym typeface="Times New Roman" panose="02020603050405020304" pitchFamily="18" charset="0"/>
                </a:rPr>
                <a:t>adj.flurried</a:t>
              </a:r>
              <a:r>
                <a:rPr sz="1400" b="1" kern="100" dirty="0">
                  <a:solidFill>
                    <a:schemeClr val="bg1"/>
                  </a:solidFill>
                  <a:ea typeface="思源黑体 CN Regular" panose="020B0500000000000000"/>
                  <a:sym typeface="Times New Roman" panose="02020603050405020304" pitchFamily="18" charset="0"/>
                </a:rPr>
                <a:t> </a:t>
              </a:r>
            </a:p>
          </p:txBody>
        </p:sp>
      </p:grpSp>
      <p:grpSp>
        <p:nvGrpSpPr>
          <p:cNvPr id="29" name="huxi-有问题不显示" hidden="1"/>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hūxī</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mn-ea"/>
                </a:rPr>
                <a:t>v. breathe</a:t>
              </a:r>
            </a:p>
          </p:txBody>
        </p:sp>
      </p:grpSp>
      <p:sp>
        <p:nvSpPr>
          <p:cNvPr id="24" name="文本框 7" hidden="1"/>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hidden="1"/>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1" name="xinli"/>
          <p:cNvGrpSpPr/>
          <p:nvPr/>
        </p:nvGrpSpPr>
        <p:grpSpPr>
          <a:xfrm>
            <a:off x="119380" y="0"/>
            <a:ext cx="2580640" cy="3303905"/>
            <a:chOff x="2737" y="1500"/>
            <a:chExt cx="6798" cy="8480"/>
          </a:xfrm>
          <a:solidFill>
            <a:srgbClr val="558ED5"/>
          </a:solidFill>
        </p:grpSpPr>
        <p:sp>
          <p:nvSpPr>
            <p:cNvPr id="32" name="圆角矩形 31"/>
            <p:cNvSpPr/>
            <p:nvPr/>
          </p:nvSpPr>
          <p:spPr>
            <a:xfrm>
              <a:off x="2737" y="1500"/>
              <a:ext cx="6798" cy="8480"/>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2737" y="3046"/>
              <a:ext cx="6168" cy="5388"/>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en-US" altLang="zh-CN" sz="4800" dirty="0" err="1">
                  <a:latin typeface="华文细黑" panose="02010600040101010101" pitchFamily="2" charset="-122"/>
                  <a:ea typeface="华文细黑" panose="02010600040101010101" pitchFamily="2" charset="-122"/>
                  <a:cs typeface="华文细黑" panose="02010600040101010101" pitchFamily="2" charset="-122"/>
                  <a:sym typeface="+mn-ea"/>
                </a:rPr>
                <a:t>xīnlǐ</a:t>
              </a:r>
              <a:endParaRPr sz="4800" dirty="0">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72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心理</a:t>
              </a:r>
            </a:p>
            <a:p>
              <a:pPr algn="ctr"/>
              <a:r>
                <a:rPr lang="en-US" sz="2000" b="1" kern="100" dirty="0">
                  <a:solidFill>
                    <a:schemeClr val="bg1"/>
                  </a:solidFill>
                  <a:ea typeface="思源黑体 CN Regular" panose="020B0500000000000000" pitchFamily="34" charset="-122"/>
                  <a:sym typeface="Times New Roman" panose="02020603050405020304" pitchFamily="18" charset="0"/>
                </a:rPr>
                <a:t>n</a:t>
              </a:r>
              <a:r>
                <a:rPr sz="2000" b="1" kern="100" dirty="0">
                  <a:solidFill>
                    <a:schemeClr val="bg1"/>
                  </a:solidFill>
                  <a:ea typeface="思源黑体 CN Regular" panose="020B0500000000000000" pitchFamily="34" charset="-122"/>
                  <a:sym typeface="Times New Roman" panose="02020603050405020304" pitchFamily="18" charset="0"/>
                </a:rPr>
                <a:t>. </a:t>
              </a:r>
              <a:r>
                <a:rPr lang="en-US" sz="2000" b="1" kern="100" dirty="0">
                  <a:solidFill>
                    <a:schemeClr val="bg1"/>
                  </a:solidFill>
                  <a:ea typeface="思源黑体 CN Regular" panose="020B0500000000000000" pitchFamily="34" charset="-122"/>
                  <a:sym typeface="Times New Roman" panose="02020603050405020304" pitchFamily="18" charset="0"/>
                </a:rPr>
                <a:t>mentality</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pic>
        <p:nvPicPr>
          <p:cNvPr id="8" name="图片 7"/>
          <p:cNvPicPr/>
          <p:nvPr/>
        </p:nvPicPr>
        <p:blipFill>
          <a:blip r:embed="rId3"/>
          <a:stretch>
            <a:fillRect/>
          </a:stretch>
        </p:blipFill>
        <p:spPr>
          <a:xfrm>
            <a:off x="7053580" y="478790"/>
            <a:ext cx="4874895" cy="2974340"/>
          </a:xfrm>
          <a:prstGeom prst="rect">
            <a:avLst/>
          </a:prstGeom>
        </p:spPr>
      </p:pic>
      <p:sp>
        <p:nvSpPr>
          <p:cNvPr id="41" name="文本框 40"/>
          <p:cNvSpPr txBox="1"/>
          <p:nvPr/>
        </p:nvSpPr>
        <p:spPr>
          <a:xfrm>
            <a:off x="2876550" y="739775"/>
            <a:ext cx="4533265" cy="829945"/>
          </a:xfrm>
          <a:prstGeom prst="rect">
            <a:avLst/>
          </a:prstGeom>
          <a:noFill/>
        </p:spPr>
        <p:txBody>
          <a:bodyPr wrap="square" rtlCol="0">
            <a:spAutoFit/>
          </a:bodyPr>
          <a:lstStyle/>
          <a:p>
            <a:r>
              <a:rPr lang="zh-CN" altLang="en-US" sz="2400"/>
              <a:t>如果经常感到烦躁</a:t>
            </a:r>
            <a:r>
              <a:rPr lang="en-US" altLang="zh-CN" sz="2400"/>
              <a:t>、</a:t>
            </a:r>
            <a:r>
              <a:rPr lang="zh-CN" altLang="en-US" sz="2400"/>
              <a:t>抑郁</a:t>
            </a:r>
            <a:r>
              <a:rPr lang="en-US" altLang="zh-CN" sz="2400"/>
              <a:t>、</a:t>
            </a:r>
            <a:r>
              <a:rPr lang="zh-CN" altLang="en-US" sz="2400"/>
              <a:t>焦虑</a:t>
            </a:r>
            <a:r>
              <a:rPr lang="en-US" altLang="zh-CN" sz="2400"/>
              <a:t>，</a:t>
            </a:r>
            <a:r>
              <a:rPr lang="zh-CN" altLang="en-US" sz="2400"/>
              <a:t>一定要去看看</a:t>
            </a:r>
            <a:r>
              <a:rPr lang="zh-CN" altLang="en-US" sz="2400">
                <a:solidFill>
                  <a:schemeClr val="accent6"/>
                </a:solidFill>
              </a:rPr>
              <a:t>心理</a:t>
            </a:r>
            <a:r>
              <a:rPr lang="zh-CN" altLang="en-US" sz="2400"/>
              <a:t>医生。</a:t>
            </a:r>
          </a:p>
        </p:txBody>
      </p:sp>
      <p:sp>
        <p:nvSpPr>
          <p:cNvPr id="42" name="文本框 41"/>
          <p:cNvSpPr txBox="1"/>
          <p:nvPr/>
        </p:nvSpPr>
        <p:spPr>
          <a:xfrm>
            <a:off x="3044825" y="2000250"/>
            <a:ext cx="3602990" cy="829945"/>
          </a:xfrm>
          <a:prstGeom prst="rect">
            <a:avLst/>
          </a:prstGeom>
          <a:noFill/>
        </p:spPr>
        <p:txBody>
          <a:bodyPr wrap="square" rtlCol="0">
            <a:spAutoFit/>
          </a:bodyPr>
          <a:lstStyle/>
          <a:p>
            <a:r>
              <a:rPr lang="zh-CN" altLang="en-US" sz="2400"/>
              <a:t>每年开学</a:t>
            </a:r>
            <a:r>
              <a:rPr lang="en-US" altLang="zh-CN" sz="2400"/>
              <a:t>，</a:t>
            </a:r>
            <a:r>
              <a:rPr lang="zh-CN" altLang="en-US" sz="2400"/>
              <a:t>学校都要给学生做</a:t>
            </a:r>
            <a:r>
              <a:rPr lang="zh-CN" altLang="en-US" sz="2400">
                <a:solidFill>
                  <a:schemeClr val="accent6"/>
                </a:solidFill>
              </a:rPr>
              <a:t>心理</a:t>
            </a:r>
            <a:r>
              <a:rPr lang="zh-CN" altLang="en-US" sz="2400"/>
              <a:t>测试</a:t>
            </a:r>
            <a:r>
              <a:rPr lang="en-US" altLang="zh-CN" sz="2400"/>
              <a:t>。</a:t>
            </a:r>
          </a:p>
        </p:txBody>
      </p:sp>
      <p:sp>
        <p:nvSpPr>
          <p:cNvPr id="43" name="文本框 42"/>
          <p:cNvSpPr txBox="1"/>
          <p:nvPr/>
        </p:nvSpPr>
        <p:spPr>
          <a:xfrm>
            <a:off x="3407410" y="4090670"/>
            <a:ext cx="5554345" cy="1024890"/>
          </a:xfrm>
          <a:prstGeom prst="rect">
            <a:avLst/>
          </a:prstGeom>
          <a:noFill/>
        </p:spPr>
        <p:txBody>
          <a:bodyPr wrap="square" rtlCol="0">
            <a:noAutofit/>
          </a:bodyPr>
          <a:lstStyle/>
          <a:p>
            <a:r>
              <a:rPr lang="zh-CN" altLang="en-US" sz="2400"/>
              <a:t>小明今天起床起晚了</a:t>
            </a:r>
            <a:r>
              <a:rPr lang="en-US" altLang="zh-CN" sz="2400"/>
              <a:t>，</a:t>
            </a:r>
            <a:r>
              <a:rPr lang="zh-CN" altLang="en-US" sz="2400"/>
              <a:t>他</a:t>
            </a:r>
            <a:r>
              <a:rPr lang="zh-CN" altLang="en-US" sz="2400">
                <a:solidFill>
                  <a:schemeClr val="accent6"/>
                </a:solidFill>
              </a:rPr>
              <a:t>慌张</a:t>
            </a:r>
            <a:r>
              <a:rPr lang="zh-CN" altLang="en-US" sz="2400"/>
              <a:t>地跑去学校</a:t>
            </a:r>
            <a:r>
              <a:rPr lang="en-US" altLang="zh-CN" sz="2400"/>
              <a:t>，</a:t>
            </a:r>
            <a:r>
              <a:rPr lang="zh-CN" altLang="en-US" sz="2400"/>
              <a:t>连饭也没吃</a:t>
            </a:r>
            <a:r>
              <a:rPr lang="en-US" altLang="zh-CN" sz="2400"/>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xit" presetSubtype="8" fill="hold" nodeType="with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childTnLst>
                    </p:cTn>
                  </p:par>
                  <p:par>
                    <p:cTn id="11" fill="hold">
                      <p:stCondLst>
                        <p:cond delay="indefinite"/>
                      </p:stCondLst>
                      <p:childTnLst>
                        <p:par>
                          <p:cTn id="12" fill="hold">
                            <p:stCondLst>
                              <p:cond delay="0"/>
                            </p:stCondLst>
                            <p:childTnLst>
                              <p:par>
                                <p:cTn id="13" presetID="17" presetClass="exit" presetSubtype="8" fill="hold" nodeType="clickEffect">
                                  <p:stCondLst>
                                    <p:cond delay="0"/>
                                  </p:stCondLst>
                                  <p:childTnLst>
                                    <p:anim calcmode="lin" valueType="num">
                                      <p:cBhvr additive="base">
                                        <p:cTn id="14" dur="500"/>
                                        <p:tgtEl>
                                          <p:spTgt spid="16"/>
                                        </p:tgtEl>
                                        <p:attrNameLst>
                                          <p:attrName>ppt_x</p:attrName>
                                        </p:attrNameLst>
                                      </p:cBhvr>
                                      <p:tavLst>
                                        <p:tav tm="0">
                                          <p:val>
                                            <p:strVal val="ppt_x"/>
                                          </p:val>
                                        </p:tav>
                                        <p:tav tm="100000">
                                          <p:val>
                                            <p:strVal val="ppt_x-ppt_w/2"/>
                                          </p:val>
                                        </p:tav>
                                      </p:tavLst>
                                    </p:anim>
                                    <p:anim calcmode="lin" valueType="num">
                                      <p:cBhvr additive="base">
                                        <p:cTn id="15" dur="500"/>
                                        <p:tgtEl>
                                          <p:spTgt spid="16"/>
                                        </p:tgtEl>
                                        <p:attrNameLst>
                                          <p:attrName>ppt_y</p:attrName>
                                        </p:attrNameLst>
                                      </p:cBhvr>
                                      <p:tavLst>
                                        <p:tav tm="0">
                                          <p:val>
                                            <p:strVal val="ppt_y"/>
                                          </p:val>
                                        </p:tav>
                                        <p:tav tm="100000">
                                          <p:val>
                                            <p:strVal val="ppt_y"/>
                                          </p:val>
                                        </p:tav>
                                      </p:tavLst>
                                    </p:anim>
                                    <p:anim calcmode="lin" valueType="num">
                                      <p:cBhvr additive="base">
                                        <p:cTn id="16" dur="500"/>
                                        <p:tgtEl>
                                          <p:spTgt spid="16"/>
                                        </p:tgtEl>
                                        <p:attrNameLst>
                                          <p:attrName>ppt_w</p:attrName>
                                        </p:attrNameLst>
                                      </p:cBhvr>
                                      <p:tavLst>
                                        <p:tav tm="0">
                                          <p:val>
                                            <p:strVal val="ppt_w"/>
                                          </p:val>
                                        </p:tav>
                                        <p:tav tm="100000">
                                          <p:val>
                                            <p:fltVal val="0"/>
                                          </p:val>
                                        </p:tav>
                                      </p:tavLst>
                                    </p:anim>
                                    <p:anim calcmode="lin" valueType="num">
                                      <p:cBhvr additive="base">
                                        <p:cTn id="17" dur="500"/>
                                        <p:tgtEl>
                                          <p:spTgt spid="16"/>
                                        </p:tgtEl>
                                        <p:attrNameLst>
                                          <p:attrName>ppt_h</p:attrName>
                                        </p:attrNameLst>
                                      </p:cBhvr>
                                      <p:tavLst>
                                        <p:tav tm="0">
                                          <p:val>
                                            <p:strVal val="ppt_h"/>
                                          </p:val>
                                        </p:tav>
                                        <p:tav tm="100000">
                                          <p:val>
                                            <p:strVal val="ppt_h"/>
                                          </p:val>
                                        </p:tav>
                                      </p:tavLst>
                                    </p:anim>
                                    <p:set>
                                      <p:cBhvr additive="base">
                                        <p:cTn id="18" dur="1" fill="hold">
                                          <p:stCondLst>
                                            <p:cond delay="499"/>
                                          </p:stCondLst>
                                        </p:cTn>
                                        <p:tgtEl>
                                          <p:spTgt spid="16"/>
                                        </p:tgtEl>
                                        <p:attrNameLst>
                                          <p:attrName>style.visibility</p:attrName>
                                        </p:attrNameLst>
                                      </p:cBhvr>
                                      <p:to>
                                        <p:strVal val="hidden"/>
                                      </p:to>
                                    </p:set>
                                  </p:childTnLst>
                                </p:cTn>
                              </p:par>
                            </p:childTnLst>
                          </p:cTn>
                        </p:par>
                        <p:par>
                          <p:cTn id="19" fill="hold">
                            <p:stCondLst>
                              <p:cond delay="500"/>
                            </p:stCondLst>
                            <p:childTnLst>
                              <p:par>
                                <p:cTn id="20" presetID="17" presetClass="entr" presetSubtype="2" fill="hold" nodeType="afterEffect">
                                  <p:stCondLst>
                                    <p:cond delay="0"/>
                                  </p:stCondLst>
                                  <p:childTnLst>
                                    <p:set>
                                      <p:cBhvr additive="base">
                                        <p:cTn id="21" dur="500" fill="hold">
                                          <p:stCondLst>
                                            <p:cond delay="0"/>
                                          </p:stCondLst>
                                        </p:cTn>
                                        <p:tgtEl>
                                          <p:spTgt spid="21"/>
                                        </p:tgtEl>
                                        <p:attrNameLst>
                                          <p:attrName>style.visibility</p:attrName>
                                        </p:attrNameLst>
                                      </p:cBhvr>
                                      <p:to>
                                        <p:strVal val="visible"/>
                                      </p:to>
                                    </p:set>
                                    <p:anim calcmode="lin" valueType="num">
                                      <p:cBhvr additive="base">
                                        <p:cTn id="22" dur="500" fill="hold"/>
                                        <p:tgtEl>
                                          <p:spTgt spid="21"/>
                                        </p:tgtEl>
                                        <p:attrNameLst>
                                          <p:attrName>ppt_x</p:attrName>
                                        </p:attrNameLst>
                                      </p:cBhvr>
                                      <p:tavLst>
                                        <p:tav tm="0">
                                          <p:val>
                                            <p:strVal val="#ppt_x+#ppt_w/2"/>
                                          </p:val>
                                        </p:tav>
                                        <p:tav tm="100000">
                                          <p:val>
                                            <p:strVal val="#ppt_x"/>
                                          </p:val>
                                        </p:tav>
                                      </p:tavLst>
                                    </p:anim>
                                    <p:anim calcmode="lin" valueType="num">
                                      <p:cBhvr additive="base">
                                        <p:cTn id="23" dur="500" fill="hold"/>
                                        <p:tgtEl>
                                          <p:spTgt spid="21"/>
                                        </p:tgtEl>
                                        <p:attrNameLst>
                                          <p:attrName>ppt_y</p:attrName>
                                        </p:attrNameLst>
                                      </p:cBhvr>
                                      <p:tavLst>
                                        <p:tav tm="0">
                                          <p:val>
                                            <p:strVal val="#ppt_y"/>
                                          </p:val>
                                        </p:tav>
                                        <p:tav tm="100000">
                                          <p:val>
                                            <p:strVal val="#ppt_y"/>
                                          </p:val>
                                        </p:tav>
                                      </p:tavLst>
                                    </p:anim>
                                    <p:anim calcmode="lin" valueType="num">
                                      <p:cBhvr additive="base">
                                        <p:cTn id="24" dur="500" fill="hold"/>
                                        <p:tgtEl>
                                          <p:spTgt spid="21"/>
                                        </p:tgtEl>
                                        <p:attrNameLst>
                                          <p:attrName>ppt_w</p:attrName>
                                        </p:attrNameLst>
                                      </p:cBhvr>
                                      <p:tavLst>
                                        <p:tav tm="0">
                                          <p:val>
                                            <p:fltVal val="0"/>
                                          </p:val>
                                        </p:tav>
                                        <p:tav tm="100000">
                                          <p:val>
                                            <p:strVal val="#ppt_w"/>
                                          </p:val>
                                        </p:tav>
                                      </p:tavLst>
                                    </p:anim>
                                    <p:anim calcmode="lin" valueType="num">
                                      <p:cBhvr additive="base">
                                        <p:cTn id="25"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2" name="翻书声.wav"/>
                                        </p:tgtEl>
                                      </p:cMediaNode>
                                    </p:audio>
                                  </p:subTnLst>
                                </p:cTn>
                              </p:par>
                            </p:childTnLst>
                          </p:cTn>
                        </p:par>
                      </p:childTnLst>
                    </p:cTn>
                  </p:par>
                  <p:par>
                    <p:cTn id="26" fill="hold">
                      <p:stCondLst>
                        <p:cond delay="indefinite"/>
                      </p:stCondLst>
                      <p:childTnLst>
                        <p:par>
                          <p:cTn id="27" fill="hold">
                            <p:stCondLst>
                              <p:cond delay="0"/>
                            </p:stCondLst>
                            <p:childTnLst>
                              <p:par>
                                <p:cTn id="28" presetID="17" presetClass="exit" presetSubtype="8" fill="hold" nodeType="clickEffect">
                                  <p:stCondLst>
                                    <p:cond delay="0"/>
                                  </p:stCondLst>
                                  <p:childTnLst>
                                    <p:anim calcmode="lin" valueType="num">
                                      <p:cBhvr additive="base">
                                        <p:cTn id="29" dur="500"/>
                                        <p:tgtEl>
                                          <p:spTgt spid="58"/>
                                        </p:tgtEl>
                                        <p:attrNameLst>
                                          <p:attrName>ppt_x</p:attrName>
                                        </p:attrNameLst>
                                      </p:cBhvr>
                                      <p:tavLst>
                                        <p:tav tm="0">
                                          <p:val>
                                            <p:strVal val="ppt_x"/>
                                          </p:val>
                                        </p:tav>
                                        <p:tav tm="100000">
                                          <p:val>
                                            <p:strVal val="ppt_x-ppt_w/2"/>
                                          </p:val>
                                        </p:tav>
                                      </p:tavLst>
                                    </p:anim>
                                    <p:anim calcmode="lin" valueType="num">
                                      <p:cBhvr additive="base">
                                        <p:cTn id="30" dur="500"/>
                                        <p:tgtEl>
                                          <p:spTgt spid="58"/>
                                        </p:tgtEl>
                                        <p:attrNameLst>
                                          <p:attrName>ppt_y</p:attrName>
                                        </p:attrNameLst>
                                      </p:cBhvr>
                                      <p:tavLst>
                                        <p:tav tm="0">
                                          <p:val>
                                            <p:strVal val="ppt_y"/>
                                          </p:val>
                                        </p:tav>
                                        <p:tav tm="100000">
                                          <p:val>
                                            <p:strVal val="ppt_y"/>
                                          </p:val>
                                        </p:tav>
                                      </p:tavLst>
                                    </p:anim>
                                    <p:anim calcmode="lin" valueType="num">
                                      <p:cBhvr additive="base">
                                        <p:cTn id="31" dur="500"/>
                                        <p:tgtEl>
                                          <p:spTgt spid="58"/>
                                        </p:tgtEl>
                                        <p:attrNameLst>
                                          <p:attrName>ppt_w</p:attrName>
                                        </p:attrNameLst>
                                      </p:cBhvr>
                                      <p:tavLst>
                                        <p:tav tm="0">
                                          <p:val>
                                            <p:strVal val="ppt_w"/>
                                          </p:val>
                                        </p:tav>
                                        <p:tav tm="100000">
                                          <p:val>
                                            <p:fltVal val="0"/>
                                          </p:val>
                                        </p:tav>
                                      </p:tavLst>
                                    </p:anim>
                                    <p:anim calcmode="lin" valueType="num">
                                      <p:cBhvr additive="base">
                                        <p:cTn id="32" dur="500"/>
                                        <p:tgtEl>
                                          <p:spTgt spid="58"/>
                                        </p:tgtEl>
                                        <p:attrNameLst>
                                          <p:attrName>ppt_h</p:attrName>
                                        </p:attrNameLst>
                                      </p:cBhvr>
                                      <p:tavLst>
                                        <p:tav tm="0">
                                          <p:val>
                                            <p:strVal val="ppt_h"/>
                                          </p:val>
                                        </p:tav>
                                        <p:tav tm="100000">
                                          <p:val>
                                            <p:strVal val="ppt_h"/>
                                          </p:val>
                                        </p:tav>
                                      </p:tavLst>
                                    </p:anim>
                                    <p:set>
                                      <p:cBhvr additive="base">
                                        <p:cTn id="33" dur="1" fill="hold">
                                          <p:stCondLst>
                                            <p:cond delay="499"/>
                                          </p:stCondLst>
                                        </p:cTn>
                                        <p:tgtEl>
                                          <p:spTgt spid="58"/>
                                        </p:tgtEl>
                                        <p:attrNameLst>
                                          <p:attrName>style.visibility</p:attrName>
                                        </p:attrNameLst>
                                      </p:cBhvr>
                                      <p:to>
                                        <p:strVal val="hidden"/>
                                      </p:to>
                                    </p:set>
                                  </p:childTnLst>
                                </p:cTn>
                              </p:par>
                            </p:childTnLst>
                          </p:cTn>
                        </p:par>
                        <p:par>
                          <p:cTn id="34" fill="hold">
                            <p:stCondLst>
                              <p:cond delay="500"/>
                            </p:stCondLst>
                            <p:childTnLst>
                              <p:par>
                                <p:cTn id="35" presetID="17" presetClass="entr" presetSubtype="2" fill="hold" nodeType="afterEffect">
                                  <p:stCondLst>
                                    <p:cond delay="0"/>
                                  </p:stCondLst>
                                  <p:childTnLst>
                                    <p:set>
                                      <p:cBhvr additive="base">
                                        <p:cTn id="36" dur="500" fill="hold">
                                          <p:stCondLst>
                                            <p:cond delay="0"/>
                                          </p:stCondLst>
                                        </p:cTn>
                                        <p:tgtEl>
                                          <p:spTgt spid="61"/>
                                        </p:tgtEl>
                                        <p:attrNameLst>
                                          <p:attrName>style.visibility</p:attrName>
                                        </p:attrNameLst>
                                      </p:cBhvr>
                                      <p:to>
                                        <p:strVal val="visible"/>
                                      </p:to>
                                    </p:set>
                                    <p:anim calcmode="lin" valueType="num">
                                      <p:cBhvr additive="base">
                                        <p:cTn id="37" dur="500" fill="hold"/>
                                        <p:tgtEl>
                                          <p:spTgt spid="61"/>
                                        </p:tgtEl>
                                        <p:attrNameLst>
                                          <p:attrName>ppt_x</p:attrName>
                                        </p:attrNameLst>
                                      </p:cBhvr>
                                      <p:tavLst>
                                        <p:tav tm="0">
                                          <p:val>
                                            <p:strVal val="#ppt_x+#ppt_w/2"/>
                                          </p:val>
                                        </p:tav>
                                        <p:tav tm="100000">
                                          <p:val>
                                            <p:strVal val="#ppt_x"/>
                                          </p:val>
                                        </p:tav>
                                      </p:tavLst>
                                    </p:anim>
                                    <p:anim calcmode="lin" valueType="num">
                                      <p:cBhvr additive="base">
                                        <p:cTn id="38" dur="500" fill="hold"/>
                                        <p:tgtEl>
                                          <p:spTgt spid="61"/>
                                        </p:tgtEl>
                                        <p:attrNameLst>
                                          <p:attrName>ppt_y</p:attrName>
                                        </p:attrNameLst>
                                      </p:cBhvr>
                                      <p:tavLst>
                                        <p:tav tm="0">
                                          <p:val>
                                            <p:strVal val="#ppt_y"/>
                                          </p:val>
                                        </p:tav>
                                        <p:tav tm="100000">
                                          <p:val>
                                            <p:strVal val="#ppt_y"/>
                                          </p:val>
                                        </p:tav>
                                      </p:tavLst>
                                    </p:anim>
                                    <p:anim calcmode="lin" valueType="num">
                                      <p:cBhvr additive="base">
                                        <p:cTn id="39" dur="500" fill="hold"/>
                                        <p:tgtEl>
                                          <p:spTgt spid="61"/>
                                        </p:tgtEl>
                                        <p:attrNameLst>
                                          <p:attrName>ppt_w</p:attrName>
                                        </p:attrNameLst>
                                      </p:cBhvr>
                                      <p:tavLst>
                                        <p:tav tm="0">
                                          <p:val>
                                            <p:fltVal val="0"/>
                                          </p:val>
                                        </p:tav>
                                        <p:tav tm="100000">
                                          <p:val>
                                            <p:strVal val="#ppt_w"/>
                                          </p:val>
                                        </p:tav>
                                      </p:tavLst>
                                    </p:anim>
                                    <p:anim calcmode="lin" valueType="num">
                                      <p:cBhvr additive="base">
                                        <p:cTn id="40"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2" name="翻书声.wav"/>
                                        </p:tgtEl>
                                      </p:cMediaNode>
                                    </p:audio>
                                  </p:subTnLst>
                                </p:cTn>
                              </p:par>
                            </p:childTnLst>
                          </p:cTn>
                        </p:par>
                      </p:childTnLst>
                    </p:cTn>
                  </p:par>
                  <p:par>
                    <p:cTn id="41" fill="hold">
                      <p:stCondLst>
                        <p:cond delay="indefinite"/>
                      </p:stCondLst>
                      <p:childTnLst>
                        <p:par>
                          <p:cTn id="42" fill="hold">
                            <p:stCondLst>
                              <p:cond delay="0"/>
                            </p:stCondLst>
                            <p:childTnLst>
                              <p:par>
                                <p:cTn id="43" presetID="17" presetClass="exit" presetSubtype="8" fill="hold" nodeType="clickEffect">
                                  <p:stCondLst>
                                    <p:cond delay="0"/>
                                  </p:stCondLst>
                                  <p:childTnLst>
                                    <p:anim calcmode="lin" valueType="num">
                                      <p:cBhvr additive="base">
                                        <p:cTn id="44" dur="500"/>
                                        <p:tgtEl>
                                          <p:spTgt spid="64"/>
                                        </p:tgtEl>
                                        <p:attrNameLst>
                                          <p:attrName>ppt_x</p:attrName>
                                        </p:attrNameLst>
                                      </p:cBhvr>
                                      <p:tavLst>
                                        <p:tav tm="0">
                                          <p:val>
                                            <p:strVal val="ppt_x"/>
                                          </p:val>
                                        </p:tav>
                                        <p:tav tm="100000">
                                          <p:val>
                                            <p:strVal val="ppt_x-ppt_w/2"/>
                                          </p:val>
                                        </p:tav>
                                      </p:tavLst>
                                    </p:anim>
                                    <p:anim calcmode="lin" valueType="num">
                                      <p:cBhvr additive="base">
                                        <p:cTn id="45" dur="500"/>
                                        <p:tgtEl>
                                          <p:spTgt spid="64"/>
                                        </p:tgtEl>
                                        <p:attrNameLst>
                                          <p:attrName>ppt_y</p:attrName>
                                        </p:attrNameLst>
                                      </p:cBhvr>
                                      <p:tavLst>
                                        <p:tav tm="0">
                                          <p:val>
                                            <p:strVal val="ppt_y"/>
                                          </p:val>
                                        </p:tav>
                                        <p:tav tm="100000">
                                          <p:val>
                                            <p:strVal val="ppt_y"/>
                                          </p:val>
                                        </p:tav>
                                      </p:tavLst>
                                    </p:anim>
                                    <p:anim calcmode="lin" valueType="num">
                                      <p:cBhvr additive="base">
                                        <p:cTn id="46" dur="500"/>
                                        <p:tgtEl>
                                          <p:spTgt spid="64"/>
                                        </p:tgtEl>
                                        <p:attrNameLst>
                                          <p:attrName>ppt_w</p:attrName>
                                        </p:attrNameLst>
                                      </p:cBhvr>
                                      <p:tavLst>
                                        <p:tav tm="0">
                                          <p:val>
                                            <p:strVal val="ppt_w"/>
                                          </p:val>
                                        </p:tav>
                                        <p:tav tm="100000">
                                          <p:val>
                                            <p:fltVal val="0"/>
                                          </p:val>
                                        </p:tav>
                                      </p:tavLst>
                                    </p:anim>
                                    <p:anim calcmode="lin" valueType="num">
                                      <p:cBhvr additive="base">
                                        <p:cTn id="47" dur="500"/>
                                        <p:tgtEl>
                                          <p:spTgt spid="64"/>
                                        </p:tgtEl>
                                        <p:attrNameLst>
                                          <p:attrName>ppt_h</p:attrName>
                                        </p:attrNameLst>
                                      </p:cBhvr>
                                      <p:tavLst>
                                        <p:tav tm="0">
                                          <p:val>
                                            <p:strVal val="ppt_h"/>
                                          </p:val>
                                        </p:tav>
                                        <p:tav tm="100000">
                                          <p:val>
                                            <p:strVal val="ppt_h"/>
                                          </p:val>
                                        </p:tav>
                                      </p:tavLst>
                                    </p:anim>
                                    <p:set>
                                      <p:cBhvr additive="base">
                                        <p:cTn id="48" dur="1" fill="hold">
                                          <p:stCondLst>
                                            <p:cond delay="499"/>
                                          </p:stCondLst>
                                        </p:cTn>
                                        <p:tgtEl>
                                          <p:spTgt spid="64"/>
                                        </p:tgtEl>
                                        <p:attrNameLst>
                                          <p:attrName>style.visibility</p:attrName>
                                        </p:attrNameLst>
                                      </p:cBhvr>
                                      <p:to>
                                        <p:strVal val="hidden"/>
                                      </p:to>
                                    </p:set>
                                  </p:childTnLst>
                                </p:cTn>
                              </p:par>
                            </p:childTnLst>
                          </p:cTn>
                        </p:par>
                        <p:par>
                          <p:cTn id="49" fill="hold">
                            <p:stCondLst>
                              <p:cond delay="500"/>
                            </p:stCondLst>
                            <p:childTnLst>
                              <p:par>
                                <p:cTn id="50" presetID="17" presetClass="entr" presetSubtype="2" fill="hold" nodeType="afterEffect">
                                  <p:stCondLst>
                                    <p:cond delay="0"/>
                                  </p:stCondLst>
                                  <p:childTnLst>
                                    <p:set>
                                      <p:cBhvr additive="base">
                                        <p:cTn id="51" dur="500" fill="hold">
                                          <p:stCondLst>
                                            <p:cond delay="0"/>
                                          </p:stCondLst>
                                        </p:cTn>
                                        <p:tgtEl>
                                          <p:spTgt spid="67"/>
                                        </p:tgtEl>
                                        <p:attrNameLst>
                                          <p:attrName>style.visibility</p:attrName>
                                        </p:attrNameLst>
                                      </p:cBhvr>
                                      <p:to>
                                        <p:strVal val="visible"/>
                                      </p:to>
                                    </p:set>
                                    <p:anim calcmode="lin" valueType="num">
                                      <p:cBhvr additive="base">
                                        <p:cTn id="52" dur="500" fill="hold"/>
                                        <p:tgtEl>
                                          <p:spTgt spid="67"/>
                                        </p:tgtEl>
                                        <p:attrNameLst>
                                          <p:attrName>ppt_x</p:attrName>
                                        </p:attrNameLst>
                                      </p:cBhvr>
                                      <p:tavLst>
                                        <p:tav tm="0">
                                          <p:val>
                                            <p:strVal val="#ppt_x+#ppt_w/2"/>
                                          </p:val>
                                        </p:tav>
                                        <p:tav tm="100000">
                                          <p:val>
                                            <p:strVal val="#ppt_x"/>
                                          </p:val>
                                        </p:tav>
                                      </p:tavLst>
                                    </p:anim>
                                    <p:anim calcmode="lin" valueType="num">
                                      <p:cBhvr additive="base">
                                        <p:cTn id="53" dur="500" fill="hold"/>
                                        <p:tgtEl>
                                          <p:spTgt spid="67"/>
                                        </p:tgtEl>
                                        <p:attrNameLst>
                                          <p:attrName>ppt_y</p:attrName>
                                        </p:attrNameLst>
                                      </p:cBhvr>
                                      <p:tavLst>
                                        <p:tav tm="0">
                                          <p:val>
                                            <p:strVal val="#ppt_y"/>
                                          </p:val>
                                        </p:tav>
                                        <p:tav tm="100000">
                                          <p:val>
                                            <p:strVal val="#ppt_y"/>
                                          </p:val>
                                        </p:tav>
                                      </p:tavLst>
                                    </p:anim>
                                    <p:anim calcmode="lin" valueType="num">
                                      <p:cBhvr additive="base">
                                        <p:cTn id="54" dur="500" fill="hold"/>
                                        <p:tgtEl>
                                          <p:spTgt spid="67"/>
                                        </p:tgtEl>
                                        <p:attrNameLst>
                                          <p:attrName>ppt_w</p:attrName>
                                        </p:attrNameLst>
                                      </p:cBhvr>
                                      <p:tavLst>
                                        <p:tav tm="0">
                                          <p:val>
                                            <p:fltVal val="0"/>
                                          </p:val>
                                        </p:tav>
                                        <p:tav tm="100000">
                                          <p:val>
                                            <p:strVal val="#ppt_w"/>
                                          </p:val>
                                        </p:tav>
                                      </p:tavLst>
                                    </p:anim>
                                    <p:anim calcmode="lin" valueType="num">
                                      <p:cBhvr additive="base">
                                        <p:cTn id="55"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2" name="翻书声.wav"/>
                                        </p:tgtEl>
                                      </p:cMediaNode>
                                    </p:audio>
                                  </p:subTnLst>
                                </p:cTn>
                              </p:par>
                            </p:childTnLst>
                          </p:cTn>
                        </p:par>
                      </p:childTnLst>
                    </p:cTn>
                  </p:par>
                  <p:par>
                    <p:cTn id="56" fill="hold">
                      <p:stCondLst>
                        <p:cond delay="indefinite"/>
                      </p:stCondLst>
                      <p:childTnLst>
                        <p:par>
                          <p:cTn id="57" fill="hold">
                            <p:stCondLst>
                              <p:cond delay="0"/>
                            </p:stCondLst>
                            <p:childTnLst>
                              <p:par>
                                <p:cTn id="58" presetID="17" presetClass="exit" presetSubtype="8" fill="hold" nodeType="clickEffect">
                                  <p:stCondLst>
                                    <p:cond delay="0"/>
                                  </p:stCondLst>
                                  <p:childTnLst>
                                    <p:anim calcmode="lin" valueType="num">
                                      <p:cBhvr additive="base">
                                        <p:cTn id="59" dur="500"/>
                                        <p:tgtEl>
                                          <p:spTgt spid="70"/>
                                        </p:tgtEl>
                                        <p:attrNameLst>
                                          <p:attrName>ppt_x</p:attrName>
                                        </p:attrNameLst>
                                      </p:cBhvr>
                                      <p:tavLst>
                                        <p:tav tm="0">
                                          <p:val>
                                            <p:strVal val="ppt_x"/>
                                          </p:val>
                                        </p:tav>
                                        <p:tav tm="100000">
                                          <p:val>
                                            <p:strVal val="ppt_x-ppt_w/2"/>
                                          </p:val>
                                        </p:tav>
                                      </p:tavLst>
                                    </p:anim>
                                    <p:anim calcmode="lin" valueType="num">
                                      <p:cBhvr additive="base">
                                        <p:cTn id="60" dur="500"/>
                                        <p:tgtEl>
                                          <p:spTgt spid="70"/>
                                        </p:tgtEl>
                                        <p:attrNameLst>
                                          <p:attrName>ppt_y</p:attrName>
                                        </p:attrNameLst>
                                      </p:cBhvr>
                                      <p:tavLst>
                                        <p:tav tm="0">
                                          <p:val>
                                            <p:strVal val="ppt_y"/>
                                          </p:val>
                                        </p:tav>
                                        <p:tav tm="100000">
                                          <p:val>
                                            <p:strVal val="ppt_y"/>
                                          </p:val>
                                        </p:tav>
                                      </p:tavLst>
                                    </p:anim>
                                    <p:anim calcmode="lin" valueType="num">
                                      <p:cBhvr additive="base">
                                        <p:cTn id="61" dur="500"/>
                                        <p:tgtEl>
                                          <p:spTgt spid="70"/>
                                        </p:tgtEl>
                                        <p:attrNameLst>
                                          <p:attrName>ppt_w</p:attrName>
                                        </p:attrNameLst>
                                      </p:cBhvr>
                                      <p:tavLst>
                                        <p:tav tm="0">
                                          <p:val>
                                            <p:strVal val="ppt_w"/>
                                          </p:val>
                                        </p:tav>
                                        <p:tav tm="100000">
                                          <p:val>
                                            <p:fltVal val="0"/>
                                          </p:val>
                                        </p:tav>
                                      </p:tavLst>
                                    </p:anim>
                                    <p:anim calcmode="lin" valueType="num">
                                      <p:cBhvr additive="base">
                                        <p:cTn id="62" dur="500"/>
                                        <p:tgtEl>
                                          <p:spTgt spid="70"/>
                                        </p:tgtEl>
                                        <p:attrNameLst>
                                          <p:attrName>ppt_h</p:attrName>
                                        </p:attrNameLst>
                                      </p:cBhvr>
                                      <p:tavLst>
                                        <p:tav tm="0">
                                          <p:val>
                                            <p:strVal val="ppt_h"/>
                                          </p:val>
                                        </p:tav>
                                        <p:tav tm="100000">
                                          <p:val>
                                            <p:strVal val="ppt_h"/>
                                          </p:val>
                                        </p:tav>
                                      </p:tavLst>
                                    </p:anim>
                                    <p:set>
                                      <p:cBhvr additive="base">
                                        <p:cTn id="63"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58"/>
                                            </p:cond>
                                          </p:stCondLst>
                                          <p:endCondLst>
                                            <p:cond evt="onStopAudio" delay="0">
                                              <p:tgtEl>
                                                <p:sldTgt/>
                                              </p:tgtEl>
                                            </p:cond>
                                          </p:endCondLst>
                                        </p:cTn>
                                        <p:tgtEl>
                                          <p:sndTgt r:embed="rId2" name="翻书声.wav"/>
                                        </p:tgtEl>
                                      </p:cMediaNode>
                                    </p:audio>
                                  </p:subTnLst>
                                </p:cTn>
                              </p:par>
                            </p:childTnLst>
                          </p:cTn>
                        </p:par>
                        <p:par>
                          <p:cTn id="64" fill="hold">
                            <p:stCondLst>
                              <p:cond delay="500"/>
                            </p:stCondLst>
                            <p:childTnLst>
                              <p:par>
                                <p:cTn id="65" presetID="17" presetClass="entr" presetSubtype="2" fill="hold" nodeType="afterEffect">
                                  <p:stCondLst>
                                    <p:cond delay="0"/>
                                  </p:stCondLst>
                                  <p:childTnLst>
                                    <p:set>
                                      <p:cBhvr additive="base">
                                        <p:cTn id="66" dur="500" fill="hold">
                                          <p:stCondLst>
                                            <p:cond delay="0"/>
                                          </p:stCondLst>
                                        </p:cTn>
                                        <p:tgtEl>
                                          <p:spTgt spid="27"/>
                                        </p:tgtEl>
                                        <p:attrNameLst>
                                          <p:attrName>style.visibility</p:attrName>
                                        </p:attrNameLst>
                                      </p:cBhvr>
                                      <p:to>
                                        <p:strVal val="visible"/>
                                      </p:to>
                                    </p:set>
                                    <p:anim calcmode="lin" valueType="num">
                                      <p:cBhvr additive="base">
                                        <p:cTn id="67" dur="500" fill="hold"/>
                                        <p:tgtEl>
                                          <p:spTgt spid="27"/>
                                        </p:tgtEl>
                                        <p:attrNameLst>
                                          <p:attrName>ppt_x</p:attrName>
                                        </p:attrNameLst>
                                      </p:cBhvr>
                                      <p:tavLst>
                                        <p:tav tm="0">
                                          <p:val>
                                            <p:strVal val="#ppt_x+#ppt_w/2"/>
                                          </p:val>
                                        </p:tav>
                                        <p:tav tm="100000">
                                          <p:val>
                                            <p:strVal val="#ppt_x"/>
                                          </p:val>
                                        </p:tav>
                                      </p:tavLst>
                                    </p:anim>
                                    <p:anim calcmode="lin" valueType="num">
                                      <p:cBhvr additive="base">
                                        <p:cTn id="68" dur="500" fill="hold"/>
                                        <p:tgtEl>
                                          <p:spTgt spid="27"/>
                                        </p:tgtEl>
                                        <p:attrNameLst>
                                          <p:attrName>ppt_y</p:attrName>
                                        </p:attrNameLst>
                                      </p:cBhvr>
                                      <p:tavLst>
                                        <p:tav tm="0">
                                          <p:val>
                                            <p:strVal val="#ppt_y"/>
                                          </p:val>
                                        </p:tav>
                                        <p:tav tm="100000">
                                          <p:val>
                                            <p:strVal val="#ppt_y"/>
                                          </p:val>
                                        </p:tav>
                                      </p:tavLst>
                                    </p:anim>
                                    <p:anim calcmode="lin" valueType="num">
                                      <p:cBhvr additive="base">
                                        <p:cTn id="69" dur="500" fill="hold"/>
                                        <p:tgtEl>
                                          <p:spTgt spid="27"/>
                                        </p:tgtEl>
                                        <p:attrNameLst>
                                          <p:attrName>ppt_w</p:attrName>
                                        </p:attrNameLst>
                                      </p:cBhvr>
                                      <p:tavLst>
                                        <p:tav tm="0">
                                          <p:val>
                                            <p:fltVal val="0"/>
                                          </p:val>
                                        </p:tav>
                                        <p:tav tm="100000">
                                          <p:val>
                                            <p:strVal val="#ppt_w"/>
                                          </p:val>
                                        </p:tav>
                                      </p:tavLst>
                                    </p:anim>
                                    <p:anim calcmode="lin" valueType="num">
                                      <p:cBhvr additive="base">
                                        <p:cTn id="70"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5"/>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34" name="huxi"/>
          <p:cNvGrpSpPr/>
          <p:nvPr/>
        </p:nvGrpSpPr>
        <p:grpSpPr>
          <a:xfrm>
            <a:off x="0" y="3099337"/>
            <a:ext cx="2894330" cy="3758565"/>
            <a:chOff x="9628" y="2188"/>
            <a:chExt cx="7463" cy="9161"/>
          </a:xfrm>
          <a:solidFill>
            <a:schemeClr val="accent5"/>
          </a:solidFill>
        </p:grpSpPr>
        <p:sp>
          <p:nvSpPr>
            <p:cNvPr id="35" name="圆角矩形 34"/>
            <p:cNvSpPr/>
            <p:nvPr/>
          </p:nvSpPr>
          <p:spPr>
            <a:xfrm>
              <a:off x="9663" y="2188"/>
              <a:ext cx="7428" cy="916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9628" y="3695"/>
              <a:ext cx="7429" cy="6149"/>
            </a:xfrm>
            <a:prstGeom prst="rect">
              <a:avLst/>
            </a:prstGeom>
            <a:grpFill/>
            <a:ln>
              <a:solidFill>
                <a:schemeClr val="accent5"/>
              </a:solidFill>
            </a:ln>
          </p:spPr>
          <p:txBody>
            <a:bodyPr wrap="square" rtlCol="0">
              <a:spAutoFit/>
            </a:bodyPr>
            <a:lstStyle/>
            <a:p>
              <a:pPr algn="ctr"/>
              <a:r>
                <a:rPr lang="en-US" sz="5400" kern="100" dirty="0" err="1">
                  <a:solidFill>
                    <a:schemeClr val="bg1"/>
                  </a:solidFill>
                  <a:latin typeface="华文细黑" panose="02010600040101010101" pitchFamily="2" charset="-122"/>
                  <a:ea typeface="华文细黑" panose="02010600040101010101" pitchFamily="2" charset="-122"/>
                  <a:sym typeface="Arial" panose="020B0704020202020204"/>
                </a:rPr>
                <a:t>h</a:t>
              </a:r>
              <a:r>
                <a:rPr lang="en-US" altLang="zh-CN" sz="5400" kern="100" dirty="0" err="1">
                  <a:solidFill>
                    <a:schemeClr val="bg1"/>
                  </a:solidFill>
                  <a:latin typeface="华文细黑" panose="02010600040101010101" pitchFamily="2" charset="-122"/>
                  <a:ea typeface="华文细黑" panose="02010600040101010101" pitchFamily="2" charset="-122"/>
                  <a:sym typeface="Arial" panose="020B0704020202020204"/>
                </a:rPr>
                <a:t>ūxī</a:t>
              </a:r>
              <a:r>
                <a:rPr sz="5400" kern="100" dirty="0">
                  <a:solidFill>
                    <a:schemeClr val="bg1"/>
                  </a:solidFill>
                  <a:latin typeface="华文细黑" panose="02010600040101010101" pitchFamily="2" charset="-122"/>
                  <a:ea typeface="华文细黑" panose="02010600040101010101" pitchFamily="2" charset="-122"/>
                  <a:sym typeface="Arial" panose="020B0704020202020204"/>
                </a:rPr>
                <a:t> </a:t>
              </a:r>
              <a:endParaRPr lang="en-US" sz="5400" kern="100" dirty="0">
                <a:solidFill>
                  <a:schemeClr val="bg1"/>
                </a:solidFill>
                <a:latin typeface="华文细黑" panose="02010600040101010101" pitchFamily="2" charset="-122"/>
                <a:ea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Times New Roman" panose="02020603050405020304" pitchFamily="18" charset="0"/>
                </a:rPr>
                <a:t>v. to breathe</a:t>
              </a:r>
              <a:endParaRPr lang="en-US" altLang="zh-CN" sz="2400" b="1" kern="100" dirty="0">
                <a:solidFill>
                  <a:schemeClr val="bg1"/>
                </a:solidFill>
                <a:ea typeface="思源黑体 CN Regular" panose="020B0500000000000000"/>
                <a:sym typeface="+mn-ea"/>
              </a:endParaRPr>
            </a:p>
          </p:txBody>
        </p:sp>
      </p:grpSp>
      <p:grpSp>
        <p:nvGrpSpPr>
          <p:cNvPr id="29" name="huxi-有问题不显示" hidden="1"/>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hūxī</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mn-ea"/>
                </a:rPr>
                <a:t>v. breathe</a:t>
              </a:r>
            </a:p>
          </p:txBody>
        </p:sp>
      </p:grpSp>
      <p:sp>
        <p:nvSpPr>
          <p:cNvPr id="24" name="文本框 7" hidden="1"/>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hidden="1"/>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6" name="qingxu"/>
          <p:cNvGrpSpPr/>
          <p:nvPr/>
        </p:nvGrpSpPr>
        <p:grpSpPr>
          <a:xfrm>
            <a:off x="219710" y="0"/>
            <a:ext cx="2357755" cy="3333750"/>
            <a:chOff x="2106" y="1159"/>
            <a:chExt cx="7479" cy="9161"/>
          </a:xfrm>
          <a:solidFill>
            <a:srgbClr val="558ED5"/>
          </a:solidFill>
        </p:grpSpPr>
        <p:sp>
          <p:nvSpPr>
            <p:cNvPr id="9" name="圆角矩形 8"/>
            <p:cNvSpPr/>
            <p:nvPr/>
          </p:nvSpPr>
          <p:spPr>
            <a:xfrm>
              <a:off x="2106" y="1159"/>
              <a:ext cx="7428" cy="9161"/>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156" y="2516"/>
              <a:ext cx="7429" cy="6170"/>
            </a:xfrm>
            <a:prstGeom prst="rect">
              <a:avLst/>
            </a:prstGeom>
            <a:grpFill/>
            <a:ln>
              <a:solidFill>
                <a:srgbClr val="558ED5"/>
              </a:solidFill>
            </a:ln>
          </p:spPr>
          <p:txBody>
            <a:bodyPr wrap="square" rtlCol="0">
              <a:spAutoFit/>
            </a:bodyPr>
            <a:lstStyle/>
            <a:p>
              <a:pPr algn="ctr"/>
              <a:r>
                <a:rPr lang="en-US" sz="48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q</a:t>
              </a:r>
              <a:r>
                <a:rPr lang="en-US" altLang="zh-CN" sz="48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íngxù</a:t>
              </a:r>
              <a:endParaRPr lang="en-US" sz="48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72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情绪</a:t>
              </a:r>
              <a:endParaRPr lang="zh-CN" sz="72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000" b="1" kern="100" dirty="0">
                  <a:solidFill>
                    <a:schemeClr val="bg1"/>
                  </a:solidFill>
                  <a:ea typeface="思源黑体 CN Regular" panose="020B0500000000000000" pitchFamily="34" charset="-122"/>
                  <a:sym typeface="Times New Roman" panose="02020603050405020304" pitchFamily="18" charset="0"/>
                </a:rPr>
                <a:t>n. emotion</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pic>
        <p:nvPicPr>
          <p:cNvPr id="8" name="图片 7"/>
          <p:cNvPicPr/>
          <p:nvPr/>
        </p:nvPicPr>
        <p:blipFill>
          <a:blip r:embed="rId3"/>
          <a:stretch>
            <a:fillRect/>
          </a:stretch>
        </p:blipFill>
        <p:spPr>
          <a:xfrm>
            <a:off x="7261860" y="0"/>
            <a:ext cx="4650105" cy="4233545"/>
          </a:xfrm>
          <a:prstGeom prst="rect">
            <a:avLst/>
          </a:prstGeom>
        </p:spPr>
      </p:pic>
      <p:sp>
        <p:nvSpPr>
          <p:cNvPr id="41" name="文本框 40"/>
          <p:cNvSpPr txBox="1"/>
          <p:nvPr/>
        </p:nvSpPr>
        <p:spPr>
          <a:xfrm>
            <a:off x="2743835" y="494030"/>
            <a:ext cx="4650105" cy="645160"/>
          </a:xfrm>
          <a:prstGeom prst="rect">
            <a:avLst/>
          </a:prstGeom>
          <a:noFill/>
        </p:spPr>
        <p:txBody>
          <a:bodyPr wrap="square" rtlCol="0">
            <a:spAutoFit/>
          </a:bodyPr>
          <a:lstStyle/>
          <a:p>
            <a:r>
              <a:rPr lang="zh-CN" altLang="en-US" sz="2800"/>
              <a:t>喜怒哀乐都是我们的</a:t>
            </a:r>
            <a:r>
              <a:rPr lang="zh-CN" altLang="en-US" sz="3600">
                <a:solidFill>
                  <a:schemeClr val="accent6"/>
                </a:solidFill>
              </a:rPr>
              <a:t>情绪</a:t>
            </a:r>
            <a:r>
              <a:rPr lang="en-US" altLang="zh-CN" sz="2800"/>
              <a:t>。</a:t>
            </a:r>
          </a:p>
        </p:txBody>
      </p:sp>
      <p:pic>
        <p:nvPicPr>
          <p:cNvPr id="42" name="图片 41"/>
          <p:cNvPicPr/>
          <p:nvPr/>
        </p:nvPicPr>
        <p:blipFill>
          <a:blip r:embed="rId4"/>
          <a:stretch>
            <a:fillRect/>
          </a:stretch>
        </p:blipFill>
        <p:spPr>
          <a:xfrm>
            <a:off x="3441065" y="4335780"/>
            <a:ext cx="6438900" cy="2522220"/>
          </a:xfrm>
          <a:prstGeom prst="rect">
            <a:avLst/>
          </a:prstGeom>
        </p:spPr>
      </p:pic>
      <p:sp>
        <p:nvSpPr>
          <p:cNvPr id="43" name="文本框 42"/>
          <p:cNvSpPr txBox="1"/>
          <p:nvPr/>
        </p:nvSpPr>
        <p:spPr>
          <a:xfrm>
            <a:off x="3098800" y="3865245"/>
            <a:ext cx="5341620" cy="460375"/>
          </a:xfrm>
          <a:prstGeom prst="rect">
            <a:avLst/>
          </a:prstGeom>
          <a:noFill/>
        </p:spPr>
        <p:txBody>
          <a:bodyPr wrap="square" rtlCol="0">
            <a:spAutoFit/>
          </a:bodyPr>
          <a:lstStyle/>
          <a:p>
            <a:r>
              <a:rPr lang="zh-CN" altLang="en-US" sz="2400"/>
              <a:t>对我来说</a:t>
            </a:r>
            <a:r>
              <a:rPr lang="en-US" altLang="zh-CN" sz="2400"/>
              <a:t>，</a:t>
            </a:r>
            <a:r>
              <a:rPr lang="zh-CN" altLang="en-US" sz="2400"/>
              <a:t>这件事就像</a:t>
            </a:r>
            <a:r>
              <a:rPr lang="zh-CN" altLang="en-US" sz="2400">
                <a:solidFill>
                  <a:schemeClr val="accent6"/>
                </a:solidFill>
              </a:rPr>
              <a:t>呼吸</a:t>
            </a:r>
            <a:r>
              <a:rPr lang="zh-CN" altLang="en-US" sz="2400"/>
              <a:t>一样简单</a:t>
            </a:r>
            <a:r>
              <a:rPr lang="en-US" altLang="zh-CN" sz="2400"/>
              <a:t>。</a:t>
            </a:r>
          </a:p>
        </p:txBody>
      </p:sp>
      <p:sp>
        <p:nvSpPr>
          <p:cNvPr id="44" name="文本框 43"/>
          <p:cNvSpPr txBox="1"/>
          <p:nvPr/>
        </p:nvSpPr>
        <p:spPr>
          <a:xfrm>
            <a:off x="2743835" y="1543685"/>
            <a:ext cx="4650105" cy="521970"/>
          </a:xfrm>
          <a:prstGeom prst="rect">
            <a:avLst/>
          </a:prstGeom>
          <a:noFill/>
        </p:spPr>
        <p:txBody>
          <a:bodyPr wrap="square" rtlCol="0">
            <a:spAutoFit/>
          </a:bodyPr>
          <a:lstStyle/>
          <a:p>
            <a:r>
              <a:rPr lang="zh-CN" altLang="en-US" sz="2800"/>
              <a:t>我们要控制好自己的</a:t>
            </a:r>
            <a:r>
              <a:rPr lang="zh-CN" altLang="en-US" sz="2800">
                <a:solidFill>
                  <a:schemeClr val="accent6"/>
                </a:solidFill>
              </a:rPr>
              <a:t>情绪</a:t>
            </a:r>
            <a:r>
              <a:rPr lang="en-US" altLang="zh-CN" sz="2800"/>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xit" presetSubtype="8" fill="hold" nodeType="with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par>
                          <p:cTn id="11" fill="hold">
                            <p:stCondLst>
                              <p:cond delay="500"/>
                            </p:stCondLst>
                            <p:childTnLst>
                              <p:par>
                                <p:cTn id="12" presetID="17" presetClass="entr" presetSubtype="2" fill="hold" nodeType="afterEffect">
                                  <p:stCondLst>
                                    <p:cond delay="0"/>
                                  </p:stCondLst>
                                  <p:childTnLst>
                                    <p:set>
                                      <p:cBhvr additive="base">
                                        <p:cTn id="13" dur="500"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ppt_w/2"/>
                                          </p:val>
                                        </p:tav>
                                        <p:tav tm="100000">
                                          <p:val>
                                            <p:strVal val="#ppt_x"/>
                                          </p:val>
                                        </p:tav>
                                      </p:tavLst>
                                    </p:anim>
                                    <p:anim calcmode="lin" valueType="num">
                                      <p:cBhvr additive="base">
                                        <p:cTn id="15" dur="500" fill="hold"/>
                                        <p:tgtEl>
                                          <p:spTgt spid="6"/>
                                        </p:tgtEl>
                                        <p:attrNameLst>
                                          <p:attrName>ppt_y</p:attrName>
                                        </p:attrNameLst>
                                      </p:cBhvr>
                                      <p:tavLst>
                                        <p:tav tm="0">
                                          <p:val>
                                            <p:strVal val="#ppt_y"/>
                                          </p:val>
                                        </p:tav>
                                        <p:tav tm="100000">
                                          <p:val>
                                            <p:strVal val="#ppt_y"/>
                                          </p:val>
                                        </p:tav>
                                      </p:tavLst>
                                    </p:anim>
                                    <p:anim calcmode="lin" valueType="num">
                                      <p:cBhvr additive="base">
                                        <p:cTn id="16" dur="500" fill="hold"/>
                                        <p:tgtEl>
                                          <p:spTgt spid="6"/>
                                        </p:tgtEl>
                                        <p:attrNameLst>
                                          <p:attrName>ppt_w</p:attrName>
                                        </p:attrNameLst>
                                      </p:cBhvr>
                                      <p:tavLst>
                                        <p:tav tm="0">
                                          <p:val>
                                            <p:fltVal val="0"/>
                                          </p:val>
                                        </p:tav>
                                        <p:tav tm="100000">
                                          <p:val>
                                            <p:strVal val="#ppt_w"/>
                                          </p:val>
                                        </p:tav>
                                      </p:tavLst>
                                    </p:anim>
                                    <p:anim calcmode="lin" valueType="num">
                                      <p:cBhvr additive="base">
                                        <p:cTn id="17"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
                                            </p:cond>
                                          </p:stCondLst>
                                          <p:endCondLst>
                                            <p:cond evt="onStopAudio" delay="0">
                                              <p:tgtEl>
                                                <p:sldTgt/>
                                              </p:tgtEl>
                                            </p:cond>
                                          </p:endCondLst>
                                        </p:cTn>
                                        <p:tgtEl>
                                          <p:sndTgt r:embed="rId2" name="翻书声.wav"/>
                                        </p:tgtEl>
                                      </p:cMediaNode>
                                    </p:audio>
                                  </p:subTnLst>
                                </p:cTn>
                              </p:par>
                            </p:childTnLst>
                          </p:cTn>
                        </p:par>
                      </p:childTnLst>
                    </p:cTn>
                  </p:par>
                  <p:par>
                    <p:cTn id="18" fill="hold">
                      <p:stCondLst>
                        <p:cond delay="indefinite"/>
                      </p:stCondLst>
                      <p:childTnLst>
                        <p:par>
                          <p:cTn id="19" fill="hold">
                            <p:stCondLst>
                              <p:cond delay="0"/>
                            </p:stCondLst>
                            <p:childTnLst>
                              <p:par>
                                <p:cTn id="20" presetID="17" presetClass="exit" presetSubtype="8" fill="hold" nodeType="clickEffect">
                                  <p:stCondLst>
                                    <p:cond delay="0"/>
                                  </p:stCondLst>
                                  <p:childTnLst>
                                    <p:anim calcmode="lin" valueType="num">
                                      <p:cBhvr additive="base">
                                        <p:cTn id="21" dur="500"/>
                                        <p:tgtEl>
                                          <p:spTgt spid="34"/>
                                        </p:tgtEl>
                                        <p:attrNameLst>
                                          <p:attrName>ppt_x</p:attrName>
                                        </p:attrNameLst>
                                      </p:cBhvr>
                                      <p:tavLst>
                                        <p:tav tm="0">
                                          <p:val>
                                            <p:strVal val="ppt_x"/>
                                          </p:val>
                                        </p:tav>
                                        <p:tav tm="100000">
                                          <p:val>
                                            <p:strVal val="ppt_x-ppt_w/2"/>
                                          </p:val>
                                        </p:tav>
                                      </p:tavLst>
                                    </p:anim>
                                    <p:anim calcmode="lin" valueType="num">
                                      <p:cBhvr additive="base">
                                        <p:cTn id="22" dur="500"/>
                                        <p:tgtEl>
                                          <p:spTgt spid="34"/>
                                        </p:tgtEl>
                                        <p:attrNameLst>
                                          <p:attrName>ppt_y</p:attrName>
                                        </p:attrNameLst>
                                      </p:cBhvr>
                                      <p:tavLst>
                                        <p:tav tm="0">
                                          <p:val>
                                            <p:strVal val="ppt_y"/>
                                          </p:val>
                                        </p:tav>
                                        <p:tav tm="100000">
                                          <p:val>
                                            <p:strVal val="ppt_y"/>
                                          </p:val>
                                        </p:tav>
                                      </p:tavLst>
                                    </p:anim>
                                    <p:anim calcmode="lin" valueType="num">
                                      <p:cBhvr additive="base">
                                        <p:cTn id="23" dur="500"/>
                                        <p:tgtEl>
                                          <p:spTgt spid="34"/>
                                        </p:tgtEl>
                                        <p:attrNameLst>
                                          <p:attrName>ppt_w</p:attrName>
                                        </p:attrNameLst>
                                      </p:cBhvr>
                                      <p:tavLst>
                                        <p:tav tm="0">
                                          <p:val>
                                            <p:strVal val="ppt_w"/>
                                          </p:val>
                                        </p:tav>
                                        <p:tav tm="100000">
                                          <p:val>
                                            <p:fltVal val="0"/>
                                          </p:val>
                                        </p:tav>
                                      </p:tavLst>
                                    </p:anim>
                                    <p:anim calcmode="lin" valueType="num">
                                      <p:cBhvr additive="base">
                                        <p:cTn id="24" dur="500"/>
                                        <p:tgtEl>
                                          <p:spTgt spid="34"/>
                                        </p:tgtEl>
                                        <p:attrNameLst>
                                          <p:attrName>ppt_h</p:attrName>
                                        </p:attrNameLst>
                                      </p:cBhvr>
                                      <p:tavLst>
                                        <p:tav tm="0">
                                          <p:val>
                                            <p:strVal val="ppt_h"/>
                                          </p:val>
                                        </p:tav>
                                        <p:tav tm="100000">
                                          <p:val>
                                            <p:strVal val="ppt_h"/>
                                          </p:val>
                                        </p:tav>
                                      </p:tavLst>
                                    </p:anim>
                                    <p:set>
                                      <p:cBhvr additive="base">
                                        <p:cTn id="25" dur="1" fill="hold">
                                          <p:stCondLst>
                                            <p:cond delay="499"/>
                                          </p:stCondLst>
                                        </p:cTn>
                                        <p:tgtEl>
                                          <p:spTgt spid="3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7" presetClass="exit" presetSubtype="8" fill="hold" nodeType="clickEffect">
                                  <p:stCondLst>
                                    <p:cond delay="0"/>
                                  </p:stCondLst>
                                  <p:childTnLst>
                                    <p:anim calcmode="lin" valueType="num">
                                      <p:cBhvr additive="base">
                                        <p:cTn id="29" dur="500"/>
                                        <p:tgtEl>
                                          <p:spTgt spid="58"/>
                                        </p:tgtEl>
                                        <p:attrNameLst>
                                          <p:attrName>ppt_x</p:attrName>
                                        </p:attrNameLst>
                                      </p:cBhvr>
                                      <p:tavLst>
                                        <p:tav tm="0">
                                          <p:val>
                                            <p:strVal val="ppt_x"/>
                                          </p:val>
                                        </p:tav>
                                        <p:tav tm="100000">
                                          <p:val>
                                            <p:strVal val="ppt_x-ppt_w/2"/>
                                          </p:val>
                                        </p:tav>
                                      </p:tavLst>
                                    </p:anim>
                                    <p:anim calcmode="lin" valueType="num">
                                      <p:cBhvr additive="base">
                                        <p:cTn id="30" dur="500"/>
                                        <p:tgtEl>
                                          <p:spTgt spid="58"/>
                                        </p:tgtEl>
                                        <p:attrNameLst>
                                          <p:attrName>ppt_y</p:attrName>
                                        </p:attrNameLst>
                                      </p:cBhvr>
                                      <p:tavLst>
                                        <p:tav tm="0">
                                          <p:val>
                                            <p:strVal val="ppt_y"/>
                                          </p:val>
                                        </p:tav>
                                        <p:tav tm="100000">
                                          <p:val>
                                            <p:strVal val="ppt_y"/>
                                          </p:val>
                                        </p:tav>
                                      </p:tavLst>
                                    </p:anim>
                                    <p:anim calcmode="lin" valueType="num">
                                      <p:cBhvr additive="base">
                                        <p:cTn id="31" dur="500"/>
                                        <p:tgtEl>
                                          <p:spTgt spid="58"/>
                                        </p:tgtEl>
                                        <p:attrNameLst>
                                          <p:attrName>ppt_w</p:attrName>
                                        </p:attrNameLst>
                                      </p:cBhvr>
                                      <p:tavLst>
                                        <p:tav tm="0">
                                          <p:val>
                                            <p:strVal val="ppt_w"/>
                                          </p:val>
                                        </p:tav>
                                        <p:tav tm="100000">
                                          <p:val>
                                            <p:fltVal val="0"/>
                                          </p:val>
                                        </p:tav>
                                      </p:tavLst>
                                    </p:anim>
                                    <p:anim calcmode="lin" valueType="num">
                                      <p:cBhvr additive="base">
                                        <p:cTn id="32" dur="500"/>
                                        <p:tgtEl>
                                          <p:spTgt spid="58"/>
                                        </p:tgtEl>
                                        <p:attrNameLst>
                                          <p:attrName>ppt_h</p:attrName>
                                        </p:attrNameLst>
                                      </p:cBhvr>
                                      <p:tavLst>
                                        <p:tav tm="0">
                                          <p:val>
                                            <p:strVal val="ppt_h"/>
                                          </p:val>
                                        </p:tav>
                                        <p:tav tm="100000">
                                          <p:val>
                                            <p:strVal val="ppt_h"/>
                                          </p:val>
                                        </p:tav>
                                      </p:tavLst>
                                    </p:anim>
                                    <p:set>
                                      <p:cBhvr additive="base">
                                        <p:cTn id="33" dur="1" fill="hold">
                                          <p:stCondLst>
                                            <p:cond delay="499"/>
                                          </p:stCondLst>
                                        </p:cTn>
                                        <p:tgtEl>
                                          <p:spTgt spid="58"/>
                                        </p:tgtEl>
                                        <p:attrNameLst>
                                          <p:attrName>style.visibility</p:attrName>
                                        </p:attrNameLst>
                                      </p:cBhvr>
                                      <p:to>
                                        <p:strVal val="hidden"/>
                                      </p:to>
                                    </p:set>
                                  </p:childTnLst>
                                </p:cTn>
                              </p:par>
                            </p:childTnLst>
                          </p:cTn>
                        </p:par>
                        <p:par>
                          <p:cTn id="34" fill="hold">
                            <p:stCondLst>
                              <p:cond delay="500"/>
                            </p:stCondLst>
                            <p:childTnLst>
                              <p:par>
                                <p:cTn id="35" presetID="17" presetClass="entr" presetSubtype="2" fill="hold" nodeType="afterEffect">
                                  <p:stCondLst>
                                    <p:cond delay="0"/>
                                  </p:stCondLst>
                                  <p:childTnLst>
                                    <p:set>
                                      <p:cBhvr additive="base">
                                        <p:cTn id="36" dur="500" fill="hold">
                                          <p:stCondLst>
                                            <p:cond delay="0"/>
                                          </p:stCondLst>
                                        </p:cTn>
                                        <p:tgtEl>
                                          <p:spTgt spid="61"/>
                                        </p:tgtEl>
                                        <p:attrNameLst>
                                          <p:attrName>style.visibility</p:attrName>
                                        </p:attrNameLst>
                                      </p:cBhvr>
                                      <p:to>
                                        <p:strVal val="visible"/>
                                      </p:to>
                                    </p:set>
                                    <p:anim calcmode="lin" valueType="num">
                                      <p:cBhvr additive="base">
                                        <p:cTn id="37" dur="500" fill="hold"/>
                                        <p:tgtEl>
                                          <p:spTgt spid="61"/>
                                        </p:tgtEl>
                                        <p:attrNameLst>
                                          <p:attrName>ppt_x</p:attrName>
                                        </p:attrNameLst>
                                      </p:cBhvr>
                                      <p:tavLst>
                                        <p:tav tm="0">
                                          <p:val>
                                            <p:strVal val="#ppt_x+#ppt_w/2"/>
                                          </p:val>
                                        </p:tav>
                                        <p:tav tm="100000">
                                          <p:val>
                                            <p:strVal val="#ppt_x"/>
                                          </p:val>
                                        </p:tav>
                                      </p:tavLst>
                                    </p:anim>
                                    <p:anim calcmode="lin" valueType="num">
                                      <p:cBhvr additive="base">
                                        <p:cTn id="38" dur="500" fill="hold"/>
                                        <p:tgtEl>
                                          <p:spTgt spid="61"/>
                                        </p:tgtEl>
                                        <p:attrNameLst>
                                          <p:attrName>ppt_y</p:attrName>
                                        </p:attrNameLst>
                                      </p:cBhvr>
                                      <p:tavLst>
                                        <p:tav tm="0">
                                          <p:val>
                                            <p:strVal val="#ppt_y"/>
                                          </p:val>
                                        </p:tav>
                                        <p:tav tm="100000">
                                          <p:val>
                                            <p:strVal val="#ppt_y"/>
                                          </p:val>
                                        </p:tav>
                                      </p:tavLst>
                                    </p:anim>
                                    <p:anim calcmode="lin" valueType="num">
                                      <p:cBhvr additive="base">
                                        <p:cTn id="39" dur="500" fill="hold"/>
                                        <p:tgtEl>
                                          <p:spTgt spid="61"/>
                                        </p:tgtEl>
                                        <p:attrNameLst>
                                          <p:attrName>ppt_w</p:attrName>
                                        </p:attrNameLst>
                                      </p:cBhvr>
                                      <p:tavLst>
                                        <p:tav tm="0">
                                          <p:val>
                                            <p:fltVal val="0"/>
                                          </p:val>
                                        </p:tav>
                                        <p:tav tm="100000">
                                          <p:val>
                                            <p:strVal val="#ppt_w"/>
                                          </p:val>
                                        </p:tav>
                                      </p:tavLst>
                                    </p:anim>
                                    <p:anim calcmode="lin" valueType="num">
                                      <p:cBhvr additive="base">
                                        <p:cTn id="40"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2" name="翻书声.wav"/>
                                        </p:tgtEl>
                                      </p:cMediaNode>
                                    </p:audio>
                                  </p:subTnLst>
                                </p:cTn>
                              </p:par>
                            </p:childTnLst>
                          </p:cTn>
                        </p:par>
                      </p:childTnLst>
                    </p:cTn>
                  </p:par>
                  <p:par>
                    <p:cTn id="41" fill="hold">
                      <p:stCondLst>
                        <p:cond delay="indefinite"/>
                      </p:stCondLst>
                      <p:childTnLst>
                        <p:par>
                          <p:cTn id="42" fill="hold">
                            <p:stCondLst>
                              <p:cond delay="0"/>
                            </p:stCondLst>
                            <p:childTnLst>
                              <p:par>
                                <p:cTn id="43" presetID="17" presetClass="exit" presetSubtype="8" fill="hold" nodeType="clickEffect">
                                  <p:stCondLst>
                                    <p:cond delay="0"/>
                                  </p:stCondLst>
                                  <p:childTnLst>
                                    <p:anim calcmode="lin" valueType="num">
                                      <p:cBhvr additive="base">
                                        <p:cTn id="44" dur="500"/>
                                        <p:tgtEl>
                                          <p:spTgt spid="64"/>
                                        </p:tgtEl>
                                        <p:attrNameLst>
                                          <p:attrName>ppt_x</p:attrName>
                                        </p:attrNameLst>
                                      </p:cBhvr>
                                      <p:tavLst>
                                        <p:tav tm="0">
                                          <p:val>
                                            <p:strVal val="ppt_x"/>
                                          </p:val>
                                        </p:tav>
                                        <p:tav tm="100000">
                                          <p:val>
                                            <p:strVal val="ppt_x-ppt_w/2"/>
                                          </p:val>
                                        </p:tav>
                                      </p:tavLst>
                                    </p:anim>
                                    <p:anim calcmode="lin" valueType="num">
                                      <p:cBhvr additive="base">
                                        <p:cTn id="45" dur="500"/>
                                        <p:tgtEl>
                                          <p:spTgt spid="64"/>
                                        </p:tgtEl>
                                        <p:attrNameLst>
                                          <p:attrName>ppt_y</p:attrName>
                                        </p:attrNameLst>
                                      </p:cBhvr>
                                      <p:tavLst>
                                        <p:tav tm="0">
                                          <p:val>
                                            <p:strVal val="ppt_y"/>
                                          </p:val>
                                        </p:tav>
                                        <p:tav tm="100000">
                                          <p:val>
                                            <p:strVal val="ppt_y"/>
                                          </p:val>
                                        </p:tav>
                                      </p:tavLst>
                                    </p:anim>
                                    <p:anim calcmode="lin" valueType="num">
                                      <p:cBhvr additive="base">
                                        <p:cTn id="46" dur="500"/>
                                        <p:tgtEl>
                                          <p:spTgt spid="64"/>
                                        </p:tgtEl>
                                        <p:attrNameLst>
                                          <p:attrName>ppt_w</p:attrName>
                                        </p:attrNameLst>
                                      </p:cBhvr>
                                      <p:tavLst>
                                        <p:tav tm="0">
                                          <p:val>
                                            <p:strVal val="ppt_w"/>
                                          </p:val>
                                        </p:tav>
                                        <p:tav tm="100000">
                                          <p:val>
                                            <p:fltVal val="0"/>
                                          </p:val>
                                        </p:tav>
                                      </p:tavLst>
                                    </p:anim>
                                    <p:anim calcmode="lin" valueType="num">
                                      <p:cBhvr additive="base">
                                        <p:cTn id="47" dur="500"/>
                                        <p:tgtEl>
                                          <p:spTgt spid="64"/>
                                        </p:tgtEl>
                                        <p:attrNameLst>
                                          <p:attrName>ppt_h</p:attrName>
                                        </p:attrNameLst>
                                      </p:cBhvr>
                                      <p:tavLst>
                                        <p:tav tm="0">
                                          <p:val>
                                            <p:strVal val="ppt_h"/>
                                          </p:val>
                                        </p:tav>
                                        <p:tav tm="100000">
                                          <p:val>
                                            <p:strVal val="ppt_h"/>
                                          </p:val>
                                        </p:tav>
                                      </p:tavLst>
                                    </p:anim>
                                    <p:set>
                                      <p:cBhvr additive="base">
                                        <p:cTn id="48" dur="1" fill="hold">
                                          <p:stCondLst>
                                            <p:cond delay="499"/>
                                          </p:stCondLst>
                                        </p:cTn>
                                        <p:tgtEl>
                                          <p:spTgt spid="64"/>
                                        </p:tgtEl>
                                        <p:attrNameLst>
                                          <p:attrName>style.visibility</p:attrName>
                                        </p:attrNameLst>
                                      </p:cBhvr>
                                      <p:to>
                                        <p:strVal val="hidden"/>
                                      </p:to>
                                    </p:set>
                                  </p:childTnLst>
                                </p:cTn>
                              </p:par>
                            </p:childTnLst>
                          </p:cTn>
                        </p:par>
                        <p:par>
                          <p:cTn id="49" fill="hold">
                            <p:stCondLst>
                              <p:cond delay="500"/>
                            </p:stCondLst>
                            <p:childTnLst>
                              <p:par>
                                <p:cTn id="50" presetID="17" presetClass="entr" presetSubtype="2" fill="hold" nodeType="afterEffect">
                                  <p:stCondLst>
                                    <p:cond delay="0"/>
                                  </p:stCondLst>
                                  <p:childTnLst>
                                    <p:set>
                                      <p:cBhvr additive="base">
                                        <p:cTn id="51" dur="500" fill="hold">
                                          <p:stCondLst>
                                            <p:cond delay="0"/>
                                          </p:stCondLst>
                                        </p:cTn>
                                        <p:tgtEl>
                                          <p:spTgt spid="67"/>
                                        </p:tgtEl>
                                        <p:attrNameLst>
                                          <p:attrName>style.visibility</p:attrName>
                                        </p:attrNameLst>
                                      </p:cBhvr>
                                      <p:to>
                                        <p:strVal val="visible"/>
                                      </p:to>
                                    </p:set>
                                    <p:anim calcmode="lin" valueType="num">
                                      <p:cBhvr additive="base">
                                        <p:cTn id="52" dur="500" fill="hold"/>
                                        <p:tgtEl>
                                          <p:spTgt spid="67"/>
                                        </p:tgtEl>
                                        <p:attrNameLst>
                                          <p:attrName>ppt_x</p:attrName>
                                        </p:attrNameLst>
                                      </p:cBhvr>
                                      <p:tavLst>
                                        <p:tav tm="0">
                                          <p:val>
                                            <p:strVal val="#ppt_x+#ppt_w/2"/>
                                          </p:val>
                                        </p:tav>
                                        <p:tav tm="100000">
                                          <p:val>
                                            <p:strVal val="#ppt_x"/>
                                          </p:val>
                                        </p:tav>
                                      </p:tavLst>
                                    </p:anim>
                                    <p:anim calcmode="lin" valueType="num">
                                      <p:cBhvr additive="base">
                                        <p:cTn id="53" dur="500" fill="hold"/>
                                        <p:tgtEl>
                                          <p:spTgt spid="67"/>
                                        </p:tgtEl>
                                        <p:attrNameLst>
                                          <p:attrName>ppt_y</p:attrName>
                                        </p:attrNameLst>
                                      </p:cBhvr>
                                      <p:tavLst>
                                        <p:tav tm="0">
                                          <p:val>
                                            <p:strVal val="#ppt_y"/>
                                          </p:val>
                                        </p:tav>
                                        <p:tav tm="100000">
                                          <p:val>
                                            <p:strVal val="#ppt_y"/>
                                          </p:val>
                                        </p:tav>
                                      </p:tavLst>
                                    </p:anim>
                                    <p:anim calcmode="lin" valueType="num">
                                      <p:cBhvr additive="base">
                                        <p:cTn id="54" dur="500" fill="hold"/>
                                        <p:tgtEl>
                                          <p:spTgt spid="67"/>
                                        </p:tgtEl>
                                        <p:attrNameLst>
                                          <p:attrName>ppt_w</p:attrName>
                                        </p:attrNameLst>
                                      </p:cBhvr>
                                      <p:tavLst>
                                        <p:tav tm="0">
                                          <p:val>
                                            <p:fltVal val="0"/>
                                          </p:val>
                                        </p:tav>
                                        <p:tav tm="100000">
                                          <p:val>
                                            <p:strVal val="#ppt_w"/>
                                          </p:val>
                                        </p:tav>
                                      </p:tavLst>
                                    </p:anim>
                                    <p:anim calcmode="lin" valueType="num">
                                      <p:cBhvr additive="base">
                                        <p:cTn id="55"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2" name="翻书声.wav"/>
                                        </p:tgtEl>
                                      </p:cMediaNode>
                                    </p:audio>
                                  </p:subTnLst>
                                </p:cTn>
                              </p:par>
                            </p:childTnLst>
                          </p:cTn>
                        </p:par>
                      </p:childTnLst>
                    </p:cTn>
                  </p:par>
                  <p:par>
                    <p:cTn id="56" fill="hold">
                      <p:stCondLst>
                        <p:cond delay="indefinite"/>
                      </p:stCondLst>
                      <p:childTnLst>
                        <p:par>
                          <p:cTn id="57" fill="hold">
                            <p:stCondLst>
                              <p:cond delay="0"/>
                            </p:stCondLst>
                            <p:childTnLst>
                              <p:par>
                                <p:cTn id="58" presetID="17" presetClass="exit" presetSubtype="8" fill="hold" nodeType="clickEffect">
                                  <p:stCondLst>
                                    <p:cond delay="0"/>
                                  </p:stCondLst>
                                  <p:childTnLst>
                                    <p:anim calcmode="lin" valueType="num">
                                      <p:cBhvr additive="base">
                                        <p:cTn id="59" dur="500"/>
                                        <p:tgtEl>
                                          <p:spTgt spid="70"/>
                                        </p:tgtEl>
                                        <p:attrNameLst>
                                          <p:attrName>ppt_x</p:attrName>
                                        </p:attrNameLst>
                                      </p:cBhvr>
                                      <p:tavLst>
                                        <p:tav tm="0">
                                          <p:val>
                                            <p:strVal val="ppt_x"/>
                                          </p:val>
                                        </p:tav>
                                        <p:tav tm="100000">
                                          <p:val>
                                            <p:strVal val="ppt_x-ppt_w/2"/>
                                          </p:val>
                                        </p:tav>
                                      </p:tavLst>
                                    </p:anim>
                                    <p:anim calcmode="lin" valueType="num">
                                      <p:cBhvr additive="base">
                                        <p:cTn id="60" dur="500"/>
                                        <p:tgtEl>
                                          <p:spTgt spid="70"/>
                                        </p:tgtEl>
                                        <p:attrNameLst>
                                          <p:attrName>ppt_y</p:attrName>
                                        </p:attrNameLst>
                                      </p:cBhvr>
                                      <p:tavLst>
                                        <p:tav tm="0">
                                          <p:val>
                                            <p:strVal val="ppt_y"/>
                                          </p:val>
                                        </p:tav>
                                        <p:tav tm="100000">
                                          <p:val>
                                            <p:strVal val="ppt_y"/>
                                          </p:val>
                                        </p:tav>
                                      </p:tavLst>
                                    </p:anim>
                                    <p:anim calcmode="lin" valueType="num">
                                      <p:cBhvr additive="base">
                                        <p:cTn id="61" dur="500"/>
                                        <p:tgtEl>
                                          <p:spTgt spid="70"/>
                                        </p:tgtEl>
                                        <p:attrNameLst>
                                          <p:attrName>ppt_w</p:attrName>
                                        </p:attrNameLst>
                                      </p:cBhvr>
                                      <p:tavLst>
                                        <p:tav tm="0">
                                          <p:val>
                                            <p:strVal val="ppt_w"/>
                                          </p:val>
                                        </p:tav>
                                        <p:tav tm="100000">
                                          <p:val>
                                            <p:fltVal val="0"/>
                                          </p:val>
                                        </p:tav>
                                      </p:tavLst>
                                    </p:anim>
                                    <p:anim calcmode="lin" valueType="num">
                                      <p:cBhvr additive="base">
                                        <p:cTn id="62" dur="500"/>
                                        <p:tgtEl>
                                          <p:spTgt spid="70"/>
                                        </p:tgtEl>
                                        <p:attrNameLst>
                                          <p:attrName>ppt_h</p:attrName>
                                        </p:attrNameLst>
                                      </p:cBhvr>
                                      <p:tavLst>
                                        <p:tav tm="0">
                                          <p:val>
                                            <p:strVal val="ppt_h"/>
                                          </p:val>
                                        </p:tav>
                                        <p:tav tm="100000">
                                          <p:val>
                                            <p:strVal val="ppt_h"/>
                                          </p:val>
                                        </p:tav>
                                      </p:tavLst>
                                    </p:anim>
                                    <p:set>
                                      <p:cBhvr additive="base">
                                        <p:cTn id="63"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58"/>
                                            </p:cond>
                                          </p:stCondLst>
                                          <p:endCondLst>
                                            <p:cond evt="onStopAudio" delay="0">
                                              <p:tgtEl>
                                                <p:sldTgt/>
                                              </p:tgtEl>
                                            </p:cond>
                                          </p:endCondLst>
                                        </p:cTn>
                                        <p:tgtEl>
                                          <p:sndTgt r:embed="rId2" name="翻书声.wav"/>
                                        </p:tgtEl>
                                      </p:cMediaNode>
                                    </p:audio>
                                  </p:subTnLst>
                                </p:cTn>
                              </p:par>
                            </p:childTnLst>
                          </p:cTn>
                        </p:par>
                        <p:par>
                          <p:cTn id="64" fill="hold">
                            <p:stCondLst>
                              <p:cond delay="500"/>
                            </p:stCondLst>
                            <p:childTnLst>
                              <p:par>
                                <p:cTn id="65" presetID="17" presetClass="entr" presetSubtype="2" fill="hold" nodeType="afterEffect">
                                  <p:stCondLst>
                                    <p:cond delay="0"/>
                                  </p:stCondLst>
                                  <p:childTnLst>
                                    <p:set>
                                      <p:cBhvr additive="base">
                                        <p:cTn id="66" dur="500" fill="hold">
                                          <p:stCondLst>
                                            <p:cond delay="0"/>
                                          </p:stCondLst>
                                        </p:cTn>
                                        <p:tgtEl>
                                          <p:spTgt spid="27"/>
                                        </p:tgtEl>
                                        <p:attrNameLst>
                                          <p:attrName>style.visibility</p:attrName>
                                        </p:attrNameLst>
                                      </p:cBhvr>
                                      <p:to>
                                        <p:strVal val="visible"/>
                                      </p:to>
                                    </p:set>
                                    <p:anim calcmode="lin" valueType="num">
                                      <p:cBhvr additive="base">
                                        <p:cTn id="67" dur="500" fill="hold"/>
                                        <p:tgtEl>
                                          <p:spTgt spid="27"/>
                                        </p:tgtEl>
                                        <p:attrNameLst>
                                          <p:attrName>ppt_x</p:attrName>
                                        </p:attrNameLst>
                                      </p:cBhvr>
                                      <p:tavLst>
                                        <p:tav tm="0">
                                          <p:val>
                                            <p:strVal val="#ppt_x+#ppt_w/2"/>
                                          </p:val>
                                        </p:tav>
                                        <p:tav tm="100000">
                                          <p:val>
                                            <p:strVal val="#ppt_x"/>
                                          </p:val>
                                        </p:tav>
                                      </p:tavLst>
                                    </p:anim>
                                    <p:anim calcmode="lin" valueType="num">
                                      <p:cBhvr additive="base">
                                        <p:cTn id="68" dur="500" fill="hold"/>
                                        <p:tgtEl>
                                          <p:spTgt spid="27"/>
                                        </p:tgtEl>
                                        <p:attrNameLst>
                                          <p:attrName>ppt_y</p:attrName>
                                        </p:attrNameLst>
                                      </p:cBhvr>
                                      <p:tavLst>
                                        <p:tav tm="0">
                                          <p:val>
                                            <p:strVal val="#ppt_y"/>
                                          </p:val>
                                        </p:tav>
                                        <p:tav tm="100000">
                                          <p:val>
                                            <p:strVal val="#ppt_y"/>
                                          </p:val>
                                        </p:tav>
                                      </p:tavLst>
                                    </p:anim>
                                    <p:anim calcmode="lin" valueType="num">
                                      <p:cBhvr additive="base">
                                        <p:cTn id="69" dur="500" fill="hold"/>
                                        <p:tgtEl>
                                          <p:spTgt spid="27"/>
                                        </p:tgtEl>
                                        <p:attrNameLst>
                                          <p:attrName>ppt_w</p:attrName>
                                        </p:attrNameLst>
                                      </p:cBhvr>
                                      <p:tavLst>
                                        <p:tav tm="0">
                                          <p:val>
                                            <p:fltVal val="0"/>
                                          </p:val>
                                        </p:tav>
                                        <p:tav tm="100000">
                                          <p:val>
                                            <p:strVal val="#ppt_w"/>
                                          </p:val>
                                        </p:tav>
                                      </p:tavLst>
                                    </p:anim>
                                    <p:anim calcmode="lin" valueType="num">
                                      <p:cBhvr additive="base">
                                        <p:cTn id="70"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5"/>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sz="6000" dirty="0">
                  <a:latin typeface="Arial" panose="020B0704020202020204"/>
                  <a:ea typeface="Arial" panose="020B0704020202020204"/>
                  <a:cs typeface="Arial" panose="020B0704020202020204"/>
                  <a:sym typeface="Arial" panose="020B0704020202020204"/>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29" name="huxi-有问题不显示" hidden="1"/>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hūxī</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mn-ea"/>
                </a:rPr>
                <a:t>v. breathe</a:t>
              </a:r>
            </a:p>
          </p:txBody>
        </p:sp>
      </p:grpSp>
      <p:sp>
        <p:nvSpPr>
          <p:cNvPr id="24" name="文本框 7" hidden="1"/>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hidden="1"/>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3" name="zhuantai"/>
          <p:cNvGrpSpPr/>
          <p:nvPr/>
        </p:nvGrpSpPr>
        <p:grpSpPr>
          <a:xfrm>
            <a:off x="413703" y="520065"/>
            <a:ext cx="4718050" cy="5817235"/>
            <a:chOff x="2104" y="1159"/>
            <a:chExt cx="7430" cy="9161"/>
          </a:xfrm>
        </p:grpSpPr>
        <p:sp>
          <p:nvSpPr>
            <p:cNvPr id="5" name="圆角矩形 4"/>
            <p:cNvSpPr/>
            <p:nvPr/>
          </p:nvSpPr>
          <p:spPr>
            <a:xfrm>
              <a:off x="2106" y="1159"/>
              <a:ext cx="7428" cy="9161"/>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104" y="3381"/>
              <a:ext cx="7429" cy="4263"/>
            </a:xfrm>
            <a:prstGeom prst="rect">
              <a:avLst/>
            </a:prstGeom>
            <a:noFill/>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zhuàng</a:t>
              </a:r>
              <a:r>
                <a:rPr lang="en-US" altLang="zh-CN"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5400" kern="100" dirty="0" err="1">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tài</a:t>
              </a:r>
              <a:r>
                <a:rPr lang="en-US" altLang="zh-CN" sz="66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状态</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algn="ctr"/>
              <a:r>
                <a:rPr lang="en-US" altLang="zh-CN" sz="2400" b="1" kern="100" dirty="0">
                  <a:solidFill>
                    <a:schemeClr val="bg1"/>
                  </a:solidFill>
                  <a:ea typeface="思源黑体 CN Regular" panose="020B0500000000000000" pitchFamily="34" charset="-122"/>
                  <a:sym typeface="Times New Roman" panose="02020603050405020304" pitchFamily="18" charset="0"/>
                </a:rPr>
                <a:t>n. </a:t>
              </a:r>
              <a:r>
                <a:rPr lang="en-US" altLang="zh-CN" sz="2400" b="1" kern="100" dirty="0" err="1">
                  <a:solidFill>
                    <a:schemeClr val="bg1"/>
                  </a:solidFill>
                  <a:ea typeface="思源黑体 CN Regular" panose="020B0500000000000000" pitchFamily="34" charset="-122"/>
                  <a:sym typeface="Times New Roman" panose="02020603050405020304" pitchFamily="18" charset="0"/>
                </a:rPr>
                <a:t>state,status</a:t>
              </a:r>
              <a:endParaRPr lang="en-US" altLang="zh-CN" sz="2400" b="1" kern="100" dirty="0">
                <a:solidFill>
                  <a:schemeClr val="bg1"/>
                </a:solidFill>
                <a:ea typeface="思源黑体 CN Regular" panose="020B0500000000000000" pitchFamily="34" charset="-122"/>
                <a:sym typeface="+mn-ea"/>
              </a:endParaRP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pic>
        <p:nvPicPr>
          <p:cNvPr id="8" name="图片 7"/>
          <p:cNvPicPr/>
          <p:nvPr/>
        </p:nvPicPr>
        <p:blipFill>
          <a:blip r:embed="rId3"/>
          <a:stretch>
            <a:fillRect/>
          </a:stretch>
        </p:blipFill>
        <p:spPr>
          <a:xfrm>
            <a:off x="8637270" y="1368425"/>
            <a:ext cx="2995930" cy="2707005"/>
          </a:xfrm>
          <a:prstGeom prst="rect">
            <a:avLst/>
          </a:prstGeom>
        </p:spPr>
      </p:pic>
      <p:sp>
        <p:nvSpPr>
          <p:cNvPr id="41" name="文本框 40"/>
          <p:cNvSpPr txBox="1"/>
          <p:nvPr/>
        </p:nvSpPr>
        <p:spPr>
          <a:xfrm>
            <a:off x="5386705" y="1290320"/>
            <a:ext cx="2995930" cy="953135"/>
          </a:xfrm>
          <a:prstGeom prst="rect">
            <a:avLst/>
          </a:prstGeom>
          <a:noFill/>
        </p:spPr>
        <p:txBody>
          <a:bodyPr wrap="square" rtlCol="0">
            <a:spAutoFit/>
          </a:bodyPr>
          <a:lstStyle/>
          <a:p>
            <a:r>
              <a:rPr lang="zh-CN" altLang="en-US" sz="2800"/>
              <a:t>这棵植物的生长</a:t>
            </a:r>
            <a:r>
              <a:rPr lang="zh-CN" altLang="en-US" sz="2800">
                <a:solidFill>
                  <a:schemeClr val="accent6"/>
                </a:solidFill>
              </a:rPr>
              <a:t>状态</a:t>
            </a:r>
            <a:r>
              <a:rPr lang="zh-CN" altLang="en-US" sz="2800"/>
              <a:t>很好</a:t>
            </a:r>
            <a:r>
              <a:rPr lang="en-US" altLang="zh-CN" sz="2800"/>
              <a:t>。</a:t>
            </a:r>
          </a:p>
        </p:txBody>
      </p:sp>
      <p:sp>
        <p:nvSpPr>
          <p:cNvPr id="42" name="文本框 41"/>
          <p:cNvSpPr txBox="1"/>
          <p:nvPr/>
        </p:nvSpPr>
        <p:spPr>
          <a:xfrm>
            <a:off x="5386705" y="4838700"/>
            <a:ext cx="6247130" cy="953135"/>
          </a:xfrm>
          <a:prstGeom prst="rect">
            <a:avLst/>
          </a:prstGeom>
          <a:noFill/>
        </p:spPr>
        <p:txBody>
          <a:bodyPr wrap="square" rtlCol="0">
            <a:spAutoFit/>
          </a:bodyPr>
          <a:lstStyle/>
          <a:p>
            <a:r>
              <a:rPr lang="zh-CN" altLang="en-US" sz="2800"/>
              <a:t>经过医生的救治</a:t>
            </a:r>
            <a:r>
              <a:rPr lang="en-US" altLang="zh-CN" sz="2800"/>
              <a:t>，</a:t>
            </a:r>
            <a:r>
              <a:rPr lang="zh-CN" altLang="en-US" sz="2800"/>
              <a:t>病人的</a:t>
            </a:r>
            <a:r>
              <a:rPr lang="zh-CN" altLang="en-US" sz="2800">
                <a:solidFill>
                  <a:schemeClr val="accent6"/>
                </a:solidFill>
              </a:rPr>
              <a:t>状态</a:t>
            </a:r>
            <a:r>
              <a:rPr lang="zh-CN" altLang="en-US" sz="2800"/>
              <a:t>有了很大的改善</a:t>
            </a:r>
            <a:r>
              <a:rPr lang="en-US" altLang="zh-CN" sz="2800"/>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xit" presetSubtype="8" fill="hold" nodeType="with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par>
                          <p:cTn id="11" fill="hold">
                            <p:stCondLst>
                              <p:cond delay="500"/>
                            </p:stCondLst>
                            <p:childTnLst>
                              <p:par>
                                <p:cTn id="12" presetID="17" presetClass="entr" presetSubtype="2" fill="hold" nodeType="afterEffect">
                                  <p:stCondLst>
                                    <p:cond delay="0"/>
                                  </p:stCondLst>
                                  <p:childTnLst>
                                    <p:set>
                                      <p:cBhvr additive="base">
                                        <p:cTn id="13" dur="500"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ppt_w/2"/>
                                          </p:val>
                                        </p:tav>
                                        <p:tav tm="100000">
                                          <p:val>
                                            <p:strVal val="#ppt_x"/>
                                          </p:val>
                                        </p:tav>
                                      </p:tavLst>
                                    </p:anim>
                                    <p:anim calcmode="lin" valueType="num">
                                      <p:cBhvr additive="base">
                                        <p:cTn id="15" dur="500" fill="hold"/>
                                        <p:tgtEl>
                                          <p:spTgt spid="23"/>
                                        </p:tgtEl>
                                        <p:attrNameLst>
                                          <p:attrName>ppt_y</p:attrName>
                                        </p:attrNameLst>
                                      </p:cBhvr>
                                      <p:tavLst>
                                        <p:tav tm="0">
                                          <p:val>
                                            <p:strVal val="#ppt_y"/>
                                          </p:val>
                                        </p:tav>
                                        <p:tav tm="100000">
                                          <p:val>
                                            <p:strVal val="#ppt_y"/>
                                          </p:val>
                                        </p:tav>
                                      </p:tavLst>
                                    </p:anim>
                                    <p:anim calcmode="lin" valueType="num">
                                      <p:cBhvr additive="base">
                                        <p:cTn id="16" dur="500" fill="hold"/>
                                        <p:tgtEl>
                                          <p:spTgt spid="23"/>
                                        </p:tgtEl>
                                        <p:attrNameLst>
                                          <p:attrName>ppt_w</p:attrName>
                                        </p:attrNameLst>
                                      </p:cBhvr>
                                      <p:tavLst>
                                        <p:tav tm="0">
                                          <p:val>
                                            <p:fltVal val="0"/>
                                          </p:val>
                                        </p:tav>
                                        <p:tav tm="100000">
                                          <p:val>
                                            <p:strVal val="#ppt_w"/>
                                          </p:val>
                                        </p:tav>
                                      </p:tavLst>
                                    </p:anim>
                                    <p:anim calcmode="lin" valueType="num">
                                      <p:cBhvr additive="base">
                                        <p:cTn id="17"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xit" presetSubtype="8" fill="hold" nodeType="clickEffect">
                                  <p:stCondLst>
                                    <p:cond delay="0"/>
                                  </p:stCondLst>
                                  <p:childTnLst>
                                    <p:anim calcmode="lin" valueType="num">
                                      <p:cBhvr additive="base">
                                        <p:cTn id="21" dur="500"/>
                                        <p:tgtEl>
                                          <p:spTgt spid="58"/>
                                        </p:tgtEl>
                                        <p:attrNameLst>
                                          <p:attrName>ppt_x</p:attrName>
                                        </p:attrNameLst>
                                      </p:cBhvr>
                                      <p:tavLst>
                                        <p:tav tm="0">
                                          <p:val>
                                            <p:strVal val="ppt_x"/>
                                          </p:val>
                                        </p:tav>
                                        <p:tav tm="100000">
                                          <p:val>
                                            <p:strVal val="ppt_x-ppt_w/2"/>
                                          </p:val>
                                        </p:tav>
                                      </p:tavLst>
                                    </p:anim>
                                    <p:anim calcmode="lin" valueType="num">
                                      <p:cBhvr additive="base">
                                        <p:cTn id="22" dur="500"/>
                                        <p:tgtEl>
                                          <p:spTgt spid="58"/>
                                        </p:tgtEl>
                                        <p:attrNameLst>
                                          <p:attrName>ppt_y</p:attrName>
                                        </p:attrNameLst>
                                      </p:cBhvr>
                                      <p:tavLst>
                                        <p:tav tm="0">
                                          <p:val>
                                            <p:strVal val="ppt_y"/>
                                          </p:val>
                                        </p:tav>
                                        <p:tav tm="100000">
                                          <p:val>
                                            <p:strVal val="ppt_y"/>
                                          </p:val>
                                        </p:tav>
                                      </p:tavLst>
                                    </p:anim>
                                    <p:anim calcmode="lin" valueType="num">
                                      <p:cBhvr additive="base">
                                        <p:cTn id="23" dur="500"/>
                                        <p:tgtEl>
                                          <p:spTgt spid="58"/>
                                        </p:tgtEl>
                                        <p:attrNameLst>
                                          <p:attrName>ppt_w</p:attrName>
                                        </p:attrNameLst>
                                      </p:cBhvr>
                                      <p:tavLst>
                                        <p:tav tm="0">
                                          <p:val>
                                            <p:strVal val="ppt_w"/>
                                          </p:val>
                                        </p:tav>
                                        <p:tav tm="100000">
                                          <p:val>
                                            <p:fltVal val="0"/>
                                          </p:val>
                                        </p:tav>
                                      </p:tavLst>
                                    </p:anim>
                                    <p:anim calcmode="lin" valueType="num">
                                      <p:cBhvr additive="base">
                                        <p:cTn id="24" dur="500"/>
                                        <p:tgtEl>
                                          <p:spTgt spid="58"/>
                                        </p:tgtEl>
                                        <p:attrNameLst>
                                          <p:attrName>ppt_h</p:attrName>
                                        </p:attrNameLst>
                                      </p:cBhvr>
                                      <p:tavLst>
                                        <p:tav tm="0">
                                          <p:val>
                                            <p:strVal val="ppt_h"/>
                                          </p:val>
                                        </p:tav>
                                        <p:tav tm="100000">
                                          <p:val>
                                            <p:strVal val="ppt_h"/>
                                          </p:val>
                                        </p:tav>
                                      </p:tavLst>
                                    </p:anim>
                                    <p:set>
                                      <p:cBhvr additive="base">
                                        <p:cTn id="25" dur="1" fill="hold">
                                          <p:stCondLst>
                                            <p:cond delay="499"/>
                                          </p:stCondLst>
                                        </p:cTn>
                                        <p:tgtEl>
                                          <p:spTgt spid="58"/>
                                        </p:tgtEl>
                                        <p:attrNameLst>
                                          <p:attrName>style.visibility</p:attrName>
                                        </p:attrNameLst>
                                      </p:cBhvr>
                                      <p:to>
                                        <p:strVal val="hidden"/>
                                      </p:to>
                                    </p:set>
                                  </p:childTnLst>
                                </p:cTn>
                              </p:par>
                            </p:childTnLst>
                          </p:cTn>
                        </p:par>
                        <p:par>
                          <p:cTn id="26" fill="hold">
                            <p:stCondLst>
                              <p:cond delay="500"/>
                            </p:stCondLst>
                            <p:childTnLst>
                              <p:par>
                                <p:cTn id="27" presetID="17" presetClass="entr" presetSubtype="2" fill="hold" nodeType="afterEffect">
                                  <p:stCondLst>
                                    <p:cond delay="0"/>
                                  </p:stCondLst>
                                  <p:childTnLst>
                                    <p:set>
                                      <p:cBhvr additive="base">
                                        <p:cTn id="28" dur="500" fill="hold">
                                          <p:stCondLst>
                                            <p:cond delay="0"/>
                                          </p:stCondLst>
                                        </p:cTn>
                                        <p:tgtEl>
                                          <p:spTgt spid="61"/>
                                        </p:tgtEl>
                                        <p:attrNameLst>
                                          <p:attrName>style.visibility</p:attrName>
                                        </p:attrNameLst>
                                      </p:cBhvr>
                                      <p:to>
                                        <p:strVal val="visible"/>
                                      </p:to>
                                    </p:set>
                                    <p:anim calcmode="lin" valueType="num">
                                      <p:cBhvr additive="base">
                                        <p:cTn id="29" dur="500" fill="hold"/>
                                        <p:tgtEl>
                                          <p:spTgt spid="61"/>
                                        </p:tgtEl>
                                        <p:attrNameLst>
                                          <p:attrName>ppt_x</p:attrName>
                                        </p:attrNameLst>
                                      </p:cBhvr>
                                      <p:tavLst>
                                        <p:tav tm="0">
                                          <p:val>
                                            <p:strVal val="#ppt_x+#ppt_w/2"/>
                                          </p:val>
                                        </p:tav>
                                        <p:tav tm="100000">
                                          <p:val>
                                            <p:strVal val="#ppt_x"/>
                                          </p:val>
                                        </p:tav>
                                      </p:tavLst>
                                    </p:anim>
                                    <p:anim calcmode="lin" valueType="num">
                                      <p:cBhvr additive="base">
                                        <p:cTn id="30" dur="500" fill="hold"/>
                                        <p:tgtEl>
                                          <p:spTgt spid="61"/>
                                        </p:tgtEl>
                                        <p:attrNameLst>
                                          <p:attrName>ppt_y</p:attrName>
                                        </p:attrNameLst>
                                      </p:cBhvr>
                                      <p:tavLst>
                                        <p:tav tm="0">
                                          <p:val>
                                            <p:strVal val="#ppt_y"/>
                                          </p:val>
                                        </p:tav>
                                        <p:tav tm="100000">
                                          <p:val>
                                            <p:strVal val="#ppt_y"/>
                                          </p:val>
                                        </p:tav>
                                      </p:tavLst>
                                    </p:anim>
                                    <p:anim calcmode="lin" valueType="num">
                                      <p:cBhvr additive="base">
                                        <p:cTn id="31" dur="500" fill="hold"/>
                                        <p:tgtEl>
                                          <p:spTgt spid="61"/>
                                        </p:tgtEl>
                                        <p:attrNameLst>
                                          <p:attrName>ppt_w</p:attrName>
                                        </p:attrNameLst>
                                      </p:cBhvr>
                                      <p:tavLst>
                                        <p:tav tm="0">
                                          <p:val>
                                            <p:fltVal val="0"/>
                                          </p:val>
                                        </p:tav>
                                        <p:tav tm="100000">
                                          <p:val>
                                            <p:strVal val="#ppt_w"/>
                                          </p:val>
                                        </p:tav>
                                      </p:tavLst>
                                    </p:anim>
                                    <p:anim calcmode="lin" valueType="num">
                                      <p:cBhvr additive="base">
                                        <p:cTn id="32"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2" name="翻书声.wav"/>
                                        </p:tgtEl>
                                      </p:cMediaNode>
                                    </p:audio>
                                  </p:subTnLst>
                                </p:cTn>
                              </p:par>
                            </p:childTnLst>
                          </p:cTn>
                        </p:par>
                      </p:childTnLst>
                    </p:cTn>
                  </p:par>
                  <p:par>
                    <p:cTn id="33" fill="hold">
                      <p:stCondLst>
                        <p:cond delay="indefinite"/>
                      </p:stCondLst>
                      <p:childTnLst>
                        <p:par>
                          <p:cTn id="34" fill="hold">
                            <p:stCondLst>
                              <p:cond delay="0"/>
                            </p:stCondLst>
                            <p:childTnLst>
                              <p:par>
                                <p:cTn id="35" presetID="17" presetClass="exit" presetSubtype="8" fill="hold" nodeType="clickEffect">
                                  <p:stCondLst>
                                    <p:cond delay="0"/>
                                  </p:stCondLst>
                                  <p:childTnLst>
                                    <p:anim calcmode="lin" valueType="num">
                                      <p:cBhvr additive="base">
                                        <p:cTn id="36" dur="500"/>
                                        <p:tgtEl>
                                          <p:spTgt spid="64"/>
                                        </p:tgtEl>
                                        <p:attrNameLst>
                                          <p:attrName>ppt_x</p:attrName>
                                        </p:attrNameLst>
                                      </p:cBhvr>
                                      <p:tavLst>
                                        <p:tav tm="0">
                                          <p:val>
                                            <p:strVal val="ppt_x"/>
                                          </p:val>
                                        </p:tav>
                                        <p:tav tm="100000">
                                          <p:val>
                                            <p:strVal val="ppt_x-ppt_w/2"/>
                                          </p:val>
                                        </p:tav>
                                      </p:tavLst>
                                    </p:anim>
                                    <p:anim calcmode="lin" valueType="num">
                                      <p:cBhvr additive="base">
                                        <p:cTn id="37" dur="500"/>
                                        <p:tgtEl>
                                          <p:spTgt spid="64"/>
                                        </p:tgtEl>
                                        <p:attrNameLst>
                                          <p:attrName>ppt_y</p:attrName>
                                        </p:attrNameLst>
                                      </p:cBhvr>
                                      <p:tavLst>
                                        <p:tav tm="0">
                                          <p:val>
                                            <p:strVal val="ppt_y"/>
                                          </p:val>
                                        </p:tav>
                                        <p:tav tm="100000">
                                          <p:val>
                                            <p:strVal val="ppt_y"/>
                                          </p:val>
                                        </p:tav>
                                      </p:tavLst>
                                    </p:anim>
                                    <p:anim calcmode="lin" valueType="num">
                                      <p:cBhvr additive="base">
                                        <p:cTn id="38" dur="500"/>
                                        <p:tgtEl>
                                          <p:spTgt spid="64"/>
                                        </p:tgtEl>
                                        <p:attrNameLst>
                                          <p:attrName>ppt_w</p:attrName>
                                        </p:attrNameLst>
                                      </p:cBhvr>
                                      <p:tavLst>
                                        <p:tav tm="0">
                                          <p:val>
                                            <p:strVal val="ppt_w"/>
                                          </p:val>
                                        </p:tav>
                                        <p:tav tm="100000">
                                          <p:val>
                                            <p:fltVal val="0"/>
                                          </p:val>
                                        </p:tav>
                                      </p:tavLst>
                                    </p:anim>
                                    <p:anim calcmode="lin" valueType="num">
                                      <p:cBhvr additive="base">
                                        <p:cTn id="39" dur="500"/>
                                        <p:tgtEl>
                                          <p:spTgt spid="64"/>
                                        </p:tgtEl>
                                        <p:attrNameLst>
                                          <p:attrName>ppt_h</p:attrName>
                                        </p:attrNameLst>
                                      </p:cBhvr>
                                      <p:tavLst>
                                        <p:tav tm="0">
                                          <p:val>
                                            <p:strVal val="ppt_h"/>
                                          </p:val>
                                        </p:tav>
                                        <p:tav tm="100000">
                                          <p:val>
                                            <p:strVal val="ppt_h"/>
                                          </p:val>
                                        </p:tav>
                                      </p:tavLst>
                                    </p:anim>
                                    <p:set>
                                      <p:cBhvr additive="base">
                                        <p:cTn id="40" dur="1" fill="hold">
                                          <p:stCondLst>
                                            <p:cond delay="499"/>
                                          </p:stCondLst>
                                        </p:cTn>
                                        <p:tgtEl>
                                          <p:spTgt spid="64"/>
                                        </p:tgtEl>
                                        <p:attrNameLst>
                                          <p:attrName>style.visibility</p:attrName>
                                        </p:attrNameLst>
                                      </p:cBhvr>
                                      <p:to>
                                        <p:strVal val="hidden"/>
                                      </p:to>
                                    </p:set>
                                  </p:childTnLst>
                                </p:cTn>
                              </p:par>
                            </p:childTnLst>
                          </p:cTn>
                        </p:par>
                        <p:par>
                          <p:cTn id="41" fill="hold">
                            <p:stCondLst>
                              <p:cond delay="500"/>
                            </p:stCondLst>
                            <p:childTnLst>
                              <p:par>
                                <p:cTn id="42" presetID="17" presetClass="entr" presetSubtype="2" fill="hold" nodeType="afterEffect">
                                  <p:stCondLst>
                                    <p:cond delay="0"/>
                                  </p:stCondLst>
                                  <p:childTnLst>
                                    <p:set>
                                      <p:cBhvr additive="base">
                                        <p:cTn id="43" dur="500" fill="hold">
                                          <p:stCondLst>
                                            <p:cond delay="0"/>
                                          </p:stCondLst>
                                        </p:cTn>
                                        <p:tgtEl>
                                          <p:spTgt spid="67"/>
                                        </p:tgtEl>
                                        <p:attrNameLst>
                                          <p:attrName>style.visibility</p:attrName>
                                        </p:attrNameLst>
                                      </p:cBhvr>
                                      <p:to>
                                        <p:strVal val="visible"/>
                                      </p:to>
                                    </p:set>
                                    <p:anim calcmode="lin" valueType="num">
                                      <p:cBhvr additive="base">
                                        <p:cTn id="44" dur="500" fill="hold"/>
                                        <p:tgtEl>
                                          <p:spTgt spid="67"/>
                                        </p:tgtEl>
                                        <p:attrNameLst>
                                          <p:attrName>ppt_x</p:attrName>
                                        </p:attrNameLst>
                                      </p:cBhvr>
                                      <p:tavLst>
                                        <p:tav tm="0">
                                          <p:val>
                                            <p:strVal val="#ppt_x+#ppt_w/2"/>
                                          </p:val>
                                        </p:tav>
                                        <p:tav tm="100000">
                                          <p:val>
                                            <p:strVal val="#ppt_x"/>
                                          </p:val>
                                        </p:tav>
                                      </p:tavLst>
                                    </p:anim>
                                    <p:anim calcmode="lin" valueType="num">
                                      <p:cBhvr additive="base">
                                        <p:cTn id="45" dur="500" fill="hold"/>
                                        <p:tgtEl>
                                          <p:spTgt spid="67"/>
                                        </p:tgtEl>
                                        <p:attrNameLst>
                                          <p:attrName>ppt_y</p:attrName>
                                        </p:attrNameLst>
                                      </p:cBhvr>
                                      <p:tavLst>
                                        <p:tav tm="0">
                                          <p:val>
                                            <p:strVal val="#ppt_y"/>
                                          </p:val>
                                        </p:tav>
                                        <p:tav tm="100000">
                                          <p:val>
                                            <p:strVal val="#ppt_y"/>
                                          </p:val>
                                        </p:tav>
                                      </p:tavLst>
                                    </p:anim>
                                    <p:anim calcmode="lin" valueType="num">
                                      <p:cBhvr additive="base">
                                        <p:cTn id="46" dur="500" fill="hold"/>
                                        <p:tgtEl>
                                          <p:spTgt spid="67"/>
                                        </p:tgtEl>
                                        <p:attrNameLst>
                                          <p:attrName>ppt_w</p:attrName>
                                        </p:attrNameLst>
                                      </p:cBhvr>
                                      <p:tavLst>
                                        <p:tav tm="0">
                                          <p:val>
                                            <p:fltVal val="0"/>
                                          </p:val>
                                        </p:tav>
                                        <p:tav tm="100000">
                                          <p:val>
                                            <p:strVal val="#ppt_w"/>
                                          </p:val>
                                        </p:tav>
                                      </p:tavLst>
                                    </p:anim>
                                    <p:anim calcmode="lin" valueType="num">
                                      <p:cBhvr additive="base">
                                        <p:cTn id="47"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2" name="翻书声.wav"/>
                                        </p:tgtEl>
                                      </p:cMediaNode>
                                    </p:audio>
                                  </p:subTnLst>
                                </p:cTn>
                              </p:par>
                            </p:childTnLst>
                          </p:cTn>
                        </p:par>
                      </p:childTnLst>
                    </p:cTn>
                  </p:par>
                  <p:par>
                    <p:cTn id="48" fill="hold">
                      <p:stCondLst>
                        <p:cond delay="indefinite"/>
                      </p:stCondLst>
                      <p:childTnLst>
                        <p:par>
                          <p:cTn id="49" fill="hold">
                            <p:stCondLst>
                              <p:cond delay="0"/>
                            </p:stCondLst>
                            <p:childTnLst>
                              <p:par>
                                <p:cTn id="50" presetID="17" presetClass="exit" presetSubtype="8" fill="hold" nodeType="clickEffect">
                                  <p:stCondLst>
                                    <p:cond delay="0"/>
                                  </p:stCondLst>
                                  <p:childTnLst>
                                    <p:anim calcmode="lin" valueType="num">
                                      <p:cBhvr additive="base">
                                        <p:cTn id="51" dur="500"/>
                                        <p:tgtEl>
                                          <p:spTgt spid="70"/>
                                        </p:tgtEl>
                                        <p:attrNameLst>
                                          <p:attrName>ppt_x</p:attrName>
                                        </p:attrNameLst>
                                      </p:cBhvr>
                                      <p:tavLst>
                                        <p:tav tm="0">
                                          <p:val>
                                            <p:strVal val="ppt_x"/>
                                          </p:val>
                                        </p:tav>
                                        <p:tav tm="100000">
                                          <p:val>
                                            <p:strVal val="ppt_x-ppt_w/2"/>
                                          </p:val>
                                        </p:tav>
                                      </p:tavLst>
                                    </p:anim>
                                    <p:anim calcmode="lin" valueType="num">
                                      <p:cBhvr additive="base">
                                        <p:cTn id="52" dur="500"/>
                                        <p:tgtEl>
                                          <p:spTgt spid="70"/>
                                        </p:tgtEl>
                                        <p:attrNameLst>
                                          <p:attrName>ppt_y</p:attrName>
                                        </p:attrNameLst>
                                      </p:cBhvr>
                                      <p:tavLst>
                                        <p:tav tm="0">
                                          <p:val>
                                            <p:strVal val="ppt_y"/>
                                          </p:val>
                                        </p:tav>
                                        <p:tav tm="100000">
                                          <p:val>
                                            <p:strVal val="ppt_y"/>
                                          </p:val>
                                        </p:tav>
                                      </p:tavLst>
                                    </p:anim>
                                    <p:anim calcmode="lin" valueType="num">
                                      <p:cBhvr additive="base">
                                        <p:cTn id="53" dur="500"/>
                                        <p:tgtEl>
                                          <p:spTgt spid="70"/>
                                        </p:tgtEl>
                                        <p:attrNameLst>
                                          <p:attrName>ppt_w</p:attrName>
                                        </p:attrNameLst>
                                      </p:cBhvr>
                                      <p:tavLst>
                                        <p:tav tm="0">
                                          <p:val>
                                            <p:strVal val="ppt_w"/>
                                          </p:val>
                                        </p:tav>
                                        <p:tav tm="100000">
                                          <p:val>
                                            <p:fltVal val="0"/>
                                          </p:val>
                                        </p:tav>
                                      </p:tavLst>
                                    </p:anim>
                                    <p:anim calcmode="lin" valueType="num">
                                      <p:cBhvr additive="base">
                                        <p:cTn id="54" dur="500"/>
                                        <p:tgtEl>
                                          <p:spTgt spid="70"/>
                                        </p:tgtEl>
                                        <p:attrNameLst>
                                          <p:attrName>ppt_h</p:attrName>
                                        </p:attrNameLst>
                                      </p:cBhvr>
                                      <p:tavLst>
                                        <p:tav tm="0">
                                          <p:val>
                                            <p:strVal val="ppt_h"/>
                                          </p:val>
                                        </p:tav>
                                        <p:tav tm="100000">
                                          <p:val>
                                            <p:strVal val="ppt_h"/>
                                          </p:val>
                                        </p:tav>
                                      </p:tavLst>
                                    </p:anim>
                                    <p:set>
                                      <p:cBhvr additive="base">
                                        <p:cTn id="55"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50"/>
                                            </p:cond>
                                          </p:stCondLst>
                                          <p:endCondLst>
                                            <p:cond evt="onStopAudio" delay="0">
                                              <p:tgtEl>
                                                <p:sldTgt/>
                                              </p:tgtEl>
                                            </p:cond>
                                          </p:endCondLst>
                                        </p:cTn>
                                        <p:tgtEl>
                                          <p:sndTgt r:embed="rId2" name="翻书声.wav"/>
                                        </p:tgtEl>
                                      </p:cMediaNode>
                                    </p:audio>
                                  </p:subTnLst>
                                </p:cTn>
                              </p:par>
                            </p:childTnLst>
                          </p:cTn>
                        </p:par>
                        <p:par>
                          <p:cTn id="56" fill="hold">
                            <p:stCondLst>
                              <p:cond delay="500"/>
                            </p:stCondLst>
                            <p:childTnLst>
                              <p:par>
                                <p:cTn id="57" presetID="17" presetClass="entr" presetSubtype="2" fill="hold" nodeType="afterEffect">
                                  <p:stCondLst>
                                    <p:cond delay="0"/>
                                  </p:stCondLst>
                                  <p:childTnLst>
                                    <p:set>
                                      <p:cBhvr additive="base">
                                        <p:cTn id="58" dur="500" fill="hold">
                                          <p:stCondLst>
                                            <p:cond delay="0"/>
                                          </p:stCondLst>
                                        </p:cTn>
                                        <p:tgtEl>
                                          <p:spTgt spid="27"/>
                                        </p:tgtEl>
                                        <p:attrNameLst>
                                          <p:attrName>style.visibility</p:attrName>
                                        </p:attrNameLst>
                                      </p:cBhvr>
                                      <p:to>
                                        <p:strVal val="visible"/>
                                      </p:to>
                                    </p:set>
                                    <p:anim calcmode="lin" valueType="num">
                                      <p:cBhvr additive="base">
                                        <p:cTn id="59" dur="500" fill="hold"/>
                                        <p:tgtEl>
                                          <p:spTgt spid="27"/>
                                        </p:tgtEl>
                                        <p:attrNameLst>
                                          <p:attrName>ppt_x</p:attrName>
                                        </p:attrNameLst>
                                      </p:cBhvr>
                                      <p:tavLst>
                                        <p:tav tm="0">
                                          <p:val>
                                            <p:strVal val="#ppt_x+#ppt_w/2"/>
                                          </p:val>
                                        </p:tav>
                                        <p:tav tm="100000">
                                          <p:val>
                                            <p:strVal val="#ppt_x"/>
                                          </p:val>
                                        </p:tav>
                                      </p:tavLst>
                                    </p:anim>
                                    <p:anim calcmode="lin" valueType="num">
                                      <p:cBhvr additive="base">
                                        <p:cTn id="60" dur="500" fill="hold"/>
                                        <p:tgtEl>
                                          <p:spTgt spid="27"/>
                                        </p:tgtEl>
                                        <p:attrNameLst>
                                          <p:attrName>ppt_y</p:attrName>
                                        </p:attrNameLst>
                                      </p:cBhvr>
                                      <p:tavLst>
                                        <p:tav tm="0">
                                          <p:val>
                                            <p:strVal val="#ppt_y"/>
                                          </p:val>
                                        </p:tav>
                                        <p:tav tm="100000">
                                          <p:val>
                                            <p:strVal val="#ppt_y"/>
                                          </p:val>
                                        </p:tav>
                                      </p:tavLst>
                                    </p:anim>
                                    <p:anim calcmode="lin" valueType="num">
                                      <p:cBhvr additive="base">
                                        <p:cTn id="61" dur="500" fill="hold"/>
                                        <p:tgtEl>
                                          <p:spTgt spid="27"/>
                                        </p:tgtEl>
                                        <p:attrNameLst>
                                          <p:attrName>ppt_w</p:attrName>
                                        </p:attrNameLst>
                                      </p:cBhvr>
                                      <p:tavLst>
                                        <p:tav tm="0">
                                          <p:val>
                                            <p:fltVal val="0"/>
                                          </p:val>
                                        </p:tav>
                                        <p:tav tm="100000">
                                          <p:val>
                                            <p:strVal val="#ppt_w"/>
                                          </p:val>
                                        </p:tav>
                                      </p:tavLst>
                                    </p:anim>
                                    <p:anim calcmode="lin" valueType="num">
                                      <p:cBhvr additive="base">
                                        <p:cTn id="62"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7"/>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740535" y="138430"/>
            <a:ext cx="2591435" cy="3194050"/>
            <a:chOff x="1486086" y="120403"/>
            <a:chExt cx="2200089" cy="3194297"/>
          </a:xfrm>
        </p:grpSpPr>
        <p:sp>
          <p:nvSpPr>
            <p:cNvPr id="44"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45" name="图片 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grpSp>
        <p:nvGrpSpPr>
          <p:cNvPr id="57" name="组合 56"/>
          <p:cNvGrpSpPr/>
          <p:nvPr/>
        </p:nvGrpSpPr>
        <p:grpSpPr>
          <a:xfrm>
            <a:off x="8241665" y="165100"/>
            <a:ext cx="2581275" cy="3194050"/>
            <a:chOff x="1486086" y="120403"/>
            <a:chExt cx="2200089" cy="3194297"/>
          </a:xfrm>
        </p:grpSpPr>
        <p:sp>
          <p:nvSpPr>
            <p:cNvPr id="5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9" name="图片 5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7" name="组合 6"/>
          <p:cNvGrpSpPr/>
          <p:nvPr/>
        </p:nvGrpSpPr>
        <p:grpSpPr>
          <a:xfrm>
            <a:off x="5026660" y="127635"/>
            <a:ext cx="2581275" cy="3194050"/>
            <a:chOff x="1486086" y="120403"/>
            <a:chExt cx="2200089" cy="3194297"/>
          </a:xfrm>
        </p:grpSpPr>
        <p:sp>
          <p:nvSpPr>
            <p:cNvPr id="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26" name="组合 25"/>
          <p:cNvGrpSpPr/>
          <p:nvPr/>
        </p:nvGrpSpPr>
        <p:grpSpPr>
          <a:xfrm>
            <a:off x="308610" y="3610610"/>
            <a:ext cx="2511425" cy="3194050"/>
            <a:chOff x="1486086" y="120403"/>
            <a:chExt cx="2200089" cy="3194297"/>
          </a:xfrm>
        </p:grpSpPr>
        <p:sp>
          <p:nvSpPr>
            <p:cNvPr id="27"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15" name="组合 14"/>
          <p:cNvGrpSpPr/>
          <p:nvPr/>
        </p:nvGrpSpPr>
        <p:grpSpPr>
          <a:xfrm>
            <a:off x="3347085" y="3628390"/>
            <a:ext cx="2621280" cy="3194050"/>
            <a:chOff x="1486086" y="120403"/>
            <a:chExt cx="2200089" cy="3194297"/>
          </a:xfrm>
        </p:grpSpPr>
        <p:sp>
          <p:nvSpPr>
            <p:cNvPr id="1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grpSp>
        <p:nvGrpSpPr>
          <p:cNvPr id="17" name="组合 16"/>
          <p:cNvGrpSpPr/>
          <p:nvPr/>
        </p:nvGrpSpPr>
        <p:grpSpPr>
          <a:xfrm>
            <a:off x="6415405" y="3592830"/>
            <a:ext cx="2604770" cy="3194050"/>
            <a:chOff x="1486086" y="120403"/>
            <a:chExt cx="2200089" cy="3194297"/>
          </a:xfrm>
        </p:grpSpPr>
        <p:sp>
          <p:nvSpPr>
            <p:cNvPr id="22"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32" name="组合 31"/>
          <p:cNvGrpSpPr/>
          <p:nvPr/>
        </p:nvGrpSpPr>
        <p:grpSpPr>
          <a:xfrm>
            <a:off x="9409430" y="3610610"/>
            <a:ext cx="2686050" cy="3194050"/>
            <a:chOff x="1486086" y="120403"/>
            <a:chExt cx="2200089" cy="3194297"/>
          </a:xfrm>
        </p:grpSpPr>
        <p:sp>
          <p:nvSpPr>
            <p:cNvPr id="33"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40" name="文本框 39"/>
          <p:cNvSpPr txBox="1"/>
          <p:nvPr/>
        </p:nvSpPr>
        <p:spPr>
          <a:xfrm>
            <a:off x="1742440" y="694055"/>
            <a:ext cx="2668270" cy="2553335"/>
          </a:xfrm>
          <a:prstGeom prst="rect">
            <a:avLst/>
          </a:prstGeom>
          <a:noFill/>
        </p:spPr>
        <p:txBody>
          <a:bodyPr wrap="square" rtlCol="0" anchor="t">
            <a:spAutoFit/>
          </a:bodyPr>
          <a:lstStyle/>
          <a:p>
            <a:pPr algn="ctr"/>
            <a:r>
              <a:rPr lang="en-US" sz="4000" kern="100" dirty="0" err="1">
                <a:solidFill>
                  <a:schemeClr val="bg1"/>
                </a:solidFill>
                <a:latin typeface="华文细黑" panose="02010600040101010101" pitchFamily="2" charset="-122"/>
                <a:ea typeface="华文细黑" panose="02010600040101010101" pitchFamily="2" charset="-122"/>
                <a:sym typeface="+mn-ea"/>
              </a:rPr>
              <a:t>q</a:t>
            </a:r>
            <a:r>
              <a:rPr lang="en-US" altLang="zh-CN" sz="4000" kern="100" dirty="0" err="1">
                <a:solidFill>
                  <a:schemeClr val="bg1"/>
                </a:solidFill>
                <a:latin typeface="华文细黑" panose="02010600040101010101" pitchFamily="2" charset="-122"/>
                <a:ea typeface="华文细黑" panose="02010600040101010101" pitchFamily="2" charset="-122"/>
                <a:sym typeface="+mn-ea"/>
              </a:rPr>
              <a:t>īngxǐng</a:t>
            </a:r>
            <a:r>
              <a:rPr lang="en-US" sz="4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清醒</a:t>
            </a:r>
          </a:p>
          <a:p>
            <a:pPr algn="ctr"/>
            <a:endPar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p:txBody>
      </p:sp>
      <p:sp>
        <p:nvSpPr>
          <p:cNvPr id="41" name="文本框 40"/>
          <p:cNvSpPr txBox="1"/>
          <p:nvPr/>
        </p:nvSpPr>
        <p:spPr>
          <a:xfrm>
            <a:off x="5059045" y="774700"/>
            <a:ext cx="2573020" cy="2584450"/>
          </a:xfrm>
          <a:prstGeom prst="rect">
            <a:avLst/>
          </a:prstGeom>
          <a:noFill/>
        </p:spPr>
        <p:txBody>
          <a:bodyPr wrap="square" rtlCol="0" anchor="t">
            <a:spAutoFit/>
          </a:bodyPr>
          <a:lstStyle/>
          <a:p>
            <a:pPr algn="ctr"/>
            <a:r>
              <a:rPr lang="en-US"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l</a:t>
            </a: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íng</a:t>
            </a:r>
            <a:endParaRPr lang="en-US"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铃</a:t>
            </a:r>
          </a:p>
          <a:p>
            <a:pPr algn="ctr"/>
            <a:endPar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p:txBody>
      </p:sp>
      <p:sp>
        <p:nvSpPr>
          <p:cNvPr id="42" name="文本框 41"/>
          <p:cNvSpPr txBox="1"/>
          <p:nvPr/>
        </p:nvSpPr>
        <p:spPr>
          <a:xfrm>
            <a:off x="8223885" y="694055"/>
            <a:ext cx="2580640" cy="2122805"/>
          </a:xfrm>
          <a:prstGeom prst="rect">
            <a:avLst/>
          </a:prstGeom>
          <a:noFill/>
        </p:spPr>
        <p:txBody>
          <a:bodyPr wrap="square" rtlCol="0" anchor="t">
            <a:spAutoFit/>
          </a:bodyPr>
          <a:lstStyle/>
          <a:p>
            <a:pPr algn="ctr"/>
            <a:r>
              <a:rPr lang="en-US" altLang="zh-CN" sz="48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xīnlǐ</a:t>
            </a:r>
            <a:endParaRPr sz="48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心理</a:t>
            </a:r>
          </a:p>
          <a:p>
            <a:pPr algn="ctr"/>
            <a:r>
              <a:rPr lang="en-US" sz="2400" b="1" kern="100" dirty="0">
                <a:solidFill>
                  <a:schemeClr val="bg1"/>
                </a:solidFill>
                <a:ea typeface="思源黑体 CN Regular" panose="020B0500000000000000" pitchFamily="34" charset="-122"/>
                <a:sym typeface="Times New Roman" panose="02020603050405020304" pitchFamily="18" charset="0"/>
              </a:rPr>
              <a:t>n</a:t>
            </a:r>
            <a:r>
              <a:rPr sz="2400" b="1" kern="100" dirty="0">
                <a:solidFill>
                  <a:schemeClr val="bg1"/>
                </a:solidFill>
                <a:ea typeface="思源黑体 CN Regular" panose="020B0500000000000000" pitchFamily="34" charset="-122"/>
                <a:sym typeface="Times New Roman" panose="02020603050405020304" pitchFamily="18" charset="0"/>
              </a:rPr>
              <a:t>. </a:t>
            </a:r>
            <a:r>
              <a:rPr lang="en-US" sz="2400" b="1" kern="100" dirty="0">
                <a:solidFill>
                  <a:schemeClr val="bg1"/>
                </a:solidFill>
                <a:ea typeface="思源黑体 CN Regular" panose="020B0500000000000000" pitchFamily="34" charset="-122"/>
                <a:sym typeface="Times New Roman" panose="02020603050405020304" pitchFamily="18" charset="0"/>
              </a:rPr>
              <a:t>mentality</a:t>
            </a:r>
            <a:endParaRPr lang="en-US" altLang="en-US" sz="2400" b="1" kern="100" dirty="0">
              <a:solidFill>
                <a:schemeClr val="bg1"/>
              </a:solidFill>
              <a:ea typeface="思源黑体 CN Regular" panose="020B0500000000000000" pitchFamily="34" charset="-122"/>
              <a:sym typeface="Times New Roman" panose="02020603050405020304" pitchFamily="18" charset="0"/>
            </a:endParaRPr>
          </a:p>
        </p:txBody>
      </p:sp>
      <p:sp>
        <p:nvSpPr>
          <p:cNvPr id="46" name="文本框 45"/>
          <p:cNvSpPr txBox="1"/>
          <p:nvPr/>
        </p:nvSpPr>
        <p:spPr>
          <a:xfrm>
            <a:off x="308610" y="4030980"/>
            <a:ext cx="2350135" cy="2214880"/>
          </a:xfrm>
          <a:prstGeom prst="rect">
            <a:avLst/>
          </a:prstGeom>
          <a:noFill/>
        </p:spPr>
        <p:txBody>
          <a:bodyPr wrap="square" rtlCol="0" anchor="t">
            <a:spAutoFit/>
          </a:bodyPr>
          <a:lstStyle/>
          <a:p>
            <a:pPr algn="ctr"/>
            <a:r>
              <a:rPr lang="en-US" altLang="zh-CN" sz="2400" dirty="0" err="1">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huāngzhāng</a:t>
            </a:r>
          </a:p>
          <a:p>
            <a:pPr algn="ctr"/>
            <a:endParaRPr lang="en-US" altLang="zh-CN" sz="2400" dirty="0">
              <a:latin typeface="华文细黑" panose="02010600040101010101" pitchFamily="2" charset="-122"/>
              <a:ea typeface="华文细黑" panose="02010600040101010101" pitchFamily="2" charset="-122"/>
              <a:sym typeface="+mn-ea"/>
            </a:endParaRPr>
          </a:p>
          <a:p>
            <a:pPr algn="ctr"/>
            <a:r>
              <a:rPr lang="zh-CN" altLang="en-US"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慌张</a:t>
            </a:r>
            <a:endParaRPr 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sz="2400" b="1" kern="100" dirty="0" err="1">
                <a:solidFill>
                  <a:schemeClr val="bg1"/>
                </a:solidFill>
                <a:ea typeface="思源黑体 CN Regular" panose="020B0500000000000000"/>
                <a:sym typeface="Times New Roman" panose="02020603050405020304" pitchFamily="18" charset="0"/>
              </a:rPr>
              <a:t>adj.flurried</a:t>
            </a:r>
            <a:r>
              <a:rPr sz="2400" b="1" kern="100" dirty="0">
                <a:solidFill>
                  <a:schemeClr val="bg1"/>
                </a:solidFill>
                <a:ea typeface="思源黑体 CN Regular" panose="020B0500000000000000"/>
                <a:sym typeface="Times New Roman" panose="02020603050405020304" pitchFamily="18" charset="0"/>
              </a:rPr>
              <a:t> </a:t>
            </a:r>
            <a:endParaRPr lang="en-US" altLang="zh-CN" sz="2400" b="1" kern="100" dirty="0">
              <a:solidFill>
                <a:schemeClr val="bg1"/>
              </a:solidFill>
              <a:ea typeface="思源黑体 CN Regular" panose="020B0500000000000000"/>
              <a:sym typeface="Times New Roman" panose="02020603050405020304" pitchFamily="18" charset="0"/>
            </a:endParaRPr>
          </a:p>
        </p:txBody>
      </p:sp>
      <p:sp>
        <p:nvSpPr>
          <p:cNvPr id="47" name="文本框 46"/>
          <p:cNvSpPr txBox="1"/>
          <p:nvPr/>
        </p:nvSpPr>
        <p:spPr>
          <a:xfrm>
            <a:off x="3175000" y="4364355"/>
            <a:ext cx="2883535" cy="1783715"/>
          </a:xfrm>
          <a:prstGeom prst="rect">
            <a:avLst/>
          </a:prstGeom>
          <a:noFill/>
        </p:spPr>
        <p:txBody>
          <a:bodyPr wrap="square" rtlCol="0" anchor="t">
            <a:spAutoFit/>
          </a:bodyPr>
          <a:lstStyle/>
          <a:p>
            <a:pPr algn="ctr"/>
            <a:r>
              <a:rPr lang="en-US" sz="3600" kern="100" dirty="0" err="1">
                <a:solidFill>
                  <a:schemeClr val="bg1"/>
                </a:solidFill>
                <a:latin typeface="华文细黑" panose="02010600040101010101" pitchFamily="2" charset="-122"/>
                <a:ea typeface="华文细黑" panose="02010600040101010101" pitchFamily="2" charset="-122"/>
                <a:sym typeface="Arial" panose="020B0704020202020204"/>
              </a:rPr>
              <a:t>h</a:t>
            </a:r>
            <a:r>
              <a:rPr lang="en-US" altLang="zh-CN" sz="3600" kern="100" dirty="0" err="1">
                <a:solidFill>
                  <a:schemeClr val="bg1"/>
                </a:solidFill>
                <a:latin typeface="华文细黑" panose="02010600040101010101" pitchFamily="2" charset="-122"/>
                <a:ea typeface="华文细黑" panose="02010600040101010101" pitchFamily="2" charset="-122"/>
                <a:sym typeface="Arial" panose="020B0704020202020204"/>
              </a:rPr>
              <a:t>ūxī</a:t>
            </a:r>
            <a:r>
              <a:rPr sz="3600" kern="100" dirty="0">
                <a:solidFill>
                  <a:schemeClr val="bg1"/>
                </a:solidFill>
                <a:latin typeface="华文细黑" panose="02010600040101010101" pitchFamily="2" charset="-122"/>
                <a:ea typeface="华文细黑" panose="02010600040101010101" pitchFamily="2" charset="-122"/>
                <a:sym typeface="Arial" panose="020B0704020202020204"/>
              </a:rPr>
              <a:t> </a:t>
            </a:r>
            <a:endParaRPr lang="en-US" sz="3600" kern="100" dirty="0">
              <a:solidFill>
                <a:schemeClr val="bg1"/>
              </a:solidFill>
              <a:latin typeface="华文细黑" panose="02010600040101010101" pitchFamily="2" charset="-122"/>
              <a:ea typeface="华文细黑" panose="02010600040101010101" pitchFamily="2" charset="-122"/>
              <a:sym typeface="+mn-ea"/>
            </a:endParaRPr>
          </a:p>
          <a:p>
            <a:pPr algn="ctr"/>
            <a:r>
              <a:rPr lang="zh-CN" altLang="en-US" sz="5400" b="1" kern="100" dirty="0">
                <a:solidFill>
                  <a:schemeClr val="bg1"/>
                </a:solidFill>
                <a:latin typeface="华文细黑" panose="02010600040101010101" pitchFamily="2" charset="-122"/>
                <a:ea typeface="华文细黑" panose="02010600040101010101" pitchFamily="2" charset="-122"/>
                <a:sym typeface="+mn-ea"/>
              </a:rPr>
              <a:t>呼吸</a:t>
            </a:r>
          </a:p>
          <a:p>
            <a:pPr algn="ctr"/>
            <a:r>
              <a:rPr lang="en-US" altLang="zh-CN" sz="2000" b="1" kern="100" dirty="0">
                <a:solidFill>
                  <a:schemeClr val="bg1"/>
                </a:solidFill>
                <a:ea typeface="思源黑体 CN Regular" panose="020B0500000000000000"/>
                <a:sym typeface="Times New Roman" panose="02020603050405020304" pitchFamily="18" charset="0"/>
              </a:rPr>
              <a:t>v. to breathe</a:t>
            </a:r>
          </a:p>
        </p:txBody>
      </p:sp>
      <p:sp>
        <p:nvSpPr>
          <p:cNvPr id="48" name="文本框 47"/>
          <p:cNvSpPr txBox="1"/>
          <p:nvPr/>
        </p:nvSpPr>
        <p:spPr>
          <a:xfrm>
            <a:off x="6402705" y="4364355"/>
            <a:ext cx="2606675" cy="1968500"/>
          </a:xfrm>
          <a:prstGeom prst="rect">
            <a:avLst/>
          </a:prstGeom>
          <a:noFill/>
        </p:spPr>
        <p:txBody>
          <a:bodyPr wrap="square" rtlCol="0" anchor="t">
            <a:spAutoFit/>
          </a:bodyPr>
          <a:lstStyle/>
          <a:p>
            <a:pPr algn="ctr"/>
            <a:r>
              <a:rPr lang="en-US"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q</a:t>
            </a: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íngxù</a:t>
            </a:r>
            <a:endParaRPr lang="en-US" sz="40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情绪</a:t>
            </a:r>
            <a:endParaRPr lang="zh-CN"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800" b="1" kern="100" dirty="0">
                <a:solidFill>
                  <a:schemeClr val="bg1"/>
                </a:solidFill>
                <a:ea typeface="思源黑体 CN Regular" panose="020B0500000000000000" pitchFamily="34" charset="-122"/>
                <a:sym typeface="Times New Roman" panose="02020603050405020304" pitchFamily="18" charset="0"/>
              </a:rPr>
              <a:t>n. emotion</a:t>
            </a:r>
          </a:p>
        </p:txBody>
      </p:sp>
      <p:sp>
        <p:nvSpPr>
          <p:cNvPr id="49" name="文本框 48"/>
          <p:cNvSpPr txBox="1"/>
          <p:nvPr/>
        </p:nvSpPr>
        <p:spPr>
          <a:xfrm>
            <a:off x="9592945" y="4471035"/>
            <a:ext cx="2350135" cy="2059940"/>
          </a:xfrm>
          <a:prstGeom prst="rect">
            <a:avLst/>
          </a:prstGeom>
          <a:noFill/>
        </p:spPr>
        <p:txBody>
          <a:bodyPr wrap="square" rtlCol="0" anchor="t">
            <a:noAutofit/>
          </a:bodyPr>
          <a:lstStyle/>
          <a:p>
            <a:pPr algn="ctr"/>
            <a:r>
              <a:rPr lang="en-US" altLang="zh-CN" sz="2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zhuàng</a:t>
            </a:r>
            <a:r>
              <a:rPr lang="en-US" altLang="zh-CN" sz="2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altLang="zh-CN" sz="2400" kern="100" dirty="0" err="1">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tài</a:t>
            </a:r>
            <a:r>
              <a:rPr lang="en-US" altLang="zh-CN" sz="2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48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状态</a:t>
            </a:r>
            <a:endParaRPr lang="zh-CN" sz="48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algn="ctr"/>
            <a:r>
              <a:rPr lang="en-US" altLang="zh-CN" sz="2000" b="1" kern="100" dirty="0">
                <a:solidFill>
                  <a:schemeClr val="bg1"/>
                </a:solidFill>
                <a:ea typeface="思源黑体 CN Regular" panose="020B0500000000000000" pitchFamily="34" charset="-122"/>
                <a:sym typeface="Times New Roman" panose="02020603050405020304" pitchFamily="18" charset="0"/>
              </a:rPr>
              <a:t>n. </a:t>
            </a:r>
            <a:r>
              <a:rPr lang="en-US" altLang="zh-CN" sz="2000" b="1" kern="100" dirty="0" err="1">
                <a:solidFill>
                  <a:schemeClr val="bg1"/>
                </a:solidFill>
                <a:ea typeface="思源黑体 CN Regular" panose="020B0500000000000000" pitchFamily="34" charset="-122"/>
                <a:sym typeface="Times New Roman" panose="02020603050405020304" pitchFamily="18" charset="0"/>
              </a:rPr>
              <a:t>state,status</a:t>
            </a:r>
          </a:p>
        </p:txBody>
      </p:sp>
    </p:spTree>
    <p:custDataLst>
      <p:tags r:id="rId1"/>
    </p:custDataLst>
  </p:cSld>
  <p:clrMapOvr>
    <a:masterClrMapping/>
  </p:clrMapOvr>
  <p:transition spd="slow">
    <p:split orient="vert" dir="in"/>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776516" y="2575837"/>
            <a:ext cx="1981515" cy="3232618"/>
            <a:chOff x="8760" y="2457"/>
            <a:chExt cx="3953" cy="3596"/>
          </a:xfrm>
        </p:grpSpPr>
        <p:sp>
          <p:nvSpPr>
            <p:cNvPr id="33" name="圆角矩形 32"/>
            <p:cNvSpPr/>
            <p:nvPr/>
          </p:nvSpPr>
          <p:spPr>
            <a:xfrm>
              <a:off x="8776" y="2457"/>
              <a:ext cx="3577" cy="256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760" y="2458"/>
              <a:ext cx="3953" cy="3595"/>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相当</a:t>
              </a:r>
            </a:p>
            <a:p>
              <a:pPr algn="ctr" fontAlgn="ctr"/>
              <a:endParaRPr lang="zh-CN" altLang="zh-CN" sz="2000"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动词</a:t>
              </a:r>
              <a:r>
                <a:rPr lang="en-US"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r>
                <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（数量、条件、情况等）</a:t>
              </a:r>
              <a:r>
                <a:rPr lang="zh-CN" altLang="zh-CN" sz="2000" b="1" dirty="0">
                  <a:solidFill>
                    <a:srgbClr val="FF0000"/>
                  </a:solidFill>
                  <a:highlight>
                    <a:srgbClr val="FFFF00"/>
                  </a:highlight>
                  <a:latin typeface="华文楷体" panose="02010600040101010101" charset="-122"/>
                  <a:ea typeface="华文楷体" panose="02010600040101010101" charset="-122"/>
                  <a:sym typeface="华文细黑" panose="02010600040101010101" pitchFamily="2" charset="-122"/>
                </a:rPr>
                <a:t>两方面差不多</a:t>
              </a:r>
              <a:endParaRPr lang="vi-VN" altLang="zh-CN" sz="2000" b="1" dirty="0">
                <a:solidFill>
                  <a:srgbClr val="FF0000"/>
                </a:solidFill>
                <a:highlight>
                  <a:srgbClr val="FFFF00"/>
                </a:highlight>
                <a:latin typeface="华文楷体" panose="02010600040101010101" charset="-122"/>
                <a:ea typeface="华文楷体" panose="02010600040101010101" charset="-122"/>
                <a:sym typeface="华文细黑" panose="02010600040101010101" pitchFamily="2" charset="-122"/>
              </a:endParaRPr>
            </a:p>
            <a:p>
              <a:pPr algn="ctr" fontAlgn="ctr"/>
              <a:r>
                <a:rPr lang="vi-VN" altLang="zh-CN" sz="2000" b="1" dirty="0">
                  <a:solidFill>
                    <a:srgbClr val="FF0000"/>
                  </a:solidFill>
                  <a:highlight>
                    <a:srgbClr val="FFFF00"/>
                  </a:highlight>
                  <a:latin typeface="华文楷体" panose="02010600040101010101" charset="-122"/>
                  <a:ea typeface="华文楷体" panose="02010600040101010101" charset="-122"/>
                  <a:sym typeface="华文细黑" panose="02010600040101010101" pitchFamily="2" charset="-122"/>
                </a:rPr>
                <a:t>Động từ( 2 mặt, phương diện như nhau)</a:t>
              </a:r>
              <a:endPar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endParaRPr lang="zh-C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grpSp>
        <p:nvGrpSpPr>
          <p:cNvPr id="68" name="组合 67"/>
          <p:cNvGrpSpPr/>
          <p:nvPr/>
        </p:nvGrpSpPr>
        <p:grpSpPr>
          <a:xfrm>
            <a:off x="328930" y="1870075"/>
            <a:ext cx="8538845" cy="1091998"/>
            <a:chOff x="518" y="2814"/>
            <a:chExt cx="13447" cy="1375"/>
          </a:xfrm>
        </p:grpSpPr>
        <p:sp>
          <p:nvSpPr>
            <p:cNvPr id="62" name="圆角矩形 61"/>
            <p:cNvSpPr/>
            <p:nvPr/>
          </p:nvSpPr>
          <p:spPr>
            <a:xfrm>
              <a:off x="518" y="2814"/>
              <a:ext cx="13447" cy="1312"/>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8" y="2834"/>
              <a:ext cx="13446" cy="1355"/>
            </a:xfrm>
            <a:prstGeom prst="rect">
              <a:avLst/>
            </a:prstGeom>
            <a:noFill/>
          </p:spPr>
          <p:txBody>
            <a:bodyPr wrap="square">
              <a:spAutoFit/>
            </a:bodyPr>
            <a:lstStyle/>
            <a:p>
              <a:pPr algn="l" eaLnBrk="1" fontAlgn="base" hangingPunct="0">
                <a:lnSpc>
                  <a:spcPct val="100000"/>
                </a:lnSpc>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……这些能力最多为正常状态的65%，与醉酒者</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相当</a:t>
              </a:r>
              <a:r>
                <a:rPr lang="zh-CN" altLang="zh-CN" sz="3200" b="1" dirty="0">
                  <a:latin typeface="华文楷体" panose="02010600040101010101" charset="-122"/>
                  <a:ea typeface="华文楷体" panose="02010600040101010101" charset="-122"/>
                  <a:sym typeface="华文细黑" panose="02010600040101010101" pitchFamily="2" charset="-122"/>
                </a:rPr>
                <a:t>。</a:t>
              </a: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grpSp>
        <p:nvGrpSpPr>
          <p:cNvPr id="80" name="组合 79"/>
          <p:cNvGrpSpPr/>
          <p:nvPr/>
        </p:nvGrpSpPr>
        <p:grpSpPr>
          <a:xfrm>
            <a:off x="337364" y="4463276"/>
            <a:ext cx="8538845" cy="701040"/>
            <a:chOff x="508" y="3220"/>
            <a:chExt cx="13447" cy="1881"/>
          </a:xfrm>
        </p:grpSpPr>
        <p:sp>
          <p:nvSpPr>
            <p:cNvPr id="81" name="圆角矩形 80"/>
            <p:cNvSpPr/>
            <p:nvPr/>
          </p:nvSpPr>
          <p:spPr>
            <a:xfrm>
              <a:off x="508" y="3220"/>
              <a:ext cx="13447" cy="1881"/>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09" y="3365"/>
              <a:ext cx="13446" cy="921"/>
            </a:xfrm>
            <a:prstGeom prst="rect">
              <a:avLst/>
            </a:prstGeom>
            <a:noFill/>
          </p:spPr>
          <p:txBody>
            <a:bodyPr wrap="square">
              <a:spAutoFit/>
            </a:bodyPr>
            <a:lstStyle/>
            <a:p>
              <a:pPr algn="l" eaLnBrk="1" fontAlgn="base" hangingPunct="0">
                <a:lnSpc>
                  <a:spcPct val="100000"/>
                </a:lnSpc>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这种鸟一天所食的害虫</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相当</a:t>
              </a:r>
              <a:r>
                <a:rPr lang="zh-CN" altLang="zh-CN" sz="3200" b="1" dirty="0">
                  <a:latin typeface="华文楷体" panose="02010600040101010101" charset="-122"/>
                  <a:ea typeface="华文楷体" panose="02010600040101010101" charset="-122"/>
                  <a:sym typeface="华文细黑" panose="02010600040101010101" pitchFamily="2" charset="-122"/>
                </a:rPr>
                <a:t>于自己的体重。</a:t>
              </a: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pic>
        <p:nvPicPr>
          <p:cNvPr id="4" name="图片 3"/>
          <p:cNvPicPr>
            <a:picLocks noChangeAspect="1"/>
          </p:cNvPicPr>
          <p:nvPr/>
        </p:nvPicPr>
        <p:blipFill>
          <a:blip r:embed="rId5"/>
          <a:stretch>
            <a:fillRect/>
          </a:stretch>
        </p:blipFill>
        <p:spPr>
          <a:xfrm>
            <a:off x="7101818" y="5164316"/>
            <a:ext cx="1658883" cy="1371600"/>
          </a:xfrm>
          <a:prstGeom prst="rect">
            <a:avLst/>
          </a:prstGeom>
        </p:spPr>
      </p:pic>
      <p:pic>
        <p:nvPicPr>
          <p:cNvPr id="7" name="图片 6"/>
          <p:cNvPicPr>
            <a:picLocks noChangeAspect="1"/>
          </p:cNvPicPr>
          <p:nvPr/>
        </p:nvPicPr>
        <p:blipFill>
          <a:blip r:embed="rId6"/>
          <a:stretch>
            <a:fillRect/>
          </a:stretch>
        </p:blipFill>
        <p:spPr>
          <a:xfrm>
            <a:off x="6731090" y="2405788"/>
            <a:ext cx="2309812" cy="1633537"/>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686789" y="3193415"/>
            <a:ext cx="1981515" cy="2683360"/>
            <a:chOff x="8581" y="3144"/>
            <a:chExt cx="3953" cy="2985"/>
          </a:xfrm>
        </p:grpSpPr>
        <p:sp>
          <p:nvSpPr>
            <p:cNvPr id="33" name="圆角矩形 32"/>
            <p:cNvSpPr/>
            <p:nvPr/>
          </p:nvSpPr>
          <p:spPr>
            <a:xfrm>
              <a:off x="8776" y="3144"/>
              <a:ext cx="3577" cy="1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581" y="3219"/>
              <a:ext cx="3953" cy="2910"/>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相当</a:t>
              </a:r>
            </a:p>
            <a:p>
              <a:pPr algn="ctr" fontAlgn="ctr"/>
              <a:endParaRPr lang="zh-CN" altLang="zh-CN" sz="2000"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副词</a:t>
              </a:r>
              <a:r>
                <a:rPr lang="en-US"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r>
                <a:rPr lang="zh-CN" altLang="en-US" sz="2000" b="1" dirty="0">
                  <a:solidFill>
                    <a:srgbClr val="FF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程度较高</a:t>
              </a:r>
              <a:endParaRPr lang="vi-VN" altLang="zh-CN" sz="2000" b="1" dirty="0">
                <a:solidFill>
                  <a:srgbClr val="FF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vi-VN" altLang="zh-CN" sz="2000" b="1" dirty="0">
                  <a:solidFill>
                    <a:srgbClr val="FF0000"/>
                  </a:solidFill>
                  <a:latin typeface="华文楷体" panose="02010600040101010101" charset="-122"/>
                  <a:ea typeface="华文楷体" panose="02010600040101010101" charset="-122"/>
                  <a:sym typeface="华文细黑" panose="02010600040101010101" pitchFamily="2" charset="-122"/>
                </a:rPr>
                <a:t>Phó từ: trình độ khá cao: tương đối</a:t>
              </a:r>
              <a:endPar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endParaRPr lang="zh-C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grpSp>
        <p:nvGrpSpPr>
          <p:cNvPr id="68" name="组合 67"/>
          <p:cNvGrpSpPr/>
          <p:nvPr/>
        </p:nvGrpSpPr>
        <p:grpSpPr>
          <a:xfrm>
            <a:off x="328930" y="1870075"/>
            <a:ext cx="8538845" cy="1091998"/>
            <a:chOff x="518" y="2814"/>
            <a:chExt cx="13447" cy="1375"/>
          </a:xfrm>
        </p:grpSpPr>
        <p:sp>
          <p:nvSpPr>
            <p:cNvPr id="62" name="圆角矩形 61"/>
            <p:cNvSpPr/>
            <p:nvPr/>
          </p:nvSpPr>
          <p:spPr>
            <a:xfrm>
              <a:off x="518" y="2814"/>
              <a:ext cx="13447" cy="1312"/>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8" y="2834"/>
              <a:ext cx="13446" cy="1355"/>
            </a:xfrm>
            <a:prstGeom prst="rect">
              <a:avLst/>
            </a:prstGeom>
            <a:noFill/>
          </p:spPr>
          <p:txBody>
            <a:bodyPr wrap="square">
              <a:spAutoFit/>
            </a:bodyPr>
            <a:lstStyle/>
            <a:p>
              <a:pPr algn="l" eaLnBrk="1" fontAlgn="base" hangingPunct="0">
                <a:lnSpc>
                  <a:spcPct val="100000"/>
                </a:lnSpc>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菜的味道好极了，服务也挺周到，我</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相当</a:t>
              </a:r>
              <a:r>
                <a:rPr lang="zh-CN" altLang="zh-CN" sz="3200" b="1" dirty="0">
                  <a:latin typeface="华文楷体" panose="02010600040101010101" charset="-122"/>
                  <a:ea typeface="华文楷体" panose="02010600040101010101" charset="-122"/>
                  <a:sym typeface="华文细黑" panose="02010600040101010101" pitchFamily="2" charset="-122"/>
                </a:rPr>
                <a:t>满意。</a:t>
              </a: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grpSp>
        <p:nvGrpSpPr>
          <p:cNvPr id="80" name="组合 79"/>
          <p:cNvGrpSpPr/>
          <p:nvPr/>
        </p:nvGrpSpPr>
        <p:grpSpPr>
          <a:xfrm>
            <a:off x="329109" y="4419601"/>
            <a:ext cx="8547100" cy="1569586"/>
            <a:chOff x="495" y="3220"/>
            <a:chExt cx="13460" cy="2679"/>
          </a:xfrm>
        </p:grpSpPr>
        <p:sp>
          <p:nvSpPr>
            <p:cNvPr id="81" name="圆角矩形 80"/>
            <p:cNvSpPr/>
            <p:nvPr/>
          </p:nvSpPr>
          <p:spPr>
            <a:xfrm>
              <a:off x="508" y="3220"/>
              <a:ext cx="13447" cy="1881"/>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495" y="3220"/>
              <a:ext cx="13446" cy="2679"/>
            </a:xfrm>
            <a:prstGeom prst="rect">
              <a:avLst/>
            </a:prstGeom>
            <a:noFill/>
          </p:spPr>
          <p:txBody>
            <a:bodyPr wrap="square">
              <a:spAutoFit/>
            </a:bodyPr>
            <a:lstStyle/>
            <a:p>
              <a:pPr fontAlgn="base" hangingPunct="0"/>
              <a:r>
                <a:rPr lang="zh-CN" altLang="zh-CN" sz="3200" b="1" dirty="0">
                  <a:latin typeface="华文楷体" panose="02010600040101010101" charset="-122"/>
                  <a:ea typeface="华文楷体" panose="02010600040101010101" charset="-122"/>
                  <a:sym typeface="华文细黑" panose="02010600040101010101" pitchFamily="2" charset="-122"/>
                </a:rPr>
                <a:t>如果要问人们选择职业时主要考虑的是什么，有</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相当</a:t>
              </a:r>
              <a:r>
                <a:rPr lang="zh-CN" altLang="zh-CN" sz="3200" b="1" dirty="0">
                  <a:latin typeface="华文楷体" panose="02010600040101010101" charset="-122"/>
                  <a:ea typeface="华文楷体" panose="02010600040101010101" charset="-122"/>
                  <a:sym typeface="华文细黑" panose="02010600040101010101" pitchFamily="2" charset="-122"/>
                </a:rPr>
                <a:t>一部分人以收入多少作为标准。</a:t>
              </a:r>
            </a:p>
            <a:p>
              <a:pPr algn="l" eaLnBrk="1" fontAlgn="base" hangingPunct="0">
                <a:lnSpc>
                  <a:spcPct val="100000"/>
                </a:lnSpc>
                <a:buClrTx/>
                <a:buSzTx/>
                <a:buFontTx/>
              </a:pP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pic>
        <p:nvPicPr>
          <p:cNvPr id="3" name="图片 2"/>
          <p:cNvPicPr>
            <a:picLocks noChangeAspect="1"/>
          </p:cNvPicPr>
          <p:nvPr/>
        </p:nvPicPr>
        <p:blipFill>
          <a:blip r:embed="rId5"/>
          <a:stretch>
            <a:fillRect/>
          </a:stretch>
        </p:blipFill>
        <p:spPr>
          <a:xfrm>
            <a:off x="6731934" y="2418539"/>
            <a:ext cx="2135524" cy="1448822"/>
          </a:xfrm>
          <a:prstGeom prst="rect">
            <a:avLst/>
          </a:prstGeom>
        </p:spPr>
      </p:pic>
      <p:pic>
        <p:nvPicPr>
          <p:cNvPr id="7" name="图片 6"/>
          <p:cNvPicPr>
            <a:picLocks noChangeAspect="1"/>
          </p:cNvPicPr>
          <p:nvPr/>
        </p:nvPicPr>
        <p:blipFill>
          <a:blip r:embed="rId6"/>
          <a:stretch>
            <a:fillRect/>
          </a:stretch>
        </p:blipFill>
        <p:spPr>
          <a:xfrm>
            <a:off x="7062182" y="5374922"/>
            <a:ext cx="1804958" cy="1247775"/>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直接连接符 66"/>
          <p:cNvCxnSpPr>
            <a:endCxn id="17" idx="1"/>
          </p:cNvCxnSpPr>
          <p:nvPr/>
        </p:nvCxnSpPr>
        <p:spPr>
          <a:xfrm>
            <a:off x="3422197" y="809931"/>
            <a:ext cx="2751137" cy="1811825"/>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69" name="直接连接符 68"/>
          <p:cNvCxnSpPr>
            <a:endCxn id="14" idx="1"/>
          </p:cNvCxnSpPr>
          <p:nvPr/>
        </p:nvCxnSpPr>
        <p:spPr>
          <a:xfrm>
            <a:off x="3128231" y="2775987"/>
            <a:ext cx="2967769" cy="1457971"/>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71" name="直接连接符 70"/>
          <p:cNvCxnSpPr>
            <a:endCxn id="13" idx="1"/>
          </p:cNvCxnSpPr>
          <p:nvPr/>
        </p:nvCxnSpPr>
        <p:spPr>
          <a:xfrm>
            <a:off x="3103427" y="4494943"/>
            <a:ext cx="2992573" cy="1536285"/>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73" name="直接连接符 72"/>
          <p:cNvCxnSpPr/>
          <p:nvPr/>
        </p:nvCxnSpPr>
        <p:spPr>
          <a:xfrm flipV="1">
            <a:off x="3103427" y="971550"/>
            <a:ext cx="3089410" cy="5117252"/>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pic>
        <p:nvPicPr>
          <p:cNvPr id="2" name="图片 1" descr="1"/>
          <p:cNvPicPr>
            <a:picLocks noChangeAspect="1"/>
          </p:cNvPicPr>
          <p:nvPr/>
        </p:nvPicPr>
        <p:blipFill>
          <a:blip r:embed="rId2"/>
          <a:stretch>
            <a:fillRect/>
          </a:stretch>
        </p:blipFill>
        <p:spPr>
          <a:xfrm>
            <a:off x="10719753" y="0"/>
            <a:ext cx="1459230" cy="1459230"/>
          </a:xfrm>
          <a:prstGeom prst="rect">
            <a:avLst/>
          </a:prstGeom>
        </p:spPr>
      </p:pic>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4" name="矩形: 圆角 53"/>
          <p:cNvSpPr/>
          <p:nvPr/>
        </p:nvSpPr>
        <p:spPr>
          <a:xfrm>
            <a:off x="1461770" y="20935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glow rad="63500">
                  <a:schemeClr val="accent4">
                    <a:satMod val="175000"/>
                    <a:alpha val="40000"/>
                  </a:schemeClr>
                </a:glow>
              </a:effectLst>
            </a:endParaRPr>
          </a:p>
        </p:txBody>
      </p:sp>
      <p:sp>
        <p:nvSpPr>
          <p:cNvPr id="6" name="矩形: 圆角 53"/>
          <p:cNvSpPr/>
          <p:nvPr/>
        </p:nvSpPr>
        <p:spPr>
          <a:xfrm>
            <a:off x="1439545" y="3155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glow rad="63500">
                  <a:schemeClr val="accent4">
                    <a:satMod val="175000"/>
                    <a:alpha val="40000"/>
                  </a:schemeClr>
                </a:glow>
              </a:effectLst>
            </a:endParaRPr>
          </a:p>
        </p:txBody>
      </p:sp>
      <p:sp>
        <p:nvSpPr>
          <p:cNvPr id="7" name="矩形: 圆角 53"/>
          <p:cNvSpPr/>
          <p:nvPr/>
        </p:nvSpPr>
        <p:spPr>
          <a:xfrm>
            <a:off x="1407160" y="5544820"/>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glow rad="63500">
                  <a:schemeClr val="accent4">
                    <a:satMod val="175000"/>
                    <a:alpha val="40000"/>
                  </a:schemeClr>
                </a:glow>
              </a:effectLst>
            </a:endParaRPr>
          </a:p>
        </p:txBody>
      </p:sp>
      <p:sp>
        <p:nvSpPr>
          <p:cNvPr id="8" name="矩形: 圆角 53"/>
          <p:cNvSpPr/>
          <p:nvPr/>
        </p:nvSpPr>
        <p:spPr>
          <a:xfrm>
            <a:off x="1375410" y="38715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glow rad="63500">
                  <a:schemeClr val="accent4">
                    <a:satMod val="175000"/>
                    <a:alpha val="40000"/>
                  </a:schemeClr>
                </a:glow>
              </a:effectLst>
            </a:endParaRPr>
          </a:p>
        </p:txBody>
      </p:sp>
      <p:sp>
        <p:nvSpPr>
          <p:cNvPr id="9" name="矩形: 圆角 53"/>
          <p:cNvSpPr/>
          <p:nvPr/>
        </p:nvSpPr>
        <p:spPr>
          <a:xfrm>
            <a:off x="6172698" y="5554378"/>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glow rad="63500">
                  <a:schemeClr val="accent4">
                    <a:satMod val="175000"/>
                    <a:alpha val="40000"/>
                  </a:schemeClr>
                </a:glow>
              </a:effectLst>
            </a:endParaRPr>
          </a:p>
        </p:txBody>
      </p:sp>
      <p:sp>
        <p:nvSpPr>
          <p:cNvPr id="10" name="矩形: 圆角 53"/>
          <p:cNvSpPr/>
          <p:nvPr/>
        </p:nvSpPr>
        <p:spPr>
          <a:xfrm>
            <a:off x="6172699" y="3741423"/>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glow rad="63500">
                  <a:schemeClr val="accent4">
                    <a:satMod val="175000"/>
                    <a:alpha val="40000"/>
                  </a:schemeClr>
                </a:glow>
              </a:effectLst>
            </a:endParaRPr>
          </a:p>
        </p:txBody>
      </p:sp>
      <p:sp>
        <p:nvSpPr>
          <p:cNvPr id="11" name="矩形: 圆角 53"/>
          <p:cNvSpPr/>
          <p:nvPr/>
        </p:nvSpPr>
        <p:spPr>
          <a:xfrm>
            <a:off x="6173334" y="208280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glow rad="63500">
                  <a:schemeClr val="accent4">
                    <a:satMod val="175000"/>
                    <a:alpha val="40000"/>
                  </a:schemeClr>
                </a:glow>
              </a:effectLst>
            </a:endParaRPr>
          </a:p>
        </p:txBody>
      </p:sp>
      <p:sp>
        <p:nvSpPr>
          <p:cNvPr id="12" name="矩形: 圆角 53"/>
          <p:cNvSpPr/>
          <p:nvPr/>
        </p:nvSpPr>
        <p:spPr>
          <a:xfrm>
            <a:off x="6173969" y="355287"/>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glow rad="63500">
                  <a:schemeClr val="accent4">
                    <a:satMod val="175000"/>
                    <a:alpha val="40000"/>
                  </a:schemeClr>
                </a:glow>
              </a:effectLst>
            </a:endParaRPr>
          </a:p>
        </p:txBody>
      </p:sp>
      <p:sp>
        <p:nvSpPr>
          <p:cNvPr id="13" name="文本框 12"/>
          <p:cNvSpPr txBox="1"/>
          <p:nvPr/>
        </p:nvSpPr>
        <p:spPr>
          <a:xfrm>
            <a:off x="6096000" y="5770243"/>
            <a:ext cx="2024380" cy="521970"/>
          </a:xfrm>
          <a:prstGeom prst="rect">
            <a:avLst/>
          </a:prstGeom>
          <a:noFill/>
        </p:spPr>
        <p:txBody>
          <a:bodyPr wrap="square" rtlCol="0">
            <a:spAutoFit/>
          </a:bodyPr>
          <a:lstStyle/>
          <a:p>
            <a:pPr algn="ctr"/>
            <a:r>
              <a:rPr lang="zh-CN" altLang="en-US" sz="28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医生</a:t>
            </a:r>
            <a:endParaRPr lang="en-US" altLang="zh-CN" sz="28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p:txBody>
      </p:sp>
      <p:sp>
        <p:nvSpPr>
          <p:cNvPr id="14" name="文本框 13"/>
          <p:cNvSpPr txBox="1"/>
          <p:nvPr/>
        </p:nvSpPr>
        <p:spPr>
          <a:xfrm>
            <a:off x="6096000" y="3972973"/>
            <a:ext cx="2024380" cy="521970"/>
          </a:xfrm>
          <a:prstGeom prst="rect">
            <a:avLst/>
          </a:prstGeom>
          <a:noFill/>
        </p:spPr>
        <p:txBody>
          <a:bodyPr wrap="square" rtlCol="0">
            <a:spAutoFit/>
          </a:bodyPr>
          <a:lstStyle/>
          <a:p>
            <a:pPr algn="ctr"/>
            <a:r>
              <a:rPr lang="zh-CN" altLang="en-US" sz="28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困难</a:t>
            </a:r>
            <a:endParaRPr lang="en-US" altLang="zh-CN" sz="28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p:txBody>
      </p:sp>
      <p:sp>
        <p:nvSpPr>
          <p:cNvPr id="17" name="文本框 16"/>
          <p:cNvSpPr txBox="1"/>
          <p:nvPr/>
        </p:nvSpPr>
        <p:spPr>
          <a:xfrm>
            <a:off x="6173334" y="2329973"/>
            <a:ext cx="2024380" cy="583565"/>
          </a:xfrm>
          <a:prstGeom prst="rect">
            <a:avLst/>
          </a:prstGeom>
          <a:noFill/>
        </p:spPr>
        <p:txBody>
          <a:bodyPr wrap="square" rtlCol="0">
            <a:spAutoFit/>
          </a:bodyPr>
          <a:lstStyle/>
          <a:p>
            <a:pPr algn="ctr"/>
            <a:r>
              <a:rPr lang="zh-CN" altLang="en-US" sz="32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状态</a:t>
            </a:r>
            <a:endParaRPr lang="en-US" altLang="zh-CN" sz="32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p:txBody>
      </p:sp>
      <p:sp>
        <p:nvSpPr>
          <p:cNvPr id="21" name="文本框 20"/>
          <p:cNvSpPr txBox="1"/>
          <p:nvPr/>
        </p:nvSpPr>
        <p:spPr>
          <a:xfrm>
            <a:off x="6173969" y="561980"/>
            <a:ext cx="2024380" cy="583565"/>
          </a:xfrm>
          <a:prstGeom prst="rect">
            <a:avLst/>
          </a:prstGeom>
          <a:noFill/>
        </p:spPr>
        <p:txBody>
          <a:bodyPr wrap="square" rtlCol="0">
            <a:spAutoFit/>
          </a:bodyPr>
          <a:lstStyle/>
          <a:p>
            <a:pPr algn="ctr"/>
            <a:r>
              <a:rPr lang="zh-CN" altLang="en-US" sz="32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慌张</a:t>
            </a:r>
            <a:endParaRPr lang="en-US" altLang="zh-CN" sz="32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p:txBody>
      </p:sp>
      <p:sp>
        <p:nvSpPr>
          <p:cNvPr id="22" name="文本框 21"/>
          <p:cNvSpPr txBox="1"/>
          <p:nvPr/>
        </p:nvSpPr>
        <p:spPr>
          <a:xfrm>
            <a:off x="1417320" y="5716270"/>
            <a:ext cx="2024380" cy="583565"/>
          </a:xfrm>
          <a:prstGeom prst="rect">
            <a:avLst/>
          </a:prstGeom>
          <a:noFill/>
        </p:spPr>
        <p:txBody>
          <a:bodyPr wrap="square" rtlCol="0">
            <a:spAutoFit/>
          </a:bodyPr>
          <a:lstStyle/>
          <a:p>
            <a:pPr algn="ctr"/>
            <a:r>
              <a:rPr lang="zh-CN" alt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情绪</a:t>
            </a:r>
          </a:p>
        </p:txBody>
      </p:sp>
      <p:sp>
        <p:nvSpPr>
          <p:cNvPr id="23" name="文本框 22"/>
          <p:cNvSpPr txBox="1"/>
          <p:nvPr/>
        </p:nvSpPr>
        <p:spPr>
          <a:xfrm>
            <a:off x="1375410" y="4145915"/>
            <a:ext cx="2024380" cy="583565"/>
          </a:xfrm>
          <a:prstGeom prst="rect">
            <a:avLst/>
          </a:prstGeom>
          <a:noFill/>
        </p:spPr>
        <p:txBody>
          <a:bodyPr wrap="square" rtlCol="0">
            <a:spAutoFit/>
          </a:bodyPr>
          <a:lstStyle/>
          <a:p>
            <a:pPr algn="ctr"/>
            <a:r>
              <a:rPr lang="zh-CN" alt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心理</a:t>
            </a:r>
          </a:p>
        </p:txBody>
      </p:sp>
      <p:sp>
        <p:nvSpPr>
          <p:cNvPr id="24" name="文本框 23"/>
          <p:cNvSpPr txBox="1"/>
          <p:nvPr/>
        </p:nvSpPr>
        <p:spPr>
          <a:xfrm>
            <a:off x="1406525" y="2270760"/>
            <a:ext cx="2024380" cy="583565"/>
          </a:xfrm>
          <a:prstGeom prst="rect">
            <a:avLst/>
          </a:prstGeom>
          <a:noFill/>
        </p:spPr>
        <p:txBody>
          <a:bodyPr wrap="square" rtlCol="0">
            <a:spAutoFit/>
          </a:bodyPr>
          <a:lstStyle/>
          <a:p>
            <a:pPr algn="ctr"/>
            <a:r>
              <a:rPr lang="zh-CN" alt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呼吸</a:t>
            </a:r>
          </a:p>
        </p:txBody>
      </p:sp>
      <p:sp>
        <p:nvSpPr>
          <p:cNvPr id="25" name="文本框 24"/>
          <p:cNvSpPr txBox="1"/>
          <p:nvPr/>
        </p:nvSpPr>
        <p:spPr>
          <a:xfrm>
            <a:off x="1647053" y="548640"/>
            <a:ext cx="1571127" cy="584775"/>
          </a:xfrm>
          <a:prstGeom prst="rect">
            <a:avLst/>
          </a:prstGeom>
          <a:noFill/>
        </p:spPr>
        <p:txBody>
          <a:bodyPr wrap="square" rtlCol="0">
            <a:spAutoFit/>
          </a:bodyPr>
          <a:lstStyle/>
          <a:p>
            <a:pPr eaLnBrk="1">
              <a:buNone/>
            </a:pPr>
            <a:r>
              <a:rPr lang="zh-CN" alt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清醒的</a:t>
            </a:r>
          </a:p>
        </p:txBody>
      </p:sp>
    </p:spTree>
  </p:cSld>
  <p:clrMapOvr>
    <a:masterClrMapping/>
  </p:clrMapOvr>
  <mc:AlternateContent xmlns:mc="http://schemas.openxmlformats.org/markup-compatibility/2006" xmlns:p14="http://schemas.microsoft.com/office/powerpoint/2010/main">
    <mc:Choice Requires="p14">
      <p:transition>
        <p14:doors dir="ver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hidden="1"/>
          <p:cNvGrpSpPr/>
          <p:nvPr/>
        </p:nvGrpSpPr>
        <p:grpSpPr>
          <a:xfrm>
            <a:off x="6093143" y="770255"/>
            <a:ext cx="4739005" cy="5817235"/>
            <a:chOff x="9628" y="1159"/>
            <a:chExt cx="7463"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9628" y="4441"/>
              <a:ext cx="7429" cy="2470"/>
            </a:xfrm>
            <a:prstGeom prst="rect">
              <a:avLst/>
            </a:prstGeom>
            <a:grpFill/>
            <a:ln>
              <a:solidFill>
                <a:srgbClr val="E2AEAB"/>
              </a:solidFill>
            </a:ln>
          </p:spPr>
          <p:txBody>
            <a:bodyPr wrap="square" rtlCol="0">
              <a:spAutoFit/>
            </a:bodyPr>
            <a:lstStyle/>
            <a:p>
              <a:pPr algn="ctr"/>
              <a:r>
                <a:rPr lang="en-US" sz="9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END</a:t>
              </a:r>
              <a:endParaRPr lang="en-US" sz="96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altLang="zh-CN" sz="6000" b="1"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dǎozhì</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sz="6000" dirty="0">
                  <a:latin typeface="Arial" panose="020B0704020202020204"/>
                  <a:ea typeface="Arial" panose="020B0704020202020204"/>
                  <a:cs typeface="Arial" panose="020B0704020202020204"/>
                  <a:sym typeface="Arial" panose="020B0704020202020204"/>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导致</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a:t>
              </a:r>
              <a:r>
                <a:rPr lang="en-US" sz="2400" b="1" kern="100" dirty="0" err="1">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cause,to</a:t>
              </a: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 lead to</a:t>
              </a:r>
            </a:p>
          </p:txBody>
        </p:sp>
      </p:grpSp>
      <p:grpSp>
        <p:nvGrpSpPr>
          <p:cNvPr id="29" name="huxi-有问题不显示" hidden="1"/>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hūxī</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mn-ea"/>
                </a:rPr>
                <a:t>v. breathe</a:t>
              </a:r>
            </a:p>
          </p:txBody>
        </p:sp>
      </p:grpSp>
      <p:grpSp>
        <p:nvGrpSpPr>
          <p:cNvPr id="2" name="低落"/>
          <p:cNvGrpSpPr/>
          <p:nvPr/>
        </p:nvGrpSpPr>
        <p:grpSpPr>
          <a:xfrm>
            <a:off x="0" y="3165475"/>
            <a:ext cx="2825750" cy="3692525"/>
            <a:chOff x="11230" y="2712"/>
            <a:chExt cx="4746" cy="6397"/>
          </a:xfrm>
          <a:solidFill>
            <a:srgbClr val="E2AEAB"/>
          </a:solidFill>
        </p:grpSpPr>
        <p:sp>
          <p:nvSpPr>
            <p:cNvPr id="3" name="圆角矩形 2"/>
            <p:cNvSpPr/>
            <p:nvPr/>
          </p:nvSpPr>
          <p:spPr>
            <a:xfrm>
              <a:off x="11231" y="2712"/>
              <a:ext cx="4745" cy="6397"/>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1230" y="4430"/>
              <a:ext cx="4746" cy="3583"/>
            </a:xfrm>
            <a:prstGeom prst="rect">
              <a:avLst/>
            </a:prstGeom>
            <a:grpFill/>
            <a:ln>
              <a:solidFill>
                <a:srgbClr val="E2AEAB"/>
              </a:solidFill>
            </a:ln>
          </p:spPr>
          <p:txBody>
            <a:bodyPr wrap="square" rtlCol="0">
              <a:noAutofit/>
            </a:bodyPr>
            <a:lstStyle/>
            <a:p>
              <a:pPr algn="ctr"/>
              <a:r>
                <a:rPr lang="en-US"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d</a:t>
              </a: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īluò</a:t>
              </a:r>
              <a:endParaRPr lang="en-US" sz="40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低落</a:t>
              </a:r>
            </a:p>
            <a:p>
              <a:pPr algn="ctr"/>
              <a:r>
                <a:rPr lang="en-US" altLang="zh-CN" sz="16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adj. </a:t>
              </a:r>
              <a:r>
                <a:rPr lang="en-US" altLang="zh-CN" sz="1600" b="1" kern="100" dirty="0" err="1">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down,depressed</a:t>
              </a:r>
            </a:p>
          </p:txBody>
        </p:sp>
      </p:grpSp>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1" name="计算"/>
          <p:cNvGrpSpPr/>
          <p:nvPr/>
        </p:nvGrpSpPr>
        <p:grpSpPr>
          <a:xfrm>
            <a:off x="776" y="66732"/>
            <a:ext cx="2701440" cy="3478847"/>
            <a:chOff x="4153" y="1912"/>
            <a:chExt cx="3481" cy="5161"/>
          </a:xfrm>
          <a:solidFill>
            <a:srgbClr val="558ED5"/>
          </a:solidFill>
        </p:grpSpPr>
        <p:sp>
          <p:nvSpPr>
            <p:cNvPr id="32" name="圆角矩形 31"/>
            <p:cNvSpPr/>
            <p:nvPr/>
          </p:nvSpPr>
          <p:spPr>
            <a:xfrm>
              <a:off x="4153" y="1912"/>
              <a:ext cx="3481" cy="5161"/>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4367" y="3366"/>
              <a:ext cx="3266" cy="2235"/>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3200" dirty="0" err="1">
                  <a:latin typeface="华文细黑" panose="02010600040101010101" pitchFamily="2" charset="-122"/>
                  <a:ea typeface="华文细黑" panose="02010600040101010101" pitchFamily="2" charset="-122"/>
                  <a:cs typeface="华文细黑" panose="02010600040101010101" pitchFamily="2" charset="-122"/>
                  <a:sym typeface="+mn-ea"/>
                </a:rPr>
                <a:t>j</a:t>
              </a:r>
              <a:r>
                <a:rPr lang="en-US" altLang="zh-CN" sz="3200" dirty="0" err="1">
                  <a:latin typeface="华文细黑" panose="02010600040101010101" pitchFamily="2" charset="-122"/>
                  <a:ea typeface="华文细黑" panose="02010600040101010101" pitchFamily="2" charset="-122"/>
                  <a:cs typeface="华文细黑" panose="02010600040101010101" pitchFamily="2" charset="-122"/>
                  <a:sym typeface="+mn-ea"/>
                </a:rPr>
                <a:t>ìsuàn</a:t>
              </a:r>
              <a:endParaRPr sz="3200" dirty="0">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48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计算</a:t>
              </a:r>
            </a:p>
            <a:p>
              <a:pPr algn="ctr"/>
              <a:r>
                <a:rPr lang="en-US" sz="1200" b="1" kern="100" dirty="0">
                  <a:solidFill>
                    <a:schemeClr val="bg1"/>
                  </a:solidFill>
                  <a:ea typeface="思源黑体 CN Regular" panose="020B0500000000000000" pitchFamily="34" charset="-122"/>
                  <a:sym typeface="Times New Roman" panose="02020603050405020304" pitchFamily="18" charset="0"/>
                </a:rPr>
                <a:t>v</a:t>
              </a:r>
              <a:r>
                <a:rPr sz="1200" b="1" kern="100" dirty="0">
                  <a:solidFill>
                    <a:schemeClr val="bg1"/>
                  </a:solidFill>
                  <a:ea typeface="思源黑体 CN Regular" panose="020B0500000000000000" pitchFamily="34" charset="-122"/>
                  <a:sym typeface="Times New Roman" panose="02020603050405020304" pitchFamily="18" charset="0"/>
                </a:rPr>
                <a:t>.</a:t>
              </a:r>
              <a:r>
                <a:rPr lang="en-US" sz="1200" b="1" kern="100" dirty="0">
                  <a:solidFill>
                    <a:schemeClr val="bg1"/>
                  </a:solidFill>
                  <a:ea typeface="思源黑体 CN Regular" panose="020B0500000000000000" pitchFamily="34" charset="-122"/>
                  <a:sym typeface="Times New Roman" panose="02020603050405020304" pitchFamily="18" charset="0"/>
                </a:rPr>
                <a:t>to calculate</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pic>
        <p:nvPicPr>
          <p:cNvPr id="8" name="图片 7"/>
          <p:cNvPicPr/>
          <p:nvPr/>
        </p:nvPicPr>
        <p:blipFill>
          <a:blip r:embed="rId3"/>
          <a:stretch>
            <a:fillRect/>
          </a:stretch>
        </p:blipFill>
        <p:spPr>
          <a:xfrm>
            <a:off x="7694930" y="396240"/>
            <a:ext cx="3736975" cy="3149600"/>
          </a:xfrm>
          <a:prstGeom prst="rect">
            <a:avLst/>
          </a:prstGeom>
        </p:spPr>
      </p:pic>
      <p:sp>
        <p:nvSpPr>
          <p:cNvPr id="41" name="文本框 40"/>
          <p:cNvSpPr txBox="1"/>
          <p:nvPr/>
        </p:nvSpPr>
        <p:spPr>
          <a:xfrm>
            <a:off x="2814955" y="1381760"/>
            <a:ext cx="4826635" cy="521970"/>
          </a:xfrm>
          <a:prstGeom prst="rect">
            <a:avLst/>
          </a:prstGeom>
          <a:noFill/>
        </p:spPr>
        <p:txBody>
          <a:bodyPr wrap="square" rtlCol="0">
            <a:spAutoFit/>
          </a:bodyPr>
          <a:lstStyle/>
          <a:p>
            <a:r>
              <a:rPr lang="zh-CN" altLang="en-US" sz="2800"/>
              <a:t>商店经常用</a:t>
            </a:r>
            <a:r>
              <a:rPr lang="zh-CN" altLang="en-US" sz="2800">
                <a:solidFill>
                  <a:srgbClr val="FF0000"/>
                </a:solidFill>
              </a:rPr>
              <a:t>计算机</a:t>
            </a:r>
            <a:r>
              <a:rPr lang="zh-CN" altLang="en-US" sz="2800"/>
              <a:t>进行</a:t>
            </a:r>
            <a:r>
              <a:rPr lang="zh-CN" altLang="en-US" sz="2800">
                <a:solidFill>
                  <a:srgbClr val="FF0000"/>
                </a:solidFill>
              </a:rPr>
              <a:t>计算</a:t>
            </a:r>
            <a:r>
              <a:rPr lang="en-US" altLang="zh-CN" sz="2800"/>
              <a:t>。</a:t>
            </a:r>
          </a:p>
        </p:txBody>
      </p:sp>
      <p:pic>
        <p:nvPicPr>
          <p:cNvPr id="42" name="图片 41"/>
          <p:cNvPicPr/>
          <p:nvPr/>
        </p:nvPicPr>
        <p:blipFill>
          <a:blip r:embed="rId4"/>
          <a:stretch>
            <a:fillRect/>
          </a:stretch>
        </p:blipFill>
        <p:spPr>
          <a:xfrm>
            <a:off x="7531735" y="3763645"/>
            <a:ext cx="4063365" cy="2461895"/>
          </a:xfrm>
          <a:prstGeom prst="rect">
            <a:avLst/>
          </a:prstGeom>
        </p:spPr>
      </p:pic>
      <p:sp>
        <p:nvSpPr>
          <p:cNvPr id="43" name="文本框 42"/>
          <p:cNvSpPr txBox="1"/>
          <p:nvPr/>
        </p:nvSpPr>
        <p:spPr>
          <a:xfrm>
            <a:off x="2871470" y="4157345"/>
            <a:ext cx="4613910" cy="953135"/>
          </a:xfrm>
          <a:prstGeom prst="rect">
            <a:avLst/>
          </a:prstGeom>
          <a:noFill/>
        </p:spPr>
        <p:txBody>
          <a:bodyPr wrap="square" rtlCol="0">
            <a:spAutoFit/>
          </a:bodyPr>
          <a:lstStyle/>
          <a:p>
            <a:r>
              <a:rPr lang="zh-CN" altLang="en-US" sz="2800"/>
              <a:t>她看起来不开心</a:t>
            </a:r>
            <a:r>
              <a:rPr lang="en-US" altLang="zh-CN" sz="2800"/>
              <a:t>，</a:t>
            </a:r>
            <a:r>
              <a:rPr lang="zh-CN" altLang="en-US" sz="2800"/>
              <a:t>情绪非常</a:t>
            </a:r>
            <a:r>
              <a:rPr lang="zh-CN" altLang="en-US" sz="2800">
                <a:solidFill>
                  <a:srgbClr val="FF0000"/>
                </a:solidFill>
              </a:rPr>
              <a:t>低落</a:t>
            </a:r>
            <a:r>
              <a:rPr lang="en-US" altLang="zh-CN" sz="2800">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xit" presetSubtype="8" fill="hold"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ppt_w/2"/>
                                          </p:val>
                                        </p:tav>
                                      </p:tavLst>
                                    </p:anim>
                                    <p:anim calcmode="lin" valueType="num">
                                      <p:cBhvr additive="base">
                                        <p:cTn id="7" dur="500"/>
                                        <p:tgtEl>
                                          <p:spTgt spid="2"/>
                                        </p:tgtEl>
                                        <p:attrNameLst>
                                          <p:attrName>ppt_y</p:attrName>
                                        </p:attrNameLst>
                                      </p:cBhvr>
                                      <p:tavLst>
                                        <p:tav tm="0">
                                          <p:val>
                                            <p:strVal val="ppt_y"/>
                                          </p:val>
                                        </p:tav>
                                        <p:tav tm="100000">
                                          <p:val>
                                            <p:strVal val="ppt_y"/>
                                          </p:val>
                                        </p:tav>
                                      </p:tavLst>
                                    </p:anim>
                                    <p:anim calcmode="lin" valueType="num">
                                      <p:cBhvr additive="base">
                                        <p:cTn id="8" dur="500"/>
                                        <p:tgtEl>
                                          <p:spTgt spid="2"/>
                                        </p:tgtEl>
                                        <p:attrNameLst>
                                          <p:attrName>ppt_w</p:attrName>
                                        </p:attrNameLst>
                                      </p:cBhvr>
                                      <p:tavLst>
                                        <p:tav tm="0">
                                          <p:val>
                                            <p:strVal val="ppt_w"/>
                                          </p:val>
                                        </p:tav>
                                        <p:tav tm="100000">
                                          <p:val>
                                            <p:fltVal val="0"/>
                                          </p:val>
                                        </p:tav>
                                      </p:tavLst>
                                    </p:anim>
                                    <p:anim calcmode="lin" valueType="num">
                                      <p:cBhvr additive="base">
                                        <p:cTn id="9" dur="500"/>
                                        <p:tgtEl>
                                          <p:spTgt spid="2"/>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
                                        </p:tgtEl>
                                        <p:attrNameLst>
                                          <p:attrName>style.visibility</p:attrName>
                                        </p:attrNameLst>
                                      </p:cBhvr>
                                      <p:to>
                                        <p:strVal val="hidden"/>
                                      </p:to>
                                    </p:set>
                                  </p:childTnLst>
                                </p:cTn>
                              </p:par>
                              <p:par>
                                <p:cTn id="11" presetID="17" presetClass="exit" presetSubtype="8" fill="hold" nodeType="withEffect">
                                  <p:stCondLst>
                                    <p:cond delay="0"/>
                                  </p:stCondLst>
                                  <p:childTnLst>
                                    <p:anim calcmode="lin" valueType="num">
                                      <p:cBhvr additive="base">
                                        <p:cTn id="12" dur="500"/>
                                        <p:tgtEl>
                                          <p:spTgt spid="29"/>
                                        </p:tgtEl>
                                        <p:attrNameLst>
                                          <p:attrName>ppt_x</p:attrName>
                                        </p:attrNameLst>
                                      </p:cBhvr>
                                      <p:tavLst>
                                        <p:tav tm="0">
                                          <p:val>
                                            <p:strVal val="ppt_x"/>
                                          </p:val>
                                        </p:tav>
                                        <p:tav tm="100000">
                                          <p:val>
                                            <p:strVal val="ppt_x-ppt_w/2"/>
                                          </p:val>
                                        </p:tav>
                                      </p:tavLst>
                                    </p:anim>
                                    <p:anim calcmode="lin" valueType="num">
                                      <p:cBhvr additive="base">
                                        <p:cTn id="13" dur="500"/>
                                        <p:tgtEl>
                                          <p:spTgt spid="29"/>
                                        </p:tgtEl>
                                        <p:attrNameLst>
                                          <p:attrName>ppt_y</p:attrName>
                                        </p:attrNameLst>
                                      </p:cBhvr>
                                      <p:tavLst>
                                        <p:tav tm="0">
                                          <p:val>
                                            <p:strVal val="ppt_y"/>
                                          </p:val>
                                        </p:tav>
                                        <p:tav tm="100000">
                                          <p:val>
                                            <p:strVal val="ppt_y"/>
                                          </p:val>
                                        </p:tav>
                                      </p:tavLst>
                                    </p:anim>
                                    <p:anim calcmode="lin" valueType="num">
                                      <p:cBhvr additive="base">
                                        <p:cTn id="14" dur="500"/>
                                        <p:tgtEl>
                                          <p:spTgt spid="29"/>
                                        </p:tgtEl>
                                        <p:attrNameLst>
                                          <p:attrName>ppt_w</p:attrName>
                                        </p:attrNameLst>
                                      </p:cBhvr>
                                      <p:tavLst>
                                        <p:tav tm="0">
                                          <p:val>
                                            <p:strVal val="ppt_w"/>
                                          </p:val>
                                        </p:tav>
                                        <p:tav tm="100000">
                                          <p:val>
                                            <p:fltVal val="0"/>
                                          </p:val>
                                        </p:tav>
                                      </p:tavLst>
                                    </p:anim>
                                    <p:anim calcmode="lin" valueType="num">
                                      <p:cBhvr additive="base">
                                        <p:cTn id="15" dur="500"/>
                                        <p:tgtEl>
                                          <p:spTgt spid="29"/>
                                        </p:tgtEl>
                                        <p:attrNameLst>
                                          <p:attrName>ppt_h</p:attrName>
                                        </p:attrNameLst>
                                      </p:cBhvr>
                                      <p:tavLst>
                                        <p:tav tm="0">
                                          <p:val>
                                            <p:strVal val="ppt_h"/>
                                          </p:val>
                                        </p:tav>
                                        <p:tav tm="100000">
                                          <p:val>
                                            <p:strVal val="ppt_h"/>
                                          </p:val>
                                        </p:tav>
                                      </p:tavLst>
                                    </p:anim>
                                    <p:set>
                                      <p:cBhvr additive="base">
                                        <p:cTn id="16"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11"/>
                                            </p:cond>
                                          </p:stCondLst>
                                          <p:endCondLst>
                                            <p:cond evt="onStopAudio" delay="0">
                                              <p:tgtEl>
                                                <p:sldTgt/>
                                              </p:tgtEl>
                                            </p:cond>
                                          </p:endCondLst>
                                        </p:cTn>
                                        <p:tgtEl>
                                          <p:sndTgt r:embed="rId2" name="翻书声.wav"/>
                                        </p:tgtEl>
                                      </p:cMediaNode>
                                    </p:audio>
                                  </p:subTnLst>
                                </p:cTn>
                              </p:par>
                            </p:childTnLst>
                          </p:cTn>
                        </p:par>
                        <p:par>
                          <p:cTn id="17" fill="hold">
                            <p:stCondLst>
                              <p:cond delay="500"/>
                            </p:stCondLst>
                            <p:childTnLst>
                              <p:par>
                                <p:cTn id="18" presetID="17" presetClass="entr" presetSubtype="2" fill="hold" nodeType="afterEffect">
                                  <p:stCondLst>
                                    <p:cond delay="0"/>
                                  </p:stCondLst>
                                  <p:childTnLst>
                                    <p:set>
                                      <p:cBhvr additive="base">
                                        <p:cTn id="19" dur="500" fill="hold">
                                          <p:stCondLst>
                                            <p:cond delay="0"/>
                                          </p:stCondLst>
                                        </p:cTn>
                                        <p:tgtEl>
                                          <p:spTgt spid="21"/>
                                        </p:tgtEl>
                                        <p:attrNameLst>
                                          <p:attrName>style.visibility</p:attrName>
                                        </p:attrNameLst>
                                      </p:cBhvr>
                                      <p:to>
                                        <p:strVal val="visible"/>
                                      </p:to>
                                    </p:set>
                                    <p:anim calcmode="lin" valueType="num">
                                      <p:cBhvr additive="base">
                                        <p:cTn id="20" dur="500" fill="hold"/>
                                        <p:tgtEl>
                                          <p:spTgt spid="21"/>
                                        </p:tgtEl>
                                        <p:attrNameLst>
                                          <p:attrName>ppt_x</p:attrName>
                                        </p:attrNameLst>
                                      </p:cBhvr>
                                      <p:tavLst>
                                        <p:tav tm="0">
                                          <p:val>
                                            <p:strVal val="#ppt_x+#ppt_w/2"/>
                                          </p:val>
                                        </p:tav>
                                        <p:tav tm="100000">
                                          <p:val>
                                            <p:strVal val="#ppt_x"/>
                                          </p:val>
                                        </p:tav>
                                      </p:tavLst>
                                    </p:anim>
                                    <p:anim calcmode="lin" valueType="num">
                                      <p:cBhvr additive="base">
                                        <p:cTn id="21" dur="500" fill="hold"/>
                                        <p:tgtEl>
                                          <p:spTgt spid="21"/>
                                        </p:tgtEl>
                                        <p:attrNameLst>
                                          <p:attrName>ppt_y</p:attrName>
                                        </p:attrNameLst>
                                      </p:cBhvr>
                                      <p:tavLst>
                                        <p:tav tm="0">
                                          <p:val>
                                            <p:strVal val="#ppt_y"/>
                                          </p:val>
                                        </p:tav>
                                        <p:tav tm="100000">
                                          <p:val>
                                            <p:strVal val="#ppt_y"/>
                                          </p:val>
                                        </p:tav>
                                      </p:tavLst>
                                    </p:anim>
                                    <p:anim calcmode="lin" valueType="num">
                                      <p:cBhvr additive="base">
                                        <p:cTn id="22" dur="500" fill="hold"/>
                                        <p:tgtEl>
                                          <p:spTgt spid="21"/>
                                        </p:tgtEl>
                                        <p:attrNameLst>
                                          <p:attrName>ppt_w</p:attrName>
                                        </p:attrNameLst>
                                      </p:cBhvr>
                                      <p:tavLst>
                                        <p:tav tm="0">
                                          <p:val>
                                            <p:fltVal val="0"/>
                                          </p:val>
                                        </p:tav>
                                        <p:tav tm="100000">
                                          <p:val>
                                            <p:strVal val="#ppt_w"/>
                                          </p:val>
                                        </p:tav>
                                      </p:tavLst>
                                    </p:anim>
                                    <p:anim calcmode="lin" valueType="num">
                                      <p:cBhvr additive="base">
                                        <p:cTn id="23"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
                                            </p:cond>
                                          </p:stCondLst>
                                          <p:endCondLst>
                                            <p:cond evt="onStopAudio" delay="0">
                                              <p:tgtEl>
                                                <p:sldTgt/>
                                              </p:tgtEl>
                                            </p:cond>
                                          </p:endCondLst>
                                        </p:cTn>
                                        <p:tgtEl>
                                          <p:sndTgt r:embed="rId2" name="翻书声.wav"/>
                                        </p:tgtEl>
                                      </p:cMediaNode>
                                    </p:audio>
                                  </p:subTnLst>
                                </p:cTn>
                              </p:par>
                            </p:childTnLst>
                          </p:cTn>
                        </p:par>
                      </p:childTnLst>
                    </p:cTn>
                  </p:par>
                  <p:par>
                    <p:cTn id="24" fill="hold">
                      <p:stCondLst>
                        <p:cond delay="indefinite"/>
                      </p:stCondLst>
                      <p:childTnLst>
                        <p:par>
                          <p:cTn id="25" fill="hold">
                            <p:stCondLst>
                              <p:cond delay="0"/>
                            </p:stCondLst>
                            <p:childTnLst>
                              <p:par>
                                <p:cTn id="26" presetID="17" presetClass="exit" presetSubtype="8" fill="hold" nodeType="clickEffect">
                                  <p:stCondLst>
                                    <p:cond delay="0"/>
                                  </p:stCondLst>
                                  <p:childTnLst>
                                    <p:anim calcmode="lin" valueType="num">
                                      <p:cBhvr additive="base">
                                        <p:cTn id="27" dur="500"/>
                                        <p:tgtEl>
                                          <p:spTgt spid="64"/>
                                        </p:tgtEl>
                                        <p:attrNameLst>
                                          <p:attrName>ppt_x</p:attrName>
                                        </p:attrNameLst>
                                      </p:cBhvr>
                                      <p:tavLst>
                                        <p:tav tm="0">
                                          <p:val>
                                            <p:strVal val="ppt_x"/>
                                          </p:val>
                                        </p:tav>
                                        <p:tav tm="100000">
                                          <p:val>
                                            <p:strVal val="ppt_x-ppt_w/2"/>
                                          </p:val>
                                        </p:tav>
                                      </p:tavLst>
                                    </p:anim>
                                    <p:anim calcmode="lin" valueType="num">
                                      <p:cBhvr additive="base">
                                        <p:cTn id="28" dur="500"/>
                                        <p:tgtEl>
                                          <p:spTgt spid="64"/>
                                        </p:tgtEl>
                                        <p:attrNameLst>
                                          <p:attrName>ppt_y</p:attrName>
                                        </p:attrNameLst>
                                      </p:cBhvr>
                                      <p:tavLst>
                                        <p:tav tm="0">
                                          <p:val>
                                            <p:strVal val="ppt_y"/>
                                          </p:val>
                                        </p:tav>
                                        <p:tav tm="100000">
                                          <p:val>
                                            <p:strVal val="ppt_y"/>
                                          </p:val>
                                        </p:tav>
                                      </p:tavLst>
                                    </p:anim>
                                    <p:anim calcmode="lin" valueType="num">
                                      <p:cBhvr additive="base">
                                        <p:cTn id="29" dur="500"/>
                                        <p:tgtEl>
                                          <p:spTgt spid="64"/>
                                        </p:tgtEl>
                                        <p:attrNameLst>
                                          <p:attrName>ppt_w</p:attrName>
                                        </p:attrNameLst>
                                      </p:cBhvr>
                                      <p:tavLst>
                                        <p:tav tm="0">
                                          <p:val>
                                            <p:strVal val="ppt_w"/>
                                          </p:val>
                                        </p:tav>
                                        <p:tav tm="100000">
                                          <p:val>
                                            <p:fltVal val="0"/>
                                          </p:val>
                                        </p:tav>
                                      </p:tavLst>
                                    </p:anim>
                                    <p:anim calcmode="lin" valueType="num">
                                      <p:cBhvr additive="base">
                                        <p:cTn id="30" dur="500"/>
                                        <p:tgtEl>
                                          <p:spTgt spid="64"/>
                                        </p:tgtEl>
                                        <p:attrNameLst>
                                          <p:attrName>ppt_h</p:attrName>
                                        </p:attrNameLst>
                                      </p:cBhvr>
                                      <p:tavLst>
                                        <p:tav tm="0">
                                          <p:val>
                                            <p:strVal val="ppt_h"/>
                                          </p:val>
                                        </p:tav>
                                        <p:tav tm="100000">
                                          <p:val>
                                            <p:strVal val="ppt_h"/>
                                          </p:val>
                                        </p:tav>
                                      </p:tavLst>
                                    </p:anim>
                                    <p:set>
                                      <p:cBhvr additive="base">
                                        <p:cTn id="31" dur="1" fill="hold">
                                          <p:stCondLst>
                                            <p:cond delay="499"/>
                                          </p:stCondLst>
                                        </p:cTn>
                                        <p:tgtEl>
                                          <p:spTgt spid="64"/>
                                        </p:tgtEl>
                                        <p:attrNameLst>
                                          <p:attrName>style.visibility</p:attrName>
                                        </p:attrNameLst>
                                      </p:cBhvr>
                                      <p:to>
                                        <p:strVal val="hidden"/>
                                      </p:to>
                                    </p:set>
                                  </p:childTnLst>
                                </p:cTn>
                              </p:par>
                            </p:childTnLst>
                          </p:cTn>
                        </p:par>
                        <p:par>
                          <p:cTn id="32" fill="hold">
                            <p:stCondLst>
                              <p:cond delay="500"/>
                            </p:stCondLst>
                            <p:childTnLst>
                              <p:par>
                                <p:cTn id="33" presetID="17" presetClass="entr" presetSubtype="2" fill="hold" nodeType="afterEffect">
                                  <p:stCondLst>
                                    <p:cond delay="0"/>
                                  </p:stCondLst>
                                  <p:childTnLst>
                                    <p:set>
                                      <p:cBhvr additive="base">
                                        <p:cTn id="34" dur="500" fill="hold">
                                          <p:stCondLst>
                                            <p:cond delay="0"/>
                                          </p:stCondLst>
                                        </p:cTn>
                                        <p:tgtEl>
                                          <p:spTgt spid="61"/>
                                        </p:tgtEl>
                                        <p:attrNameLst>
                                          <p:attrName>style.visibility</p:attrName>
                                        </p:attrNameLst>
                                      </p:cBhvr>
                                      <p:to>
                                        <p:strVal val="visible"/>
                                      </p:to>
                                    </p:set>
                                    <p:anim calcmode="lin" valueType="num">
                                      <p:cBhvr additive="base">
                                        <p:cTn id="35" dur="500" fill="hold"/>
                                        <p:tgtEl>
                                          <p:spTgt spid="61"/>
                                        </p:tgtEl>
                                        <p:attrNameLst>
                                          <p:attrName>ppt_x</p:attrName>
                                        </p:attrNameLst>
                                      </p:cBhvr>
                                      <p:tavLst>
                                        <p:tav tm="0">
                                          <p:val>
                                            <p:strVal val="#ppt_x+#ppt_w/2"/>
                                          </p:val>
                                        </p:tav>
                                        <p:tav tm="100000">
                                          <p:val>
                                            <p:strVal val="#ppt_x"/>
                                          </p:val>
                                        </p:tav>
                                      </p:tavLst>
                                    </p:anim>
                                    <p:anim calcmode="lin" valueType="num">
                                      <p:cBhvr additive="base">
                                        <p:cTn id="36" dur="500" fill="hold"/>
                                        <p:tgtEl>
                                          <p:spTgt spid="61"/>
                                        </p:tgtEl>
                                        <p:attrNameLst>
                                          <p:attrName>ppt_y</p:attrName>
                                        </p:attrNameLst>
                                      </p:cBhvr>
                                      <p:tavLst>
                                        <p:tav tm="0">
                                          <p:val>
                                            <p:strVal val="#ppt_y"/>
                                          </p:val>
                                        </p:tav>
                                        <p:tav tm="100000">
                                          <p:val>
                                            <p:strVal val="#ppt_y"/>
                                          </p:val>
                                        </p:tav>
                                      </p:tavLst>
                                    </p:anim>
                                    <p:anim calcmode="lin" valueType="num">
                                      <p:cBhvr additive="base">
                                        <p:cTn id="37" dur="500" fill="hold"/>
                                        <p:tgtEl>
                                          <p:spTgt spid="61"/>
                                        </p:tgtEl>
                                        <p:attrNameLst>
                                          <p:attrName>ppt_w</p:attrName>
                                        </p:attrNameLst>
                                      </p:cBhvr>
                                      <p:tavLst>
                                        <p:tav tm="0">
                                          <p:val>
                                            <p:fltVal val="0"/>
                                          </p:val>
                                        </p:tav>
                                        <p:tav tm="100000">
                                          <p:val>
                                            <p:strVal val="#ppt_w"/>
                                          </p:val>
                                        </p:tav>
                                      </p:tavLst>
                                    </p:anim>
                                    <p:anim calcmode="lin" valueType="num">
                                      <p:cBhvr additive="base">
                                        <p:cTn id="38"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2" name="翻书声.wav"/>
                                        </p:tgtEl>
                                      </p:cMediaNode>
                                    </p:audio>
                                  </p:subTnLst>
                                </p:cTn>
                              </p:par>
                            </p:childTnLst>
                          </p:cTn>
                        </p:par>
                        <p:par>
                          <p:cTn id="39" fill="hold">
                            <p:stCondLst>
                              <p:cond delay="1000"/>
                            </p:stCondLst>
                            <p:childTnLst>
                              <p:par>
                                <p:cTn id="40" presetID="17" presetClass="entr" presetSubtype="2" fill="hold" nodeType="afterEffect">
                                  <p:stCondLst>
                                    <p:cond delay="0"/>
                                  </p:stCondLst>
                                  <p:childTnLst>
                                    <p:set>
                                      <p:cBhvr additive="base">
                                        <p:cTn id="41" dur="500" fill="hold">
                                          <p:stCondLst>
                                            <p:cond delay="0"/>
                                          </p:stCondLst>
                                        </p:cTn>
                                        <p:tgtEl>
                                          <p:spTgt spid="67"/>
                                        </p:tgtEl>
                                        <p:attrNameLst>
                                          <p:attrName>style.visibility</p:attrName>
                                        </p:attrNameLst>
                                      </p:cBhvr>
                                      <p:to>
                                        <p:strVal val="visible"/>
                                      </p:to>
                                    </p:set>
                                    <p:anim calcmode="lin" valueType="num">
                                      <p:cBhvr additive="base">
                                        <p:cTn id="42" dur="500" fill="hold"/>
                                        <p:tgtEl>
                                          <p:spTgt spid="67"/>
                                        </p:tgtEl>
                                        <p:attrNameLst>
                                          <p:attrName>ppt_x</p:attrName>
                                        </p:attrNameLst>
                                      </p:cBhvr>
                                      <p:tavLst>
                                        <p:tav tm="0">
                                          <p:val>
                                            <p:strVal val="#ppt_x+#ppt_w/2"/>
                                          </p:val>
                                        </p:tav>
                                        <p:tav tm="100000">
                                          <p:val>
                                            <p:strVal val="#ppt_x"/>
                                          </p:val>
                                        </p:tav>
                                      </p:tavLst>
                                    </p:anim>
                                    <p:anim calcmode="lin" valueType="num">
                                      <p:cBhvr additive="base">
                                        <p:cTn id="43" dur="500" fill="hold"/>
                                        <p:tgtEl>
                                          <p:spTgt spid="67"/>
                                        </p:tgtEl>
                                        <p:attrNameLst>
                                          <p:attrName>ppt_y</p:attrName>
                                        </p:attrNameLst>
                                      </p:cBhvr>
                                      <p:tavLst>
                                        <p:tav tm="0">
                                          <p:val>
                                            <p:strVal val="#ppt_y"/>
                                          </p:val>
                                        </p:tav>
                                        <p:tav tm="100000">
                                          <p:val>
                                            <p:strVal val="#ppt_y"/>
                                          </p:val>
                                        </p:tav>
                                      </p:tavLst>
                                    </p:anim>
                                    <p:anim calcmode="lin" valueType="num">
                                      <p:cBhvr additive="base">
                                        <p:cTn id="44" dur="500" fill="hold"/>
                                        <p:tgtEl>
                                          <p:spTgt spid="67"/>
                                        </p:tgtEl>
                                        <p:attrNameLst>
                                          <p:attrName>ppt_w</p:attrName>
                                        </p:attrNameLst>
                                      </p:cBhvr>
                                      <p:tavLst>
                                        <p:tav tm="0">
                                          <p:val>
                                            <p:fltVal val="0"/>
                                          </p:val>
                                        </p:tav>
                                        <p:tav tm="100000">
                                          <p:val>
                                            <p:strVal val="#ppt_w"/>
                                          </p:val>
                                        </p:tav>
                                      </p:tavLst>
                                    </p:anim>
                                    <p:anim calcmode="lin" valueType="num">
                                      <p:cBhvr additive="base">
                                        <p:cTn id="45"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
                                            </p:cond>
                                          </p:stCondLst>
                                          <p:endCondLst>
                                            <p:cond evt="onStopAudio" delay="0">
                                              <p:tgtEl>
                                                <p:sldTgt/>
                                              </p:tgtEl>
                                            </p:cond>
                                          </p:endCondLst>
                                        </p:cTn>
                                        <p:tgtEl>
                                          <p:sndTgt r:embed="rId2" name="翻书声.wav"/>
                                        </p:tgtEl>
                                      </p:cMediaNode>
                                    </p:audio>
                                  </p:subTnLst>
                                </p:cTn>
                              </p:par>
                            </p:childTnLst>
                          </p:cTn>
                        </p:par>
                      </p:childTnLst>
                    </p:cTn>
                  </p:par>
                  <p:par>
                    <p:cTn id="46" fill="hold">
                      <p:stCondLst>
                        <p:cond delay="indefinite"/>
                      </p:stCondLst>
                      <p:childTnLst>
                        <p:par>
                          <p:cTn id="47" fill="hold">
                            <p:stCondLst>
                              <p:cond delay="0"/>
                            </p:stCondLst>
                            <p:childTnLst>
                              <p:par>
                                <p:cTn id="48" presetID="17" presetClass="exit" presetSubtype="8" fill="hold" nodeType="clickEffect">
                                  <p:stCondLst>
                                    <p:cond delay="0"/>
                                  </p:stCondLst>
                                  <p:childTnLst>
                                    <p:anim calcmode="lin" valueType="num">
                                      <p:cBhvr additive="base">
                                        <p:cTn id="49" dur="500"/>
                                        <p:tgtEl>
                                          <p:spTgt spid="70"/>
                                        </p:tgtEl>
                                        <p:attrNameLst>
                                          <p:attrName>ppt_x</p:attrName>
                                        </p:attrNameLst>
                                      </p:cBhvr>
                                      <p:tavLst>
                                        <p:tav tm="0">
                                          <p:val>
                                            <p:strVal val="ppt_x"/>
                                          </p:val>
                                        </p:tav>
                                        <p:tav tm="100000">
                                          <p:val>
                                            <p:strVal val="ppt_x-ppt_w/2"/>
                                          </p:val>
                                        </p:tav>
                                      </p:tavLst>
                                    </p:anim>
                                    <p:anim calcmode="lin" valueType="num">
                                      <p:cBhvr additive="base">
                                        <p:cTn id="50" dur="500"/>
                                        <p:tgtEl>
                                          <p:spTgt spid="70"/>
                                        </p:tgtEl>
                                        <p:attrNameLst>
                                          <p:attrName>ppt_y</p:attrName>
                                        </p:attrNameLst>
                                      </p:cBhvr>
                                      <p:tavLst>
                                        <p:tav tm="0">
                                          <p:val>
                                            <p:strVal val="ppt_y"/>
                                          </p:val>
                                        </p:tav>
                                        <p:tav tm="100000">
                                          <p:val>
                                            <p:strVal val="ppt_y"/>
                                          </p:val>
                                        </p:tav>
                                      </p:tavLst>
                                    </p:anim>
                                    <p:anim calcmode="lin" valueType="num">
                                      <p:cBhvr additive="base">
                                        <p:cTn id="51" dur="500"/>
                                        <p:tgtEl>
                                          <p:spTgt spid="70"/>
                                        </p:tgtEl>
                                        <p:attrNameLst>
                                          <p:attrName>ppt_w</p:attrName>
                                        </p:attrNameLst>
                                      </p:cBhvr>
                                      <p:tavLst>
                                        <p:tav tm="0">
                                          <p:val>
                                            <p:strVal val="ppt_w"/>
                                          </p:val>
                                        </p:tav>
                                        <p:tav tm="100000">
                                          <p:val>
                                            <p:fltVal val="0"/>
                                          </p:val>
                                        </p:tav>
                                      </p:tavLst>
                                    </p:anim>
                                    <p:anim calcmode="lin" valueType="num">
                                      <p:cBhvr additive="base">
                                        <p:cTn id="52" dur="500"/>
                                        <p:tgtEl>
                                          <p:spTgt spid="70"/>
                                        </p:tgtEl>
                                        <p:attrNameLst>
                                          <p:attrName>ppt_h</p:attrName>
                                        </p:attrNameLst>
                                      </p:cBhvr>
                                      <p:tavLst>
                                        <p:tav tm="0">
                                          <p:val>
                                            <p:strVal val="ppt_h"/>
                                          </p:val>
                                        </p:tav>
                                        <p:tav tm="100000">
                                          <p:val>
                                            <p:strVal val="ppt_h"/>
                                          </p:val>
                                        </p:tav>
                                      </p:tavLst>
                                    </p:anim>
                                    <p:set>
                                      <p:cBhvr additive="base">
                                        <p:cTn id="53"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48"/>
                                            </p:cond>
                                          </p:stCondLst>
                                          <p:endCondLst>
                                            <p:cond evt="onStopAudio" delay="0">
                                              <p:tgtEl>
                                                <p:sldTgt/>
                                              </p:tgtEl>
                                            </p:cond>
                                          </p:endCondLst>
                                        </p:cTn>
                                        <p:tgtEl>
                                          <p:sndTgt r:embed="rId2" name="翻书声.wav"/>
                                        </p:tgtEl>
                                      </p:cMediaNode>
                                    </p:audio>
                                  </p:subTnLst>
                                </p:cTn>
                              </p:par>
                            </p:childTnLst>
                          </p:cTn>
                        </p:par>
                      </p:childTnLst>
                    </p:cTn>
                  </p:par>
                  <p:par>
                    <p:cTn id="54" fill="hold">
                      <p:stCondLst>
                        <p:cond delay="indefinite"/>
                      </p:stCondLst>
                      <p:childTnLst>
                        <p:par>
                          <p:cTn id="55" fill="hold">
                            <p:stCondLst>
                              <p:cond delay="0"/>
                            </p:stCondLst>
                            <p:childTnLst>
                              <p:par>
                                <p:cTn id="56" presetID="17" presetClass="exit" presetSubtype="8" fill="hold" nodeType="clickEffect">
                                  <p:stCondLst>
                                    <p:cond delay="0"/>
                                  </p:stCondLst>
                                  <p:childTnLst>
                                    <p:anim calcmode="lin" valueType="num">
                                      <p:cBhvr additive="base">
                                        <p:cTn id="57" dur="500"/>
                                        <p:tgtEl>
                                          <p:spTgt spid="22"/>
                                        </p:tgtEl>
                                        <p:attrNameLst>
                                          <p:attrName>ppt_x</p:attrName>
                                        </p:attrNameLst>
                                      </p:cBhvr>
                                      <p:tavLst>
                                        <p:tav tm="0">
                                          <p:val>
                                            <p:strVal val="ppt_x"/>
                                          </p:val>
                                        </p:tav>
                                        <p:tav tm="100000">
                                          <p:val>
                                            <p:strVal val="ppt_x-ppt_w/2"/>
                                          </p:val>
                                        </p:tav>
                                      </p:tavLst>
                                    </p:anim>
                                    <p:anim calcmode="lin" valueType="num">
                                      <p:cBhvr additive="base">
                                        <p:cTn id="58" dur="500"/>
                                        <p:tgtEl>
                                          <p:spTgt spid="22"/>
                                        </p:tgtEl>
                                        <p:attrNameLst>
                                          <p:attrName>ppt_y</p:attrName>
                                        </p:attrNameLst>
                                      </p:cBhvr>
                                      <p:tavLst>
                                        <p:tav tm="0">
                                          <p:val>
                                            <p:strVal val="ppt_y"/>
                                          </p:val>
                                        </p:tav>
                                        <p:tav tm="100000">
                                          <p:val>
                                            <p:strVal val="ppt_y"/>
                                          </p:val>
                                        </p:tav>
                                      </p:tavLst>
                                    </p:anim>
                                    <p:anim calcmode="lin" valueType="num">
                                      <p:cBhvr additive="base">
                                        <p:cTn id="59" dur="500"/>
                                        <p:tgtEl>
                                          <p:spTgt spid="22"/>
                                        </p:tgtEl>
                                        <p:attrNameLst>
                                          <p:attrName>ppt_w</p:attrName>
                                        </p:attrNameLst>
                                      </p:cBhvr>
                                      <p:tavLst>
                                        <p:tav tm="0">
                                          <p:val>
                                            <p:strVal val="ppt_w"/>
                                          </p:val>
                                        </p:tav>
                                        <p:tav tm="100000">
                                          <p:val>
                                            <p:fltVal val="0"/>
                                          </p:val>
                                        </p:tav>
                                      </p:tavLst>
                                    </p:anim>
                                    <p:anim calcmode="lin" valueType="num">
                                      <p:cBhvr additive="base">
                                        <p:cTn id="60" dur="500"/>
                                        <p:tgtEl>
                                          <p:spTgt spid="22"/>
                                        </p:tgtEl>
                                        <p:attrNameLst>
                                          <p:attrName>ppt_h</p:attrName>
                                        </p:attrNameLst>
                                      </p:cBhvr>
                                      <p:tavLst>
                                        <p:tav tm="0">
                                          <p:val>
                                            <p:strVal val="ppt_h"/>
                                          </p:val>
                                        </p:tav>
                                        <p:tav tm="100000">
                                          <p:val>
                                            <p:strVal val="ppt_h"/>
                                          </p:val>
                                        </p:tav>
                                      </p:tavLst>
                                    </p:anim>
                                    <p:set>
                                      <p:cBhvr additive="base">
                                        <p:cTn id="61" dur="1" fill="hold">
                                          <p:stCondLst>
                                            <p:cond delay="499"/>
                                          </p:stCondLst>
                                        </p:cTn>
                                        <p:tgtEl>
                                          <p:spTgt spid="22"/>
                                        </p:tgtEl>
                                        <p:attrNameLst>
                                          <p:attrName>style.visibility</p:attrName>
                                        </p:attrNameLst>
                                      </p:cBhvr>
                                      <p:to>
                                        <p:strVal val="hidden"/>
                                      </p:to>
                                    </p:set>
                                  </p:childTnLst>
                                </p:cTn>
                              </p:par>
                            </p:childTnLst>
                          </p:cTn>
                        </p:par>
                        <p:par>
                          <p:cTn id="62" fill="hold">
                            <p:stCondLst>
                              <p:cond delay="500"/>
                            </p:stCondLst>
                            <p:childTnLst>
                              <p:par>
                                <p:cTn id="63" presetID="17" presetClass="entr" presetSubtype="2" fill="hold" nodeType="afterEffect">
                                  <p:stCondLst>
                                    <p:cond delay="0"/>
                                  </p:stCondLst>
                                  <p:childTnLst>
                                    <p:set>
                                      <p:cBhvr additive="base">
                                        <p:cTn id="64" dur="500" fill="hold">
                                          <p:stCondLst>
                                            <p:cond delay="0"/>
                                          </p:stCondLst>
                                        </p:cTn>
                                        <p:tgtEl>
                                          <p:spTgt spid="27"/>
                                        </p:tgtEl>
                                        <p:attrNameLst>
                                          <p:attrName>style.visibility</p:attrName>
                                        </p:attrNameLst>
                                      </p:cBhvr>
                                      <p:to>
                                        <p:strVal val="visible"/>
                                      </p:to>
                                    </p:set>
                                    <p:anim calcmode="lin" valueType="num">
                                      <p:cBhvr additive="base">
                                        <p:cTn id="65" dur="500" fill="hold"/>
                                        <p:tgtEl>
                                          <p:spTgt spid="27"/>
                                        </p:tgtEl>
                                        <p:attrNameLst>
                                          <p:attrName>ppt_x</p:attrName>
                                        </p:attrNameLst>
                                      </p:cBhvr>
                                      <p:tavLst>
                                        <p:tav tm="0">
                                          <p:val>
                                            <p:strVal val="#ppt_x+#ppt_w/2"/>
                                          </p:val>
                                        </p:tav>
                                        <p:tav tm="100000">
                                          <p:val>
                                            <p:strVal val="#ppt_x"/>
                                          </p:val>
                                        </p:tav>
                                      </p:tavLst>
                                    </p:anim>
                                    <p:anim calcmode="lin" valueType="num">
                                      <p:cBhvr additive="base">
                                        <p:cTn id="66" dur="500" fill="hold"/>
                                        <p:tgtEl>
                                          <p:spTgt spid="27"/>
                                        </p:tgtEl>
                                        <p:attrNameLst>
                                          <p:attrName>ppt_y</p:attrName>
                                        </p:attrNameLst>
                                      </p:cBhvr>
                                      <p:tavLst>
                                        <p:tav tm="0">
                                          <p:val>
                                            <p:strVal val="#ppt_y"/>
                                          </p:val>
                                        </p:tav>
                                        <p:tav tm="100000">
                                          <p:val>
                                            <p:strVal val="#ppt_y"/>
                                          </p:val>
                                        </p:tav>
                                      </p:tavLst>
                                    </p:anim>
                                    <p:anim calcmode="lin" valueType="num">
                                      <p:cBhvr additive="base">
                                        <p:cTn id="67" dur="500" fill="hold"/>
                                        <p:tgtEl>
                                          <p:spTgt spid="27"/>
                                        </p:tgtEl>
                                        <p:attrNameLst>
                                          <p:attrName>ppt_w</p:attrName>
                                        </p:attrNameLst>
                                      </p:cBhvr>
                                      <p:tavLst>
                                        <p:tav tm="0">
                                          <p:val>
                                            <p:fltVal val="0"/>
                                          </p:val>
                                        </p:tav>
                                        <p:tav tm="100000">
                                          <p:val>
                                            <p:strVal val="#ppt_w"/>
                                          </p:val>
                                        </p:tav>
                                      </p:tavLst>
                                    </p:anim>
                                    <p:anim calcmode="lin" valueType="num">
                                      <p:cBhvr additive="base">
                                        <p:cTn id="68"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hidden="1"/>
          <p:cNvGrpSpPr/>
          <p:nvPr/>
        </p:nvGrpSpPr>
        <p:grpSpPr>
          <a:xfrm>
            <a:off x="6093143" y="770255"/>
            <a:ext cx="4739005" cy="5817235"/>
            <a:chOff x="9628" y="1159"/>
            <a:chExt cx="7463"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9628" y="4441"/>
              <a:ext cx="7429" cy="2470"/>
            </a:xfrm>
            <a:prstGeom prst="rect">
              <a:avLst/>
            </a:prstGeom>
            <a:grpFill/>
            <a:ln>
              <a:solidFill>
                <a:srgbClr val="E2AEAB"/>
              </a:solidFill>
            </a:ln>
          </p:spPr>
          <p:txBody>
            <a:bodyPr wrap="square" rtlCol="0">
              <a:spAutoFit/>
            </a:bodyPr>
            <a:lstStyle/>
            <a:p>
              <a:pPr algn="ctr"/>
              <a:r>
                <a:rPr lang="en-US" sz="9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END</a:t>
              </a:r>
              <a:endParaRPr lang="en-US" sz="96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altLang="zh-CN" sz="6000" b="1"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dǎozhì</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sz="6000" dirty="0">
                  <a:latin typeface="Arial" panose="020B0704020202020204"/>
                  <a:ea typeface="Arial" panose="020B0704020202020204"/>
                  <a:cs typeface="Arial" panose="020B0704020202020204"/>
                  <a:sym typeface="Arial" panose="020B0704020202020204"/>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导致</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a:t>
              </a:r>
              <a:r>
                <a:rPr lang="en-US" sz="2400" b="1" kern="100" dirty="0" err="1">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cause,to</a:t>
              </a: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 lead to</a:t>
              </a:r>
            </a:p>
          </p:txBody>
        </p:sp>
      </p:grpSp>
      <p:grpSp>
        <p:nvGrpSpPr>
          <p:cNvPr id="16" name="记忆"/>
          <p:cNvGrpSpPr/>
          <p:nvPr/>
        </p:nvGrpSpPr>
        <p:grpSpPr>
          <a:xfrm>
            <a:off x="8785225" y="213250"/>
            <a:ext cx="3052445" cy="4247515"/>
            <a:chOff x="9628" y="1634"/>
            <a:chExt cx="7429" cy="9161"/>
          </a:xfrm>
          <a:solidFill>
            <a:srgbClr val="E2AEAB"/>
          </a:solidFill>
        </p:grpSpPr>
        <p:sp>
          <p:nvSpPr>
            <p:cNvPr id="18" name="圆角矩形 17"/>
            <p:cNvSpPr/>
            <p:nvPr/>
          </p:nvSpPr>
          <p:spPr>
            <a:xfrm>
              <a:off x="9628" y="1634"/>
              <a:ext cx="7428" cy="9161"/>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文本框 19"/>
            <p:cNvSpPr txBox="1"/>
            <p:nvPr/>
          </p:nvSpPr>
          <p:spPr>
            <a:xfrm>
              <a:off x="9628" y="3587"/>
              <a:ext cx="7429" cy="5441"/>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altLang="zh-CN" sz="5400" dirty="0" err="1">
                  <a:latin typeface="华文细黑" panose="02010600040101010101" pitchFamily="2" charset="-122"/>
                  <a:ea typeface="华文细黑" panose="02010600040101010101" pitchFamily="2" charset="-122"/>
                  <a:sym typeface="华文细黑" panose="02010600040101010101" pitchFamily="2" charset="-122"/>
                </a:rPr>
                <a:t>jìyì</a:t>
              </a:r>
              <a:endParaRPr lang="en-US" altLang="zh-CN" sz="5400" dirty="0">
                <a:latin typeface="华文细黑" panose="02010600040101010101" pitchFamily="2" charset="-122"/>
                <a:ea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记忆</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sz="2400" b="1" kern="100" dirty="0">
                  <a:solidFill>
                    <a:schemeClr val="bg1"/>
                  </a:solidFill>
                  <a:ea typeface="思源黑体 CN Regular" panose="020B0500000000000000"/>
                  <a:sym typeface="Times New Roman" panose="02020603050405020304" pitchFamily="18" charset="0"/>
                </a:rPr>
                <a:t>v./n.to remember</a:t>
              </a:r>
              <a:endParaRPr sz="2400" b="1" kern="100" dirty="0">
                <a:solidFill>
                  <a:schemeClr val="bg1"/>
                </a:solidFill>
                <a:ea typeface="思源黑体 CN Regular" panose="020B0500000000000000"/>
                <a:sym typeface="+mn-ea"/>
              </a:endParaRPr>
            </a:p>
          </p:txBody>
        </p:sp>
      </p:grpSp>
      <p:grpSp>
        <p:nvGrpSpPr>
          <p:cNvPr id="29" name="huxi-有问题不显示" hidden="1"/>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hūxī</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mn-ea"/>
                </a:rPr>
                <a:t>v. breathe</a:t>
              </a:r>
            </a:p>
          </p:txBody>
        </p:sp>
      </p:grpSp>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6" name="持续"/>
          <p:cNvGrpSpPr/>
          <p:nvPr/>
        </p:nvGrpSpPr>
        <p:grpSpPr>
          <a:xfrm>
            <a:off x="238125" y="213995"/>
            <a:ext cx="3067050" cy="4246880"/>
            <a:chOff x="2106" y="1159"/>
            <a:chExt cx="7429" cy="9161"/>
          </a:xfrm>
          <a:solidFill>
            <a:srgbClr val="558ED5"/>
          </a:solidFill>
        </p:grpSpPr>
        <p:sp>
          <p:nvSpPr>
            <p:cNvPr id="9" name="圆角矩形 8"/>
            <p:cNvSpPr/>
            <p:nvPr/>
          </p:nvSpPr>
          <p:spPr>
            <a:xfrm>
              <a:off x="2106" y="1159"/>
              <a:ext cx="7428" cy="9161"/>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106" y="3587"/>
              <a:ext cx="7429" cy="5442"/>
            </a:xfrm>
            <a:prstGeom prst="rect">
              <a:avLst/>
            </a:prstGeom>
            <a:grpFill/>
            <a:ln>
              <a:solidFill>
                <a:srgbClr val="558ED5"/>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chíxù</a:t>
              </a:r>
              <a:endParaRPr lang="en-US" sz="54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持续</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ea typeface="思源黑体 CN Regular" panose="020B0500000000000000" pitchFamily="34" charset="-122"/>
                  <a:sym typeface="Times New Roman" panose="02020603050405020304" pitchFamily="18" charset="0"/>
                </a:rPr>
                <a:t>v. to continue</a:t>
              </a:r>
              <a:endParaRPr lang="en-US" altLang="zh-CN" sz="2400" b="1" kern="100" dirty="0">
                <a:solidFill>
                  <a:schemeClr val="bg1"/>
                </a:solidFill>
                <a:ea typeface="思源黑体 CN Regular" panose="020B0500000000000000" pitchFamily="34" charset="-122"/>
                <a:sym typeface="+mn-ea"/>
              </a:endParaRP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sp>
        <p:nvSpPr>
          <p:cNvPr id="8" name="文本框 7"/>
          <p:cNvSpPr txBox="1"/>
          <p:nvPr/>
        </p:nvSpPr>
        <p:spPr>
          <a:xfrm>
            <a:off x="3582035" y="1118870"/>
            <a:ext cx="5203190" cy="521970"/>
          </a:xfrm>
          <a:prstGeom prst="rect">
            <a:avLst/>
          </a:prstGeom>
          <a:noFill/>
        </p:spPr>
        <p:txBody>
          <a:bodyPr wrap="square" rtlCol="0">
            <a:spAutoFit/>
          </a:bodyPr>
          <a:lstStyle/>
          <a:p>
            <a:r>
              <a:rPr lang="zh-CN" altLang="en-US" sz="2800">
                <a:solidFill>
                  <a:srgbClr val="FF0000"/>
                </a:solidFill>
              </a:rPr>
              <a:t>持续</a:t>
            </a:r>
            <a:r>
              <a:rPr lang="zh-CN" altLang="en-US" sz="2800"/>
              <a:t>几天的熬夜让她的</a:t>
            </a:r>
            <a:r>
              <a:rPr lang="zh-CN" altLang="en-US" sz="2800">
                <a:solidFill>
                  <a:srgbClr val="FF0000"/>
                </a:solidFill>
              </a:rPr>
              <a:t>记忆</a:t>
            </a:r>
            <a:r>
              <a:rPr lang="zh-CN" altLang="en-US" sz="2800"/>
              <a:t>变差</a:t>
            </a:r>
            <a:r>
              <a:rPr lang="en-US" altLang="zh-CN" sz="2800"/>
              <a:t>。</a:t>
            </a:r>
          </a:p>
        </p:txBody>
      </p:sp>
      <p:pic>
        <p:nvPicPr>
          <p:cNvPr id="41" name="图片 40"/>
          <p:cNvPicPr/>
          <p:nvPr/>
        </p:nvPicPr>
        <p:blipFill>
          <a:blip r:embed="rId3"/>
          <a:stretch>
            <a:fillRect/>
          </a:stretch>
        </p:blipFill>
        <p:spPr>
          <a:xfrm>
            <a:off x="3819525" y="3286760"/>
            <a:ext cx="3919220" cy="3333115"/>
          </a:xfrm>
          <a:prstGeom prst="rect">
            <a:avLst/>
          </a:prstGeom>
        </p:spPr>
      </p:pic>
      <p:sp>
        <p:nvSpPr>
          <p:cNvPr id="42" name="文本框 41"/>
          <p:cNvSpPr txBox="1"/>
          <p:nvPr/>
        </p:nvSpPr>
        <p:spPr>
          <a:xfrm>
            <a:off x="3886200" y="2355215"/>
            <a:ext cx="4297045" cy="829945"/>
          </a:xfrm>
          <a:prstGeom prst="rect">
            <a:avLst/>
          </a:prstGeom>
          <a:noFill/>
        </p:spPr>
        <p:txBody>
          <a:bodyPr wrap="square" rtlCol="0">
            <a:spAutoFit/>
          </a:bodyPr>
          <a:lstStyle/>
          <a:p>
            <a:r>
              <a:rPr lang="zh-CN" altLang="en-US" sz="2400"/>
              <a:t>他是一位</a:t>
            </a:r>
            <a:r>
              <a:rPr lang="zh-CN" altLang="en-US" sz="2400">
                <a:solidFill>
                  <a:srgbClr val="FF0000"/>
                </a:solidFill>
              </a:rPr>
              <a:t>记忆</a:t>
            </a:r>
            <a:r>
              <a:rPr lang="zh-CN" altLang="en-US" sz="2400"/>
              <a:t>达人</a:t>
            </a:r>
            <a:r>
              <a:rPr lang="en-US" altLang="zh-CN" sz="2400"/>
              <a:t>，</a:t>
            </a:r>
            <a:r>
              <a:rPr lang="zh-CN" altLang="en-US" sz="2400"/>
              <a:t>什么都能记住</a:t>
            </a:r>
            <a:r>
              <a:rPr lang="en-US" altLang="zh-CN" sz="2400"/>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xit" presetSubtype="8" fill="hold" nodeType="with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翻书声.wav"/>
                                        </p:tgtEl>
                                      </p:cMediaNode>
                                    </p:audio>
                                  </p:subTnLst>
                                </p:cTn>
                              </p:par>
                            </p:childTnLst>
                          </p:cTn>
                        </p:par>
                      </p:childTnLst>
                    </p:cTn>
                  </p:par>
                  <p:par>
                    <p:cTn id="11" fill="hold">
                      <p:stCondLst>
                        <p:cond delay="indefinite"/>
                      </p:stCondLst>
                      <p:childTnLst>
                        <p:par>
                          <p:cTn id="12" fill="hold">
                            <p:stCondLst>
                              <p:cond delay="0"/>
                            </p:stCondLst>
                            <p:childTnLst>
                              <p:par>
                                <p:cTn id="13" presetID="17" presetClass="exit" presetSubtype="8" fill="hold" nodeType="clickEffect">
                                  <p:stCondLst>
                                    <p:cond delay="0"/>
                                  </p:stCondLst>
                                  <p:childTnLst>
                                    <p:anim calcmode="lin" valueType="num">
                                      <p:cBhvr additive="base">
                                        <p:cTn id="14" dur="500"/>
                                        <p:tgtEl>
                                          <p:spTgt spid="16"/>
                                        </p:tgtEl>
                                        <p:attrNameLst>
                                          <p:attrName>ppt_x</p:attrName>
                                        </p:attrNameLst>
                                      </p:cBhvr>
                                      <p:tavLst>
                                        <p:tav tm="0">
                                          <p:val>
                                            <p:strVal val="ppt_x"/>
                                          </p:val>
                                        </p:tav>
                                        <p:tav tm="100000">
                                          <p:val>
                                            <p:strVal val="ppt_x-ppt_w/2"/>
                                          </p:val>
                                        </p:tav>
                                      </p:tavLst>
                                    </p:anim>
                                    <p:anim calcmode="lin" valueType="num">
                                      <p:cBhvr additive="base">
                                        <p:cTn id="15" dur="500"/>
                                        <p:tgtEl>
                                          <p:spTgt spid="16"/>
                                        </p:tgtEl>
                                        <p:attrNameLst>
                                          <p:attrName>ppt_y</p:attrName>
                                        </p:attrNameLst>
                                      </p:cBhvr>
                                      <p:tavLst>
                                        <p:tav tm="0">
                                          <p:val>
                                            <p:strVal val="ppt_y"/>
                                          </p:val>
                                        </p:tav>
                                        <p:tav tm="100000">
                                          <p:val>
                                            <p:strVal val="ppt_y"/>
                                          </p:val>
                                        </p:tav>
                                      </p:tavLst>
                                    </p:anim>
                                    <p:anim calcmode="lin" valueType="num">
                                      <p:cBhvr additive="base">
                                        <p:cTn id="16" dur="500"/>
                                        <p:tgtEl>
                                          <p:spTgt spid="16"/>
                                        </p:tgtEl>
                                        <p:attrNameLst>
                                          <p:attrName>ppt_w</p:attrName>
                                        </p:attrNameLst>
                                      </p:cBhvr>
                                      <p:tavLst>
                                        <p:tav tm="0">
                                          <p:val>
                                            <p:strVal val="ppt_w"/>
                                          </p:val>
                                        </p:tav>
                                        <p:tav tm="100000">
                                          <p:val>
                                            <p:fltVal val="0"/>
                                          </p:val>
                                        </p:tav>
                                      </p:tavLst>
                                    </p:anim>
                                    <p:anim calcmode="lin" valueType="num">
                                      <p:cBhvr additive="base">
                                        <p:cTn id="17" dur="500"/>
                                        <p:tgtEl>
                                          <p:spTgt spid="16"/>
                                        </p:tgtEl>
                                        <p:attrNameLst>
                                          <p:attrName>ppt_h</p:attrName>
                                        </p:attrNameLst>
                                      </p:cBhvr>
                                      <p:tavLst>
                                        <p:tav tm="0">
                                          <p:val>
                                            <p:strVal val="ppt_h"/>
                                          </p:val>
                                        </p:tav>
                                        <p:tav tm="100000">
                                          <p:val>
                                            <p:strVal val="ppt_h"/>
                                          </p:val>
                                        </p:tav>
                                      </p:tavLst>
                                    </p:anim>
                                    <p:set>
                                      <p:cBhvr additive="base">
                                        <p:cTn id="18" dur="1" fill="hold">
                                          <p:stCondLst>
                                            <p:cond delay="499"/>
                                          </p:stCondLst>
                                        </p:cTn>
                                        <p:tgtEl>
                                          <p:spTgt spid="16"/>
                                        </p:tgtEl>
                                        <p:attrNameLst>
                                          <p:attrName>style.visibility</p:attrName>
                                        </p:attrNameLst>
                                      </p:cBhvr>
                                      <p:to>
                                        <p:strVal val="hidden"/>
                                      </p:to>
                                    </p:set>
                                  </p:childTnLst>
                                </p:cTn>
                              </p:par>
                            </p:childTnLst>
                          </p:cTn>
                        </p:par>
                        <p:par>
                          <p:cTn id="19" fill="hold">
                            <p:stCondLst>
                              <p:cond delay="500"/>
                            </p:stCondLst>
                            <p:childTnLst>
                              <p:par>
                                <p:cTn id="20" presetID="17" presetClass="entr" presetSubtype="2" fill="hold" nodeType="afterEffect">
                                  <p:stCondLst>
                                    <p:cond delay="0"/>
                                  </p:stCondLst>
                                  <p:childTnLst>
                                    <p:set>
                                      <p:cBhvr additive="base">
                                        <p:cTn id="21" dur="500"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anim calcmode="lin" valueType="num">
                                      <p:cBhvr additive="base">
                                        <p:cTn id="24" dur="500" fill="hold"/>
                                        <p:tgtEl>
                                          <p:spTgt spid="6"/>
                                        </p:tgtEl>
                                        <p:attrNameLst>
                                          <p:attrName>ppt_w</p:attrName>
                                        </p:attrNameLst>
                                      </p:cBhvr>
                                      <p:tavLst>
                                        <p:tav tm="0">
                                          <p:val>
                                            <p:fltVal val="0"/>
                                          </p:val>
                                        </p:tav>
                                        <p:tav tm="100000">
                                          <p:val>
                                            <p:strVal val="#ppt_w"/>
                                          </p:val>
                                        </p:tav>
                                      </p:tavLst>
                                    </p:anim>
                                    <p:anim calcmode="lin" valueType="num">
                                      <p:cBhvr additive="base">
                                        <p:cTn id="25"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2" name="翻书声.wav"/>
                                        </p:tgtEl>
                                      </p:cMediaNode>
                                    </p:audio>
                                  </p:subTnLst>
                                </p:cTn>
                              </p:par>
                            </p:childTnLst>
                          </p:cTn>
                        </p:par>
                      </p:childTnLst>
                    </p:cTn>
                  </p:par>
                  <p:par>
                    <p:cTn id="26" fill="hold">
                      <p:stCondLst>
                        <p:cond delay="indefinite"/>
                      </p:stCondLst>
                      <p:childTnLst>
                        <p:par>
                          <p:cTn id="27" fill="hold">
                            <p:stCondLst>
                              <p:cond delay="0"/>
                            </p:stCondLst>
                            <p:childTnLst>
                              <p:par>
                                <p:cTn id="28" presetID="17" presetClass="exit" presetSubtype="8" fill="hold" nodeType="clickEffect">
                                  <p:stCondLst>
                                    <p:cond delay="0"/>
                                  </p:stCondLst>
                                  <p:childTnLst>
                                    <p:anim calcmode="lin" valueType="num">
                                      <p:cBhvr additive="base">
                                        <p:cTn id="29" dur="500"/>
                                        <p:tgtEl>
                                          <p:spTgt spid="64"/>
                                        </p:tgtEl>
                                        <p:attrNameLst>
                                          <p:attrName>ppt_x</p:attrName>
                                        </p:attrNameLst>
                                      </p:cBhvr>
                                      <p:tavLst>
                                        <p:tav tm="0">
                                          <p:val>
                                            <p:strVal val="ppt_x"/>
                                          </p:val>
                                        </p:tav>
                                        <p:tav tm="100000">
                                          <p:val>
                                            <p:strVal val="ppt_x-ppt_w/2"/>
                                          </p:val>
                                        </p:tav>
                                      </p:tavLst>
                                    </p:anim>
                                    <p:anim calcmode="lin" valueType="num">
                                      <p:cBhvr additive="base">
                                        <p:cTn id="30" dur="500"/>
                                        <p:tgtEl>
                                          <p:spTgt spid="64"/>
                                        </p:tgtEl>
                                        <p:attrNameLst>
                                          <p:attrName>ppt_y</p:attrName>
                                        </p:attrNameLst>
                                      </p:cBhvr>
                                      <p:tavLst>
                                        <p:tav tm="0">
                                          <p:val>
                                            <p:strVal val="ppt_y"/>
                                          </p:val>
                                        </p:tav>
                                        <p:tav tm="100000">
                                          <p:val>
                                            <p:strVal val="ppt_y"/>
                                          </p:val>
                                        </p:tav>
                                      </p:tavLst>
                                    </p:anim>
                                    <p:anim calcmode="lin" valueType="num">
                                      <p:cBhvr additive="base">
                                        <p:cTn id="31" dur="500"/>
                                        <p:tgtEl>
                                          <p:spTgt spid="64"/>
                                        </p:tgtEl>
                                        <p:attrNameLst>
                                          <p:attrName>ppt_w</p:attrName>
                                        </p:attrNameLst>
                                      </p:cBhvr>
                                      <p:tavLst>
                                        <p:tav tm="0">
                                          <p:val>
                                            <p:strVal val="ppt_w"/>
                                          </p:val>
                                        </p:tav>
                                        <p:tav tm="100000">
                                          <p:val>
                                            <p:fltVal val="0"/>
                                          </p:val>
                                        </p:tav>
                                      </p:tavLst>
                                    </p:anim>
                                    <p:anim calcmode="lin" valueType="num">
                                      <p:cBhvr additive="base">
                                        <p:cTn id="32" dur="500"/>
                                        <p:tgtEl>
                                          <p:spTgt spid="64"/>
                                        </p:tgtEl>
                                        <p:attrNameLst>
                                          <p:attrName>ppt_h</p:attrName>
                                        </p:attrNameLst>
                                      </p:cBhvr>
                                      <p:tavLst>
                                        <p:tav tm="0">
                                          <p:val>
                                            <p:strVal val="ppt_h"/>
                                          </p:val>
                                        </p:tav>
                                        <p:tav tm="100000">
                                          <p:val>
                                            <p:strVal val="ppt_h"/>
                                          </p:val>
                                        </p:tav>
                                      </p:tavLst>
                                    </p:anim>
                                    <p:set>
                                      <p:cBhvr additive="base">
                                        <p:cTn id="33" dur="1" fill="hold">
                                          <p:stCondLst>
                                            <p:cond delay="499"/>
                                          </p:stCondLst>
                                        </p:cTn>
                                        <p:tgtEl>
                                          <p:spTgt spid="64"/>
                                        </p:tgtEl>
                                        <p:attrNameLst>
                                          <p:attrName>style.visibility</p:attrName>
                                        </p:attrNameLst>
                                      </p:cBhvr>
                                      <p:to>
                                        <p:strVal val="hidden"/>
                                      </p:to>
                                    </p:set>
                                  </p:childTnLst>
                                </p:cTn>
                              </p:par>
                            </p:childTnLst>
                          </p:cTn>
                        </p:par>
                        <p:par>
                          <p:cTn id="34" fill="hold">
                            <p:stCondLst>
                              <p:cond delay="500"/>
                            </p:stCondLst>
                            <p:childTnLst>
                              <p:par>
                                <p:cTn id="35" presetID="17" presetClass="entr" presetSubtype="2" fill="hold" nodeType="afterEffect">
                                  <p:stCondLst>
                                    <p:cond delay="0"/>
                                  </p:stCondLst>
                                  <p:childTnLst>
                                    <p:set>
                                      <p:cBhvr additive="base">
                                        <p:cTn id="36" dur="500" fill="hold">
                                          <p:stCondLst>
                                            <p:cond delay="0"/>
                                          </p:stCondLst>
                                        </p:cTn>
                                        <p:tgtEl>
                                          <p:spTgt spid="61"/>
                                        </p:tgtEl>
                                        <p:attrNameLst>
                                          <p:attrName>style.visibility</p:attrName>
                                        </p:attrNameLst>
                                      </p:cBhvr>
                                      <p:to>
                                        <p:strVal val="visible"/>
                                      </p:to>
                                    </p:set>
                                    <p:anim calcmode="lin" valueType="num">
                                      <p:cBhvr additive="base">
                                        <p:cTn id="37" dur="500" fill="hold"/>
                                        <p:tgtEl>
                                          <p:spTgt spid="61"/>
                                        </p:tgtEl>
                                        <p:attrNameLst>
                                          <p:attrName>ppt_x</p:attrName>
                                        </p:attrNameLst>
                                      </p:cBhvr>
                                      <p:tavLst>
                                        <p:tav tm="0">
                                          <p:val>
                                            <p:strVal val="#ppt_x+#ppt_w/2"/>
                                          </p:val>
                                        </p:tav>
                                        <p:tav tm="100000">
                                          <p:val>
                                            <p:strVal val="#ppt_x"/>
                                          </p:val>
                                        </p:tav>
                                      </p:tavLst>
                                    </p:anim>
                                    <p:anim calcmode="lin" valueType="num">
                                      <p:cBhvr additive="base">
                                        <p:cTn id="38" dur="500" fill="hold"/>
                                        <p:tgtEl>
                                          <p:spTgt spid="61"/>
                                        </p:tgtEl>
                                        <p:attrNameLst>
                                          <p:attrName>ppt_y</p:attrName>
                                        </p:attrNameLst>
                                      </p:cBhvr>
                                      <p:tavLst>
                                        <p:tav tm="0">
                                          <p:val>
                                            <p:strVal val="#ppt_y"/>
                                          </p:val>
                                        </p:tav>
                                        <p:tav tm="100000">
                                          <p:val>
                                            <p:strVal val="#ppt_y"/>
                                          </p:val>
                                        </p:tav>
                                      </p:tavLst>
                                    </p:anim>
                                    <p:anim calcmode="lin" valueType="num">
                                      <p:cBhvr additive="base">
                                        <p:cTn id="39" dur="500" fill="hold"/>
                                        <p:tgtEl>
                                          <p:spTgt spid="61"/>
                                        </p:tgtEl>
                                        <p:attrNameLst>
                                          <p:attrName>ppt_w</p:attrName>
                                        </p:attrNameLst>
                                      </p:cBhvr>
                                      <p:tavLst>
                                        <p:tav tm="0">
                                          <p:val>
                                            <p:fltVal val="0"/>
                                          </p:val>
                                        </p:tav>
                                        <p:tav tm="100000">
                                          <p:val>
                                            <p:strVal val="#ppt_w"/>
                                          </p:val>
                                        </p:tav>
                                      </p:tavLst>
                                    </p:anim>
                                    <p:anim calcmode="lin" valueType="num">
                                      <p:cBhvr additive="base">
                                        <p:cTn id="40"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2" name="翻书声.wav"/>
                                        </p:tgtEl>
                                      </p:cMediaNode>
                                    </p:audio>
                                  </p:subTnLst>
                                </p:cTn>
                              </p:par>
                            </p:childTnLst>
                          </p:cTn>
                        </p:par>
                        <p:par>
                          <p:cTn id="41" fill="hold">
                            <p:stCondLst>
                              <p:cond delay="1000"/>
                            </p:stCondLst>
                            <p:childTnLst>
                              <p:par>
                                <p:cTn id="42" presetID="17" presetClass="entr" presetSubtype="2" fill="hold" nodeType="afterEffect">
                                  <p:stCondLst>
                                    <p:cond delay="0"/>
                                  </p:stCondLst>
                                  <p:childTnLst>
                                    <p:set>
                                      <p:cBhvr additive="base">
                                        <p:cTn id="43" dur="500" fill="hold">
                                          <p:stCondLst>
                                            <p:cond delay="0"/>
                                          </p:stCondLst>
                                        </p:cTn>
                                        <p:tgtEl>
                                          <p:spTgt spid="67"/>
                                        </p:tgtEl>
                                        <p:attrNameLst>
                                          <p:attrName>style.visibility</p:attrName>
                                        </p:attrNameLst>
                                      </p:cBhvr>
                                      <p:to>
                                        <p:strVal val="visible"/>
                                      </p:to>
                                    </p:set>
                                    <p:anim calcmode="lin" valueType="num">
                                      <p:cBhvr additive="base">
                                        <p:cTn id="44" dur="500" fill="hold"/>
                                        <p:tgtEl>
                                          <p:spTgt spid="67"/>
                                        </p:tgtEl>
                                        <p:attrNameLst>
                                          <p:attrName>ppt_x</p:attrName>
                                        </p:attrNameLst>
                                      </p:cBhvr>
                                      <p:tavLst>
                                        <p:tav tm="0">
                                          <p:val>
                                            <p:strVal val="#ppt_x+#ppt_w/2"/>
                                          </p:val>
                                        </p:tav>
                                        <p:tav tm="100000">
                                          <p:val>
                                            <p:strVal val="#ppt_x"/>
                                          </p:val>
                                        </p:tav>
                                      </p:tavLst>
                                    </p:anim>
                                    <p:anim calcmode="lin" valueType="num">
                                      <p:cBhvr additive="base">
                                        <p:cTn id="45" dur="500" fill="hold"/>
                                        <p:tgtEl>
                                          <p:spTgt spid="67"/>
                                        </p:tgtEl>
                                        <p:attrNameLst>
                                          <p:attrName>ppt_y</p:attrName>
                                        </p:attrNameLst>
                                      </p:cBhvr>
                                      <p:tavLst>
                                        <p:tav tm="0">
                                          <p:val>
                                            <p:strVal val="#ppt_y"/>
                                          </p:val>
                                        </p:tav>
                                        <p:tav tm="100000">
                                          <p:val>
                                            <p:strVal val="#ppt_y"/>
                                          </p:val>
                                        </p:tav>
                                      </p:tavLst>
                                    </p:anim>
                                    <p:anim calcmode="lin" valueType="num">
                                      <p:cBhvr additive="base">
                                        <p:cTn id="46" dur="500" fill="hold"/>
                                        <p:tgtEl>
                                          <p:spTgt spid="67"/>
                                        </p:tgtEl>
                                        <p:attrNameLst>
                                          <p:attrName>ppt_w</p:attrName>
                                        </p:attrNameLst>
                                      </p:cBhvr>
                                      <p:tavLst>
                                        <p:tav tm="0">
                                          <p:val>
                                            <p:fltVal val="0"/>
                                          </p:val>
                                        </p:tav>
                                        <p:tav tm="100000">
                                          <p:val>
                                            <p:strVal val="#ppt_w"/>
                                          </p:val>
                                        </p:tav>
                                      </p:tavLst>
                                    </p:anim>
                                    <p:anim calcmode="lin" valueType="num">
                                      <p:cBhvr additive="base">
                                        <p:cTn id="47"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2" name="翻书声.wav"/>
                                        </p:tgtEl>
                                      </p:cMediaNode>
                                    </p:audio>
                                  </p:subTnLst>
                                </p:cTn>
                              </p:par>
                            </p:childTnLst>
                          </p:cTn>
                        </p:par>
                      </p:childTnLst>
                    </p:cTn>
                  </p:par>
                  <p:par>
                    <p:cTn id="48" fill="hold">
                      <p:stCondLst>
                        <p:cond delay="indefinite"/>
                      </p:stCondLst>
                      <p:childTnLst>
                        <p:par>
                          <p:cTn id="49" fill="hold">
                            <p:stCondLst>
                              <p:cond delay="0"/>
                            </p:stCondLst>
                            <p:childTnLst>
                              <p:par>
                                <p:cTn id="50" presetID="17" presetClass="exit" presetSubtype="8" fill="hold" nodeType="clickEffect">
                                  <p:stCondLst>
                                    <p:cond delay="0"/>
                                  </p:stCondLst>
                                  <p:childTnLst>
                                    <p:anim calcmode="lin" valueType="num">
                                      <p:cBhvr additive="base">
                                        <p:cTn id="51" dur="500"/>
                                        <p:tgtEl>
                                          <p:spTgt spid="70"/>
                                        </p:tgtEl>
                                        <p:attrNameLst>
                                          <p:attrName>ppt_x</p:attrName>
                                        </p:attrNameLst>
                                      </p:cBhvr>
                                      <p:tavLst>
                                        <p:tav tm="0">
                                          <p:val>
                                            <p:strVal val="ppt_x"/>
                                          </p:val>
                                        </p:tav>
                                        <p:tav tm="100000">
                                          <p:val>
                                            <p:strVal val="ppt_x-ppt_w/2"/>
                                          </p:val>
                                        </p:tav>
                                      </p:tavLst>
                                    </p:anim>
                                    <p:anim calcmode="lin" valueType="num">
                                      <p:cBhvr additive="base">
                                        <p:cTn id="52" dur="500"/>
                                        <p:tgtEl>
                                          <p:spTgt spid="70"/>
                                        </p:tgtEl>
                                        <p:attrNameLst>
                                          <p:attrName>ppt_y</p:attrName>
                                        </p:attrNameLst>
                                      </p:cBhvr>
                                      <p:tavLst>
                                        <p:tav tm="0">
                                          <p:val>
                                            <p:strVal val="ppt_y"/>
                                          </p:val>
                                        </p:tav>
                                        <p:tav tm="100000">
                                          <p:val>
                                            <p:strVal val="ppt_y"/>
                                          </p:val>
                                        </p:tav>
                                      </p:tavLst>
                                    </p:anim>
                                    <p:anim calcmode="lin" valueType="num">
                                      <p:cBhvr additive="base">
                                        <p:cTn id="53" dur="500"/>
                                        <p:tgtEl>
                                          <p:spTgt spid="70"/>
                                        </p:tgtEl>
                                        <p:attrNameLst>
                                          <p:attrName>ppt_w</p:attrName>
                                        </p:attrNameLst>
                                      </p:cBhvr>
                                      <p:tavLst>
                                        <p:tav tm="0">
                                          <p:val>
                                            <p:strVal val="ppt_w"/>
                                          </p:val>
                                        </p:tav>
                                        <p:tav tm="100000">
                                          <p:val>
                                            <p:fltVal val="0"/>
                                          </p:val>
                                        </p:tav>
                                      </p:tavLst>
                                    </p:anim>
                                    <p:anim calcmode="lin" valueType="num">
                                      <p:cBhvr additive="base">
                                        <p:cTn id="54" dur="500"/>
                                        <p:tgtEl>
                                          <p:spTgt spid="70"/>
                                        </p:tgtEl>
                                        <p:attrNameLst>
                                          <p:attrName>ppt_h</p:attrName>
                                        </p:attrNameLst>
                                      </p:cBhvr>
                                      <p:tavLst>
                                        <p:tav tm="0">
                                          <p:val>
                                            <p:strVal val="ppt_h"/>
                                          </p:val>
                                        </p:tav>
                                        <p:tav tm="100000">
                                          <p:val>
                                            <p:strVal val="ppt_h"/>
                                          </p:val>
                                        </p:tav>
                                      </p:tavLst>
                                    </p:anim>
                                    <p:set>
                                      <p:cBhvr additive="base">
                                        <p:cTn id="55"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50"/>
                                            </p:cond>
                                          </p:stCondLst>
                                          <p:endCondLst>
                                            <p:cond evt="onStopAudio" delay="0">
                                              <p:tgtEl>
                                                <p:sldTgt/>
                                              </p:tgtEl>
                                            </p:cond>
                                          </p:endCondLst>
                                        </p:cTn>
                                        <p:tgtEl>
                                          <p:sndTgt r:embed="rId2" name="翻书声.wav"/>
                                        </p:tgtEl>
                                      </p:cMediaNode>
                                    </p:audio>
                                  </p:subTnLst>
                                </p:cTn>
                              </p:par>
                            </p:childTnLst>
                          </p:cTn>
                        </p:par>
                      </p:childTnLst>
                    </p:cTn>
                  </p:par>
                  <p:par>
                    <p:cTn id="56" fill="hold">
                      <p:stCondLst>
                        <p:cond delay="indefinite"/>
                      </p:stCondLst>
                      <p:childTnLst>
                        <p:par>
                          <p:cTn id="57" fill="hold">
                            <p:stCondLst>
                              <p:cond delay="0"/>
                            </p:stCondLst>
                            <p:childTnLst>
                              <p:par>
                                <p:cTn id="58" presetID="17" presetClass="exit" presetSubtype="8" fill="hold" nodeType="clickEffect">
                                  <p:stCondLst>
                                    <p:cond delay="0"/>
                                  </p:stCondLst>
                                  <p:childTnLst>
                                    <p:anim calcmode="lin" valueType="num">
                                      <p:cBhvr additive="base">
                                        <p:cTn id="59" dur="500"/>
                                        <p:tgtEl>
                                          <p:spTgt spid="22"/>
                                        </p:tgtEl>
                                        <p:attrNameLst>
                                          <p:attrName>ppt_x</p:attrName>
                                        </p:attrNameLst>
                                      </p:cBhvr>
                                      <p:tavLst>
                                        <p:tav tm="0">
                                          <p:val>
                                            <p:strVal val="ppt_x"/>
                                          </p:val>
                                        </p:tav>
                                        <p:tav tm="100000">
                                          <p:val>
                                            <p:strVal val="ppt_x-ppt_w/2"/>
                                          </p:val>
                                        </p:tav>
                                      </p:tavLst>
                                    </p:anim>
                                    <p:anim calcmode="lin" valueType="num">
                                      <p:cBhvr additive="base">
                                        <p:cTn id="60" dur="500"/>
                                        <p:tgtEl>
                                          <p:spTgt spid="22"/>
                                        </p:tgtEl>
                                        <p:attrNameLst>
                                          <p:attrName>ppt_y</p:attrName>
                                        </p:attrNameLst>
                                      </p:cBhvr>
                                      <p:tavLst>
                                        <p:tav tm="0">
                                          <p:val>
                                            <p:strVal val="ppt_y"/>
                                          </p:val>
                                        </p:tav>
                                        <p:tav tm="100000">
                                          <p:val>
                                            <p:strVal val="ppt_y"/>
                                          </p:val>
                                        </p:tav>
                                      </p:tavLst>
                                    </p:anim>
                                    <p:anim calcmode="lin" valueType="num">
                                      <p:cBhvr additive="base">
                                        <p:cTn id="61" dur="500"/>
                                        <p:tgtEl>
                                          <p:spTgt spid="22"/>
                                        </p:tgtEl>
                                        <p:attrNameLst>
                                          <p:attrName>ppt_w</p:attrName>
                                        </p:attrNameLst>
                                      </p:cBhvr>
                                      <p:tavLst>
                                        <p:tav tm="0">
                                          <p:val>
                                            <p:strVal val="ppt_w"/>
                                          </p:val>
                                        </p:tav>
                                        <p:tav tm="100000">
                                          <p:val>
                                            <p:fltVal val="0"/>
                                          </p:val>
                                        </p:tav>
                                      </p:tavLst>
                                    </p:anim>
                                    <p:anim calcmode="lin" valueType="num">
                                      <p:cBhvr additive="base">
                                        <p:cTn id="62" dur="500"/>
                                        <p:tgtEl>
                                          <p:spTgt spid="22"/>
                                        </p:tgtEl>
                                        <p:attrNameLst>
                                          <p:attrName>ppt_h</p:attrName>
                                        </p:attrNameLst>
                                      </p:cBhvr>
                                      <p:tavLst>
                                        <p:tav tm="0">
                                          <p:val>
                                            <p:strVal val="ppt_h"/>
                                          </p:val>
                                        </p:tav>
                                        <p:tav tm="100000">
                                          <p:val>
                                            <p:strVal val="ppt_h"/>
                                          </p:val>
                                        </p:tav>
                                      </p:tavLst>
                                    </p:anim>
                                    <p:set>
                                      <p:cBhvr additive="base">
                                        <p:cTn id="63" dur="1" fill="hold">
                                          <p:stCondLst>
                                            <p:cond delay="499"/>
                                          </p:stCondLst>
                                        </p:cTn>
                                        <p:tgtEl>
                                          <p:spTgt spid="22"/>
                                        </p:tgtEl>
                                        <p:attrNameLst>
                                          <p:attrName>style.visibility</p:attrName>
                                        </p:attrNameLst>
                                      </p:cBhvr>
                                      <p:to>
                                        <p:strVal val="hidden"/>
                                      </p:to>
                                    </p:set>
                                  </p:childTnLst>
                                </p:cTn>
                              </p:par>
                            </p:childTnLst>
                          </p:cTn>
                        </p:par>
                        <p:par>
                          <p:cTn id="64" fill="hold">
                            <p:stCondLst>
                              <p:cond delay="500"/>
                            </p:stCondLst>
                            <p:childTnLst>
                              <p:par>
                                <p:cTn id="65" presetID="17" presetClass="entr" presetSubtype="2" fill="hold" nodeType="afterEffect">
                                  <p:stCondLst>
                                    <p:cond delay="0"/>
                                  </p:stCondLst>
                                  <p:childTnLst>
                                    <p:set>
                                      <p:cBhvr additive="base">
                                        <p:cTn id="66" dur="500" fill="hold">
                                          <p:stCondLst>
                                            <p:cond delay="0"/>
                                          </p:stCondLst>
                                        </p:cTn>
                                        <p:tgtEl>
                                          <p:spTgt spid="27"/>
                                        </p:tgtEl>
                                        <p:attrNameLst>
                                          <p:attrName>style.visibility</p:attrName>
                                        </p:attrNameLst>
                                      </p:cBhvr>
                                      <p:to>
                                        <p:strVal val="visible"/>
                                      </p:to>
                                    </p:set>
                                    <p:anim calcmode="lin" valueType="num">
                                      <p:cBhvr additive="base">
                                        <p:cTn id="67" dur="500" fill="hold"/>
                                        <p:tgtEl>
                                          <p:spTgt spid="27"/>
                                        </p:tgtEl>
                                        <p:attrNameLst>
                                          <p:attrName>ppt_x</p:attrName>
                                        </p:attrNameLst>
                                      </p:cBhvr>
                                      <p:tavLst>
                                        <p:tav tm="0">
                                          <p:val>
                                            <p:strVal val="#ppt_x+#ppt_w/2"/>
                                          </p:val>
                                        </p:tav>
                                        <p:tav tm="100000">
                                          <p:val>
                                            <p:strVal val="#ppt_x"/>
                                          </p:val>
                                        </p:tav>
                                      </p:tavLst>
                                    </p:anim>
                                    <p:anim calcmode="lin" valueType="num">
                                      <p:cBhvr additive="base">
                                        <p:cTn id="68" dur="500" fill="hold"/>
                                        <p:tgtEl>
                                          <p:spTgt spid="27"/>
                                        </p:tgtEl>
                                        <p:attrNameLst>
                                          <p:attrName>ppt_y</p:attrName>
                                        </p:attrNameLst>
                                      </p:cBhvr>
                                      <p:tavLst>
                                        <p:tav tm="0">
                                          <p:val>
                                            <p:strVal val="#ppt_y"/>
                                          </p:val>
                                        </p:tav>
                                        <p:tav tm="100000">
                                          <p:val>
                                            <p:strVal val="#ppt_y"/>
                                          </p:val>
                                        </p:tav>
                                      </p:tavLst>
                                    </p:anim>
                                    <p:anim calcmode="lin" valueType="num">
                                      <p:cBhvr additive="base">
                                        <p:cTn id="69" dur="500" fill="hold"/>
                                        <p:tgtEl>
                                          <p:spTgt spid="27"/>
                                        </p:tgtEl>
                                        <p:attrNameLst>
                                          <p:attrName>ppt_w</p:attrName>
                                        </p:attrNameLst>
                                      </p:cBhvr>
                                      <p:tavLst>
                                        <p:tav tm="0">
                                          <p:val>
                                            <p:fltVal val="0"/>
                                          </p:val>
                                        </p:tav>
                                        <p:tav tm="100000">
                                          <p:val>
                                            <p:strVal val="#ppt_w"/>
                                          </p:val>
                                        </p:tav>
                                      </p:tavLst>
                                    </p:anim>
                                    <p:anim calcmode="lin" valueType="num">
                                      <p:cBhvr additive="base">
                                        <p:cTn id="70"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5"/>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hidden="1"/>
          <p:cNvGrpSpPr/>
          <p:nvPr/>
        </p:nvGrpSpPr>
        <p:grpSpPr>
          <a:xfrm>
            <a:off x="6093143" y="770255"/>
            <a:ext cx="4739005" cy="5817235"/>
            <a:chOff x="9628" y="1159"/>
            <a:chExt cx="7463"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9628" y="4441"/>
              <a:ext cx="7429" cy="2470"/>
            </a:xfrm>
            <a:prstGeom prst="rect">
              <a:avLst/>
            </a:prstGeom>
            <a:grpFill/>
            <a:ln>
              <a:solidFill>
                <a:srgbClr val="E2AEAB"/>
              </a:solidFill>
            </a:ln>
          </p:spPr>
          <p:txBody>
            <a:bodyPr wrap="square" rtlCol="0">
              <a:spAutoFit/>
            </a:bodyPr>
            <a:lstStyle/>
            <a:p>
              <a:pPr algn="ctr"/>
              <a:r>
                <a:rPr lang="en-US" sz="9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END</a:t>
              </a:r>
              <a:endParaRPr lang="en-US" sz="96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37" name="导致"/>
          <p:cNvGrpSpPr/>
          <p:nvPr/>
        </p:nvGrpSpPr>
        <p:grpSpPr>
          <a:xfrm>
            <a:off x="9264650" y="1791335"/>
            <a:ext cx="2543810" cy="3546475"/>
            <a:chOff x="2106" y="1159"/>
            <a:chExt cx="7429" cy="9161"/>
          </a:xfrm>
          <a:solidFill>
            <a:schemeClr val="tx2">
              <a:lumMod val="60000"/>
              <a:lumOff val="40000"/>
            </a:schemeClr>
          </a:solidFill>
        </p:grpSpPr>
        <p:sp>
          <p:nvSpPr>
            <p:cNvPr id="38" name="圆角矩形 37"/>
            <p:cNvSpPr/>
            <p:nvPr/>
          </p:nvSpPr>
          <p:spPr>
            <a:xfrm>
              <a:off x="2106" y="1159"/>
              <a:ext cx="7428" cy="9161"/>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文本框 38"/>
            <p:cNvSpPr txBox="1"/>
            <p:nvPr/>
          </p:nvSpPr>
          <p:spPr>
            <a:xfrm>
              <a:off x="2106" y="3155"/>
              <a:ext cx="7429" cy="5085"/>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3600" b="1"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d</a:t>
              </a:r>
              <a:r>
                <a:rPr lang="en-US" altLang="zh-CN" sz="3600" b="1"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ǎozhì</a:t>
              </a:r>
              <a:r>
                <a:rPr 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导致</a:t>
              </a:r>
            </a:p>
            <a:p>
              <a:pPr algn="ctr"/>
              <a:r>
                <a:rPr lang="en-US" sz="1400" b="1" kern="100" dirty="0" err="1">
                  <a:solidFill>
                    <a:schemeClr val="bg1"/>
                  </a:solidFill>
                  <a:ea typeface="思源黑体 CN Regular" panose="020B0500000000000000" pitchFamily="34" charset="-122"/>
                  <a:sym typeface="Times New Roman" panose="02020603050405020304" pitchFamily="18" charset="0"/>
                </a:rPr>
                <a:t>v.cause,to</a:t>
              </a:r>
              <a:r>
                <a:rPr lang="en-US" sz="1400" b="1" kern="100" dirty="0">
                  <a:solidFill>
                    <a:schemeClr val="bg1"/>
                  </a:solidFill>
                  <a:ea typeface="思源黑体 CN Regular" panose="020B0500000000000000" pitchFamily="34" charset="-122"/>
                  <a:sym typeface="Times New Roman" panose="02020603050405020304" pitchFamily="18" charset="0"/>
                </a:rPr>
                <a:t> lead to</a:t>
              </a: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algn="ctr">
                <a:buClrTx/>
                <a:buSzTx/>
                <a:buFontTx/>
              </a:pPr>
              <a:r>
                <a:rPr lang="en-US" altLang="zh-CN" sz="6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南</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方</a:t>
              </a:r>
              <a:endPar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sz="2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algn="ct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复</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习</a:t>
              </a:r>
            </a:p>
            <a:p>
              <a:pPr algn="ctr"/>
              <a:r>
                <a:rPr lang="en-US" altLang="zh-CN"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algn="ctr"/>
              <a:r>
                <a:rPr lang="en-US" altLang="zh-CN" sz="6000" b="1"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dǎozhì</a:t>
              </a:r>
              <a:r>
                <a:rPr 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sz="6000" dirty="0">
                  <a:latin typeface="Arial" panose="020B0704020202020204"/>
                  <a:ea typeface="Arial" panose="020B0704020202020204"/>
                  <a:cs typeface="Arial" panose="020B0704020202020204"/>
                  <a:sym typeface="Arial" panose="020B0704020202020204"/>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导致</a:t>
              </a:r>
              <a:endPar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a:t>
              </a:r>
              <a:r>
                <a:rPr lang="en-US" sz="2400" b="1" kern="100" dirty="0" err="1">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cause,to</a:t>
              </a:r>
              <a:r>
                <a:rPr lang="en-US" sz="24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 lead to</a:t>
              </a:r>
            </a:p>
          </p:txBody>
        </p:sp>
      </p:grpSp>
      <p:grpSp>
        <p:nvGrpSpPr>
          <p:cNvPr id="34" name="失眠"/>
          <p:cNvGrpSpPr/>
          <p:nvPr/>
        </p:nvGrpSpPr>
        <p:grpSpPr>
          <a:xfrm>
            <a:off x="89535" y="3488690"/>
            <a:ext cx="2543175" cy="3369310"/>
            <a:chOff x="9628" y="1159"/>
            <a:chExt cx="7463" cy="9161"/>
          </a:xfrm>
          <a:solidFill>
            <a:schemeClr val="accent5"/>
          </a:solidFill>
        </p:grpSpPr>
        <p:sp>
          <p:nvSpPr>
            <p:cNvPr id="35" name="圆角矩形 34"/>
            <p:cNvSpPr/>
            <p:nvPr/>
          </p:nvSpPr>
          <p:spPr>
            <a:xfrm>
              <a:off x="9663" y="1159"/>
              <a:ext cx="7428" cy="916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9628" y="3260"/>
              <a:ext cx="7429" cy="5772"/>
            </a:xfrm>
            <a:prstGeom prst="rect">
              <a:avLst/>
            </a:prstGeom>
            <a:grpFill/>
            <a:ln>
              <a:solidFill>
                <a:schemeClr val="accent5"/>
              </a:solidFill>
            </a:ln>
          </p:spPr>
          <p:txBody>
            <a:bodyPr wrap="square" rtlCol="0">
              <a:spAutoFit/>
            </a:bodyPr>
            <a:lstStyle/>
            <a:p>
              <a:pPr algn="ctr"/>
              <a:r>
                <a:rPr lang="en-US" altLang="zh-CN" sz="4000" kern="100" dirty="0" err="1">
                  <a:solidFill>
                    <a:schemeClr val="bg1"/>
                  </a:solidFill>
                  <a:latin typeface="华文细黑" panose="02010600040101010101" pitchFamily="2" charset="-122"/>
                  <a:ea typeface="华文细黑" panose="02010600040101010101" pitchFamily="2" charset="-122"/>
                  <a:sym typeface="Arial" panose="020B0704020202020204"/>
                </a:rPr>
                <a:t>shīmián</a:t>
              </a:r>
              <a:r>
                <a:rPr sz="4000" kern="100" dirty="0">
                  <a:solidFill>
                    <a:schemeClr val="bg1"/>
                  </a:solidFill>
                  <a:latin typeface="华文细黑" panose="02010600040101010101" pitchFamily="2" charset="-122"/>
                  <a:ea typeface="华文细黑" panose="02010600040101010101" pitchFamily="2" charset="-122"/>
                  <a:sym typeface="Arial" panose="020B0704020202020204"/>
                </a:rPr>
                <a:t> </a:t>
              </a:r>
              <a:endParaRPr lang="en-US" sz="4000" kern="100" dirty="0">
                <a:solidFill>
                  <a:schemeClr val="bg1"/>
                </a:solidFill>
                <a:latin typeface="华文细黑" panose="02010600040101010101" pitchFamily="2" charset="-122"/>
                <a:ea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sym typeface="+mn-ea"/>
                </a:rPr>
                <a:t>失眠</a:t>
              </a:r>
            </a:p>
            <a:p>
              <a:pPr algn="ctr"/>
              <a:r>
                <a:rPr lang="en-US" altLang="zh-CN" sz="1600" b="1" kern="100" dirty="0">
                  <a:solidFill>
                    <a:schemeClr val="bg1"/>
                  </a:solidFill>
                  <a:ea typeface="思源黑体 CN Regular" panose="020B0500000000000000"/>
                  <a:sym typeface="Times New Roman" panose="02020603050405020304" pitchFamily="18" charset="0"/>
                </a:rPr>
                <a:t>v. to suffer from insomnia</a:t>
              </a:r>
            </a:p>
          </p:txBody>
        </p:sp>
      </p:grpSp>
      <p:grpSp>
        <p:nvGrpSpPr>
          <p:cNvPr id="29" name="huxi-有问题不显示" hidden="1"/>
          <p:cNvGrpSpPr/>
          <p:nvPr/>
        </p:nvGrpSpPr>
        <p:grpSpPr>
          <a:xfrm>
            <a:off x="6125528" y="735965"/>
            <a:ext cx="4728210" cy="5817235"/>
            <a:chOff x="9645" y="1159"/>
            <a:chExt cx="7446"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645" y="2957"/>
              <a:ext cx="7429" cy="4603"/>
            </a:xfrm>
            <a:prstGeom prst="rect">
              <a:avLst/>
            </a:prstGeom>
            <a:grpFill/>
            <a:ln>
              <a:solidFill>
                <a:srgbClr val="E2AEAB"/>
              </a:solidFill>
            </a:ln>
          </p:spPr>
          <p:txBody>
            <a:bodyPr wrap="square" rtlCol="0">
              <a:spAutoFit/>
            </a:bodyPr>
            <a:lstStyle/>
            <a:p>
              <a:pPr algn="ctr"/>
              <a:r>
                <a:rPr lang="en-US" altLang="zh-CN" sz="54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hūxī</a:t>
              </a:r>
              <a:r>
                <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lang="en-US" alt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呼吸</a:t>
              </a:r>
            </a:p>
            <a:p>
              <a:pPr algn="ctr"/>
              <a:r>
                <a:rPr lang="en-US" altLang="zh-CN" sz="2400" b="1" kern="100" dirty="0">
                  <a:solidFill>
                    <a:schemeClr val="bg1"/>
                  </a:solidFill>
                  <a:ea typeface="思源黑体 CN Regular" panose="020B0500000000000000"/>
                  <a:sym typeface="+mn-ea"/>
                </a:rPr>
                <a:t>v. breathe</a:t>
              </a:r>
            </a:p>
          </p:txBody>
        </p:sp>
      </p:grpSp>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3" name="精神"/>
          <p:cNvGrpSpPr/>
          <p:nvPr/>
        </p:nvGrpSpPr>
        <p:grpSpPr>
          <a:xfrm>
            <a:off x="50800" y="-124"/>
            <a:ext cx="2907909" cy="3545792"/>
            <a:chOff x="2104" y="1446"/>
            <a:chExt cx="7429" cy="8143"/>
          </a:xfrm>
        </p:grpSpPr>
        <p:sp>
          <p:nvSpPr>
            <p:cNvPr id="5" name="圆角矩形 4"/>
            <p:cNvSpPr/>
            <p:nvPr/>
          </p:nvSpPr>
          <p:spPr>
            <a:xfrm>
              <a:off x="2401" y="1446"/>
              <a:ext cx="6703" cy="8143"/>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104" y="3381"/>
              <a:ext cx="7429" cy="4592"/>
            </a:xfrm>
            <a:prstGeom prst="rect">
              <a:avLst/>
            </a:prstGeom>
            <a:noFill/>
          </p:spPr>
          <p:txBody>
            <a:bodyPr wrap="square" rtlCol="0">
              <a:spAutoFit/>
            </a:bodyPr>
            <a:lstStyle/>
            <a:p>
              <a:pPr algn="ctr"/>
              <a:r>
                <a:rPr lang="en-US" altLang="zh-CN" sz="4000" kern="100" dirty="0" err="1">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jīngshén</a:t>
              </a:r>
              <a:r>
                <a:rPr lang="en-US" altLang="zh-CN" sz="48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精神</a:t>
              </a:r>
              <a:endParaRPr lang="zh-CN"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algn="ctr"/>
              <a:r>
                <a:rPr lang="en-US" altLang="zh-CN" sz="1600" b="1" kern="100" dirty="0">
                  <a:solidFill>
                    <a:schemeClr val="bg1"/>
                  </a:solidFill>
                  <a:ea typeface="思源黑体 CN Regular" panose="020B0500000000000000" pitchFamily="34" charset="-122"/>
                  <a:sym typeface="Times New Roman" panose="02020603050405020304" pitchFamily="18" charset="0"/>
                </a:rPr>
                <a:t>n./</a:t>
              </a:r>
              <a:r>
                <a:rPr lang="en-US" altLang="zh-CN" sz="1600" b="1" kern="100" dirty="0" err="1">
                  <a:solidFill>
                    <a:schemeClr val="bg1"/>
                  </a:solidFill>
                  <a:ea typeface="思源黑体 CN Regular" panose="020B0500000000000000" pitchFamily="34" charset="-122"/>
                  <a:sym typeface="Times New Roman" panose="02020603050405020304" pitchFamily="18" charset="0"/>
                </a:rPr>
                <a:t>adj.spirit,vigor</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000">
                  <a:sym typeface="+mn-ea"/>
                </a:rPr>
                <a:t>cāi</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猜</a:t>
              </a:r>
            </a:p>
            <a:p>
              <a:pPr lvl="0" algn="ctr">
                <a:defRPr sz="1800"/>
              </a:pPr>
              <a:r>
                <a:rPr sz="2400">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a:sym typeface="+mn-ea"/>
                </a:rPr>
                <a:t>zhǐhǎo</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algn="ctr"/>
              <a:r>
                <a:rPr sz="2400">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sz="6600" dirty="0" err="1">
                  <a:latin typeface="GB Pinyinok-D" panose="02010601030101010101" pitchFamily="2" charset="-122"/>
                  <a:ea typeface="GB Pinyinok-D" panose="02010601030101010101" pitchFamily="2" charset="-122"/>
                  <a:sym typeface="+mn-ea"/>
                </a:rPr>
                <a:t>láidejí</a:t>
              </a:r>
              <a:r>
                <a:rPr lang="en-US"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sz="8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lvl="0" algn="ctr">
                <a:defRPr sz="1800"/>
              </a:pPr>
              <a:r>
                <a:rPr sz="2400">
                  <a:sym typeface="+mn-ea"/>
                </a:rPr>
                <a:t>v. there’s still time (to do sth.)</a:t>
              </a:r>
            </a:p>
          </p:txBody>
        </p:sp>
      </p:grpSp>
      <p:pic>
        <p:nvPicPr>
          <p:cNvPr id="8" name="图片 7"/>
          <p:cNvPicPr/>
          <p:nvPr/>
        </p:nvPicPr>
        <p:blipFill>
          <a:blip r:embed="rId3"/>
          <a:stretch>
            <a:fillRect/>
          </a:stretch>
        </p:blipFill>
        <p:spPr>
          <a:xfrm>
            <a:off x="4606925" y="2842260"/>
            <a:ext cx="3201670" cy="2953385"/>
          </a:xfrm>
          <a:prstGeom prst="rect">
            <a:avLst/>
          </a:prstGeom>
        </p:spPr>
      </p:pic>
      <p:sp>
        <p:nvSpPr>
          <p:cNvPr id="41" name="文本框 40"/>
          <p:cNvSpPr txBox="1"/>
          <p:nvPr/>
        </p:nvSpPr>
        <p:spPr>
          <a:xfrm>
            <a:off x="2984500" y="1327785"/>
            <a:ext cx="6447155" cy="583565"/>
          </a:xfrm>
          <a:prstGeom prst="rect">
            <a:avLst/>
          </a:prstGeom>
          <a:noFill/>
        </p:spPr>
        <p:txBody>
          <a:bodyPr wrap="square" rtlCol="0">
            <a:spAutoFit/>
          </a:bodyPr>
          <a:lstStyle/>
          <a:p>
            <a:r>
              <a:rPr lang="zh-CN" altLang="en-US" sz="3200">
                <a:solidFill>
                  <a:srgbClr val="FF0000"/>
                </a:solidFill>
              </a:rPr>
              <a:t>失眠导致</a:t>
            </a:r>
            <a:r>
              <a:rPr lang="zh-CN" altLang="en-US" sz="3200"/>
              <a:t>他第二天</a:t>
            </a:r>
            <a:r>
              <a:rPr lang="zh-CN" altLang="en-US" sz="3200">
                <a:solidFill>
                  <a:srgbClr val="FF0000"/>
                </a:solidFill>
              </a:rPr>
              <a:t>精神</a:t>
            </a:r>
            <a:r>
              <a:rPr lang="zh-CN" altLang="en-US" sz="3200"/>
              <a:t>状态不好</a:t>
            </a:r>
            <a:r>
              <a:rPr lang="en-US" altLang="zh-CN" sz="3200"/>
              <a:t>。</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nodeType="afterEffect">
                                  <p:stCondLst>
                                    <p:cond delay="0"/>
                                  </p:stCondLst>
                                  <p:childTnLst>
                                    <p:set>
                                      <p:cBhvr additive="base">
                                        <p:cTn id="6" dur="500"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anim calcmode="lin" valueType="num">
                                      <p:cBhvr additive="base">
                                        <p:cTn id="9" dur="500" fill="hold"/>
                                        <p:tgtEl>
                                          <p:spTgt spid="23"/>
                                        </p:tgtEl>
                                        <p:attrNameLst>
                                          <p:attrName>ppt_w</p:attrName>
                                        </p:attrNameLst>
                                      </p:cBhvr>
                                      <p:tavLst>
                                        <p:tav tm="0">
                                          <p:val>
                                            <p:fltVal val="0"/>
                                          </p:val>
                                        </p:tav>
                                        <p:tav tm="100000">
                                          <p:val>
                                            <p:strVal val="#ppt_w"/>
                                          </p:val>
                                        </p:tav>
                                      </p:tavLst>
                                    </p:anim>
                                    <p:anim calcmode="lin" valueType="num">
                                      <p:cBhvr additive="base">
                                        <p:cTn id="10" dur="500" fill="hold"/>
                                        <p:tgtEl>
                                          <p:spTgt spid="23"/>
                                        </p:tgtEl>
                                        <p:attrNameLst>
                                          <p:attrName>ppt_h</p:attrName>
                                        </p:attrNameLst>
                                      </p:cBhvr>
                                      <p:tavLst>
                                        <p:tav tm="0">
                                          <p:val>
                                            <p:strVal val="#ppt_h"/>
                                          </p:val>
                                        </p:tav>
                                        <p:tav tm="100000">
                                          <p:val>
                                            <p:strVal val="#ppt_h"/>
                                          </p:val>
                                        </p:tav>
                                      </p:tavLst>
                                    </p:anim>
                                  </p:childTnLst>
                                </p:cTn>
                              </p:par>
                              <p:par>
                                <p:cTn id="11" presetID="17" presetClass="exit" presetSubtype="8" fill="hold" nodeType="withEffect">
                                  <p:stCondLst>
                                    <p:cond delay="0"/>
                                  </p:stCondLst>
                                  <p:childTnLst>
                                    <p:anim calcmode="lin" valueType="num">
                                      <p:cBhvr additive="base">
                                        <p:cTn id="12" dur="500"/>
                                        <p:tgtEl>
                                          <p:spTgt spid="29"/>
                                        </p:tgtEl>
                                        <p:attrNameLst>
                                          <p:attrName>ppt_x</p:attrName>
                                        </p:attrNameLst>
                                      </p:cBhvr>
                                      <p:tavLst>
                                        <p:tav tm="0">
                                          <p:val>
                                            <p:strVal val="ppt_x"/>
                                          </p:val>
                                        </p:tav>
                                        <p:tav tm="100000">
                                          <p:val>
                                            <p:strVal val="ppt_x-ppt_w/2"/>
                                          </p:val>
                                        </p:tav>
                                      </p:tavLst>
                                    </p:anim>
                                    <p:anim calcmode="lin" valueType="num">
                                      <p:cBhvr additive="base">
                                        <p:cTn id="13" dur="500"/>
                                        <p:tgtEl>
                                          <p:spTgt spid="29"/>
                                        </p:tgtEl>
                                        <p:attrNameLst>
                                          <p:attrName>ppt_y</p:attrName>
                                        </p:attrNameLst>
                                      </p:cBhvr>
                                      <p:tavLst>
                                        <p:tav tm="0">
                                          <p:val>
                                            <p:strVal val="ppt_y"/>
                                          </p:val>
                                        </p:tav>
                                        <p:tav tm="100000">
                                          <p:val>
                                            <p:strVal val="ppt_y"/>
                                          </p:val>
                                        </p:tav>
                                      </p:tavLst>
                                    </p:anim>
                                    <p:anim calcmode="lin" valueType="num">
                                      <p:cBhvr additive="base">
                                        <p:cTn id="14" dur="500"/>
                                        <p:tgtEl>
                                          <p:spTgt spid="29"/>
                                        </p:tgtEl>
                                        <p:attrNameLst>
                                          <p:attrName>ppt_w</p:attrName>
                                        </p:attrNameLst>
                                      </p:cBhvr>
                                      <p:tavLst>
                                        <p:tav tm="0">
                                          <p:val>
                                            <p:strVal val="ppt_w"/>
                                          </p:val>
                                        </p:tav>
                                        <p:tav tm="100000">
                                          <p:val>
                                            <p:fltVal val="0"/>
                                          </p:val>
                                        </p:tav>
                                      </p:tavLst>
                                    </p:anim>
                                    <p:anim calcmode="lin" valueType="num">
                                      <p:cBhvr additive="base">
                                        <p:cTn id="15" dur="500"/>
                                        <p:tgtEl>
                                          <p:spTgt spid="29"/>
                                        </p:tgtEl>
                                        <p:attrNameLst>
                                          <p:attrName>ppt_h</p:attrName>
                                        </p:attrNameLst>
                                      </p:cBhvr>
                                      <p:tavLst>
                                        <p:tav tm="0">
                                          <p:val>
                                            <p:strVal val="ppt_h"/>
                                          </p:val>
                                        </p:tav>
                                        <p:tav tm="100000">
                                          <p:val>
                                            <p:strVal val="ppt_h"/>
                                          </p:val>
                                        </p:tav>
                                      </p:tavLst>
                                    </p:anim>
                                    <p:set>
                                      <p:cBhvr additive="base">
                                        <p:cTn id="16"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11"/>
                                            </p:cond>
                                          </p:stCondLst>
                                          <p:endCondLst>
                                            <p:cond evt="onStopAudio" delay="0">
                                              <p:tgtEl>
                                                <p:sldTgt/>
                                              </p:tgtEl>
                                            </p:cond>
                                          </p:endCondLst>
                                        </p:cTn>
                                        <p:tgtEl>
                                          <p:sndTgt r:embed="rId2" name="翻书声.wav"/>
                                        </p:tgtEl>
                                      </p:cMediaNode>
                                    </p:audio>
                                  </p:subTnLst>
                                </p:cTn>
                              </p:par>
                            </p:childTnLst>
                          </p:cTn>
                        </p:par>
                      </p:childTnLst>
                    </p:cTn>
                  </p:par>
                  <p:par>
                    <p:cTn id="17" fill="hold">
                      <p:stCondLst>
                        <p:cond delay="indefinite"/>
                      </p:stCondLst>
                      <p:childTnLst>
                        <p:par>
                          <p:cTn id="18" fill="hold">
                            <p:stCondLst>
                              <p:cond delay="0"/>
                            </p:stCondLst>
                            <p:childTnLst>
                              <p:par>
                                <p:cTn id="19" presetID="17" presetClass="exit" presetSubtype="8" fill="hold" nodeType="clickEffect">
                                  <p:stCondLst>
                                    <p:cond delay="0"/>
                                  </p:stCondLst>
                                  <p:childTnLst>
                                    <p:anim calcmode="lin" valueType="num">
                                      <p:cBhvr additive="base">
                                        <p:cTn id="20" dur="500"/>
                                        <p:tgtEl>
                                          <p:spTgt spid="34"/>
                                        </p:tgtEl>
                                        <p:attrNameLst>
                                          <p:attrName>ppt_x</p:attrName>
                                        </p:attrNameLst>
                                      </p:cBhvr>
                                      <p:tavLst>
                                        <p:tav tm="0">
                                          <p:val>
                                            <p:strVal val="ppt_x"/>
                                          </p:val>
                                        </p:tav>
                                        <p:tav tm="100000">
                                          <p:val>
                                            <p:strVal val="ppt_x-ppt_w/2"/>
                                          </p:val>
                                        </p:tav>
                                      </p:tavLst>
                                    </p:anim>
                                    <p:anim calcmode="lin" valueType="num">
                                      <p:cBhvr additive="base">
                                        <p:cTn id="21" dur="500"/>
                                        <p:tgtEl>
                                          <p:spTgt spid="34"/>
                                        </p:tgtEl>
                                        <p:attrNameLst>
                                          <p:attrName>ppt_y</p:attrName>
                                        </p:attrNameLst>
                                      </p:cBhvr>
                                      <p:tavLst>
                                        <p:tav tm="0">
                                          <p:val>
                                            <p:strVal val="ppt_y"/>
                                          </p:val>
                                        </p:tav>
                                        <p:tav tm="100000">
                                          <p:val>
                                            <p:strVal val="ppt_y"/>
                                          </p:val>
                                        </p:tav>
                                      </p:tavLst>
                                    </p:anim>
                                    <p:anim calcmode="lin" valueType="num">
                                      <p:cBhvr additive="base">
                                        <p:cTn id="22" dur="500"/>
                                        <p:tgtEl>
                                          <p:spTgt spid="34"/>
                                        </p:tgtEl>
                                        <p:attrNameLst>
                                          <p:attrName>ppt_w</p:attrName>
                                        </p:attrNameLst>
                                      </p:cBhvr>
                                      <p:tavLst>
                                        <p:tav tm="0">
                                          <p:val>
                                            <p:strVal val="ppt_w"/>
                                          </p:val>
                                        </p:tav>
                                        <p:tav tm="100000">
                                          <p:val>
                                            <p:fltVal val="0"/>
                                          </p:val>
                                        </p:tav>
                                      </p:tavLst>
                                    </p:anim>
                                    <p:anim calcmode="lin" valueType="num">
                                      <p:cBhvr additive="base">
                                        <p:cTn id="23" dur="500"/>
                                        <p:tgtEl>
                                          <p:spTgt spid="34"/>
                                        </p:tgtEl>
                                        <p:attrNameLst>
                                          <p:attrName>ppt_h</p:attrName>
                                        </p:attrNameLst>
                                      </p:cBhvr>
                                      <p:tavLst>
                                        <p:tav tm="0">
                                          <p:val>
                                            <p:strVal val="ppt_h"/>
                                          </p:val>
                                        </p:tav>
                                        <p:tav tm="100000">
                                          <p:val>
                                            <p:strVal val="ppt_h"/>
                                          </p:val>
                                        </p:tav>
                                      </p:tavLst>
                                    </p:anim>
                                    <p:set>
                                      <p:cBhvr additive="base">
                                        <p:cTn id="24" dur="1" fill="hold">
                                          <p:stCondLst>
                                            <p:cond delay="499"/>
                                          </p:stCondLst>
                                        </p:cTn>
                                        <p:tgtEl>
                                          <p:spTgt spid="34"/>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7" presetClass="exit" presetSubtype="8" fill="hold" nodeType="clickEffect">
                                  <p:stCondLst>
                                    <p:cond delay="0"/>
                                  </p:stCondLst>
                                  <p:childTnLst>
                                    <p:anim calcmode="lin" valueType="num">
                                      <p:cBhvr additive="base">
                                        <p:cTn id="28" dur="500"/>
                                        <p:tgtEl>
                                          <p:spTgt spid="64"/>
                                        </p:tgtEl>
                                        <p:attrNameLst>
                                          <p:attrName>ppt_x</p:attrName>
                                        </p:attrNameLst>
                                      </p:cBhvr>
                                      <p:tavLst>
                                        <p:tav tm="0">
                                          <p:val>
                                            <p:strVal val="ppt_x"/>
                                          </p:val>
                                        </p:tav>
                                        <p:tav tm="100000">
                                          <p:val>
                                            <p:strVal val="ppt_x-ppt_w/2"/>
                                          </p:val>
                                        </p:tav>
                                      </p:tavLst>
                                    </p:anim>
                                    <p:anim calcmode="lin" valueType="num">
                                      <p:cBhvr additive="base">
                                        <p:cTn id="29" dur="500"/>
                                        <p:tgtEl>
                                          <p:spTgt spid="64"/>
                                        </p:tgtEl>
                                        <p:attrNameLst>
                                          <p:attrName>ppt_y</p:attrName>
                                        </p:attrNameLst>
                                      </p:cBhvr>
                                      <p:tavLst>
                                        <p:tav tm="0">
                                          <p:val>
                                            <p:strVal val="ppt_y"/>
                                          </p:val>
                                        </p:tav>
                                        <p:tav tm="100000">
                                          <p:val>
                                            <p:strVal val="ppt_y"/>
                                          </p:val>
                                        </p:tav>
                                      </p:tavLst>
                                    </p:anim>
                                    <p:anim calcmode="lin" valueType="num">
                                      <p:cBhvr additive="base">
                                        <p:cTn id="30" dur="500"/>
                                        <p:tgtEl>
                                          <p:spTgt spid="64"/>
                                        </p:tgtEl>
                                        <p:attrNameLst>
                                          <p:attrName>ppt_w</p:attrName>
                                        </p:attrNameLst>
                                      </p:cBhvr>
                                      <p:tavLst>
                                        <p:tav tm="0">
                                          <p:val>
                                            <p:strVal val="ppt_w"/>
                                          </p:val>
                                        </p:tav>
                                        <p:tav tm="100000">
                                          <p:val>
                                            <p:fltVal val="0"/>
                                          </p:val>
                                        </p:tav>
                                      </p:tavLst>
                                    </p:anim>
                                    <p:anim calcmode="lin" valueType="num">
                                      <p:cBhvr additive="base">
                                        <p:cTn id="31" dur="500"/>
                                        <p:tgtEl>
                                          <p:spTgt spid="64"/>
                                        </p:tgtEl>
                                        <p:attrNameLst>
                                          <p:attrName>ppt_h</p:attrName>
                                        </p:attrNameLst>
                                      </p:cBhvr>
                                      <p:tavLst>
                                        <p:tav tm="0">
                                          <p:val>
                                            <p:strVal val="ppt_h"/>
                                          </p:val>
                                        </p:tav>
                                        <p:tav tm="100000">
                                          <p:val>
                                            <p:strVal val="ppt_h"/>
                                          </p:val>
                                        </p:tav>
                                      </p:tavLst>
                                    </p:anim>
                                    <p:set>
                                      <p:cBhvr additive="base">
                                        <p:cTn id="32" dur="1" fill="hold">
                                          <p:stCondLst>
                                            <p:cond delay="499"/>
                                          </p:stCondLst>
                                        </p:cTn>
                                        <p:tgtEl>
                                          <p:spTgt spid="6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7" presetClass="exit" presetSubtype="8" fill="hold" nodeType="clickEffect">
                                  <p:stCondLst>
                                    <p:cond delay="0"/>
                                  </p:stCondLst>
                                  <p:childTnLst>
                                    <p:anim calcmode="lin" valueType="num">
                                      <p:cBhvr>
                                        <p:cTn id="36" dur="500"/>
                                        <p:tgtEl>
                                          <p:spTgt spid="37"/>
                                        </p:tgtEl>
                                        <p:attrNameLst>
                                          <p:attrName>ppt_x</p:attrName>
                                        </p:attrNameLst>
                                      </p:cBhvr>
                                      <p:tavLst>
                                        <p:tav tm="0">
                                          <p:val>
                                            <p:strVal val="ppt_x"/>
                                          </p:val>
                                        </p:tav>
                                        <p:tav tm="100000">
                                          <p:val>
                                            <p:strVal val="ppt_x-ppt_w/2"/>
                                          </p:val>
                                        </p:tav>
                                      </p:tavLst>
                                    </p:anim>
                                    <p:anim calcmode="lin" valueType="num">
                                      <p:cBhvr>
                                        <p:cTn id="37" dur="500"/>
                                        <p:tgtEl>
                                          <p:spTgt spid="37"/>
                                        </p:tgtEl>
                                        <p:attrNameLst>
                                          <p:attrName>ppt_y</p:attrName>
                                        </p:attrNameLst>
                                      </p:cBhvr>
                                      <p:tavLst>
                                        <p:tav tm="0">
                                          <p:val>
                                            <p:strVal val="ppt_y"/>
                                          </p:val>
                                        </p:tav>
                                        <p:tav tm="100000">
                                          <p:val>
                                            <p:strVal val="ppt_y"/>
                                          </p:val>
                                        </p:tav>
                                      </p:tavLst>
                                    </p:anim>
                                    <p:anim calcmode="lin" valueType="num">
                                      <p:cBhvr>
                                        <p:cTn id="38" dur="500"/>
                                        <p:tgtEl>
                                          <p:spTgt spid="37"/>
                                        </p:tgtEl>
                                        <p:attrNameLst>
                                          <p:attrName>ppt_w</p:attrName>
                                        </p:attrNameLst>
                                      </p:cBhvr>
                                      <p:tavLst>
                                        <p:tav tm="0">
                                          <p:val>
                                            <p:strVal val="ppt_w"/>
                                          </p:val>
                                        </p:tav>
                                        <p:tav tm="100000">
                                          <p:val>
                                            <p:fltVal val="0"/>
                                          </p:val>
                                        </p:tav>
                                      </p:tavLst>
                                    </p:anim>
                                    <p:anim calcmode="lin" valueType="num">
                                      <p:cBhvr>
                                        <p:cTn id="39" dur="500"/>
                                        <p:tgtEl>
                                          <p:spTgt spid="37"/>
                                        </p:tgtEl>
                                        <p:attrNameLst>
                                          <p:attrName>ppt_h</p:attrName>
                                        </p:attrNameLst>
                                      </p:cBhvr>
                                      <p:tavLst>
                                        <p:tav tm="0">
                                          <p:val>
                                            <p:strVal val="ppt_h"/>
                                          </p:val>
                                        </p:tav>
                                        <p:tav tm="100000">
                                          <p:val>
                                            <p:strVal val="ppt_h"/>
                                          </p:val>
                                        </p:tav>
                                      </p:tavLst>
                                    </p:anim>
                                    <p:set>
                                      <p:cBhvr>
                                        <p:cTn id="40" dur="1" fill="hold">
                                          <p:stCondLst>
                                            <p:cond delay="499"/>
                                          </p:stCondLst>
                                        </p:cTn>
                                        <p:tgtEl>
                                          <p:spTgt spid="37"/>
                                        </p:tgtEl>
                                        <p:attrNameLst>
                                          <p:attrName>style.visibility</p:attrName>
                                        </p:attrNameLst>
                                      </p:cBhvr>
                                      <p:to>
                                        <p:strVal val="hidden"/>
                                      </p:to>
                                    </p:set>
                                  </p:childTnLst>
                                </p:cTn>
                              </p:par>
                            </p:childTnLst>
                          </p:cTn>
                        </p:par>
                        <p:par>
                          <p:cTn id="41" fill="hold">
                            <p:stCondLst>
                              <p:cond delay="500"/>
                            </p:stCondLst>
                            <p:childTnLst>
                              <p:par>
                                <p:cTn id="42" presetID="17" presetClass="entr" presetSubtype="2" fill="hold" nodeType="afterEffect">
                                  <p:stCondLst>
                                    <p:cond delay="0"/>
                                  </p:stCondLst>
                                  <p:childTnLst>
                                    <p:set>
                                      <p:cBhvr additive="base">
                                        <p:cTn id="43" dur="500" fill="hold">
                                          <p:stCondLst>
                                            <p:cond delay="0"/>
                                          </p:stCondLst>
                                        </p:cTn>
                                        <p:tgtEl>
                                          <p:spTgt spid="61"/>
                                        </p:tgtEl>
                                        <p:attrNameLst>
                                          <p:attrName>style.visibility</p:attrName>
                                        </p:attrNameLst>
                                      </p:cBhvr>
                                      <p:to>
                                        <p:strVal val="visible"/>
                                      </p:to>
                                    </p:set>
                                    <p:anim calcmode="lin" valueType="num">
                                      <p:cBhvr additive="base">
                                        <p:cTn id="44" dur="500" fill="hold"/>
                                        <p:tgtEl>
                                          <p:spTgt spid="61"/>
                                        </p:tgtEl>
                                        <p:attrNameLst>
                                          <p:attrName>ppt_x</p:attrName>
                                        </p:attrNameLst>
                                      </p:cBhvr>
                                      <p:tavLst>
                                        <p:tav tm="0">
                                          <p:val>
                                            <p:strVal val="#ppt_x+#ppt_w/2"/>
                                          </p:val>
                                        </p:tav>
                                        <p:tav tm="100000">
                                          <p:val>
                                            <p:strVal val="#ppt_x"/>
                                          </p:val>
                                        </p:tav>
                                      </p:tavLst>
                                    </p:anim>
                                    <p:anim calcmode="lin" valueType="num">
                                      <p:cBhvr additive="base">
                                        <p:cTn id="45" dur="500" fill="hold"/>
                                        <p:tgtEl>
                                          <p:spTgt spid="61"/>
                                        </p:tgtEl>
                                        <p:attrNameLst>
                                          <p:attrName>ppt_y</p:attrName>
                                        </p:attrNameLst>
                                      </p:cBhvr>
                                      <p:tavLst>
                                        <p:tav tm="0">
                                          <p:val>
                                            <p:strVal val="#ppt_y"/>
                                          </p:val>
                                        </p:tav>
                                        <p:tav tm="100000">
                                          <p:val>
                                            <p:strVal val="#ppt_y"/>
                                          </p:val>
                                        </p:tav>
                                      </p:tavLst>
                                    </p:anim>
                                    <p:anim calcmode="lin" valueType="num">
                                      <p:cBhvr additive="base">
                                        <p:cTn id="46" dur="500" fill="hold"/>
                                        <p:tgtEl>
                                          <p:spTgt spid="61"/>
                                        </p:tgtEl>
                                        <p:attrNameLst>
                                          <p:attrName>ppt_w</p:attrName>
                                        </p:attrNameLst>
                                      </p:cBhvr>
                                      <p:tavLst>
                                        <p:tav tm="0">
                                          <p:val>
                                            <p:fltVal val="0"/>
                                          </p:val>
                                        </p:tav>
                                        <p:tav tm="100000">
                                          <p:val>
                                            <p:strVal val="#ppt_w"/>
                                          </p:val>
                                        </p:tav>
                                      </p:tavLst>
                                    </p:anim>
                                    <p:anim calcmode="lin" valueType="num">
                                      <p:cBhvr additive="base">
                                        <p:cTn id="47"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2" name="翻书声.wav"/>
                                        </p:tgtEl>
                                      </p:cMediaNode>
                                    </p:audio>
                                  </p:subTnLst>
                                </p:cTn>
                              </p:par>
                            </p:childTnLst>
                          </p:cTn>
                        </p:par>
                        <p:par>
                          <p:cTn id="48" fill="hold">
                            <p:stCondLst>
                              <p:cond delay="1000"/>
                            </p:stCondLst>
                            <p:childTnLst>
                              <p:par>
                                <p:cTn id="49" presetID="17" presetClass="entr" presetSubtype="2" fill="hold" nodeType="afterEffect">
                                  <p:stCondLst>
                                    <p:cond delay="0"/>
                                  </p:stCondLst>
                                  <p:childTnLst>
                                    <p:set>
                                      <p:cBhvr additive="base">
                                        <p:cTn id="50" dur="500" fill="hold">
                                          <p:stCondLst>
                                            <p:cond delay="0"/>
                                          </p:stCondLst>
                                        </p:cTn>
                                        <p:tgtEl>
                                          <p:spTgt spid="67"/>
                                        </p:tgtEl>
                                        <p:attrNameLst>
                                          <p:attrName>style.visibility</p:attrName>
                                        </p:attrNameLst>
                                      </p:cBhvr>
                                      <p:to>
                                        <p:strVal val="visible"/>
                                      </p:to>
                                    </p:set>
                                    <p:anim calcmode="lin" valueType="num">
                                      <p:cBhvr additive="base">
                                        <p:cTn id="51" dur="500" fill="hold"/>
                                        <p:tgtEl>
                                          <p:spTgt spid="67"/>
                                        </p:tgtEl>
                                        <p:attrNameLst>
                                          <p:attrName>ppt_x</p:attrName>
                                        </p:attrNameLst>
                                      </p:cBhvr>
                                      <p:tavLst>
                                        <p:tav tm="0">
                                          <p:val>
                                            <p:strVal val="#ppt_x+#ppt_w/2"/>
                                          </p:val>
                                        </p:tav>
                                        <p:tav tm="100000">
                                          <p:val>
                                            <p:strVal val="#ppt_x"/>
                                          </p:val>
                                        </p:tav>
                                      </p:tavLst>
                                    </p:anim>
                                    <p:anim calcmode="lin" valueType="num">
                                      <p:cBhvr additive="base">
                                        <p:cTn id="52" dur="500" fill="hold"/>
                                        <p:tgtEl>
                                          <p:spTgt spid="67"/>
                                        </p:tgtEl>
                                        <p:attrNameLst>
                                          <p:attrName>ppt_y</p:attrName>
                                        </p:attrNameLst>
                                      </p:cBhvr>
                                      <p:tavLst>
                                        <p:tav tm="0">
                                          <p:val>
                                            <p:strVal val="#ppt_y"/>
                                          </p:val>
                                        </p:tav>
                                        <p:tav tm="100000">
                                          <p:val>
                                            <p:strVal val="#ppt_y"/>
                                          </p:val>
                                        </p:tav>
                                      </p:tavLst>
                                    </p:anim>
                                    <p:anim calcmode="lin" valueType="num">
                                      <p:cBhvr additive="base">
                                        <p:cTn id="53" dur="500" fill="hold"/>
                                        <p:tgtEl>
                                          <p:spTgt spid="67"/>
                                        </p:tgtEl>
                                        <p:attrNameLst>
                                          <p:attrName>ppt_w</p:attrName>
                                        </p:attrNameLst>
                                      </p:cBhvr>
                                      <p:tavLst>
                                        <p:tav tm="0">
                                          <p:val>
                                            <p:fltVal val="0"/>
                                          </p:val>
                                        </p:tav>
                                        <p:tav tm="100000">
                                          <p:val>
                                            <p:strVal val="#ppt_w"/>
                                          </p:val>
                                        </p:tav>
                                      </p:tavLst>
                                    </p:anim>
                                    <p:anim calcmode="lin" valueType="num">
                                      <p:cBhvr additive="base">
                                        <p:cTn id="54"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2" name="翻书声.wav"/>
                                        </p:tgtEl>
                                      </p:cMediaNode>
                                    </p:audio>
                                  </p:subTnLst>
                                </p:cTn>
                              </p:par>
                            </p:childTnLst>
                          </p:cTn>
                        </p:par>
                      </p:childTnLst>
                    </p:cTn>
                  </p:par>
                  <p:par>
                    <p:cTn id="55" fill="hold">
                      <p:stCondLst>
                        <p:cond delay="indefinite"/>
                      </p:stCondLst>
                      <p:childTnLst>
                        <p:par>
                          <p:cTn id="56" fill="hold">
                            <p:stCondLst>
                              <p:cond delay="0"/>
                            </p:stCondLst>
                            <p:childTnLst>
                              <p:par>
                                <p:cTn id="57" presetID="17" presetClass="exit" presetSubtype="8" fill="hold" nodeType="clickEffect">
                                  <p:stCondLst>
                                    <p:cond delay="0"/>
                                  </p:stCondLst>
                                  <p:childTnLst>
                                    <p:anim calcmode="lin" valueType="num">
                                      <p:cBhvr additive="base">
                                        <p:cTn id="58" dur="500"/>
                                        <p:tgtEl>
                                          <p:spTgt spid="70"/>
                                        </p:tgtEl>
                                        <p:attrNameLst>
                                          <p:attrName>ppt_x</p:attrName>
                                        </p:attrNameLst>
                                      </p:cBhvr>
                                      <p:tavLst>
                                        <p:tav tm="0">
                                          <p:val>
                                            <p:strVal val="ppt_x"/>
                                          </p:val>
                                        </p:tav>
                                        <p:tav tm="100000">
                                          <p:val>
                                            <p:strVal val="ppt_x-ppt_w/2"/>
                                          </p:val>
                                        </p:tav>
                                      </p:tavLst>
                                    </p:anim>
                                    <p:anim calcmode="lin" valueType="num">
                                      <p:cBhvr additive="base">
                                        <p:cTn id="59" dur="500"/>
                                        <p:tgtEl>
                                          <p:spTgt spid="70"/>
                                        </p:tgtEl>
                                        <p:attrNameLst>
                                          <p:attrName>ppt_y</p:attrName>
                                        </p:attrNameLst>
                                      </p:cBhvr>
                                      <p:tavLst>
                                        <p:tav tm="0">
                                          <p:val>
                                            <p:strVal val="ppt_y"/>
                                          </p:val>
                                        </p:tav>
                                        <p:tav tm="100000">
                                          <p:val>
                                            <p:strVal val="ppt_y"/>
                                          </p:val>
                                        </p:tav>
                                      </p:tavLst>
                                    </p:anim>
                                    <p:anim calcmode="lin" valueType="num">
                                      <p:cBhvr additive="base">
                                        <p:cTn id="60" dur="500"/>
                                        <p:tgtEl>
                                          <p:spTgt spid="70"/>
                                        </p:tgtEl>
                                        <p:attrNameLst>
                                          <p:attrName>ppt_w</p:attrName>
                                        </p:attrNameLst>
                                      </p:cBhvr>
                                      <p:tavLst>
                                        <p:tav tm="0">
                                          <p:val>
                                            <p:strVal val="ppt_w"/>
                                          </p:val>
                                        </p:tav>
                                        <p:tav tm="100000">
                                          <p:val>
                                            <p:fltVal val="0"/>
                                          </p:val>
                                        </p:tav>
                                      </p:tavLst>
                                    </p:anim>
                                    <p:anim calcmode="lin" valueType="num">
                                      <p:cBhvr additive="base">
                                        <p:cTn id="61" dur="500"/>
                                        <p:tgtEl>
                                          <p:spTgt spid="70"/>
                                        </p:tgtEl>
                                        <p:attrNameLst>
                                          <p:attrName>ppt_h</p:attrName>
                                        </p:attrNameLst>
                                      </p:cBhvr>
                                      <p:tavLst>
                                        <p:tav tm="0">
                                          <p:val>
                                            <p:strVal val="ppt_h"/>
                                          </p:val>
                                        </p:tav>
                                        <p:tav tm="100000">
                                          <p:val>
                                            <p:strVal val="ppt_h"/>
                                          </p:val>
                                        </p:tav>
                                      </p:tavLst>
                                    </p:anim>
                                    <p:set>
                                      <p:cBhvr additive="base">
                                        <p:cTn id="62"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57"/>
                                            </p:cond>
                                          </p:stCondLst>
                                          <p:endCondLst>
                                            <p:cond evt="onStopAudio" delay="0">
                                              <p:tgtEl>
                                                <p:sldTgt/>
                                              </p:tgtEl>
                                            </p:cond>
                                          </p:endCondLst>
                                        </p:cTn>
                                        <p:tgtEl>
                                          <p:sndTgt r:embed="rId2" name="翻书声.wav"/>
                                        </p:tgtEl>
                                      </p:cMediaNode>
                                    </p:audio>
                                  </p:subTnLst>
                                </p:cTn>
                              </p:par>
                            </p:childTnLst>
                          </p:cTn>
                        </p:par>
                      </p:childTnLst>
                    </p:cTn>
                  </p:par>
                  <p:par>
                    <p:cTn id="63" fill="hold">
                      <p:stCondLst>
                        <p:cond delay="indefinite"/>
                      </p:stCondLst>
                      <p:childTnLst>
                        <p:par>
                          <p:cTn id="64" fill="hold">
                            <p:stCondLst>
                              <p:cond delay="0"/>
                            </p:stCondLst>
                            <p:childTnLst>
                              <p:par>
                                <p:cTn id="65" presetID="17" presetClass="exit" presetSubtype="8" fill="hold" nodeType="clickEffect">
                                  <p:stCondLst>
                                    <p:cond delay="0"/>
                                  </p:stCondLst>
                                  <p:childTnLst>
                                    <p:anim calcmode="lin" valueType="num">
                                      <p:cBhvr additive="base">
                                        <p:cTn id="66" dur="500"/>
                                        <p:tgtEl>
                                          <p:spTgt spid="22"/>
                                        </p:tgtEl>
                                        <p:attrNameLst>
                                          <p:attrName>ppt_x</p:attrName>
                                        </p:attrNameLst>
                                      </p:cBhvr>
                                      <p:tavLst>
                                        <p:tav tm="0">
                                          <p:val>
                                            <p:strVal val="ppt_x"/>
                                          </p:val>
                                        </p:tav>
                                        <p:tav tm="100000">
                                          <p:val>
                                            <p:strVal val="ppt_x-ppt_w/2"/>
                                          </p:val>
                                        </p:tav>
                                      </p:tavLst>
                                    </p:anim>
                                    <p:anim calcmode="lin" valueType="num">
                                      <p:cBhvr additive="base">
                                        <p:cTn id="67" dur="500"/>
                                        <p:tgtEl>
                                          <p:spTgt spid="22"/>
                                        </p:tgtEl>
                                        <p:attrNameLst>
                                          <p:attrName>ppt_y</p:attrName>
                                        </p:attrNameLst>
                                      </p:cBhvr>
                                      <p:tavLst>
                                        <p:tav tm="0">
                                          <p:val>
                                            <p:strVal val="ppt_y"/>
                                          </p:val>
                                        </p:tav>
                                        <p:tav tm="100000">
                                          <p:val>
                                            <p:strVal val="ppt_y"/>
                                          </p:val>
                                        </p:tav>
                                      </p:tavLst>
                                    </p:anim>
                                    <p:anim calcmode="lin" valueType="num">
                                      <p:cBhvr additive="base">
                                        <p:cTn id="68" dur="500"/>
                                        <p:tgtEl>
                                          <p:spTgt spid="22"/>
                                        </p:tgtEl>
                                        <p:attrNameLst>
                                          <p:attrName>ppt_w</p:attrName>
                                        </p:attrNameLst>
                                      </p:cBhvr>
                                      <p:tavLst>
                                        <p:tav tm="0">
                                          <p:val>
                                            <p:strVal val="ppt_w"/>
                                          </p:val>
                                        </p:tav>
                                        <p:tav tm="100000">
                                          <p:val>
                                            <p:fltVal val="0"/>
                                          </p:val>
                                        </p:tav>
                                      </p:tavLst>
                                    </p:anim>
                                    <p:anim calcmode="lin" valueType="num">
                                      <p:cBhvr additive="base">
                                        <p:cTn id="69" dur="500"/>
                                        <p:tgtEl>
                                          <p:spTgt spid="22"/>
                                        </p:tgtEl>
                                        <p:attrNameLst>
                                          <p:attrName>ppt_h</p:attrName>
                                        </p:attrNameLst>
                                      </p:cBhvr>
                                      <p:tavLst>
                                        <p:tav tm="0">
                                          <p:val>
                                            <p:strVal val="ppt_h"/>
                                          </p:val>
                                        </p:tav>
                                        <p:tav tm="100000">
                                          <p:val>
                                            <p:strVal val="ppt_h"/>
                                          </p:val>
                                        </p:tav>
                                      </p:tavLst>
                                    </p:anim>
                                    <p:set>
                                      <p:cBhvr additive="base">
                                        <p:cTn id="70" dur="1" fill="hold">
                                          <p:stCondLst>
                                            <p:cond delay="499"/>
                                          </p:stCondLst>
                                        </p:cTn>
                                        <p:tgtEl>
                                          <p:spTgt spid="22"/>
                                        </p:tgtEl>
                                        <p:attrNameLst>
                                          <p:attrName>style.visibility</p:attrName>
                                        </p:attrNameLst>
                                      </p:cBhvr>
                                      <p:to>
                                        <p:strVal val="hidden"/>
                                      </p:to>
                                    </p:set>
                                  </p:childTnLst>
                                </p:cTn>
                              </p:par>
                            </p:childTnLst>
                          </p:cTn>
                        </p:par>
                        <p:par>
                          <p:cTn id="71" fill="hold">
                            <p:stCondLst>
                              <p:cond delay="500"/>
                            </p:stCondLst>
                            <p:childTnLst>
                              <p:par>
                                <p:cTn id="72" presetID="17" presetClass="entr" presetSubtype="2" fill="hold" nodeType="afterEffect">
                                  <p:stCondLst>
                                    <p:cond delay="0"/>
                                  </p:stCondLst>
                                  <p:childTnLst>
                                    <p:set>
                                      <p:cBhvr additive="base">
                                        <p:cTn id="73" dur="500" fill="hold">
                                          <p:stCondLst>
                                            <p:cond delay="0"/>
                                          </p:stCondLst>
                                        </p:cTn>
                                        <p:tgtEl>
                                          <p:spTgt spid="27"/>
                                        </p:tgtEl>
                                        <p:attrNameLst>
                                          <p:attrName>style.visibility</p:attrName>
                                        </p:attrNameLst>
                                      </p:cBhvr>
                                      <p:to>
                                        <p:strVal val="visible"/>
                                      </p:to>
                                    </p:set>
                                    <p:anim calcmode="lin" valueType="num">
                                      <p:cBhvr additive="base">
                                        <p:cTn id="74" dur="500" fill="hold"/>
                                        <p:tgtEl>
                                          <p:spTgt spid="27"/>
                                        </p:tgtEl>
                                        <p:attrNameLst>
                                          <p:attrName>ppt_x</p:attrName>
                                        </p:attrNameLst>
                                      </p:cBhvr>
                                      <p:tavLst>
                                        <p:tav tm="0">
                                          <p:val>
                                            <p:strVal val="#ppt_x+#ppt_w/2"/>
                                          </p:val>
                                        </p:tav>
                                        <p:tav tm="100000">
                                          <p:val>
                                            <p:strVal val="#ppt_x"/>
                                          </p:val>
                                        </p:tav>
                                      </p:tavLst>
                                    </p:anim>
                                    <p:anim calcmode="lin" valueType="num">
                                      <p:cBhvr additive="base">
                                        <p:cTn id="75" dur="500" fill="hold"/>
                                        <p:tgtEl>
                                          <p:spTgt spid="27"/>
                                        </p:tgtEl>
                                        <p:attrNameLst>
                                          <p:attrName>ppt_y</p:attrName>
                                        </p:attrNameLst>
                                      </p:cBhvr>
                                      <p:tavLst>
                                        <p:tav tm="0">
                                          <p:val>
                                            <p:strVal val="#ppt_y"/>
                                          </p:val>
                                        </p:tav>
                                        <p:tav tm="100000">
                                          <p:val>
                                            <p:strVal val="#ppt_y"/>
                                          </p:val>
                                        </p:tav>
                                      </p:tavLst>
                                    </p:anim>
                                    <p:anim calcmode="lin" valueType="num">
                                      <p:cBhvr additive="base">
                                        <p:cTn id="76" dur="500" fill="hold"/>
                                        <p:tgtEl>
                                          <p:spTgt spid="27"/>
                                        </p:tgtEl>
                                        <p:attrNameLst>
                                          <p:attrName>ppt_w</p:attrName>
                                        </p:attrNameLst>
                                      </p:cBhvr>
                                      <p:tavLst>
                                        <p:tav tm="0">
                                          <p:val>
                                            <p:fltVal val="0"/>
                                          </p:val>
                                        </p:tav>
                                        <p:tav tm="100000">
                                          <p:val>
                                            <p:strVal val="#ppt_w"/>
                                          </p:val>
                                        </p:tav>
                                      </p:tavLst>
                                    </p:anim>
                                    <p:anim calcmode="lin" valueType="num">
                                      <p:cBhvr additive="base">
                                        <p:cTn id="77"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2" name="翻书声.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740535" y="138430"/>
            <a:ext cx="2591435" cy="3194050"/>
            <a:chOff x="1486086" y="120403"/>
            <a:chExt cx="2200089" cy="3194297"/>
          </a:xfrm>
        </p:grpSpPr>
        <p:sp>
          <p:nvSpPr>
            <p:cNvPr id="44"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45" name="图片 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grpSp>
        <p:nvGrpSpPr>
          <p:cNvPr id="57" name="组合 56"/>
          <p:cNvGrpSpPr/>
          <p:nvPr/>
        </p:nvGrpSpPr>
        <p:grpSpPr>
          <a:xfrm>
            <a:off x="8241665" y="165100"/>
            <a:ext cx="2581275" cy="3194050"/>
            <a:chOff x="1486086" y="120403"/>
            <a:chExt cx="2200089" cy="3194297"/>
          </a:xfrm>
        </p:grpSpPr>
        <p:sp>
          <p:nvSpPr>
            <p:cNvPr id="5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9" name="图片 5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7" name="组合 6"/>
          <p:cNvGrpSpPr/>
          <p:nvPr/>
        </p:nvGrpSpPr>
        <p:grpSpPr>
          <a:xfrm>
            <a:off x="5026660" y="127635"/>
            <a:ext cx="2581275" cy="3194050"/>
            <a:chOff x="1486086" y="120403"/>
            <a:chExt cx="2200089" cy="3194297"/>
          </a:xfrm>
        </p:grpSpPr>
        <p:sp>
          <p:nvSpPr>
            <p:cNvPr id="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26" name="组合 25"/>
          <p:cNvGrpSpPr/>
          <p:nvPr/>
        </p:nvGrpSpPr>
        <p:grpSpPr>
          <a:xfrm>
            <a:off x="308610" y="3610610"/>
            <a:ext cx="2511425" cy="3194050"/>
            <a:chOff x="1486086" y="120403"/>
            <a:chExt cx="2200089" cy="3194297"/>
          </a:xfrm>
        </p:grpSpPr>
        <p:sp>
          <p:nvSpPr>
            <p:cNvPr id="27"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15" name="组合 14"/>
          <p:cNvGrpSpPr/>
          <p:nvPr/>
        </p:nvGrpSpPr>
        <p:grpSpPr>
          <a:xfrm>
            <a:off x="3347085" y="3628390"/>
            <a:ext cx="2621280" cy="3194050"/>
            <a:chOff x="1486086" y="120403"/>
            <a:chExt cx="2200089" cy="3194297"/>
          </a:xfrm>
        </p:grpSpPr>
        <p:sp>
          <p:nvSpPr>
            <p:cNvPr id="1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grpSp>
        <p:nvGrpSpPr>
          <p:cNvPr id="17" name="组合 16"/>
          <p:cNvGrpSpPr/>
          <p:nvPr/>
        </p:nvGrpSpPr>
        <p:grpSpPr>
          <a:xfrm>
            <a:off x="6415405" y="3592830"/>
            <a:ext cx="2604770" cy="3194050"/>
            <a:chOff x="1486086" y="120403"/>
            <a:chExt cx="2200089" cy="3194297"/>
          </a:xfrm>
        </p:grpSpPr>
        <p:sp>
          <p:nvSpPr>
            <p:cNvPr id="22"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grpSp>
        <p:nvGrpSpPr>
          <p:cNvPr id="32" name="组合 31"/>
          <p:cNvGrpSpPr/>
          <p:nvPr/>
        </p:nvGrpSpPr>
        <p:grpSpPr>
          <a:xfrm>
            <a:off x="9409430" y="3610610"/>
            <a:ext cx="2686050" cy="3194050"/>
            <a:chOff x="1486086" y="120403"/>
            <a:chExt cx="2200089" cy="3194297"/>
          </a:xfrm>
        </p:grpSpPr>
        <p:sp>
          <p:nvSpPr>
            <p:cNvPr id="33"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40" name="文本框 39"/>
          <p:cNvSpPr txBox="1"/>
          <p:nvPr/>
        </p:nvSpPr>
        <p:spPr>
          <a:xfrm>
            <a:off x="1618615" y="554355"/>
            <a:ext cx="2668270" cy="2368550"/>
          </a:xfrm>
          <a:prstGeom prst="rect">
            <a:avLst/>
          </a:prstGeom>
          <a:noFill/>
        </p:spPr>
        <p:txBody>
          <a:bodyPr wrap="square" rtlCol="0" anchor="t">
            <a:spAutoFit/>
          </a:bodyPr>
          <a:lstStyle/>
          <a:p>
            <a:pPr algn="ctr"/>
            <a:r>
              <a:rPr lang="en-US" sz="40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j</a:t>
            </a:r>
            <a:r>
              <a:rPr lang="en-US" altLang="zh-CN" sz="40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ìsuàn</a:t>
            </a:r>
            <a:endParaRPr sz="40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计算</a:t>
            </a:r>
          </a:p>
          <a:p>
            <a:pPr algn="ctr"/>
            <a:r>
              <a:rPr lang="en-US" sz="2400" b="1" kern="100" dirty="0">
                <a:solidFill>
                  <a:schemeClr val="bg1"/>
                </a:solidFill>
                <a:ea typeface="思源黑体 CN Regular" panose="020B0500000000000000" pitchFamily="34" charset="-122"/>
                <a:sym typeface="Times New Roman" panose="02020603050405020304" pitchFamily="18" charset="0"/>
              </a:rPr>
              <a:t>v</a:t>
            </a:r>
            <a:r>
              <a:rPr sz="2400" b="1" kern="100" dirty="0">
                <a:solidFill>
                  <a:schemeClr val="bg1"/>
                </a:solidFill>
                <a:ea typeface="思源黑体 CN Regular" panose="020B0500000000000000" pitchFamily="34" charset="-122"/>
                <a:sym typeface="Times New Roman" panose="02020603050405020304" pitchFamily="18" charset="0"/>
              </a:rPr>
              <a:t>.</a:t>
            </a:r>
            <a:r>
              <a:rPr lang="en-US" sz="2400" b="1" kern="100" dirty="0">
                <a:solidFill>
                  <a:schemeClr val="bg1"/>
                </a:solidFill>
                <a:ea typeface="思源黑体 CN Regular" panose="020B0500000000000000" pitchFamily="34" charset="-122"/>
                <a:sym typeface="Times New Roman" panose="02020603050405020304" pitchFamily="18" charset="0"/>
              </a:rPr>
              <a:t>to calculate</a:t>
            </a:r>
          </a:p>
          <a:p>
            <a:pPr algn="ctr"/>
            <a:endParaRPr lang="en-US" altLang="en-US" sz="2400" b="1" kern="100" dirty="0">
              <a:solidFill>
                <a:schemeClr val="bg1"/>
              </a:solidFill>
              <a:latin typeface="华文细黑" panose="02010600040101010101" pitchFamily="2" charset="-122"/>
              <a:ea typeface="思源黑体 CN Regular" panose="020B0500000000000000" pitchFamily="34" charset="-122"/>
              <a:cs typeface="华文细黑" panose="02010600040101010101" pitchFamily="2" charset="-122"/>
              <a:sym typeface="Times New Roman" panose="02020603050405020304" pitchFamily="18" charset="0"/>
            </a:endParaRPr>
          </a:p>
        </p:txBody>
      </p:sp>
      <p:sp>
        <p:nvSpPr>
          <p:cNvPr id="41" name="文本框 40"/>
          <p:cNvSpPr txBox="1"/>
          <p:nvPr/>
        </p:nvSpPr>
        <p:spPr>
          <a:xfrm>
            <a:off x="5000625" y="694055"/>
            <a:ext cx="2573020" cy="1876425"/>
          </a:xfrm>
          <a:prstGeom prst="rect">
            <a:avLst/>
          </a:prstGeom>
          <a:noFill/>
        </p:spPr>
        <p:txBody>
          <a:bodyPr wrap="square" rtlCol="0" anchor="t">
            <a:spAutoFit/>
          </a:bodyPr>
          <a:lstStyle/>
          <a:p>
            <a:pPr algn="ctr"/>
            <a:r>
              <a:rPr lang="en-US"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d</a:t>
            </a: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īluò</a:t>
            </a:r>
            <a:endParaRPr lang="en-US" sz="40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低落</a:t>
            </a:r>
          </a:p>
          <a:p>
            <a:pPr algn="ctr"/>
            <a:r>
              <a:rPr lang="en-US" altLang="zh-CN" sz="1600" b="1" kern="100" dirty="0">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adj. </a:t>
            </a:r>
            <a:r>
              <a:rPr lang="en-US" altLang="zh-CN" sz="1600" b="1" kern="100" dirty="0" err="1">
                <a:solidFill>
                  <a:schemeClr val="bg1"/>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down,depressed</a:t>
            </a:r>
          </a:p>
        </p:txBody>
      </p:sp>
      <p:sp>
        <p:nvSpPr>
          <p:cNvPr id="42" name="文本框 41"/>
          <p:cNvSpPr txBox="1"/>
          <p:nvPr/>
        </p:nvSpPr>
        <p:spPr>
          <a:xfrm>
            <a:off x="8223885" y="694055"/>
            <a:ext cx="2580640" cy="1906905"/>
          </a:xfrm>
          <a:prstGeom prst="rect">
            <a:avLst/>
          </a:prstGeom>
          <a:noFill/>
        </p:spPr>
        <p:txBody>
          <a:bodyPr wrap="square" rtlCol="0" anchor="t">
            <a:spAutoFit/>
          </a:bodyPr>
          <a:lstStyle/>
          <a:p>
            <a:pPr algn="ctr"/>
            <a:r>
              <a:rPr lang="en-US" altLang="zh-CN" sz="4000"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chíxù</a:t>
            </a:r>
            <a:endParaRPr lang="en-US" sz="40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zh-CN" altLang="en-US"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持续</a:t>
            </a:r>
            <a:endParaRPr lang="zh-CN" sz="60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altLang="zh-CN" b="1" kern="100" dirty="0">
                <a:solidFill>
                  <a:schemeClr val="bg1"/>
                </a:solidFill>
                <a:ea typeface="思源黑体 CN Regular" panose="020B0500000000000000" pitchFamily="34" charset="-122"/>
                <a:sym typeface="Times New Roman" panose="02020603050405020304" pitchFamily="18" charset="0"/>
              </a:rPr>
              <a:t>v. to continue</a:t>
            </a:r>
          </a:p>
        </p:txBody>
      </p:sp>
      <p:sp>
        <p:nvSpPr>
          <p:cNvPr id="46" name="文本框 45"/>
          <p:cNvSpPr txBox="1"/>
          <p:nvPr/>
        </p:nvSpPr>
        <p:spPr>
          <a:xfrm>
            <a:off x="344170" y="4210050"/>
            <a:ext cx="2350135" cy="1876425"/>
          </a:xfrm>
          <a:prstGeom prst="rect">
            <a:avLst/>
          </a:prstGeom>
          <a:noFill/>
        </p:spPr>
        <p:txBody>
          <a:bodyPr wrap="square" rtlCol="0" anchor="t">
            <a:spAutoFit/>
          </a:bodyPr>
          <a:lstStyle/>
          <a:p>
            <a:pPr algn="ctr"/>
            <a:r>
              <a:rPr lang="en-US" altLang="zh-CN" sz="4400" dirty="0" err="1">
                <a:solidFill>
                  <a:srgbClr val="FFFFFF"/>
                </a:solidFill>
                <a:latin typeface="华文细黑" panose="02010600040101010101" pitchFamily="2" charset="-122"/>
                <a:ea typeface="华文细黑" panose="02010600040101010101" pitchFamily="2" charset="-122"/>
                <a:sym typeface="华文细黑" panose="02010600040101010101" pitchFamily="2" charset="-122"/>
              </a:rPr>
              <a:t>jìyì</a:t>
            </a:r>
            <a:endParaRPr lang="en-US" altLang="zh-CN" sz="4400" dirty="0">
              <a:solidFill>
                <a:srgbClr val="FFFFFF"/>
              </a:solidFill>
              <a:latin typeface="华文细黑" panose="02010600040101010101" pitchFamily="2" charset="-122"/>
              <a:ea typeface="华文细黑" panose="02010600040101010101" pitchFamily="2" charset="-122"/>
              <a:sym typeface="+mn-ea"/>
            </a:endParaRP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记忆</a:t>
            </a:r>
            <a:endParaRPr lang="zh-CN"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algn="ctr"/>
            <a:r>
              <a:rPr lang="en-US" b="1" kern="100" dirty="0">
                <a:solidFill>
                  <a:schemeClr val="bg1"/>
                </a:solidFill>
                <a:ea typeface="思源黑体 CN Regular" panose="020B0500000000000000"/>
                <a:sym typeface="Times New Roman" panose="02020603050405020304" pitchFamily="18" charset="0"/>
              </a:rPr>
              <a:t>v./n.to remember</a:t>
            </a:r>
            <a:endParaRPr lang="en-US" altLang="zh-CN" b="1" kern="100" dirty="0">
              <a:solidFill>
                <a:schemeClr val="bg1"/>
              </a:solidFill>
              <a:ea typeface="思源黑体 CN Regular" panose="020B0500000000000000"/>
              <a:sym typeface="Times New Roman" panose="02020603050405020304" pitchFamily="18" charset="0"/>
            </a:endParaRPr>
          </a:p>
        </p:txBody>
      </p:sp>
      <p:sp>
        <p:nvSpPr>
          <p:cNvPr id="47" name="文本框 46"/>
          <p:cNvSpPr txBox="1"/>
          <p:nvPr/>
        </p:nvSpPr>
        <p:spPr>
          <a:xfrm>
            <a:off x="3175000" y="4364355"/>
            <a:ext cx="2883535" cy="1722120"/>
          </a:xfrm>
          <a:prstGeom prst="rect">
            <a:avLst/>
          </a:prstGeom>
          <a:noFill/>
        </p:spPr>
        <p:txBody>
          <a:bodyPr wrap="square" rtlCol="0" anchor="t">
            <a:spAutoFit/>
          </a:bodyPr>
          <a:lstStyle/>
          <a:p>
            <a:pPr algn="ctr"/>
            <a:r>
              <a:rPr lang="en-US" altLang="zh-CN" sz="3200" kern="100" dirty="0" err="1">
                <a:solidFill>
                  <a:schemeClr val="bg1"/>
                </a:solidFill>
                <a:latin typeface="华文细黑" panose="02010600040101010101" pitchFamily="2" charset="-122"/>
                <a:ea typeface="华文细黑" panose="02010600040101010101" pitchFamily="2" charset="-122"/>
                <a:sym typeface="华文细黑" panose="02010600040101010101" pitchFamily="2" charset="-122"/>
              </a:rPr>
              <a:t>jīngshén</a:t>
            </a:r>
            <a:r>
              <a:rPr lang="en-US" altLang="zh-CN" sz="2800"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精神</a:t>
            </a:r>
            <a:endParaRPr lang="zh-CN"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algn="ctr"/>
            <a:r>
              <a:rPr lang="en-US" altLang="zh-CN" sz="2000" b="1" kern="100" dirty="0">
                <a:solidFill>
                  <a:schemeClr val="bg1"/>
                </a:solidFill>
                <a:ea typeface="思源黑体 CN Regular" panose="020B0500000000000000" pitchFamily="34" charset="-122"/>
                <a:sym typeface="Times New Roman" panose="02020603050405020304" pitchFamily="18" charset="0"/>
              </a:rPr>
              <a:t>n./</a:t>
            </a:r>
            <a:r>
              <a:rPr lang="en-US" altLang="zh-CN" sz="2000" b="1" kern="100" dirty="0" err="1">
                <a:solidFill>
                  <a:schemeClr val="bg1"/>
                </a:solidFill>
                <a:ea typeface="思源黑体 CN Regular" panose="020B0500000000000000" pitchFamily="34" charset="-122"/>
                <a:sym typeface="Times New Roman" panose="02020603050405020304" pitchFamily="18" charset="0"/>
              </a:rPr>
              <a:t>adj.spirit,vigor</a:t>
            </a:r>
          </a:p>
        </p:txBody>
      </p:sp>
      <p:sp>
        <p:nvSpPr>
          <p:cNvPr id="48" name="文本框 47"/>
          <p:cNvSpPr txBox="1"/>
          <p:nvPr/>
        </p:nvSpPr>
        <p:spPr>
          <a:xfrm>
            <a:off x="6402705" y="4364355"/>
            <a:ext cx="2606675" cy="1814830"/>
          </a:xfrm>
          <a:prstGeom prst="rect">
            <a:avLst/>
          </a:prstGeom>
          <a:noFill/>
        </p:spPr>
        <p:txBody>
          <a:bodyPr wrap="square" rtlCol="0" anchor="t">
            <a:spAutoFit/>
          </a:bodyPr>
          <a:lstStyle/>
          <a:p>
            <a:pPr algn="ctr"/>
            <a:r>
              <a:rPr lang="en-US" altLang="zh-CN" sz="3200" kern="100" dirty="0" err="1">
                <a:solidFill>
                  <a:schemeClr val="bg1"/>
                </a:solidFill>
                <a:latin typeface="华文细黑" panose="02010600040101010101" pitchFamily="2" charset="-122"/>
                <a:ea typeface="华文细黑" panose="02010600040101010101" pitchFamily="2" charset="-122"/>
                <a:sym typeface="Arial" panose="020B0704020202020204"/>
              </a:rPr>
              <a:t>shīmián</a:t>
            </a:r>
            <a:r>
              <a:rPr sz="3200" kern="100" dirty="0">
                <a:solidFill>
                  <a:schemeClr val="bg1"/>
                </a:solidFill>
                <a:latin typeface="华文细黑" panose="02010600040101010101" pitchFamily="2" charset="-122"/>
                <a:ea typeface="华文细黑" panose="02010600040101010101" pitchFamily="2" charset="-122"/>
                <a:sym typeface="Arial" panose="020B0704020202020204"/>
              </a:rPr>
              <a:t> </a:t>
            </a:r>
            <a:endParaRPr lang="en-US" sz="3200" kern="100" dirty="0">
              <a:solidFill>
                <a:schemeClr val="bg1"/>
              </a:solidFill>
              <a:latin typeface="华文细黑" panose="02010600040101010101" pitchFamily="2" charset="-122"/>
              <a:ea typeface="华文细黑" panose="02010600040101010101" pitchFamily="2" charset="-122"/>
              <a:sym typeface="+mn-ea"/>
            </a:endParaRPr>
          </a:p>
          <a:p>
            <a:pPr algn="ctr"/>
            <a:r>
              <a:rPr lang="zh-CN" altLang="en-US" sz="4800" b="1" kern="100" dirty="0">
                <a:solidFill>
                  <a:schemeClr val="bg1"/>
                </a:solidFill>
                <a:latin typeface="华文细黑" panose="02010600040101010101" pitchFamily="2" charset="-122"/>
                <a:ea typeface="华文细黑" panose="02010600040101010101" pitchFamily="2" charset="-122"/>
                <a:sym typeface="+mn-ea"/>
              </a:rPr>
              <a:t>失眠</a:t>
            </a:r>
          </a:p>
          <a:p>
            <a:pPr algn="ctr"/>
            <a:r>
              <a:rPr lang="en-US" altLang="zh-CN" sz="1600" b="1" kern="100" dirty="0">
                <a:solidFill>
                  <a:schemeClr val="bg1"/>
                </a:solidFill>
                <a:ea typeface="思源黑体 CN Regular" panose="020B0500000000000000"/>
                <a:sym typeface="Times New Roman" panose="02020603050405020304" pitchFamily="18" charset="0"/>
              </a:rPr>
              <a:t>v. to suffer from insomnia</a:t>
            </a:r>
          </a:p>
        </p:txBody>
      </p:sp>
      <p:sp>
        <p:nvSpPr>
          <p:cNvPr id="49" name="文本框 48"/>
          <p:cNvSpPr txBox="1"/>
          <p:nvPr/>
        </p:nvSpPr>
        <p:spPr>
          <a:xfrm>
            <a:off x="9594215" y="4364355"/>
            <a:ext cx="2350135" cy="2059940"/>
          </a:xfrm>
          <a:prstGeom prst="rect">
            <a:avLst/>
          </a:prstGeom>
          <a:noFill/>
        </p:spPr>
        <p:txBody>
          <a:bodyPr wrap="square" rtlCol="0" anchor="t">
            <a:noAutofit/>
          </a:bodyPr>
          <a:lstStyle/>
          <a:p>
            <a:pPr algn="ctr"/>
            <a:r>
              <a:rPr lang="en-US" sz="3600" b="1"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d</a:t>
            </a:r>
            <a:r>
              <a:rPr lang="en-US" altLang="zh-CN" sz="3600" b="1" kern="100"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ǎozhì</a:t>
            </a:r>
            <a:r>
              <a:rPr lang="en-US" sz="36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 </a:t>
            </a:r>
          </a:p>
          <a:p>
            <a:pPr algn="ctr"/>
            <a:r>
              <a:rPr lang="zh-CN" altLang="en-US" sz="5400" b="1" kern="100"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导致</a:t>
            </a:r>
          </a:p>
          <a:p>
            <a:pPr algn="ctr"/>
            <a:r>
              <a:rPr lang="en-US" sz="2000" b="1" kern="100" dirty="0" err="1">
                <a:solidFill>
                  <a:schemeClr val="bg1"/>
                </a:solidFill>
                <a:ea typeface="思源黑体 CN Regular" panose="020B0500000000000000" pitchFamily="34" charset="-122"/>
                <a:sym typeface="Times New Roman" panose="02020603050405020304" pitchFamily="18" charset="0"/>
              </a:rPr>
              <a:t>v.cause,to</a:t>
            </a:r>
            <a:r>
              <a:rPr lang="en-US" sz="2000" b="1" kern="100" dirty="0">
                <a:solidFill>
                  <a:schemeClr val="bg1"/>
                </a:solidFill>
                <a:ea typeface="思源黑体 CN Regular" panose="020B0500000000000000" pitchFamily="34" charset="-122"/>
                <a:sym typeface="Times New Roman" panose="02020603050405020304" pitchFamily="18" charset="0"/>
              </a:rPr>
              <a:t> lead to</a:t>
            </a:r>
            <a:endParaRPr lang="en-US" altLang="zh-CN" sz="2000" b="1" kern="100" dirty="0">
              <a:solidFill>
                <a:schemeClr val="bg1"/>
              </a:solidFill>
              <a:ea typeface="思源黑体 CN Regular" panose="020B0500000000000000" pitchFamily="34" charset="-122"/>
              <a:sym typeface="Times New Roman" panose="02020603050405020304" pitchFamily="18" charset="0"/>
            </a:endParaRPr>
          </a:p>
        </p:txBody>
      </p:sp>
    </p:spTree>
    <p:custDataLst>
      <p:tags r:id="rId1"/>
    </p:custDataLst>
  </p:cSld>
  <p:clrMapOvr>
    <a:masterClrMapping/>
  </p:clrMapOvr>
  <p:transition spd="slow">
    <p:split orient="vert" dir="in"/>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509712" y="2125538"/>
            <a:ext cx="2571006" cy="2073873"/>
            <a:chOff x="8096" y="2270"/>
            <a:chExt cx="5129" cy="2307"/>
          </a:xfrm>
        </p:grpSpPr>
        <p:sp>
          <p:nvSpPr>
            <p:cNvPr id="33" name="圆角矩形 32"/>
            <p:cNvSpPr/>
            <p:nvPr/>
          </p:nvSpPr>
          <p:spPr>
            <a:xfrm>
              <a:off x="8776" y="2270"/>
              <a:ext cx="3577" cy="191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096" y="2352"/>
              <a:ext cx="5129" cy="2225"/>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持续</a:t>
              </a:r>
              <a:endParaRPr lang="en-US" altLang="zh-CN"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fontAlgn="ctr"/>
              <a:r>
                <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     </a:t>
              </a: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表示</a:t>
              </a:r>
              <a:r>
                <a:rPr lang="zh-CN" altLang="en-US" sz="20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动作连续</a:t>
              </a:r>
              <a:endParaRPr lang="en-US" altLang="zh-CN" sz="20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endParaRPr>
            </a:p>
            <a:p>
              <a:pP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不断，中间没有停顿。</a:t>
              </a:r>
              <a:endPar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endParaRPr>
            </a:p>
            <a:p>
              <a:pPr fontAlgn="ctr"/>
              <a:r>
                <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Liên tục( không ngừng)</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endParaRPr>
            </a:p>
            <a:p>
              <a:pPr algn="ctr" fontAlgn="ctr"/>
              <a:endParaRPr lang="zh-CN" altLang="zh-CN" sz="2000" b="1" kern="100" dirty="0">
                <a:solidFill>
                  <a:schemeClr val="bg1">
                    <a:lumMod val="65000"/>
                  </a:schemeClr>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p:txBody>
        </p:sp>
      </p:grpSp>
      <p:grpSp>
        <p:nvGrpSpPr>
          <p:cNvPr id="68" name="组合 67"/>
          <p:cNvGrpSpPr/>
          <p:nvPr/>
        </p:nvGrpSpPr>
        <p:grpSpPr>
          <a:xfrm>
            <a:off x="328930" y="2251605"/>
            <a:ext cx="8679180" cy="862965"/>
            <a:chOff x="518" y="3426"/>
            <a:chExt cx="13668" cy="1359"/>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740" y="3595"/>
              <a:ext cx="13446" cy="1190"/>
            </a:xfrm>
            <a:prstGeom prst="rect">
              <a:avLst/>
            </a:prstGeom>
            <a:noFill/>
          </p:spPr>
          <p:txBody>
            <a:bodyPr wrap="square">
              <a:spAutoFit/>
            </a:bodyPr>
            <a:lstStyle/>
            <a:p>
              <a:pPr marL="0" marR="0" lvl="0" indent="0" algn="ctr" defTabSz="914400" rtl="0" eaLnBrk="1" fontAlgn="base" latinLnBrk="0" hangingPunct="0">
                <a:spcBef>
                  <a:spcPct val="0"/>
                </a:spcBef>
                <a:spcAft>
                  <a:spcPct val="0"/>
                </a:spcAft>
                <a:buClrTx/>
                <a:buSzTx/>
                <a:buFontTx/>
                <a:buNone/>
              </a:pPr>
              <a:r>
                <a:rPr lang="zh-CN" altLang="en-US" sz="3200" b="1" dirty="0">
                  <a:latin typeface="华文楷体" panose="02010600040101010101" charset="-122"/>
                  <a:ea typeface="华文楷体" panose="02010600040101010101" charset="-122"/>
                  <a:sym typeface="华文细黑" panose="02010600040101010101" pitchFamily="2" charset="-122"/>
                </a:rPr>
                <a:t>这场雨</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持续</a:t>
              </a:r>
              <a:r>
                <a:rPr lang="zh-CN" altLang="en-US" sz="3200" b="1" dirty="0">
                  <a:latin typeface="华文楷体" panose="02010600040101010101" charset="-122"/>
                  <a:ea typeface="华文楷体" panose="02010600040101010101" charset="-122"/>
                  <a:sym typeface="华文细黑" panose="02010600040101010101" pitchFamily="2" charset="-122"/>
                </a:rPr>
                <a:t>下了两个多小时。</a:t>
              </a:r>
              <a:endParaRPr lang="en-US" altLang="zh-CN" sz="3200" b="1" noProof="0" dirty="0">
                <a:ln>
                  <a:noFill/>
                </a:ln>
                <a:effectLst/>
                <a:uLnTx/>
                <a:uFillTx/>
                <a:latin typeface="华文楷体" panose="02010600040101010101" charset="-122"/>
                <a:ea typeface="华文楷体" panose="02010600040101010101" charset="-122"/>
                <a:sym typeface="华文细黑" panose="02010600040101010101" pitchFamily="2" charset="-122"/>
              </a:endParaRPr>
            </a:p>
          </p:txBody>
        </p:sp>
      </p:grpSp>
      <p:grpSp>
        <p:nvGrpSpPr>
          <p:cNvPr id="80" name="组合 79"/>
          <p:cNvGrpSpPr/>
          <p:nvPr/>
        </p:nvGrpSpPr>
        <p:grpSpPr>
          <a:xfrm>
            <a:off x="328930" y="4643120"/>
            <a:ext cx="8538845" cy="829310"/>
            <a:chOff x="518" y="3425"/>
            <a:chExt cx="13447" cy="1306"/>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9" y="3425"/>
              <a:ext cx="13446" cy="1198"/>
            </a:xfrm>
            <a:prstGeom prst="rect">
              <a:avLst/>
            </a:prstGeom>
            <a:noFill/>
          </p:spPr>
          <p:txBody>
            <a:bodyPr wrap="square">
              <a:spAutoFit/>
            </a:bodyPr>
            <a:lstStyle/>
            <a:p>
              <a:pPr marL="0" marR="0" lvl="0" algn="ctr" defTabSz="914400" rtl="0" eaLnBrk="1" fontAlgn="base" latinLnBrk="0" hangingPunct="0">
                <a:lnSpc>
                  <a:spcPct val="150000"/>
                </a:lnSpc>
                <a:buClrTx/>
                <a:buSzTx/>
                <a:buFontTx/>
                <a:buNone/>
              </a:pPr>
              <a:r>
                <a:rPr lang="zh-CN" altLang="en-US" sz="3200" b="1" dirty="0">
                  <a:latin typeface="华文楷体" panose="02010600040101010101" charset="-122"/>
                  <a:ea typeface="华文楷体" panose="02010600040101010101" charset="-122"/>
                  <a:sym typeface="华文细黑" panose="02010600040101010101" pitchFamily="2" charset="-122"/>
                </a:rPr>
                <a:t>对不起！打扰了，你们</a:t>
              </a:r>
              <a:r>
                <a:rPr lang="zh-CN" altLang="en-US" sz="3200" b="1" dirty="0">
                  <a:solidFill>
                    <a:schemeClr val="accent1"/>
                  </a:solidFill>
                  <a:latin typeface="华文楷体" panose="02010600040101010101" charset="-122"/>
                  <a:ea typeface="华文楷体" panose="02010600040101010101" charset="-122"/>
                  <a:sym typeface="华文细黑" panose="02010600040101010101" pitchFamily="2" charset="-122"/>
                </a:rPr>
                <a:t>继续</a:t>
              </a:r>
              <a:r>
                <a:rPr lang="zh-CN" altLang="en-US" sz="3200" b="1" dirty="0">
                  <a:latin typeface="华文楷体" panose="02010600040101010101" charset="-122"/>
                  <a:ea typeface="华文楷体" panose="02010600040101010101" charset="-122"/>
                  <a:sym typeface="华文细黑" panose="02010600040101010101" pitchFamily="2" charset="-122"/>
                </a:rPr>
                <a:t>学习吧。</a:t>
              </a:r>
              <a:endParaRPr lang="zh-CN" altLang="en-US" sz="3200" b="1" noProof="0" dirty="0">
                <a:ln>
                  <a:noFill/>
                </a:ln>
                <a:effectLst/>
                <a:uLnTx/>
                <a:uFillTx/>
                <a:latin typeface="华文楷体" panose="02010600040101010101" charset="-122"/>
                <a:ea typeface="华文楷体" panose="02010600040101010101" charset="-122"/>
                <a:sym typeface="华文细黑" panose="02010600040101010101" pitchFamily="2" charset="-122"/>
              </a:endParaRPr>
            </a:p>
          </p:txBody>
        </p:sp>
      </p:grpSp>
      <p:grpSp>
        <p:nvGrpSpPr>
          <p:cNvPr id="2" name="组合 1"/>
          <p:cNvGrpSpPr/>
          <p:nvPr/>
        </p:nvGrpSpPr>
        <p:grpSpPr>
          <a:xfrm>
            <a:off x="9355279" y="4643991"/>
            <a:ext cx="2837180" cy="1777214"/>
            <a:chOff x="8499" y="7236"/>
            <a:chExt cx="5660" cy="5068"/>
          </a:xfrm>
        </p:grpSpPr>
        <p:sp>
          <p:nvSpPr>
            <p:cNvPr id="3" name="圆角矩形 2"/>
            <p:cNvSpPr/>
            <p:nvPr/>
          </p:nvSpPr>
          <p:spPr>
            <a:xfrm>
              <a:off x="9027" y="7236"/>
              <a:ext cx="4248" cy="482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499" y="7236"/>
              <a:ext cx="5660" cy="5068"/>
            </a:xfrm>
            <a:prstGeom prst="rect">
              <a:avLst/>
            </a:prstGeom>
            <a:noFill/>
          </p:spPr>
          <p:txBody>
            <a:bodyPr wrap="square" rtlCol="0">
              <a:noAutofit/>
            </a:bodyPr>
            <a:lstStyle/>
            <a:p>
              <a:pPr algn="ctr" fontAlgn="ctr"/>
              <a:r>
                <a:rPr lang="zh-CN" altLang="en-US" sz="4400" b="1" kern="100" dirty="0">
                  <a:solidFill>
                    <a:schemeClr val="accent1"/>
                  </a:solidFill>
                  <a:latin typeface="华文楷体" panose="02010600040101010101" charset="-122"/>
                  <a:ea typeface="华文楷体" panose="02010600040101010101" charset="-122"/>
                  <a:cs typeface="华文细黑" panose="02010600040101010101" pitchFamily="2" charset="-122"/>
                  <a:sym typeface="+mn-ea"/>
                </a:rPr>
                <a:t>继续</a:t>
              </a:r>
              <a:endParaRPr lang="en-US" altLang="zh-CN" sz="4400" b="1" kern="100" dirty="0">
                <a:solidFill>
                  <a:schemeClr val="accent1"/>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kern="100" dirty="0">
                  <a:solidFill>
                    <a:schemeClr val="bg1">
                      <a:lumMod val="65000"/>
                    </a:schemeClr>
                  </a:solidFill>
                  <a:highlight>
                    <a:srgbClr val="FFFF00"/>
                  </a:highlight>
                  <a:latin typeface="华文楷体" panose="02010600040101010101" charset="-122"/>
                  <a:ea typeface="华文楷体" panose="02010600040101010101" charset="-122"/>
                  <a:sym typeface="华文细黑" panose="02010600040101010101" pitchFamily="2" charset="-122"/>
                </a:rPr>
                <a:t>动作中间可以</a:t>
              </a:r>
              <a:endParaRPr lang="en-US" altLang="zh-CN" sz="2000" b="1" kern="100" dirty="0">
                <a:solidFill>
                  <a:schemeClr val="bg1">
                    <a:lumMod val="65000"/>
                  </a:schemeClr>
                </a:solidFill>
                <a:highlight>
                  <a:srgbClr val="FFFF00"/>
                </a:highlight>
                <a:latin typeface="华文楷体" panose="02010600040101010101" charset="-122"/>
                <a:ea typeface="华文楷体" panose="02010600040101010101" charset="-122"/>
                <a:sym typeface="华文细黑" panose="02010600040101010101" pitchFamily="2" charset="-122"/>
              </a:endParaRPr>
            </a:p>
            <a:p>
              <a:pPr algn="ctr" fontAlgn="ctr"/>
              <a:r>
                <a:rPr lang="zh-CN" altLang="en-US" sz="2000" b="1" kern="100" dirty="0">
                  <a:solidFill>
                    <a:srgbClr val="FF0000"/>
                  </a:solidFill>
                  <a:highlight>
                    <a:srgbClr val="FFFF00"/>
                  </a:highlight>
                  <a:latin typeface="华文楷体" panose="02010600040101010101" charset="-122"/>
                  <a:ea typeface="华文楷体" panose="02010600040101010101" charset="-122"/>
                  <a:sym typeface="华文细黑" panose="02010600040101010101" pitchFamily="2" charset="-122"/>
                </a:rPr>
                <a:t>有停顿</a:t>
              </a:r>
              <a:endParaRPr lang="en-US" altLang="zh-CN" sz="2000" b="1" kern="100" dirty="0">
                <a:solidFill>
                  <a:srgbClr val="FF0000"/>
                </a:solidFill>
                <a:highlight>
                  <a:srgbClr val="FFFF00"/>
                </a:highlight>
                <a:latin typeface="华文楷体" panose="02010600040101010101" charset="-122"/>
                <a:ea typeface="华文楷体" panose="02010600040101010101" charset="-122"/>
                <a:sym typeface="+mn-ea"/>
              </a:endParaRPr>
            </a:p>
            <a:p>
              <a:pPr algn="ctr" fontAlgn="ctr"/>
              <a:r>
                <a:rPr lang="vi-VN" altLang="zh-CN" sz="2000" b="1" kern="100" dirty="0">
                  <a:solidFill>
                    <a:srgbClr val="FF0000"/>
                  </a:solidFill>
                  <a:highlight>
                    <a:srgbClr val="FFFF00"/>
                  </a:highlight>
                  <a:latin typeface="华文楷体" panose="02010600040101010101" charset="-122"/>
                  <a:ea typeface="华文楷体" panose="02010600040101010101" charset="-122"/>
                  <a:cs typeface="华文细黑" panose="02010600040101010101" pitchFamily="2" charset="-122"/>
                  <a:sym typeface="+mn-ea"/>
                </a:rPr>
                <a:t>Tiếp tục( ở giữa có thể ngừng)</a:t>
              </a:r>
              <a:endParaRPr lang="en-US" altLang="zh-CN" sz="2000" b="1" kern="100" dirty="0">
                <a:solidFill>
                  <a:srgbClr val="FF0000"/>
                </a:solidFill>
                <a:highlight>
                  <a:srgbClr val="FFFF00"/>
                </a:highlight>
                <a:latin typeface="华文楷体" panose="02010600040101010101" charset="-122"/>
                <a:ea typeface="华文楷体" panose="02010600040101010101" charset="-122"/>
                <a:cs typeface="华文细黑" panose="02010600040101010101" pitchFamily="2" charset="-122"/>
                <a:sym typeface="+mn-ea"/>
              </a:endParaRPr>
            </a:p>
          </p:txBody>
        </p:sp>
      </p:grpSp>
      <p:pic>
        <p:nvPicPr>
          <p:cNvPr id="6" name="图片 5"/>
          <p:cNvPicPr>
            <a:picLocks noChangeAspect="1"/>
          </p:cNvPicPr>
          <p:nvPr/>
        </p:nvPicPr>
        <p:blipFill>
          <a:blip r:embed="rId5"/>
          <a:stretch>
            <a:fillRect/>
          </a:stretch>
        </p:blipFill>
        <p:spPr>
          <a:xfrm>
            <a:off x="7020828" y="1163884"/>
            <a:ext cx="2024218" cy="1387569"/>
          </a:xfrm>
          <a:prstGeom prst="rect">
            <a:avLst/>
          </a:prstGeom>
        </p:spPr>
      </p:pic>
      <p:pic>
        <p:nvPicPr>
          <p:cNvPr id="10" name="图片 9"/>
          <p:cNvPicPr>
            <a:picLocks noChangeAspect="1"/>
          </p:cNvPicPr>
          <p:nvPr/>
        </p:nvPicPr>
        <p:blipFill>
          <a:blip r:embed="rId6"/>
          <a:stretch>
            <a:fillRect/>
          </a:stretch>
        </p:blipFill>
        <p:spPr>
          <a:xfrm>
            <a:off x="7020828" y="3308904"/>
            <a:ext cx="1909853" cy="1542198"/>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429007" y="2011835"/>
            <a:ext cx="2837180" cy="1989372"/>
            <a:chOff x="7935" y="2164"/>
            <a:chExt cx="5660" cy="2213"/>
          </a:xfrm>
        </p:grpSpPr>
        <p:sp>
          <p:nvSpPr>
            <p:cNvPr id="33" name="圆角矩形 32"/>
            <p:cNvSpPr/>
            <p:nvPr/>
          </p:nvSpPr>
          <p:spPr>
            <a:xfrm>
              <a:off x="8776" y="2164"/>
              <a:ext cx="3577" cy="221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935" y="2191"/>
              <a:ext cx="5660" cy="2186"/>
            </a:xfrm>
            <a:prstGeom prst="rect">
              <a:avLst/>
            </a:prstGeom>
            <a:noFill/>
          </p:spPr>
          <p:txBody>
            <a:bodyPr wrap="square" rtlCol="0">
              <a:no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持续</a:t>
              </a:r>
              <a:endParaRPr lang="en-US" altLang="zh-CN"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    能做</a:t>
              </a:r>
              <a:r>
                <a:rPr lang="zh-CN" altLang="en-US" sz="20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定语</a:t>
              </a:r>
              <a:endParaRPr lang="en-US" altLang="zh-CN" sz="20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endParaRPr>
            </a:p>
            <a:p>
              <a:pP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   能带时量补语</a:t>
              </a:r>
              <a:endPar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endParaRPr>
            </a:p>
            <a:p>
              <a:pPr fontAlgn="ctr"/>
              <a:r>
                <a:rPr lang="vi-VN"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Làm định ngữ, có thể mang bổ ngư thời lượng(KTG </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endParaRPr>
            </a:p>
            <a:p>
              <a:pPr algn="ctr" fontAlgn="ctr"/>
              <a:endParaRPr lang="zh-CN" altLang="zh-CN" sz="2000" b="1" kern="100" dirty="0">
                <a:solidFill>
                  <a:schemeClr val="bg1">
                    <a:lumMod val="65000"/>
                  </a:schemeClr>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p:txBody>
        </p:sp>
      </p:grpSp>
      <p:grpSp>
        <p:nvGrpSpPr>
          <p:cNvPr id="68" name="组合 67"/>
          <p:cNvGrpSpPr/>
          <p:nvPr/>
        </p:nvGrpSpPr>
        <p:grpSpPr>
          <a:xfrm>
            <a:off x="328930" y="2251605"/>
            <a:ext cx="8679180" cy="828675"/>
            <a:chOff x="518" y="3426"/>
            <a:chExt cx="13668"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740" y="3595"/>
              <a:ext cx="13446" cy="921"/>
            </a:xfrm>
            <a:prstGeom prst="rect">
              <a:avLst/>
            </a:prstGeom>
            <a:noFill/>
          </p:spPr>
          <p:txBody>
            <a:bodyPr wrap="square">
              <a:spAutoFit/>
            </a:bodyPr>
            <a:lstStyle/>
            <a:p>
              <a:pPr marL="0" marR="0" lvl="0" indent="0" algn="ctr" defTabSz="914400" rtl="0" eaLnBrk="1" fontAlgn="base" latinLnBrk="0" hangingPunct="0">
                <a:spcBef>
                  <a:spcPct val="0"/>
                </a:spcBef>
                <a:spcAft>
                  <a:spcPct val="0"/>
                </a:spcAft>
                <a:buClrTx/>
                <a:buSzTx/>
                <a:buFontTx/>
                <a:buNone/>
              </a:pP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持续</a:t>
              </a:r>
              <a:r>
                <a:rPr lang="zh-CN" altLang="en-US" sz="3200" b="1" dirty="0">
                  <a:latin typeface="华文楷体" panose="02010600040101010101" charset="-122"/>
                  <a:ea typeface="华文楷体" panose="02010600040101010101" charset="-122"/>
                  <a:sym typeface="华文细黑" panose="02010600040101010101" pitchFamily="2" charset="-122"/>
                </a:rPr>
                <a:t>的高温让许多老人感到不适。</a:t>
              </a:r>
              <a:endParaRPr lang="en-US" altLang="zh-CN" sz="3200" b="1" noProof="0" dirty="0">
                <a:ln>
                  <a:noFill/>
                </a:ln>
                <a:effectLst/>
                <a:uLnTx/>
                <a:uFillTx/>
                <a:latin typeface="华文楷体" panose="02010600040101010101" charset="-122"/>
                <a:ea typeface="华文楷体" panose="02010600040101010101" charset="-122"/>
                <a:sym typeface="华文细黑" panose="02010600040101010101" pitchFamily="2" charset="-122"/>
              </a:endParaRPr>
            </a:p>
          </p:txBody>
        </p:sp>
      </p:grpSp>
      <p:grpSp>
        <p:nvGrpSpPr>
          <p:cNvPr id="80" name="组合 79"/>
          <p:cNvGrpSpPr/>
          <p:nvPr/>
        </p:nvGrpSpPr>
        <p:grpSpPr>
          <a:xfrm>
            <a:off x="328930" y="4643120"/>
            <a:ext cx="8538845" cy="829310"/>
            <a:chOff x="518" y="3425"/>
            <a:chExt cx="13447" cy="1306"/>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9" y="3425"/>
              <a:ext cx="13446" cy="1198"/>
            </a:xfrm>
            <a:prstGeom prst="rect">
              <a:avLst/>
            </a:prstGeom>
            <a:noFill/>
          </p:spPr>
          <p:txBody>
            <a:bodyPr wrap="square">
              <a:spAutoFit/>
            </a:bodyPr>
            <a:lstStyle/>
            <a:p>
              <a:pPr marL="0" marR="0" lvl="0" algn="ctr" defTabSz="914400" rtl="0" eaLnBrk="1" fontAlgn="base" latinLnBrk="0" hangingPunct="0">
                <a:lnSpc>
                  <a:spcPct val="150000"/>
                </a:lnSpc>
                <a:buClrTx/>
                <a:buSzTx/>
                <a:buFontTx/>
                <a:buNone/>
              </a:pPr>
              <a:r>
                <a:rPr lang="zh-CN" altLang="en-US" sz="3200" b="1" dirty="0">
                  <a:latin typeface="华文楷体" panose="02010600040101010101" charset="-122"/>
                  <a:ea typeface="华文楷体" panose="02010600040101010101" charset="-122"/>
                  <a:sym typeface="华文细黑" panose="02010600040101010101" pitchFamily="2" charset="-122"/>
                </a:rPr>
                <a:t>小明发烧</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持续</a:t>
              </a:r>
              <a:r>
                <a:rPr lang="zh-CN" altLang="en-US" sz="3200" b="1" dirty="0">
                  <a:latin typeface="华文楷体" panose="02010600040101010101" charset="-122"/>
                  <a:ea typeface="华文楷体" panose="02010600040101010101" charset="-122"/>
                  <a:sym typeface="华文细黑" panose="02010600040101010101" pitchFamily="2" charset="-122"/>
                </a:rPr>
                <a:t>三天了，家里人都很着急。</a:t>
              </a:r>
              <a:endParaRPr lang="zh-CN" altLang="en-US" sz="3200" b="1" noProof="0" dirty="0">
                <a:ln>
                  <a:noFill/>
                </a:ln>
                <a:effectLst/>
                <a:uLnTx/>
                <a:uFillTx/>
                <a:latin typeface="华文楷体" panose="02010600040101010101" charset="-122"/>
                <a:ea typeface="华文楷体" panose="02010600040101010101" charset="-122"/>
                <a:sym typeface="华文细黑" panose="02010600040101010101" pitchFamily="2" charset="-122"/>
              </a:endParaRPr>
            </a:p>
          </p:txBody>
        </p:sp>
      </p:grpSp>
      <p:grpSp>
        <p:nvGrpSpPr>
          <p:cNvPr id="2" name="组合 1"/>
          <p:cNvGrpSpPr/>
          <p:nvPr/>
        </p:nvGrpSpPr>
        <p:grpSpPr>
          <a:xfrm>
            <a:off x="9354570" y="4387722"/>
            <a:ext cx="2837180" cy="2308497"/>
            <a:chOff x="7826" y="3144"/>
            <a:chExt cx="5660" cy="2568"/>
          </a:xfrm>
        </p:grpSpPr>
        <p:sp>
          <p:nvSpPr>
            <p:cNvPr id="3" name="圆角矩形 2"/>
            <p:cNvSpPr/>
            <p:nvPr/>
          </p:nvSpPr>
          <p:spPr>
            <a:xfrm>
              <a:off x="8776" y="3144"/>
              <a:ext cx="3577" cy="188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826" y="3144"/>
              <a:ext cx="5660" cy="2568"/>
            </a:xfrm>
            <a:prstGeom prst="rect">
              <a:avLst/>
            </a:prstGeom>
            <a:noFill/>
          </p:spPr>
          <p:txBody>
            <a:bodyPr wrap="square" rtlCol="0">
              <a:spAutoFit/>
            </a:bodyPr>
            <a:lstStyle/>
            <a:p>
              <a:pPr algn="ctr" fontAlgn="ctr"/>
              <a:r>
                <a:rPr lang="zh-CN" altLang="en-US" sz="4400" b="1" kern="100" dirty="0">
                  <a:solidFill>
                    <a:schemeClr val="accent1"/>
                  </a:solidFill>
                  <a:latin typeface="华文楷体" panose="02010600040101010101" charset="-122"/>
                  <a:ea typeface="华文楷体" panose="02010600040101010101" charset="-122"/>
                  <a:cs typeface="华文细黑" panose="02010600040101010101" pitchFamily="2" charset="-122"/>
                  <a:sym typeface="+mn-ea"/>
                </a:rPr>
                <a:t>继续</a:t>
              </a:r>
              <a:endParaRPr lang="en-US" altLang="zh-CN" sz="4400" b="1" kern="100" dirty="0">
                <a:solidFill>
                  <a:schemeClr val="accent1"/>
                </a:solidFill>
                <a:latin typeface="华文楷体" panose="02010600040101010101" charset="-122"/>
                <a:ea typeface="华文楷体" panose="02010600040101010101" charset="-122"/>
                <a:cs typeface="华文细黑" panose="02010600040101010101" pitchFamily="2" charset="-122"/>
                <a:sym typeface="+mn-ea"/>
              </a:endParaRPr>
            </a:p>
            <a:p>
              <a:pP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    不能做定语</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endParaRPr>
            </a:p>
            <a:p>
              <a:pPr fontAlgn="ctr"/>
              <a:r>
                <a:rPr lang="zh-CN" altLang="en-US"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rPr>
                <a:t>  一般不能带时量补语</a:t>
              </a:r>
              <a:endParaRPr lang="en-US" altLang="zh-CN" sz="20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华文细黑" panose="02010600040101010101" pitchFamily="2" charset="-122"/>
              </a:endParaRPr>
            </a:p>
            <a:p>
              <a:pPr algn="ctr" fontAlgn="ctr"/>
              <a:r>
                <a:rPr lang="vi-VN" altLang="zh-CN" sz="2000" b="1" kern="100" dirty="0">
                  <a:solidFill>
                    <a:schemeClr val="accent1"/>
                  </a:solidFill>
                  <a:latin typeface="华文楷体" panose="02010600040101010101" charset="-122"/>
                  <a:ea typeface="华文楷体" panose="02010600040101010101" charset="-122"/>
                  <a:cs typeface="华文细黑" panose="02010600040101010101" pitchFamily="2" charset="-122"/>
                  <a:sym typeface="+mn-ea"/>
                </a:rPr>
                <a:t>k thể làm định ngữ,không đi cùng bổ ngữ thời lượng ( khoảng thời gian)</a:t>
              </a:r>
              <a:endParaRPr lang="zh-CN" altLang="en-US" sz="2000" b="1" kern="100" dirty="0">
                <a:solidFill>
                  <a:schemeClr val="accent1"/>
                </a:solidFill>
                <a:latin typeface="华文楷体" panose="02010600040101010101" charset="-122"/>
                <a:ea typeface="华文楷体" panose="02010600040101010101" charset="-122"/>
                <a:cs typeface="华文细黑" panose="02010600040101010101" pitchFamily="2" charset="-122"/>
                <a:sym typeface="+mn-ea"/>
              </a:endParaRPr>
            </a:p>
          </p:txBody>
        </p:sp>
      </p:grpSp>
      <p:pic>
        <p:nvPicPr>
          <p:cNvPr id="6" name="图片 5"/>
          <p:cNvPicPr>
            <a:picLocks noChangeAspect="1"/>
          </p:cNvPicPr>
          <p:nvPr/>
        </p:nvPicPr>
        <p:blipFill>
          <a:blip r:embed="rId5"/>
          <a:stretch>
            <a:fillRect/>
          </a:stretch>
        </p:blipFill>
        <p:spPr>
          <a:xfrm>
            <a:off x="7213880" y="840980"/>
            <a:ext cx="2074900" cy="1561041"/>
          </a:xfrm>
          <a:prstGeom prst="rect">
            <a:avLst/>
          </a:prstGeom>
        </p:spPr>
      </p:pic>
      <p:pic>
        <p:nvPicPr>
          <p:cNvPr id="10" name="图片 9"/>
          <p:cNvPicPr>
            <a:picLocks noChangeAspect="1"/>
          </p:cNvPicPr>
          <p:nvPr/>
        </p:nvPicPr>
        <p:blipFill>
          <a:blip r:embed="rId6"/>
          <a:stretch>
            <a:fillRect/>
          </a:stretch>
        </p:blipFill>
        <p:spPr>
          <a:xfrm>
            <a:off x="7639212" y="3362055"/>
            <a:ext cx="1629581" cy="1535824"/>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5"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grpSp>
        <p:nvGrpSpPr>
          <p:cNvPr id="9" name="组合 8"/>
          <p:cNvGrpSpPr/>
          <p:nvPr/>
        </p:nvGrpSpPr>
        <p:grpSpPr>
          <a:xfrm>
            <a:off x="4171950" y="455295"/>
            <a:ext cx="1402371" cy="706755"/>
            <a:chOff x="4428" y="448"/>
            <a:chExt cx="3124" cy="1113"/>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文本框 43"/>
            <p:cNvSpPr txBox="1"/>
            <p:nvPr/>
          </p:nvSpPr>
          <p:spPr>
            <a:xfrm>
              <a:off x="4429" y="448"/>
              <a:ext cx="3123"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持续</a:t>
              </a:r>
            </a:p>
          </p:txBody>
        </p:sp>
      </p:grpSp>
      <p:grpSp>
        <p:nvGrpSpPr>
          <p:cNvPr id="10" name="组合 9"/>
          <p:cNvGrpSpPr/>
          <p:nvPr/>
        </p:nvGrpSpPr>
        <p:grpSpPr>
          <a:xfrm>
            <a:off x="6776720" y="455295"/>
            <a:ext cx="1472565" cy="706755"/>
            <a:chOff x="4428" y="448"/>
            <a:chExt cx="2319" cy="1113"/>
          </a:xfrm>
        </p:grpSpPr>
        <p:sp>
          <p:nvSpPr>
            <p:cNvPr id="11" name="圆角矩形 10"/>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4591" y="448"/>
              <a:ext cx="2155" cy="1113"/>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继续</a:t>
              </a:r>
            </a:p>
          </p:txBody>
        </p:sp>
      </p:grpSp>
      <p:grpSp>
        <p:nvGrpSpPr>
          <p:cNvPr id="4" name="组合 3"/>
          <p:cNvGrpSpPr/>
          <p:nvPr/>
        </p:nvGrpSpPr>
        <p:grpSpPr>
          <a:xfrm>
            <a:off x="-265063" y="1199626"/>
            <a:ext cx="11936507" cy="1508395"/>
            <a:chOff x="-503" y="1502"/>
            <a:chExt cx="19636" cy="3264"/>
          </a:xfrm>
        </p:grpSpPr>
        <p:sp>
          <p:nvSpPr>
            <p:cNvPr id="2" name="矩形 1"/>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真希望刘老师 </a:t>
              </a:r>
              <a:r>
                <a:rPr lang="en-US" altLang="zh-CN" sz="3600" b="1" dirty="0">
                  <a:solidFill>
                    <a:srgbClr val="C00000"/>
                  </a:solidFill>
                  <a:latin typeface="华文楷体" panose="02010600040101010101" charset="-122"/>
                  <a:ea typeface="华文楷体" panose="02010600040101010101" charset="-122"/>
                  <a:cs typeface="华文楷体" panose="02010600040101010101" charset="-122"/>
                  <a:sym typeface="+mn-ea"/>
                </a:rPr>
                <a:t>______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给我们上课</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endPar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endParaRP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503" y="1502"/>
              <a:ext cx="2769" cy="3264"/>
            </a:xfrm>
            <a:prstGeom prst="rect">
              <a:avLst/>
            </a:prstGeom>
          </p:spPr>
        </p:pic>
      </p:grpSp>
      <p:sp>
        <p:nvSpPr>
          <p:cNvPr id="36" name="文本框 35"/>
          <p:cNvSpPr txBox="1"/>
          <p:nvPr/>
        </p:nvSpPr>
        <p:spPr>
          <a:xfrm>
            <a:off x="2838450" y="1638758"/>
            <a:ext cx="3591560" cy="768350"/>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继续</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7" name="组合 6"/>
          <p:cNvGrpSpPr/>
          <p:nvPr/>
        </p:nvGrpSpPr>
        <p:grpSpPr>
          <a:xfrm>
            <a:off x="-240014" y="2548673"/>
            <a:ext cx="11911458" cy="1628140"/>
            <a:chOff x="-164" y="2201"/>
            <a:chExt cx="18920" cy="2564"/>
          </a:xfrm>
        </p:grpSpPr>
        <p:sp>
          <p:nvSpPr>
            <p:cNvPr id="8" name="矩形 7"/>
            <p:cNvSpPr/>
            <p:nvPr/>
          </p:nvSpPr>
          <p:spPr>
            <a:xfrm>
              <a:off x="1639" y="3113"/>
              <a:ext cx="17117" cy="1170"/>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这次的宣传活动将 </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en-US" altLang="zh-CN" sz="3600" b="1" dirty="0">
                  <a:solidFill>
                    <a:srgbClr val="C00000"/>
                  </a:solidFill>
                  <a:latin typeface="华文楷体" panose="02010600040101010101" charset="-122"/>
                  <a:ea typeface="华文楷体" panose="02010600040101010101" charset="-122"/>
                  <a:cs typeface="华文楷体" panose="02010600040101010101" charset="-122"/>
                  <a:sym typeface="+mn-ea"/>
                </a:rPr>
                <a:t>_____ </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到</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9</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月底</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endPar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endParaRP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164" y="2201"/>
              <a:ext cx="2564" cy="2564"/>
            </a:xfrm>
            <a:prstGeom prst="rect">
              <a:avLst/>
            </a:prstGeom>
          </p:spPr>
        </p:pic>
      </p:grpSp>
      <p:grpSp>
        <p:nvGrpSpPr>
          <p:cNvPr id="17" name="组合 16"/>
          <p:cNvGrpSpPr/>
          <p:nvPr/>
        </p:nvGrpSpPr>
        <p:grpSpPr>
          <a:xfrm>
            <a:off x="-253633" y="4013924"/>
            <a:ext cx="11925077" cy="1628140"/>
            <a:chOff x="-425" y="825"/>
            <a:chExt cx="19489" cy="2564"/>
          </a:xfrm>
        </p:grpSpPr>
        <p:sp>
          <p:nvSpPr>
            <p:cNvPr id="18" name="矩形 17"/>
            <p:cNvSpPr/>
            <p:nvPr/>
          </p:nvSpPr>
          <p:spPr>
            <a:xfrm>
              <a:off x="1391" y="1508"/>
              <a:ext cx="17673" cy="1170"/>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不管你是快乐还是难过，生活总要</a:t>
              </a:r>
              <a:r>
                <a:rPr lang="en-US" altLang="zh-CN" sz="3600" b="1" dirty="0">
                  <a:solidFill>
                    <a:srgbClr val="C00000"/>
                  </a:solidFill>
                  <a:latin typeface="华文楷体" panose="02010600040101010101" charset="-122"/>
                  <a:ea typeface="华文楷体" panose="02010600040101010101" charset="-122"/>
                  <a:cs typeface="华文楷体" panose="02010600040101010101" charset="-122"/>
                  <a:sym typeface="+mn-ea"/>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下去。</a:t>
              </a:r>
            </a:p>
          </p:txBody>
        </p:sp>
        <p:pic>
          <p:nvPicPr>
            <p:cNvPr id="23" name="图片 22" descr="C:\Users\Administrator\Desktop\小红书\对外汉语战略搞钱计划\教学素材\图片素材\我压缩.png我压缩"/>
            <p:cNvPicPr>
              <a:picLocks noChangeAspect="1"/>
            </p:cNvPicPr>
            <p:nvPr/>
          </p:nvPicPr>
          <p:blipFill>
            <a:blip r:embed="rId3"/>
            <a:srcRect/>
            <a:stretch>
              <a:fillRect/>
            </a:stretch>
          </p:blipFill>
          <p:spPr>
            <a:xfrm>
              <a:off x="-425" y="825"/>
              <a:ext cx="2564" cy="2564"/>
            </a:xfrm>
            <a:prstGeom prst="rect">
              <a:avLst/>
            </a:prstGeom>
          </p:spPr>
        </p:pic>
      </p:grpSp>
      <p:sp>
        <p:nvSpPr>
          <p:cNvPr id="24" name="文本框 23"/>
          <p:cNvSpPr txBox="1"/>
          <p:nvPr/>
        </p:nvSpPr>
        <p:spPr>
          <a:xfrm>
            <a:off x="4434840" y="3094026"/>
            <a:ext cx="1995170" cy="768350"/>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持续</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
        <p:nvSpPr>
          <p:cNvPr id="25" name="文本框 24"/>
          <p:cNvSpPr txBox="1"/>
          <p:nvPr/>
        </p:nvSpPr>
        <p:spPr>
          <a:xfrm>
            <a:off x="7417806" y="4391962"/>
            <a:ext cx="1995170" cy="768350"/>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继续</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
        <p:nvSpPr>
          <p:cNvPr id="13" name="矩形 12"/>
          <p:cNvSpPr/>
          <p:nvPr/>
        </p:nvSpPr>
        <p:spPr>
          <a:xfrm>
            <a:off x="857555" y="5823039"/>
            <a:ext cx="10813890" cy="742950"/>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朋友是在你失败时，鼓励你</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en-US" altLang="zh-CN" sz="3600" b="1" dirty="0">
                <a:solidFill>
                  <a:srgbClr val="C00000"/>
                </a:solidFill>
                <a:latin typeface="华文楷体" panose="02010600040101010101" charset="-122"/>
                <a:ea typeface="华文楷体" panose="02010600040101010101" charset="-122"/>
                <a:cs typeface="华文楷体" panose="02010600040101010101" charset="-122"/>
                <a:sym typeface="+mn-ea"/>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mn-ea"/>
              </a:rPr>
              <a:t>前进的人。</a:t>
            </a:r>
          </a:p>
        </p:txBody>
      </p:sp>
      <p:pic>
        <p:nvPicPr>
          <p:cNvPr id="14" name="图片 13" descr="C:\Users\Administrator\Desktop\小红书\对外汉语战略搞钱计划\教学素材\图片素材\我压缩.png我压缩"/>
          <p:cNvPicPr>
            <a:picLocks noChangeAspect="1"/>
          </p:cNvPicPr>
          <p:nvPr/>
        </p:nvPicPr>
        <p:blipFill>
          <a:blip r:embed="rId3"/>
          <a:srcRect/>
          <a:stretch>
            <a:fillRect/>
          </a:stretch>
        </p:blipFill>
        <p:spPr>
          <a:xfrm>
            <a:off x="-315235" y="5265934"/>
            <a:ext cx="1628140" cy="1628140"/>
          </a:xfrm>
          <a:prstGeom prst="rect">
            <a:avLst/>
          </a:prstGeom>
        </p:spPr>
      </p:pic>
      <p:sp>
        <p:nvSpPr>
          <p:cNvPr id="15" name="文本框 14"/>
          <p:cNvSpPr txBox="1"/>
          <p:nvPr/>
        </p:nvSpPr>
        <p:spPr>
          <a:xfrm>
            <a:off x="6196988" y="5767465"/>
            <a:ext cx="1725385" cy="769441"/>
          </a:xfrm>
          <a:prstGeom prst="rect">
            <a:avLst/>
          </a:prstGeom>
          <a:noFill/>
        </p:spPr>
        <p:txBody>
          <a:bodyPr wrap="square" rtlCol="0" anchor="t">
            <a:spAutoFit/>
          </a:bodyPr>
          <a:lstStyle/>
          <a:p>
            <a:pPr algn="ctr"/>
            <a:r>
              <a:rPr lang="zh-CN" altLang="en-US" sz="44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继续</a:t>
            </a:r>
            <a:endParaRPr lang="zh-CN" altLang="en-US" sz="44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subTnLst>
                                    <p:audio>
                                      <p:cMediaNode>
                                        <p:cTn display="0" masterRel="sameClick">
                                          <p:stCondLst>
                                            <p:cond evt="begin" delay="0">
                                              <p:tn val="15"/>
                                            </p:cond>
                                          </p:stCondLst>
                                          <p:endCondLst>
                                            <p:cond evt="onStopAudio" delay="0">
                                              <p:tgtEl>
                                                <p:sldTgt/>
                                              </p:tgtEl>
                                            </p:cond>
                                          </p:endCondLst>
                                        </p:cTn>
                                        <p:tgtEl>
                                          <p:sndTgt r:embed="rId2" name="click.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subTnLst>
                                    <p:audio>
                                      <p:cMediaNode>
                                        <p:cTn display="0" masterRel="sameClick">
                                          <p:stCondLst>
                                            <p:cond evt="begin" delay="0">
                                              <p:tn val="20"/>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4" grpId="0"/>
      <p:bldP spid="25" grpId="0"/>
      <p:bldP spid="1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354948" y="3193415"/>
            <a:ext cx="2837180" cy="2241977"/>
            <a:chOff x="7919" y="3144"/>
            <a:chExt cx="5660" cy="2494"/>
          </a:xfrm>
        </p:grpSpPr>
        <p:sp>
          <p:nvSpPr>
            <p:cNvPr id="33" name="圆角矩形 32"/>
            <p:cNvSpPr/>
            <p:nvPr/>
          </p:nvSpPr>
          <p:spPr>
            <a:xfrm>
              <a:off x="8776" y="3144"/>
              <a:ext cx="3577" cy="24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919" y="3144"/>
              <a:ext cx="5660" cy="2362"/>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数</a:t>
              </a:r>
              <a:endParaRPr lang="en-US" altLang="zh-CN"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en-US" altLang="zh-CN" sz="2800" b="1" kern="100" dirty="0" err="1">
                  <a:solidFill>
                    <a:srgbClr val="FF0000"/>
                  </a:solidFill>
                  <a:latin typeface="华文楷体" panose="02010600040101010101" charset="-122"/>
                  <a:ea typeface="华文楷体" panose="02010600040101010101" charset="-122"/>
                  <a:cs typeface="华文细黑" panose="02010600040101010101" pitchFamily="2" charset="-122"/>
                  <a:sym typeface="+mn-ea"/>
                </a:rPr>
                <a:t>shǔ</a:t>
              </a:r>
              <a:endPar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2000" b="1" dirty="0">
                  <a:solidFill>
                    <a:srgbClr val="FF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动</a:t>
              </a:r>
              <a:r>
                <a:rPr lang="zh-CN" altLang="zh-CN" sz="2000" b="1" dirty="0">
                  <a:solidFill>
                    <a:srgbClr val="FF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词</a:t>
              </a:r>
              <a:r>
                <a:rPr lang="en-US" altLang="zh-CN" sz="2000" b="1" dirty="0">
                  <a:solidFill>
                    <a:srgbClr val="FF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r>
                <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查点(数目)</a:t>
              </a:r>
              <a:endParaRPr lang="en-US"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r>
                <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或一个个说出(数目)</a:t>
              </a:r>
              <a:endParaRPr lang="vi-V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fontAlgn="ctr"/>
              <a:r>
                <a:rPr lang="vi-V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Động từ: đếm</a:t>
              </a:r>
              <a:endPar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p:txBody>
        </p:sp>
      </p:grpSp>
      <p:grpSp>
        <p:nvGrpSpPr>
          <p:cNvPr id="80" name="组合 79"/>
          <p:cNvGrpSpPr/>
          <p:nvPr/>
        </p:nvGrpSpPr>
        <p:grpSpPr>
          <a:xfrm>
            <a:off x="328248" y="2212922"/>
            <a:ext cx="9174666" cy="671945"/>
            <a:chOff x="518" y="3425"/>
            <a:chExt cx="13447" cy="1306"/>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9" y="3425"/>
              <a:ext cx="13446" cy="697"/>
            </a:xfrm>
            <a:prstGeom prst="rect">
              <a:avLst/>
            </a:prstGeom>
            <a:noFill/>
          </p:spPr>
          <p:txBody>
            <a:bodyPr wrap="square">
              <a:spAutoFit/>
            </a:bodyPr>
            <a:lstStyle/>
            <a:p>
              <a:pPr eaLnBrk="1" fontAlgn="base" hangingPunct="0">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我大概</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数</a:t>
              </a:r>
              <a:r>
                <a:rPr lang="zh-CN" altLang="zh-CN" sz="3200" b="1" dirty="0">
                  <a:latin typeface="华文楷体" panose="02010600040101010101" charset="-122"/>
                  <a:ea typeface="华文楷体" panose="02010600040101010101" charset="-122"/>
                  <a:sym typeface="华文细黑" panose="02010600040101010101" pitchFamily="2" charset="-122"/>
                </a:rPr>
                <a:t>了一下，车上有32个学生。</a:t>
              </a: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grpSp>
        <p:nvGrpSpPr>
          <p:cNvPr id="2" name="组合 1"/>
          <p:cNvGrpSpPr/>
          <p:nvPr/>
        </p:nvGrpSpPr>
        <p:grpSpPr>
          <a:xfrm>
            <a:off x="328248" y="4834317"/>
            <a:ext cx="9173984" cy="823734"/>
            <a:chOff x="518" y="3425"/>
            <a:chExt cx="13447" cy="1306"/>
          </a:xfrm>
        </p:grpSpPr>
        <p:sp>
          <p:nvSpPr>
            <p:cNvPr id="3"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7"/>
            <p:cNvSpPr txBox="1"/>
            <p:nvPr/>
          </p:nvSpPr>
          <p:spPr>
            <a:xfrm>
              <a:off x="519" y="3425"/>
              <a:ext cx="13446" cy="1199"/>
            </a:xfrm>
            <a:prstGeom prst="rect">
              <a:avLst/>
            </a:prstGeom>
            <a:noFill/>
          </p:spPr>
          <p:txBody>
            <a:bodyPr wrap="square">
              <a:spAutoFit/>
            </a:bodyPr>
            <a:lstStyle/>
            <a:p>
              <a:pPr eaLnBrk="1" fontAlgn="base" hangingPunct="0">
                <a:lnSpc>
                  <a:spcPct val="150000"/>
                </a:lnSpc>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先生，这是找您的钱，58块6，您</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数</a:t>
              </a:r>
              <a:r>
                <a:rPr lang="zh-CN" altLang="zh-CN" sz="3200" b="1" dirty="0">
                  <a:latin typeface="华文楷体" panose="02010600040101010101" charset="-122"/>
                  <a:ea typeface="华文楷体" panose="02010600040101010101" charset="-122"/>
                  <a:sym typeface="华文细黑" panose="02010600040101010101" pitchFamily="2" charset="-122"/>
                </a:rPr>
                <a:t>数。</a:t>
              </a: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pic>
        <p:nvPicPr>
          <p:cNvPr id="6" name="图片 5"/>
          <p:cNvPicPr>
            <a:picLocks noChangeAspect="1"/>
          </p:cNvPicPr>
          <p:nvPr/>
        </p:nvPicPr>
        <p:blipFill>
          <a:blip r:embed="rId5"/>
          <a:stretch>
            <a:fillRect/>
          </a:stretch>
        </p:blipFill>
        <p:spPr>
          <a:xfrm>
            <a:off x="6802370" y="1063625"/>
            <a:ext cx="2669463" cy="1803016"/>
          </a:xfrm>
          <a:prstGeom prst="rect">
            <a:avLst/>
          </a:prstGeom>
        </p:spPr>
      </p:pic>
      <p:pic>
        <p:nvPicPr>
          <p:cNvPr id="10" name="图片 9"/>
          <p:cNvPicPr>
            <a:picLocks noChangeAspect="1"/>
          </p:cNvPicPr>
          <p:nvPr/>
        </p:nvPicPr>
        <p:blipFill>
          <a:blip r:embed="rId6"/>
          <a:stretch>
            <a:fillRect/>
          </a:stretch>
        </p:blipFill>
        <p:spPr>
          <a:xfrm>
            <a:off x="7357194" y="4002524"/>
            <a:ext cx="2179463" cy="1627133"/>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1"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058275"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8775923" y="1951748"/>
            <a:ext cx="3564255" cy="2800510"/>
            <a:chOff x="7010" y="3117"/>
            <a:chExt cx="7110" cy="2112"/>
          </a:xfrm>
        </p:grpSpPr>
        <p:sp>
          <p:nvSpPr>
            <p:cNvPr id="33" name="圆角矩形 32"/>
            <p:cNvSpPr/>
            <p:nvPr/>
          </p:nvSpPr>
          <p:spPr>
            <a:xfrm>
              <a:off x="8776" y="3144"/>
              <a:ext cx="3577" cy="1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010" y="3117"/>
              <a:ext cx="7110" cy="2112"/>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数</a:t>
              </a:r>
              <a:endParaRPr lang="en-US" altLang="zh-CN"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en-US" altLang="zh-CN" sz="3200" b="1" kern="100" dirty="0" err="1">
                  <a:solidFill>
                    <a:srgbClr val="FF0000"/>
                  </a:solidFill>
                  <a:latin typeface="华文楷体" panose="02010600040101010101" charset="-122"/>
                  <a:ea typeface="华文楷体" panose="02010600040101010101" charset="-122"/>
                  <a:cs typeface="华文细黑" panose="02010600040101010101" pitchFamily="2" charset="-122"/>
                  <a:sym typeface="+mn-ea"/>
                </a:rPr>
                <a:t>shǔ</a:t>
              </a:r>
            </a:p>
            <a:p>
              <a:pPr algn="ctr" fontAlgn="ctr"/>
              <a:r>
                <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“数（最）...”</a:t>
              </a:r>
            </a:p>
            <a:p>
              <a:pPr algn="ctr" fontAlgn="ctr"/>
              <a:r>
                <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“(最)…的(要/就)数…”</a:t>
              </a:r>
              <a:endParaRPr lang="en-US"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a:r>
                <a:rPr lang="zh-CN" altLang="zh-CN" sz="2000" b="1" dirty="0">
                  <a:solidFill>
                    <a:srgbClr val="FF0000"/>
                  </a:solidFill>
                  <a:highlight>
                    <a:srgbClr val="FFFF00"/>
                  </a:highlight>
                  <a:latin typeface="华文楷体" panose="02010600040101010101" charset="-122"/>
                  <a:ea typeface="华文楷体" panose="02010600040101010101" charset="-122"/>
                  <a:sym typeface="华文细黑" panose="02010600040101010101" pitchFamily="2" charset="-122"/>
                </a:rPr>
                <a:t>表示计算或比较起来</a:t>
              </a:r>
              <a:r>
                <a:rPr lang="en-US"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 </a:t>
              </a:r>
              <a:r>
                <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(最……)</a:t>
              </a:r>
              <a:endParaRPr lang="vi-V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a:r>
                <a:rPr lang="vi-V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Phải kể đến( liệt kê)</a:t>
              </a:r>
              <a:endPar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eaLnBrk="1"/>
              <a:endPar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p:txBody>
        </p:sp>
      </p:grpSp>
      <p:grpSp>
        <p:nvGrpSpPr>
          <p:cNvPr id="80" name="组合 79"/>
          <p:cNvGrpSpPr/>
          <p:nvPr/>
        </p:nvGrpSpPr>
        <p:grpSpPr>
          <a:xfrm>
            <a:off x="328248" y="2212922"/>
            <a:ext cx="9174666" cy="671945"/>
            <a:chOff x="518" y="3425"/>
            <a:chExt cx="13447" cy="1306"/>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9" y="3425"/>
              <a:ext cx="13446" cy="1137"/>
            </a:xfrm>
            <a:prstGeom prst="rect">
              <a:avLst/>
            </a:prstGeom>
            <a:noFill/>
          </p:spPr>
          <p:txBody>
            <a:bodyPr wrap="square">
              <a:spAutoFit/>
            </a:bodyPr>
            <a:lstStyle/>
            <a:p>
              <a:pPr eaLnBrk="1" fontAlgn="base" hangingPunct="0">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我觉得北京最美、最有名气的公园要</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数</a:t>
              </a:r>
              <a:r>
                <a:rPr lang="zh-CN" altLang="zh-CN" sz="3200" b="1" dirty="0">
                  <a:latin typeface="华文楷体" panose="02010600040101010101" charset="-122"/>
                  <a:ea typeface="华文楷体" panose="02010600040101010101" charset="-122"/>
                  <a:sym typeface="华文细黑" panose="02010600040101010101" pitchFamily="2" charset="-122"/>
                </a:rPr>
                <a:t>颐和园了。</a:t>
              </a: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grpSp>
        <p:nvGrpSpPr>
          <p:cNvPr id="2" name="组合 1"/>
          <p:cNvGrpSpPr/>
          <p:nvPr/>
        </p:nvGrpSpPr>
        <p:grpSpPr>
          <a:xfrm>
            <a:off x="328248" y="4834317"/>
            <a:ext cx="9173984" cy="823734"/>
            <a:chOff x="518" y="3425"/>
            <a:chExt cx="13447" cy="1306"/>
          </a:xfrm>
        </p:grpSpPr>
        <p:sp>
          <p:nvSpPr>
            <p:cNvPr id="3"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7"/>
            <p:cNvSpPr txBox="1"/>
            <p:nvPr/>
          </p:nvSpPr>
          <p:spPr>
            <a:xfrm>
              <a:off x="519" y="3425"/>
              <a:ext cx="13446" cy="1199"/>
            </a:xfrm>
            <a:prstGeom prst="rect">
              <a:avLst/>
            </a:prstGeom>
            <a:noFill/>
          </p:spPr>
          <p:txBody>
            <a:bodyPr wrap="square">
              <a:spAutoFit/>
            </a:bodyPr>
            <a:lstStyle/>
            <a:p>
              <a:pPr eaLnBrk="1" fontAlgn="base" hangingPunct="0">
                <a:lnSpc>
                  <a:spcPct val="150000"/>
                </a:lnSpc>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要说我们班跑得最快的，那就</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数</a:t>
              </a:r>
              <a:r>
                <a:rPr lang="zh-CN" altLang="zh-CN" sz="3200" b="1" dirty="0">
                  <a:latin typeface="华文楷体" panose="02010600040101010101" charset="-122"/>
                  <a:ea typeface="华文楷体" panose="02010600040101010101" charset="-122"/>
                  <a:sym typeface="华文细黑" panose="02010600040101010101" pitchFamily="2" charset="-122"/>
                </a:rPr>
                <a:t>李阳了。</a:t>
              </a: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pic>
        <p:nvPicPr>
          <p:cNvPr id="6" name="图片 5"/>
          <p:cNvPicPr>
            <a:picLocks noChangeAspect="1"/>
          </p:cNvPicPr>
          <p:nvPr/>
        </p:nvPicPr>
        <p:blipFill>
          <a:blip r:embed="rId5"/>
          <a:stretch>
            <a:fillRect/>
          </a:stretch>
        </p:blipFill>
        <p:spPr>
          <a:xfrm>
            <a:off x="6347097" y="524510"/>
            <a:ext cx="2228850" cy="1419225"/>
          </a:xfrm>
          <a:prstGeom prst="rect">
            <a:avLst/>
          </a:prstGeom>
        </p:spPr>
      </p:pic>
      <p:pic>
        <p:nvPicPr>
          <p:cNvPr id="10" name="图片 9"/>
          <p:cNvPicPr>
            <a:picLocks noChangeAspect="1"/>
          </p:cNvPicPr>
          <p:nvPr/>
        </p:nvPicPr>
        <p:blipFill>
          <a:blip r:embed="rId6"/>
          <a:stretch>
            <a:fillRect/>
          </a:stretch>
        </p:blipFill>
        <p:spPr>
          <a:xfrm>
            <a:off x="6680472" y="3235377"/>
            <a:ext cx="2095500" cy="1485900"/>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243666" y="3193414"/>
            <a:ext cx="2837180" cy="3292847"/>
            <a:chOff x="7697" y="3144"/>
            <a:chExt cx="5660" cy="3663"/>
          </a:xfrm>
        </p:grpSpPr>
        <p:sp>
          <p:nvSpPr>
            <p:cNvPr id="33" name="圆角矩形 32"/>
            <p:cNvSpPr/>
            <p:nvPr/>
          </p:nvSpPr>
          <p:spPr>
            <a:xfrm>
              <a:off x="8776" y="3144"/>
              <a:ext cx="3577" cy="1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697" y="3144"/>
              <a:ext cx="5660" cy="3663"/>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数</a:t>
              </a:r>
              <a:endParaRPr lang="en-US" altLang="zh-CN"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a:t>
              </a:r>
              <a:r>
                <a:rPr lang="en-US" altLang="zh-CN" sz="4400" b="1" kern="100" dirty="0" err="1">
                  <a:solidFill>
                    <a:srgbClr val="FF0000"/>
                  </a:solidFill>
                  <a:latin typeface="华文楷体" panose="02010600040101010101" charset="-122"/>
                  <a:ea typeface="华文楷体" panose="02010600040101010101" charset="-122"/>
                  <a:cs typeface="华文细黑" panose="02010600040101010101" pitchFamily="2" charset="-122"/>
                  <a:sym typeface="+mn-ea"/>
                </a:rPr>
                <a:t>shù</a:t>
              </a: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a:t>
              </a:r>
            </a:p>
            <a:p>
              <a:pPr algn="ctr" fontAlgn="ctr"/>
              <a:endParaRPr lang="zh-CN" altLang="zh-CN" sz="2000"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eaLnBrk="1"/>
              <a:r>
                <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数词—意思是</a:t>
              </a:r>
              <a:endParaRPr lang="en-US"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eaLnBrk="1"/>
              <a:r>
                <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“几、几个”，多用于书面语。</a:t>
              </a:r>
              <a:endParaRPr lang="vi-V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a:p>
              <a:pPr algn="ctr" eaLnBrk="1"/>
              <a:r>
                <a:rPr lang="vi-V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rPr>
                <a:t>=</a:t>
              </a:r>
              <a:r>
                <a:rPr kumimoji="0" lang="zh-CN" altLang="zh-CN" sz="2000" b="1" i="0" u="none" strike="noStrike" kern="1200" cap="none" spc="0" normalizeH="0" baseline="0" noProof="0" dirty="0">
                  <a:ln>
                    <a:noFill/>
                  </a:ln>
                  <a:solidFill>
                    <a:srgbClr val="FFFFFF">
                      <a:lumMod val="65000"/>
                    </a:srgbClr>
                  </a:solidFill>
                  <a:effectLst/>
                  <a:uLnTx/>
                  <a:uFillTx/>
                  <a:latin typeface="华文楷体" panose="02010600040101010101" charset="-122"/>
                  <a:ea typeface="华文楷体" panose="02010600040101010101" charset="-122"/>
                  <a:cs typeface="+mn-cs"/>
                  <a:sym typeface="华文细黑" panose="02010600040101010101" pitchFamily="2" charset="-122"/>
                </a:rPr>
                <a:t>几、几个</a:t>
              </a:r>
              <a:r>
                <a:rPr kumimoji="0" lang="vi-VN" altLang="zh-CN" sz="2000" b="1" i="0" u="none" strike="noStrike" kern="1200" cap="none" spc="0" normalizeH="0" baseline="0" noProof="0" dirty="0">
                  <a:ln>
                    <a:noFill/>
                  </a:ln>
                  <a:solidFill>
                    <a:srgbClr val="FFFFFF">
                      <a:lumMod val="65000"/>
                    </a:srgbClr>
                  </a:solidFill>
                  <a:effectLst/>
                  <a:uLnTx/>
                  <a:uFillTx/>
                  <a:latin typeface="华文楷体" panose="02010600040101010101" charset="-122"/>
                  <a:ea typeface="华文楷体" panose="02010600040101010101" charset="-122"/>
                  <a:cs typeface="+mn-cs"/>
                  <a:sym typeface="华文细黑" panose="02010600040101010101" pitchFamily="2" charset="-122"/>
                </a:rPr>
                <a:t>( dùng trong văn viết</a:t>
              </a:r>
              <a:endParaRPr lang="zh-CN" altLang="zh-CN" sz="2000" b="1" dirty="0">
                <a:solidFill>
                  <a:schemeClr val="bg1">
                    <a:lumMod val="65000"/>
                  </a:schemeClr>
                </a:solidFill>
                <a:latin typeface="华文楷体" panose="02010600040101010101" charset="-122"/>
                <a:ea typeface="华文楷体" panose="02010600040101010101" charset="-122"/>
                <a:sym typeface="华文细黑" panose="02010600040101010101" pitchFamily="2" charset="-122"/>
              </a:endParaRPr>
            </a:p>
          </p:txBody>
        </p:sp>
      </p:grpSp>
      <p:grpSp>
        <p:nvGrpSpPr>
          <p:cNvPr id="80" name="组合 79"/>
          <p:cNvGrpSpPr/>
          <p:nvPr/>
        </p:nvGrpSpPr>
        <p:grpSpPr>
          <a:xfrm>
            <a:off x="328248" y="2213826"/>
            <a:ext cx="9219697" cy="1179332"/>
            <a:chOff x="518" y="3426"/>
            <a:chExt cx="13513" cy="1305"/>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85" y="3503"/>
              <a:ext cx="13446" cy="1192"/>
            </a:xfrm>
            <a:prstGeom prst="rect">
              <a:avLst/>
            </a:prstGeom>
            <a:noFill/>
          </p:spPr>
          <p:txBody>
            <a:bodyPr wrap="square">
              <a:spAutoFit/>
            </a:bodyPr>
            <a:lstStyle/>
            <a:p>
              <a:pPr eaLnBrk="1" fontAlgn="base" hangingPunct="0">
                <a:buClrTx/>
                <a:buSzTx/>
                <a:buFontTx/>
              </a:pPr>
              <a:r>
                <a:rPr lang="zh-CN" altLang="zh-CN" sz="3200" b="1" dirty="0">
                  <a:latin typeface="华文楷体" panose="02010600040101010101" charset="-122"/>
                  <a:ea typeface="华文楷体" panose="02010600040101010101" charset="-122"/>
                  <a:sym typeface="华文细黑" panose="02010600040101010101" pitchFamily="2" charset="-122"/>
                </a:rPr>
                <a:t>这里夏季的雷阵雨一般可持续</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数</a:t>
              </a:r>
              <a:r>
                <a:rPr lang="zh-CN" altLang="zh-CN" sz="3200" b="1" dirty="0">
                  <a:latin typeface="华文楷体" panose="02010600040101010101" charset="-122"/>
                  <a:ea typeface="华文楷体" panose="02010600040101010101" charset="-122"/>
                  <a:sym typeface="华文细黑" panose="02010600040101010101" pitchFamily="2" charset="-122"/>
                </a:rPr>
                <a:t>小时或者更久的时间。</a:t>
              </a: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grpSp>
        <p:nvGrpSpPr>
          <p:cNvPr id="2" name="组合 1"/>
          <p:cNvGrpSpPr/>
          <p:nvPr/>
        </p:nvGrpSpPr>
        <p:grpSpPr>
          <a:xfrm>
            <a:off x="328248" y="4835195"/>
            <a:ext cx="9178760" cy="1224927"/>
            <a:chOff x="518" y="3426"/>
            <a:chExt cx="13454" cy="1397"/>
          </a:xfrm>
        </p:grpSpPr>
        <p:sp>
          <p:nvSpPr>
            <p:cNvPr id="3"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7"/>
            <p:cNvSpPr txBox="1"/>
            <p:nvPr/>
          </p:nvSpPr>
          <p:spPr>
            <a:xfrm>
              <a:off x="526" y="3478"/>
              <a:ext cx="13446" cy="1345"/>
            </a:xfrm>
            <a:prstGeom prst="rect">
              <a:avLst/>
            </a:prstGeom>
            <a:noFill/>
          </p:spPr>
          <p:txBody>
            <a:bodyPr wrap="square">
              <a:spAutoFit/>
            </a:bodyPr>
            <a:lstStyle/>
            <a:p>
              <a:pPr fontAlgn="base" hangingPunct="0"/>
              <a:r>
                <a:rPr lang="zh-CN" altLang="zh-CN" sz="3200" b="1" dirty="0">
                  <a:latin typeface="华文楷体" panose="02010600040101010101" charset="-122"/>
                  <a:ea typeface="华文楷体" panose="02010600040101010101" charset="-122"/>
                  <a:sym typeface="华文细黑" panose="02010600040101010101" pitchFamily="2" charset="-122"/>
                </a:rPr>
                <a:t>这种状态如果持续</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数</a:t>
              </a:r>
              <a:r>
                <a:rPr lang="zh-CN" altLang="zh-CN" sz="3200" b="1" dirty="0">
                  <a:latin typeface="华文楷体" panose="02010600040101010101" charset="-122"/>
                  <a:ea typeface="华文楷体" panose="02010600040101010101" charset="-122"/>
                  <a:sym typeface="华文细黑" panose="02010600040101010101" pitchFamily="2" charset="-122"/>
                </a:rPr>
                <a:t>天、</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数</a:t>
              </a:r>
              <a:r>
                <a:rPr lang="zh-CN" altLang="zh-CN" sz="3200" b="1" dirty="0">
                  <a:latin typeface="华文楷体" panose="02010600040101010101" charset="-122"/>
                  <a:ea typeface="华文楷体" panose="02010600040101010101" charset="-122"/>
                  <a:sym typeface="华文细黑" panose="02010600040101010101" pitchFamily="2" charset="-122"/>
                </a:rPr>
                <a:t>周、</a:t>
              </a:r>
              <a:r>
                <a:rPr lang="zh-CN" altLang="zh-CN" sz="3200" b="1" dirty="0">
                  <a:solidFill>
                    <a:srgbClr val="FF0000"/>
                  </a:solidFill>
                  <a:latin typeface="华文楷体" panose="02010600040101010101" charset="-122"/>
                  <a:ea typeface="华文楷体" panose="02010600040101010101" charset="-122"/>
                  <a:sym typeface="华文细黑" panose="02010600040101010101" pitchFamily="2" charset="-122"/>
                </a:rPr>
                <a:t>数</a:t>
              </a:r>
              <a:r>
                <a:rPr lang="zh-CN" altLang="zh-CN" sz="3200" b="1" dirty="0">
                  <a:latin typeface="华文楷体" panose="02010600040101010101" charset="-122"/>
                  <a:ea typeface="华文楷体" panose="02010600040101010101" charset="-122"/>
                  <a:sym typeface="华文细黑" panose="02010600040101010101" pitchFamily="2" charset="-122"/>
                </a:rPr>
                <a:t>月，将导致高血压、失眠和一些精神问题等。</a:t>
              </a:r>
            </a:p>
            <a:p>
              <a:pPr eaLnBrk="1" fontAlgn="base" hangingPunct="0">
                <a:buClrTx/>
                <a:buSzTx/>
                <a:buFontTx/>
              </a:pPr>
              <a:endParaRPr lang="zh-CN" altLang="en-US" sz="3200" b="1" dirty="0">
                <a:latin typeface="华文楷体" panose="02010600040101010101" charset="-122"/>
                <a:ea typeface="华文楷体" panose="02010600040101010101" charset="-122"/>
                <a:sym typeface="华文细黑" panose="02010600040101010101" pitchFamily="2" charset="-122"/>
              </a:endParaRPr>
            </a:p>
          </p:txBody>
        </p:sp>
      </p:grpSp>
      <p:pic>
        <p:nvPicPr>
          <p:cNvPr id="6" name="图片 5"/>
          <p:cNvPicPr>
            <a:picLocks noChangeAspect="1"/>
          </p:cNvPicPr>
          <p:nvPr/>
        </p:nvPicPr>
        <p:blipFill>
          <a:blip r:embed="rId5"/>
          <a:stretch>
            <a:fillRect/>
          </a:stretch>
        </p:blipFill>
        <p:spPr>
          <a:xfrm>
            <a:off x="6344709" y="948163"/>
            <a:ext cx="2609850" cy="1381125"/>
          </a:xfrm>
          <a:prstGeom prst="rect">
            <a:avLst/>
          </a:prstGeom>
        </p:spPr>
      </p:pic>
      <p:pic>
        <p:nvPicPr>
          <p:cNvPr id="10" name="图片 9"/>
          <p:cNvPicPr>
            <a:picLocks noChangeAspect="1"/>
          </p:cNvPicPr>
          <p:nvPr/>
        </p:nvPicPr>
        <p:blipFill>
          <a:blip r:embed="rId6"/>
          <a:stretch>
            <a:fillRect/>
          </a:stretch>
        </p:blipFill>
        <p:spPr>
          <a:xfrm>
            <a:off x="6791192" y="3438753"/>
            <a:ext cx="1904645" cy="1485104"/>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Nube"/>
          <p:cNvSpPr/>
          <p:nvPr/>
        </p:nvSpPr>
        <p:spPr>
          <a:xfrm>
            <a:off x="6919272" y="3495057"/>
            <a:ext cx="2232249" cy="1032364"/>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精神</a:t>
            </a:r>
            <a:endParaRPr lang="zh-CN" altLang="es-ES_tradnl"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6" name="5 Nube"/>
          <p:cNvSpPr/>
          <p:nvPr/>
        </p:nvSpPr>
        <p:spPr>
          <a:xfrm>
            <a:off x="4005590" y="3500864"/>
            <a:ext cx="2212865" cy="1021497"/>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2800" b="1" dirty="0">
                <a:solidFill>
                  <a:schemeClr val="tx2">
                    <a:lumMod val="60000"/>
                    <a:lumOff val="40000"/>
                  </a:schemeClr>
                </a:solidFill>
                <a:latin typeface="Comic Sans MS" panose="030F0902030302020204" pitchFamily="66" charset="0"/>
                <a:cs typeface="Aharoni" panose="02010803020104030203" pitchFamily="2" charset="-79"/>
              </a:rPr>
              <a:t>情绪</a:t>
            </a:r>
            <a:endParaRPr lang="zh-CN" altLang="es-ES" sz="28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11" name="圆角矩形标注 10"/>
          <p:cNvSpPr/>
          <p:nvPr/>
        </p:nvSpPr>
        <p:spPr>
          <a:xfrm>
            <a:off x="2446020" y="1209040"/>
            <a:ext cx="8442325" cy="918210"/>
          </a:xfrm>
          <a:prstGeom prst="wedgeRoundRectCallout">
            <a:avLst>
              <a:gd name="adj1" fmla="val -57398"/>
              <a:gd name="adj2" fmla="val 56298"/>
              <a:gd name="adj3" fmla="val 16667"/>
            </a:avLst>
          </a:prstGeom>
          <a:solidFill>
            <a:srgbClr val="E2AEA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实验失败了没关系，打起</a:t>
            </a:r>
            <a:r>
              <a:rPr lang="zh-CN" altLang="zh-CN" sz="3200" b="1" u="sng"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从头再来</a:t>
            </a:r>
            <a:r>
              <a:rPr lang="zh-CN" altLang="en-US"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endParaRPr lang="zh-CN" altLang="zh-CN"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sp>
        <p:nvSpPr>
          <p:cNvPr id="12"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3"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pic>
        <p:nvPicPr>
          <p:cNvPr id="14" name="图片 13" descr="人物"/>
          <p:cNvPicPr>
            <a:picLocks noChangeAspect="1"/>
          </p:cNvPicPr>
          <p:nvPr/>
        </p:nvPicPr>
        <p:blipFill>
          <a:blip r:embed="rId6"/>
          <a:stretch>
            <a:fillRect/>
          </a:stretch>
        </p:blipFill>
        <p:spPr>
          <a:xfrm>
            <a:off x="0" y="1851660"/>
            <a:ext cx="3337560" cy="5006340"/>
          </a:xfrm>
          <a:prstGeom prst="rect">
            <a:avLst/>
          </a:prstGeom>
        </p:spPr>
      </p:pic>
      <p:sp>
        <p:nvSpPr>
          <p:cNvPr id="9" name="8 CuadroTexto"/>
          <p:cNvSpPr txBox="1"/>
          <p:nvPr/>
        </p:nvSpPr>
        <p:spPr>
          <a:xfrm>
            <a:off x="7076757" y="1268095"/>
            <a:ext cx="1561565" cy="583565"/>
          </a:xfrm>
          <a:prstGeom prst="rect">
            <a:avLst/>
          </a:prstGeom>
          <a:noFill/>
        </p:spPr>
        <p:txBody>
          <a:bodyPr wrap="square" rtlCol="0">
            <a:spAutoFit/>
          </a:bodyPr>
          <a:lstStyle/>
          <a:p>
            <a:pPr algn="ctr"/>
            <a:r>
              <a:rPr lang="zh-CN" altLang="en-US" sz="3200" b="1" dirty="0">
                <a:solidFill>
                  <a:srgbClr val="C00000"/>
                </a:solidFill>
                <a:latin typeface="华文楷体" panose="02010600040101010101" charset="-122"/>
                <a:ea typeface="华文楷体" panose="02010600040101010101" charset="-122"/>
              </a:rPr>
              <a:t>精神</a:t>
            </a:r>
            <a:endParaRPr lang="zh-CN" altLang="es-ES_tradnl" sz="3200" b="1" dirty="0">
              <a:solidFill>
                <a:srgbClr val="C00000"/>
              </a:solidFill>
              <a:effectLst/>
              <a:latin typeface="华文楷体" panose="02010600040101010101" charset="-122"/>
              <a:ea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lick.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wipe(left)">
                                      <p:cBhvr>
                                        <p:cTn id="20" dur="500"/>
                                        <p:tgtEl>
                                          <p:spTgt spid="9">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Nube"/>
          <p:cNvSpPr/>
          <p:nvPr/>
        </p:nvSpPr>
        <p:spPr>
          <a:xfrm>
            <a:off x="6919272" y="3495057"/>
            <a:ext cx="2232249" cy="1032364"/>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数</a:t>
            </a:r>
            <a:endParaRPr lang="zh-CN" altLang="es-ES_tradnl"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6" name="5 Nube"/>
          <p:cNvSpPr/>
          <p:nvPr/>
        </p:nvSpPr>
        <p:spPr>
          <a:xfrm>
            <a:off x="4005590" y="3500864"/>
            <a:ext cx="2212865" cy="1021497"/>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2800" b="1" dirty="0">
                <a:solidFill>
                  <a:schemeClr val="tx2">
                    <a:lumMod val="60000"/>
                    <a:lumOff val="40000"/>
                  </a:schemeClr>
                </a:solidFill>
                <a:latin typeface="Comic Sans MS" panose="030F0902030302020204" pitchFamily="66" charset="0"/>
                <a:cs typeface="Aharoni" panose="02010803020104030203" pitchFamily="2" charset="-79"/>
              </a:rPr>
              <a:t>来</a:t>
            </a:r>
          </a:p>
        </p:txBody>
      </p:sp>
      <p:sp>
        <p:nvSpPr>
          <p:cNvPr id="11" name="圆角矩形标注 10"/>
          <p:cNvSpPr/>
          <p:nvPr/>
        </p:nvSpPr>
        <p:spPr>
          <a:xfrm>
            <a:off x="2207895" y="1070610"/>
            <a:ext cx="9178925" cy="1161415"/>
          </a:xfrm>
          <a:prstGeom prst="wedgeRoundRectCallout">
            <a:avLst>
              <a:gd name="adj1" fmla="val -57398"/>
              <a:gd name="adj2" fmla="val 56298"/>
              <a:gd name="adj3" fmla="val 16667"/>
            </a:avLst>
          </a:prstGeom>
          <a:solidFill>
            <a:srgbClr val="E2AEA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每晚抽出点儿时间来阅读、学习，坚持</a:t>
            </a:r>
            <a:r>
              <a:rPr lang="zh-CN" altLang="zh-CN" sz="3200" b="1" u="sng"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zh-CN" altLang="en-US"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年</a:t>
            </a:r>
            <a:r>
              <a:rPr lang="en-US" altLang="zh-CN"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r>
              <a:rPr lang="zh-CN" altLang="en-US"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之后，成功就会向你招手。</a:t>
            </a:r>
            <a:endParaRPr lang="zh-CN" altLang="zh-CN"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sp>
        <p:nvSpPr>
          <p:cNvPr id="12"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3"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pic>
        <p:nvPicPr>
          <p:cNvPr id="14" name="图片 13" descr="人物"/>
          <p:cNvPicPr>
            <a:picLocks noChangeAspect="1"/>
          </p:cNvPicPr>
          <p:nvPr/>
        </p:nvPicPr>
        <p:blipFill>
          <a:blip r:embed="rId6"/>
          <a:stretch>
            <a:fillRect/>
          </a:stretch>
        </p:blipFill>
        <p:spPr>
          <a:xfrm>
            <a:off x="0" y="1851660"/>
            <a:ext cx="3337560" cy="5006340"/>
          </a:xfrm>
          <a:prstGeom prst="rect">
            <a:avLst/>
          </a:prstGeom>
        </p:spPr>
      </p:pic>
      <p:sp>
        <p:nvSpPr>
          <p:cNvPr id="9" name="8 CuadroTexto"/>
          <p:cNvSpPr txBox="1"/>
          <p:nvPr/>
        </p:nvSpPr>
        <p:spPr>
          <a:xfrm>
            <a:off x="8967271" y="1067688"/>
            <a:ext cx="1561565" cy="583565"/>
          </a:xfrm>
          <a:prstGeom prst="rect">
            <a:avLst/>
          </a:prstGeom>
          <a:noFill/>
        </p:spPr>
        <p:txBody>
          <a:bodyPr wrap="square" rtlCol="0">
            <a:spAutoFit/>
          </a:bodyPr>
          <a:lstStyle/>
          <a:p>
            <a:pPr algn="ctr"/>
            <a:r>
              <a:rPr lang="zh-CN" altLang="en-US" sz="3200" b="1" dirty="0">
                <a:solidFill>
                  <a:srgbClr val="C00000"/>
                </a:solidFill>
                <a:latin typeface="华文楷体" panose="02010600040101010101" charset="-122"/>
                <a:ea typeface="华文楷体" panose="02010600040101010101" charset="-122"/>
              </a:rPr>
              <a:t>数</a:t>
            </a:r>
            <a:endParaRPr lang="zh-CN" altLang="es-ES_tradnl" sz="3200" b="1" dirty="0">
              <a:solidFill>
                <a:srgbClr val="C00000"/>
              </a:solidFill>
              <a:effectLst/>
              <a:latin typeface="华文楷体" panose="02010600040101010101" charset="-122"/>
              <a:ea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lick.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wipe(left)">
                                      <p:cBhvr>
                                        <p:cTn id="20" dur="500"/>
                                        <p:tgtEl>
                                          <p:spTgt spid="9">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Nube"/>
          <p:cNvSpPr/>
          <p:nvPr/>
        </p:nvSpPr>
        <p:spPr>
          <a:xfrm>
            <a:off x="6919272" y="3495057"/>
            <a:ext cx="2232249" cy="1032364"/>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希望</a:t>
            </a:r>
            <a:endParaRPr lang="zh-CN" altLang="es-ES_tradnl"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6" name="5 Nube"/>
          <p:cNvSpPr/>
          <p:nvPr/>
        </p:nvSpPr>
        <p:spPr>
          <a:xfrm>
            <a:off x="4005590" y="3500864"/>
            <a:ext cx="2212865" cy="1021497"/>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2800" b="1" dirty="0">
                <a:solidFill>
                  <a:schemeClr val="tx2">
                    <a:lumMod val="60000"/>
                    <a:lumOff val="40000"/>
                  </a:schemeClr>
                </a:solidFill>
                <a:latin typeface="Comic Sans MS" panose="030F0902030302020204" pitchFamily="66" charset="0"/>
                <a:cs typeface="Aharoni" panose="02010803020104030203" pitchFamily="2" charset="-79"/>
              </a:rPr>
              <a:t>愿望</a:t>
            </a:r>
          </a:p>
        </p:txBody>
      </p:sp>
      <p:sp>
        <p:nvSpPr>
          <p:cNvPr id="11" name="圆角矩形标注 10"/>
          <p:cNvSpPr/>
          <p:nvPr/>
        </p:nvSpPr>
        <p:spPr>
          <a:xfrm>
            <a:off x="2446018" y="1078538"/>
            <a:ext cx="8442325" cy="1233398"/>
          </a:xfrm>
          <a:prstGeom prst="wedgeRoundRectCallout">
            <a:avLst>
              <a:gd name="adj1" fmla="val -57398"/>
              <a:gd name="adj2" fmla="val 56298"/>
              <a:gd name="adj3" fmla="val 16667"/>
            </a:avLst>
          </a:prstGeom>
          <a:solidFill>
            <a:srgbClr val="E2AEA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作为孩子的父母，我们当然</a:t>
            </a:r>
            <a:r>
              <a:rPr lang="zh-CN" altLang="zh-CN" sz="3200" b="1" u="sng"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他能成为一个有用的人才。</a:t>
            </a:r>
            <a:endParaRPr lang="zh-CN" altLang="zh-CN"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sp>
        <p:nvSpPr>
          <p:cNvPr id="12"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3"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pic>
        <p:nvPicPr>
          <p:cNvPr id="14" name="图片 13" descr="人物"/>
          <p:cNvPicPr>
            <a:picLocks noChangeAspect="1"/>
          </p:cNvPicPr>
          <p:nvPr/>
        </p:nvPicPr>
        <p:blipFill>
          <a:blip r:embed="rId6"/>
          <a:stretch>
            <a:fillRect/>
          </a:stretch>
        </p:blipFill>
        <p:spPr>
          <a:xfrm>
            <a:off x="0" y="1851660"/>
            <a:ext cx="3337560" cy="5006340"/>
          </a:xfrm>
          <a:prstGeom prst="rect">
            <a:avLst/>
          </a:prstGeom>
        </p:spPr>
      </p:pic>
      <p:sp>
        <p:nvSpPr>
          <p:cNvPr id="9" name="8 CuadroTexto"/>
          <p:cNvSpPr txBox="1"/>
          <p:nvPr/>
        </p:nvSpPr>
        <p:spPr>
          <a:xfrm>
            <a:off x="7077022" y="1111672"/>
            <a:ext cx="1561565" cy="583565"/>
          </a:xfrm>
          <a:prstGeom prst="rect">
            <a:avLst/>
          </a:prstGeom>
          <a:noFill/>
        </p:spPr>
        <p:txBody>
          <a:bodyPr wrap="square" rtlCol="0">
            <a:spAutoFit/>
          </a:bodyPr>
          <a:lstStyle/>
          <a:p>
            <a:pPr algn="ctr"/>
            <a:r>
              <a:rPr lang="zh-CN" altLang="en-US" sz="3200" b="1" dirty="0">
                <a:solidFill>
                  <a:srgbClr val="C00000"/>
                </a:solidFill>
                <a:latin typeface="华文楷体" panose="02010600040101010101" charset="-122"/>
                <a:ea typeface="华文楷体" panose="02010600040101010101" charset="-122"/>
              </a:rPr>
              <a:t>希望</a:t>
            </a:r>
            <a:endParaRPr lang="zh-CN" altLang="es-ES_tradnl" sz="3200" b="1" dirty="0">
              <a:solidFill>
                <a:srgbClr val="C00000"/>
              </a:solidFill>
              <a:effectLst/>
              <a:latin typeface="华文楷体" panose="02010600040101010101" charset="-122"/>
              <a:ea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lick.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wipe(left)">
                                      <p:cBhvr>
                                        <p:cTn id="20" dur="500"/>
                                        <p:tgtEl>
                                          <p:spTgt spid="9">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Nube"/>
          <p:cNvSpPr/>
          <p:nvPr/>
        </p:nvSpPr>
        <p:spPr>
          <a:xfrm>
            <a:off x="6919272" y="3495057"/>
            <a:ext cx="2232249" cy="1032364"/>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伤害</a:t>
            </a:r>
            <a:endParaRPr lang="zh-CN" altLang="es-ES_tradnl"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6" name="5 Nube"/>
          <p:cNvSpPr/>
          <p:nvPr/>
        </p:nvSpPr>
        <p:spPr>
          <a:xfrm>
            <a:off x="4005590" y="3500864"/>
            <a:ext cx="2212865" cy="1021497"/>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2800" b="1" dirty="0">
                <a:solidFill>
                  <a:schemeClr val="tx2">
                    <a:lumMod val="60000"/>
                    <a:lumOff val="40000"/>
                  </a:schemeClr>
                </a:solidFill>
                <a:latin typeface="Comic Sans MS" panose="030F0902030302020204" pitchFamily="66" charset="0"/>
                <a:cs typeface="Aharoni" panose="02010803020104030203" pitchFamily="2" charset="-79"/>
              </a:rPr>
              <a:t>危害</a:t>
            </a:r>
          </a:p>
        </p:txBody>
      </p:sp>
      <p:sp>
        <p:nvSpPr>
          <p:cNvPr id="11" name="圆角矩形标注 10"/>
          <p:cNvSpPr/>
          <p:nvPr/>
        </p:nvSpPr>
        <p:spPr>
          <a:xfrm>
            <a:off x="2446020" y="1263721"/>
            <a:ext cx="8442325" cy="863529"/>
          </a:xfrm>
          <a:prstGeom prst="wedgeRoundRectCallout">
            <a:avLst>
              <a:gd name="adj1" fmla="val -57398"/>
              <a:gd name="adj2" fmla="val 56298"/>
              <a:gd name="adj3" fmla="val 16667"/>
            </a:avLst>
          </a:prstGeom>
          <a:solidFill>
            <a:srgbClr val="E2AEA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他的行为已经严重</a:t>
            </a:r>
            <a:r>
              <a:rPr lang="zh-CN" altLang="zh-CN" sz="3200" b="1" u="sng"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3200" b="1" u="sng"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zh-CN" altLang="en-US"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到了社会安全。</a:t>
            </a:r>
            <a:endParaRPr lang="zh-CN" altLang="zh-CN"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sp>
        <p:nvSpPr>
          <p:cNvPr id="12"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3"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pic>
        <p:nvPicPr>
          <p:cNvPr id="14" name="图片 13" descr="人物"/>
          <p:cNvPicPr>
            <a:picLocks noChangeAspect="1"/>
          </p:cNvPicPr>
          <p:nvPr/>
        </p:nvPicPr>
        <p:blipFill>
          <a:blip r:embed="rId6"/>
          <a:stretch>
            <a:fillRect/>
          </a:stretch>
        </p:blipFill>
        <p:spPr>
          <a:xfrm>
            <a:off x="0" y="1851660"/>
            <a:ext cx="3337560" cy="5006340"/>
          </a:xfrm>
          <a:prstGeom prst="rect">
            <a:avLst/>
          </a:prstGeom>
        </p:spPr>
      </p:pic>
      <p:sp>
        <p:nvSpPr>
          <p:cNvPr id="9" name="8 CuadroTexto"/>
          <p:cNvSpPr txBox="1"/>
          <p:nvPr/>
        </p:nvSpPr>
        <p:spPr>
          <a:xfrm>
            <a:off x="5886667" y="1268095"/>
            <a:ext cx="1561565" cy="583565"/>
          </a:xfrm>
          <a:prstGeom prst="rect">
            <a:avLst/>
          </a:prstGeom>
          <a:noFill/>
        </p:spPr>
        <p:txBody>
          <a:bodyPr wrap="square" rtlCol="0">
            <a:spAutoFit/>
          </a:bodyPr>
          <a:lstStyle/>
          <a:p>
            <a:pPr algn="ctr"/>
            <a:r>
              <a:rPr lang="zh-CN" altLang="en-US" sz="3200" b="1" dirty="0">
                <a:solidFill>
                  <a:srgbClr val="C00000"/>
                </a:solidFill>
                <a:latin typeface="华文楷体" panose="02010600040101010101" charset="-122"/>
                <a:ea typeface="华文楷体" panose="02010600040101010101" charset="-122"/>
              </a:rPr>
              <a:t>危害</a:t>
            </a:r>
            <a:endParaRPr lang="zh-CN" altLang="es-ES_tradnl" sz="3200" b="1" dirty="0">
              <a:solidFill>
                <a:srgbClr val="C00000"/>
              </a:solidFill>
              <a:effectLst/>
              <a:latin typeface="华文楷体" panose="02010600040101010101" charset="-122"/>
              <a:ea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lick.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wipe(left)">
                                      <p:cBhvr>
                                        <p:cTn id="20" dur="500"/>
                                        <p:tgtEl>
                                          <p:spTgt spid="9">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2" name="图片 601" descr="C:\Users\38577\Desktop\11.jpg11"/>
          <p:cNvPicPr>
            <a:picLocks noChangeAspect="1"/>
          </p:cNvPicPr>
          <p:nvPr/>
        </p:nvPicPr>
        <p:blipFill rotWithShape="1">
          <a:blip r:embed="rId118"/>
          <a:srcRect/>
          <a:stretch>
            <a:fillRect/>
          </a:stretch>
        </p:blipFill>
        <p:spPr>
          <a:xfrm>
            <a:off x="-190500" y="-578167"/>
            <a:ext cx="12573635" cy="8015605"/>
          </a:xfrm>
          <a:prstGeom prst="rect">
            <a:avLst/>
          </a:prstGeom>
        </p:spPr>
      </p:pic>
      <p:sp>
        <p:nvSpPr>
          <p:cNvPr id="34" name="PA-4-Point Star 33"/>
          <p:cNvSpPr/>
          <p:nvPr>
            <p:custDataLst>
              <p:tags r:id="rId1"/>
            </p:custDataLst>
          </p:nvPr>
        </p:nvSpPr>
        <p:spPr>
          <a:xfrm rot="8294776">
            <a:off x="5002837" y="21462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PA-4-Point Star 34"/>
          <p:cNvSpPr/>
          <p:nvPr>
            <p:custDataLst>
              <p:tags r:id="rId2"/>
            </p:custDataLst>
          </p:nvPr>
        </p:nvSpPr>
        <p:spPr>
          <a:xfrm rot="8294776">
            <a:off x="5483061" y="2369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PA-4-Point Star 35"/>
          <p:cNvSpPr/>
          <p:nvPr>
            <p:custDataLst>
              <p:tags r:id="rId3"/>
            </p:custDataLst>
          </p:nvPr>
        </p:nvSpPr>
        <p:spPr>
          <a:xfrm rot="8294776">
            <a:off x="5344914" y="2685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PA-4-Point Star 36"/>
          <p:cNvSpPr/>
          <p:nvPr>
            <p:custDataLst>
              <p:tags r:id="rId4"/>
            </p:custDataLst>
          </p:nvPr>
        </p:nvSpPr>
        <p:spPr>
          <a:xfrm rot="16200000">
            <a:off x="243104" y="-655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A-4-Point Star 77"/>
          <p:cNvSpPr/>
          <p:nvPr>
            <p:custDataLst>
              <p:tags r:id="rId5"/>
            </p:custDataLst>
          </p:nvPr>
        </p:nvSpPr>
        <p:spPr>
          <a:xfrm rot="16200000">
            <a:off x="6457747" y="229694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PA-4-Point Star 96"/>
          <p:cNvSpPr/>
          <p:nvPr>
            <p:custDataLst>
              <p:tags r:id="rId6"/>
            </p:custDataLst>
          </p:nvPr>
        </p:nvSpPr>
        <p:spPr>
          <a:xfrm rot="8294776">
            <a:off x="5628180" y="26272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PA-4-Point Star 97"/>
          <p:cNvSpPr/>
          <p:nvPr>
            <p:custDataLst>
              <p:tags r:id="rId7"/>
            </p:custDataLst>
          </p:nvPr>
        </p:nvSpPr>
        <p:spPr>
          <a:xfrm rot="16200000">
            <a:off x="11913218" y="758020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PA-4-Point Star 108"/>
          <p:cNvSpPr/>
          <p:nvPr>
            <p:custDataLst>
              <p:tags r:id="rId8"/>
            </p:custDataLst>
          </p:nvPr>
        </p:nvSpPr>
        <p:spPr>
          <a:xfrm rot="16200000">
            <a:off x="6141590" y="2473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PA-4-Point Star 133"/>
          <p:cNvSpPr/>
          <p:nvPr>
            <p:custDataLst>
              <p:tags r:id="rId9"/>
            </p:custDataLst>
          </p:nvPr>
        </p:nvSpPr>
        <p:spPr>
          <a:xfrm rot="16200000">
            <a:off x="4653787" y="3063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PA-4-Point Star 134"/>
          <p:cNvSpPr/>
          <p:nvPr>
            <p:custDataLst>
              <p:tags r:id="rId10"/>
            </p:custDataLst>
          </p:nvPr>
        </p:nvSpPr>
        <p:spPr>
          <a:xfrm rot="8294776">
            <a:off x="5693570" y="21922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PA-4-Point Star 135"/>
          <p:cNvSpPr/>
          <p:nvPr>
            <p:custDataLst>
              <p:tags r:id="rId11"/>
            </p:custDataLst>
          </p:nvPr>
        </p:nvSpPr>
        <p:spPr>
          <a:xfrm rot="8294776">
            <a:off x="5555423" y="25080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PA-4-Point Star 136"/>
          <p:cNvSpPr/>
          <p:nvPr>
            <p:custDataLst>
              <p:tags r:id="rId12"/>
            </p:custDataLst>
          </p:nvPr>
        </p:nvSpPr>
        <p:spPr>
          <a:xfrm rot="8294776">
            <a:off x="4594974" y="2672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PA-4-Point Star 138"/>
          <p:cNvSpPr/>
          <p:nvPr>
            <p:custDataLst>
              <p:tags r:id="rId13"/>
            </p:custDataLst>
          </p:nvPr>
        </p:nvSpPr>
        <p:spPr>
          <a:xfrm rot="16200000">
            <a:off x="6686518" y="4379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PA-4-Point Star 139"/>
          <p:cNvSpPr/>
          <p:nvPr>
            <p:custDataLst>
              <p:tags r:id="rId14"/>
            </p:custDataLst>
          </p:nvPr>
        </p:nvSpPr>
        <p:spPr>
          <a:xfrm rot="7352446">
            <a:off x="9882647" y="68728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PA-4-Point Star 140"/>
          <p:cNvSpPr/>
          <p:nvPr>
            <p:custDataLst>
              <p:tags r:id="rId15"/>
            </p:custDataLst>
          </p:nvPr>
        </p:nvSpPr>
        <p:spPr>
          <a:xfrm rot="7352446">
            <a:off x="9744500" y="718859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PA-4-Point Star 141"/>
          <p:cNvSpPr/>
          <p:nvPr>
            <p:custDataLst>
              <p:tags r:id="rId16"/>
            </p:custDataLst>
          </p:nvPr>
        </p:nvSpPr>
        <p:spPr>
          <a:xfrm rot="8294776">
            <a:off x="7009842" y="177126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PA-4-Point Star 153"/>
          <p:cNvSpPr/>
          <p:nvPr>
            <p:custDataLst>
              <p:tags r:id="rId17"/>
            </p:custDataLst>
          </p:nvPr>
        </p:nvSpPr>
        <p:spPr>
          <a:xfrm rot="13694776">
            <a:off x="-716950" y="47656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PA-4-Point Star 154"/>
          <p:cNvSpPr/>
          <p:nvPr>
            <p:custDataLst>
              <p:tags r:id="rId18"/>
            </p:custDataLst>
          </p:nvPr>
        </p:nvSpPr>
        <p:spPr>
          <a:xfrm rot="13694776">
            <a:off x="275801" y="-11363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PA-4-Point Star 155"/>
          <p:cNvSpPr/>
          <p:nvPr>
            <p:custDataLst>
              <p:tags r:id="rId19"/>
            </p:custDataLst>
          </p:nvPr>
        </p:nvSpPr>
        <p:spPr>
          <a:xfrm>
            <a:off x="506143" y="-49301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PA-4-Point Star 225"/>
          <p:cNvSpPr/>
          <p:nvPr>
            <p:custDataLst>
              <p:tags r:id="rId20"/>
            </p:custDataLst>
          </p:nvPr>
        </p:nvSpPr>
        <p:spPr>
          <a:xfrm rot="13694776">
            <a:off x="-209233" y="15781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PA-4-Point Star 236"/>
          <p:cNvSpPr/>
          <p:nvPr>
            <p:custDataLst>
              <p:tags r:id="rId21"/>
            </p:custDataLst>
          </p:nvPr>
        </p:nvSpPr>
        <p:spPr>
          <a:xfrm rot="13694776">
            <a:off x="5239957" y="26512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PA-4-Point Star 237"/>
          <p:cNvSpPr/>
          <p:nvPr>
            <p:custDataLst>
              <p:tags r:id="rId22"/>
            </p:custDataLst>
          </p:nvPr>
        </p:nvSpPr>
        <p:spPr>
          <a:xfrm>
            <a:off x="960449" y="-53828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PA-4-Point Star 238"/>
          <p:cNvSpPr/>
          <p:nvPr>
            <p:custDataLst>
              <p:tags r:id="rId23"/>
            </p:custDataLst>
          </p:nvPr>
        </p:nvSpPr>
        <p:spPr>
          <a:xfrm>
            <a:off x="0" y="-3738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PA-4-Point Star 239"/>
          <p:cNvSpPr/>
          <p:nvPr>
            <p:custDataLst>
              <p:tags r:id="rId24"/>
            </p:custDataLst>
          </p:nvPr>
        </p:nvSpPr>
        <p:spPr>
          <a:xfrm>
            <a:off x="5390375" y="71836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PA-4-Point Star 241"/>
          <p:cNvSpPr/>
          <p:nvPr>
            <p:custDataLst>
              <p:tags r:id="rId25"/>
            </p:custDataLst>
          </p:nvPr>
        </p:nvSpPr>
        <p:spPr>
          <a:xfrm rot="13694776">
            <a:off x="-209232" y="14334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PA-4-Point Star 242"/>
          <p:cNvSpPr/>
          <p:nvPr>
            <p:custDataLst>
              <p:tags r:id="rId26"/>
            </p:custDataLst>
          </p:nvPr>
        </p:nvSpPr>
        <p:spPr>
          <a:xfrm>
            <a:off x="-1098007" y="548865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PA-4-Point Star 243"/>
          <p:cNvSpPr/>
          <p:nvPr>
            <p:custDataLst>
              <p:tags r:id="rId27"/>
            </p:custDataLst>
          </p:nvPr>
        </p:nvSpPr>
        <p:spPr>
          <a:xfrm>
            <a:off x="3844446" y="708495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PA-4-Point Star 244"/>
          <p:cNvSpPr/>
          <p:nvPr>
            <p:custDataLst>
              <p:tags r:id="rId28"/>
            </p:custDataLst>
          </p:nvPr>
        </p:nvSpPr>
        <p:spPr>
          <a:xfrm rot="13694776">
            <a:off x="-696034" y="15781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PA-4-Point Star 245"/>
          <p:cNvSpPr/>
          <p:nvPr>
            <p:custDataLst>
              <p:tags r:id="rId29"/>
            </p:custDataLst>
          </p:nvPr>
        </p:nvSpPr>
        <p:spPr>
          <a:xfrm>
            <a:off x="-966438" y="55412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PA-4-Point Star 246"/>
          <p:cNvSpPr/>
          <p:nvPr>
            <p:custDataLst>
              <p:tags r:id="rId30"/>
            </p:custDataLst>
          </p:nvPr>
        </p:nvSpPr>
        <p:spPr>
          <a:xfrm>
            <a:off x="-1104585" y="58570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PA-4-Point Star 247"/>
          <p:cNvSpPr/>
          <p:nvPr>
            <p:custDataLst>
              <p:tags r:id="rId31"/>
            </p:custDataLst>
          </p:nvPr>
        </p:nvSpPr>
        <p:spPr>
          <a:xfrm>
            <a:off x="3837868" y="745334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PA-4-Point Star 251"/>
          <p:cNvSpPr/>
          <p:nvPr>
            <p:custDataLst>
              <p:tags r:id="rId32"/>
            </p:custDataLst>
          </p:nvPr>
        </p:nvSpPr>
        <p:spPr>
          <a:xfrm>
            <a:off x="10170037" y="-720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PA-4-Point Star 256"/>
          <p:cNvSpPr/>
          <p:nvPr>
            <p:custDataLst>
              <p:tags r:id="rId33"/>
            </p:custDataLst>
          </p:nvPr>
        </p:nvSpPr>
        <p:spPr>
          <a:xfrm>
            <a:off x="730203" y="-7027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PA-4-Point Star 261"/>
          <p:cNvSpPr/>
          <p:nvPr>
            <p:custDataLst>
              <p:tags r:id="rId34"/>
            </p:custDataLst>
          </p:nvPr>
        </p:nvSpPr>
        <p:spPr>
          <a:xfrm>
            <a:off x="10321341" y="-28909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PA-4-Point Star 264"/>
          <p:cNvSpPr/>
          <p:nvPr>
            <p:custDataLst>
              <p:tags r:id="rId35"/>
            </p:custDataLst>
          </p:nvPr>
        </p:nvSpPr>
        <p:spPr>
          <a:xfrm>
            <a:off x="4844366" y="74138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PA-4-Point Star 265"/>
          <p:cNvSpPr/>
          <p:nvPr>
            <p:custDataLst>
              <p:tags r:id="rId36"/>
            </p:custDataLst>
          </p:nvPr>
        </p:nvSpPr>
        <p:spPr>
          <a:xfrm>
            <a:off x="-913810" y="58241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PA-4-Point Star 266"/>
          <p:cNvSpPr/>
          <p:nvPr>
            <p:custDataLst>
              <p:tags r:id="rId37"/>
            </p:custDataLst>
          </p:nvPr>
        </p:nvSpPr>
        <p:spPr>
          <a:xfrm>
            <a:off x="9420098" y="-28251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PA-4-Point Star 267"/>
          <p:cNvSpPr/>
          <p:nvPr>
            <p:custDataLst>
              <p:tags r:id="rId38"/>
            </p:custDataLst>
          </p:nvPr>
        </p:nvSpPr>
        <p:spPr>
          <a:xfrm>
            <a:off x="4423348" y="70323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PA-4-Point Star 268"/>
          <p:cNvSpPr/>
          <p:nvPr>
            <p:custDataLst>
              <p:tags r:id="rId39"/>
            </p:custDataLst>
          </p:nvPr>
        </p:nvSpPr>
        <p:spPr>
          <a:xfrm>
            <a:off x="5456160" y="70783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PA-4-Point Star 383"/>
          <p:cNvSpPr/>
          <p:nvPr>
            <p:custDataLst>
              <p:tags r:id="rId40"/>
            </p:custDataLst>
          </p:nvPr>
        </p:nvSpPr>
        <p:spPr>
          <a:xfrm rot="8294776">
            <a:off x="6733943" y="16996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PA-4-Point Star 387"/>
          <p:cNvSpPr/>
          <p:nvPr>
            <p:custDataLst>
              <p:tags r:id="rId41"/>
            </p:custDataLst>
          </p:nvPr>
        </p:nvSpPr>
        <p:spPr>
          <a:xfrm rot="8294776">
            <a:off x="4805877" y="251540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2" name="PA-4-Point Star 391"/>
          <p:cNvSpPr/>
          <p:nvPr>
            <p:custDataLst>
              <p:tags r:id="rId42"/>
            </p:custDataLst>
          </p:nvPr>
        </p:nvSpPr>
        <p:spPr>
          <a:xfrm rot="16200000">
            <a:off x="657938" y="-6214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PA-4-Point Star 396"/>
          <p:cNvSpPr/>
          <p:nvPr>
            <p:custDataLst>
              <p:tags r:id="rId43"/>
            </p:custDataLst>
          </p:nvPr>
        </p:nvSpPr>
        <p:spPr>
          <a:xfrm rot="15257670">
            <a:off x="12926393" y="53587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2" name="PA-4-Point Star 401"/>
          <p:cNvSpPr/>
          <p:nvPr>
            <p:custDataLst>
              <p:tags r:id="rId44"/>
            </p:custDataLst>
          </p:nvPr>
        </p:nvSpPr>
        <p:spPr>
          <a:xfrm rot="8294776">
            <a:off x="5865005" y="26140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PA-4-Point Star 402"/>
          <p:cNvSpPr/>
          <p:nvPr>
            <p:custDataLst>
              <p:tags r:id="rId45"/>
            </p:custDataLst>
          </p:nvPr>
        </p:nvSpPr>
        <p:spPr>
          <a:xfrm rot="16200000">
            <a:off x="7095855" y="2250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PA-4-Point Star 403"/>
          <p:cNvSpPr/>
          <p:nvPr>
            <p:custDataLst>
              <p:tags r:id="rId46"/>
            </p:custDataLst>
          </p:nvPr>
        </p:nvSpPr>
        <p:spPr>
          <a:xfrm rot="16200000">
            <a:off x="6957708" y="2566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PA-4-Point Star 404"/>
          <p:cNvSpPr/>
          <p:nvPr>
            <p:custDataLst>
              <p:tags r:id="rId47"/>
            </p:custDataLst>
          </p:nvPr>
        </p:nvSpPr>
        <p:spPr>
          <a:xfrm rot="16200000">
            <a:off x="10446429" y="-3919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PA-4-Point Star 405"/>
          <p:cNvSpPr/>
          <p:nvPr>
            <p:custDataLst>
              <p:tags r:id="rId48"/>
            </p:custDataLst>
          </p:nvPr>
        </p:nvSpPr>
        <p:spPr>
          <a:xfrm rot="16200000">
            <a:off x="6495647"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PA-4-Point Star 407"/>
          <p:cNvSpPr/>
          <p:nvPr>
            <p:custDataLst>
              <p:tags r:id="rId49"/>
            </p:custDataLst>
          </p:nvPr>
        </p:nvSpPr>
        <p:spPr>
          <a:xfrm rot="16200000">
            <a:off x="657939" y="-76617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PA-4-Point Star 408"/>
          <p:cNvSpPr/>
          <p:nvPr>
            <p:custDataLst>
              <p:tags r:id="rId50"/>
            </p:custDataLst>
          </p:nvPr>
        </p:nvSpPr>
        <p:spPr>
          <a:xfrm rot="16200000">
            <a:off x="519792" y="-45040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PA-4-Point Star 411"/>
          <p:cNvSpPr/>
          <p:nvPr>
            <p:custDataLst>
              <p:tags r:id="rId51"/>
            </p:custDataLst>
          </p:nvPr>
        </p:nvSpPr>
        <p:spPr>
          <a:xfrm rot="16200000">
            <a:off x="651361" y="-397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PA-4-Point Star 412"/>
          <p:cNvSpPr/>
          <p:nvPr>
            <p:custDataLst>
              <p:tags r:id="rId52"/>
            </p:custDataLst>
          </p:nvPr>
        </p:nvSpPr>
        <p:spPr>
          <a:xfrm rot="16200000">
            <a:off x="9854371" y="-2867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PA-4-Point Star 414"/>
          <p:cNvSpPr/>
          <p:nvPr>
            <p:custDataLst>
              <p:tags r:id="rId53"/>
            </p:custDataLst>
          </p:nvPr>
        </p:nvSpPr>
        <p:spPr>
          <a:xfrm rot="16200000">
            <a:off x="12071102" y="73104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6" name="PA-4-Point Star 415"/>
          <p:cNvSpPr/>
          <p:nvPr>
            <p:custDataLst>
              <p:tags r:id="rId54"/>
            </p:custDataLst>
          </p:nvPr>
        </p:nvSpPr>
        <p:spPr>
          <a:xfrm rot="15257670">
            <a:off x="12919816" y="55823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7" name="PA-4-Point Star 416"/>
          <p:cNvSpPr/>
          <p:nvPr>
            <p:custDataLst>
              <p:tags r:id="rId55"/>
            </p:custDataLst>
          </p:nvPr>
        </p:nvSpPr>
        <p:spPr>
          <a:xfrm rot="15257670">
            <a:off x="12781669" y="589814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8" name="PA-4-Point Star 417"/>
          <p:cNvSpPr/>
          <p:nvPr>
            <p:custDataLst>
              <p:tags r:id="rId56"/>
            </p:custDataLst>
          </p:nvPr>
        </p:nvSpPr>
        <p:spPr>
          <a:xfrm rot="16200000">
            <a:off x="6416706" y="711362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3" name="PA-4-Point Star 422"/>
          <p:cNvSpPr/>
          <p:nvPr>
            <p:custDataLst>
              <p:tags r:id="rId57"/>
            </p:custDataLst>
          </p:nvPr>
        </p:nvSpPr>
        <p:spPr>
          <a:xfrm rot="16200000">
            <a:off x="6727462" y="2402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6" name="PA-4-Point Star 425"/>
          <p:cNvSpPr/>
          <p:nvPr>
            <p:custDataLst>
              <p:tags r:id="rId58"/>
            </p:custDataLst>
          </p:nvPr>
        </p:nvSpPr>
        <p:spPr>
          <a:xfrm rot="16200000">
            <a:off x="8113939" y="69952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PA-4-Point Star 426"/>
          <p:cNvSpPr/>
          <p:nvPr>
            <p:custDataLst>
              <p:tags r:id="rId59"/>
            </p:custDataLst>
          </p:nvPr>
        </p:nvSpPr>
        <p:spPr>
          <a:xfrm rot="16200000">
            <a:off x="2295770" y="70849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8" name="PA-4-Point Star 427"/>
          <p:cNvSpPr/>
          <p:nvPr>
            <p:custDataLst>
              <p:tags r:id="rId60"/>
            </p:custDataLst>
          </p:nvPr>
        </p:nvSpPr>
        <p:spPr>
          <a:xfrm rot="16200000">
            <a:off x="6977443" y="302057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9" name="PA-4-Point Star 428"/>
          <p:cNvSpPr/>
          <p:nvPr>
            <p:custDataLst>
              <p:tags r:id="rId61"/>
            </p:custDataLst>
          </p:nvPr>
        </p:nvSpPr>
        <p:spPr>
          <a:xfrm rot="16200000">
            <a:off x="7048234" y="7120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0" name="PA-4-Point Star 429"/>
          <p:cNvSpPr/>
          <p:nvPr>
            <p:custDataLst>
              <p:tags r:id="rId62"/>
            </p:custDataLst>
          </p:nvPr>
        </p:nvSpPr>
        <p:spPr>
          <a:xfrm rot="16200000">
            <a:off x="6910087" y="743596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1" name="PA-4-Point Star 430"/>
          <p:cNvSpPr/>
          <p:nvPr>
            <p:custDataLst>
              <p:tags r:id="rId63"/>
            </p:custDataLst>
          </p:nvPr>
        </p:nvSpPr>
        <p:spPr>
          <a:xfrm rot="16200000">
            <a:off x="5949638" y="76004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2" name="PA-4-Point Star 431"/>
          <p:cNvSpPr/>
          <p:nvPr>
            <p:custDataLst>
              <p:tags r:id="rId64"/>
            </p:custDataLst>
          </p:nvPr>
        </p:nvSpPr>
        <p:spPr>
          <a:xfrm rot="16200000">
            <a:off x="10045146" y="-3196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PA-4-Point Star 432"/>
          <p:cNvSpPr/>
          <p:nvPr>
            <p:custDataLst>
              <p:tags r:id="rId65"/>
            </p:custDataLst>
          </p:nvPr>
        </p:nvSpPr>
        <p:spPr>
          <a:xfrm rot="16200000">
            <a:off x="6076200" y="302715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4" name="PA-4-Point Star 433"/>
          <p:cNvSpPr/>
          <p:nvPr>
            <p:custDataLst>
              <p:tags r:id="rId66"/>
            </p:custDataLst>
          </p:nvPr>
        </p:nvSpPr>
        <p:spPr>
          <a:xfrm rot="16200000">
            <a:off x="5528620" y="72188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PA-4-Point Star 434"/>
          <p:cNvSpPr/>
          <p:nvPr>
            <p:custDataLst>
              <p:tags r:id="rId67"/>
            </p:custDataLst>
          </p:nvPr>
        </p:nvSpPr>
        <p:spPr>
          <a:xfrm rot="16200000">
            <a:off x="6561432" y="72649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PA-4-Point Star 435"/>
          <p:cNvSpPr/>
          <p:nvPr>
            <p:custDataLst>
              <p:tags r:id="rId68"/>
            </p:custDataLst>
          </p:nvPr>
        </p:nvSpPr>
        <p:spPr>
          <a:xfrm rot="16200000">
            <a:off x="7041656" y="748859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PA-4-Point Star 436"/>
          <p:cNvSpPr/>
          <p:nvPr>
            <p:custDataLst>
              <p:tags r:id="rId69"/>
            </p:custDataLst>
          </p:nvPr>
        </p:nvSpPr>
        <p:spPr>
          <a:xfrm rot="16200000">
            <a:off x="1703712" y="719021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8" name="PA-4-Point Star 437"/>
          <p:cNvSpPr/>
          <p:nvPr>
            <p:custDataLst>
              <p:tags r:id="rId70"/>
            </p:custDataLst>
          </p:nvPr>
        </p:nvSpPr>
        <p:spPr>
          <a:xfrm rot="7352446">
            <a:off x="9751474" y="728147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9" name="PA-4-Point Star 438"/>
          <p:cNvSpPr/>
          <p:nvPr>
            <p:custDataLst>
              <p:tags r:id="rId71"/>
            </p:custDataLst>
          </p:nvPr>
        </p:nvSpPr>
        <p:spPr>
          <a:xfrm rot="16200000">
            <a:off x="12475404" y="357659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 name="PA-4-Point Star 439"/>
          <p:cNvSpPr/>
          <p:nvPr>
            <p:custDataLst>
              <p:tags r:id="rId72"/>
            </p:custDataLst>
          </p:nvPr>
        </p:nvSpPr>
        <p:spPr>
          <a:xfrm rot="15257670">
            <a:off x="12722463" y="555606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PA-4-Point Star 440"/>
          <p:cNvSpPr/>
          <p:nvPr>
            <p:custDataLst>
              <p:tags r:id="rId73"/>
            </p:custDataLst>
          </p:nvPr>
        </p:nvSpPr>
        <p:spPr>
          <a:xfrm rot="16200000">
            <a:off x="8225770"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7" name="PA-4-Point Star 456"/>
          <p:cNvSpPr/>
          <p:nvPr>
            <p:custDataLst>
              <p:tags r:id="rId74"/>
            </p:custDataLst>
          </p:nvPr>
        </p:nvSpPr>
        <p:spPr>
          <a:xfrm rot="15257670">
            <a:off x="9567374" y="771427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PA-4-Point Star 462"/>
          <p:cNvSpPr/>
          <p:nvPr>
            <p:custDataLst>
              <p:tags r:id="rId75"/>
            </p:custDataLst>
          </p:nvPr>
        </p:nvSpPr>
        <p:spPr>
          <a:xfrm>
            <a:off x="3837967" y="6117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5" name="PA-4-Point Star 464"/>
          <p:cNvSpPr/>
          <p:nvPr>
            <p:custDataLst>
              <p:tags r:id="rId76"/>
            </p:custDataLst>
          </p:nvPr>
        </p:nvSpPr>
        <p:spPr>
          <a:xfrm rot="13694776">
            <a:off x="4739603" y="25385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6" name="PA-4-Point Star 465"/>
          <p:cNvSpPr/>
          <p:nvPr>
            <p:custDataLst>
              <p:tags r:id="rId77"/>
            </p:custDataLst>
          </p:nvPr>
        </p:nvSpPr>
        <p:spPr>
          <a:xfrm>
            <a:off x="-874734" y="53234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8" name="PA-4-Point Star 467"/>
          <p:cNvSpPr/>
          <p:nvPr>
            <p:custDataLst>
              <p:tags r:id="rId78"/>
            </p:custDataLst>
          </p:nvPr>
        </p:nvSpPr>
        <p:spPr>
          <a:xfrm>
            <a:off x="2292038" y="-37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9" name="PA-4-Point Star 468"/>
          <p:cNvSpPr/>
          <p:nvPr>
            <p:custDataLst>
              <p:tags r:id="rId79"/>
            </p:custDataLst>
          </p:nvPr>
        </p:nvSpPr>
        <p:spPr>
          <a:xfrm rot="13694776">
            <a:off x="-571439" y="10050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0" name="PA-4-Point Star 469"/>
          <p:cNvSpPr/>
          <p:nvPr>
            <p:custDataLst>
              <p:tags r:id="rId80"/>
            </p:custDataLst>
          </p:nvPr>
        </p:nvSpPr>
        <p:spPr>
          <a:xfrm rot="13694776">
            <a:off x="-709586" y="132078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2" name="PA-4-Point Star 471"/>
          <p:cNvSpPr/>
          <p:nvPr>
            <p:custDataLst>
              <p:tags r:id="rId81"/>
            </p:custDataLst>
          </p:nvPr>
        </p:nvSpPr>
        <p:spPr>
          <a:xfrm rot="13694776">
            <a:off x="-1058241" y="11497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PA-4-Point Star 472"/>
          <p:cNvSpPr/>
          <p:nvPr>
            <p:custDataLst>
              <p:tags r:id="rId82"/>
            </p:custDataLst>
          </p:nvPr>
        </p:nvSpPr>
        <p:spPr>
          <a:xfrm rot="13694776">
            <a:off x="-578017" y="137341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PA-4-Point Star 473"/>
          <p:cNvSpPr/>
          <p:nvPr>
            <p:custDataLst>
              <p:tags r:id="rId83"/>
            </p:custDataLst>
          </p:nvPr>
        </p:nvSpPr>
        <p:spPr>
          <a:xfrm>
            <a:off x="-347675" y="201672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PA-4-Point Star 480"/>
          <p:cNvSpPr/>
          <p:nvPr>
            <p:custDataLst>
              <p:tags r:id="rId84"/>
            </p:custDataLst>
          </p:nvPr>
        </p:nvSpPr>
        <p:spPr>
          <a:xfrm>
            <a:off x="4002426" y="-49141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2" name="PA-4-Point Star 481"/>
          <p:cNvSpPr/>
          <p:nvPr>
            <p:custDataLst>
              <p:tags r:id="rId85"/>
            </p:custDataLst>
          </p:nvPr>
        </p:nvSpPr>
        <p:spPr>
          <a:xfrm>
            <a:off x="3041977" y="-3269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3" name="PA-4-Point Star 482"/>
          <p:cNvSpPr/>
          <p:nvPr>
            <p:custDataLst>
              <p:tags r:id="rId86"/>
            </p:custDataLst>
          </p:nvPr>
        </p:nvSpPr>
        <p:spPr>
          <a:xfrm rot="13694776">
            <a:off x="4509357" y="2374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2" name="PA-4-Point Star 501"/>
          <p:cNvSpPr/>
          <p:nvPr>
            <p:custDataLst>
              <p:tags r:id="rId87"/>
            </p:custDataLst>
          </p:nvPr>
        </p:nvSpPr>
        <p:spPr>
          <a:xfrm rot="13694776">
            <a:off x="-999821" y="466694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3" name="PA-4-Point Star 502"/>
          <p:cNvSpPr/>
          <p:nvPr>
            <p:custDataLst>
              <p:tags r:id="rId88"/>
            </p:custDataLst>
          </p:nvPr>
        </p:nvSpPr>
        <p:spPr>
          <a:xfrm rot="13694776">
            <a:off x="4502780" y="25977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4" name="PA-4-Point Star 503"/>
          <p:cNvSpPr/>
          <p:nvPr>
            <p:custDataLst>
              <p:tags r:id="rId89"/>
            </p:custDataLst>
          </p:nvPr>
        </p:nvSpPr>
        <p:spPr>
          <a:xfrm>
            <a:off x="223272" y="-59169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5" name="PA-4-Point Star 504"/>
          <p:cNvSpPr/>
          <p:nvPr>
            <p:custDataLst>
              <p:tags r:id="rId90"/>
            </p:custDataLst>
          </p:nvPr>
        </p:nvSpPr>
        <p:spPr>
          <a:xfrm>
            <a:off x="-1249704" y="569838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PA-4-Point Star 528"/>
          <p:cNvSpPr/>
          <p:nvPr>
            <p:custDataLst>
              <p:tags r:id="rId91"/>
            </p:custDataLst>
          </p:nvPr>
        </p:nvSpPr>
        <p:spPr>
          <a:xfrm rot="13694776">
            <a:off x="4476465" y="243990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1" name="PA-4-Point Star 530"/>
          <p:cNvSpPr/>
          <p:nvPr>
            <p:custDataLst>
              <p:tags r:id="rId92"/>
            </p:custDataLst>
          </p:nvPr>
        </p:nvSpPr>
        <p:spPr>
          <a:xfrm>
            <a:off x="3153811" y="-4190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PA-4-Point Star 531"/>
          <p:cNvSpPr/>
          <p:nvPr>
            <p:custDataLst>
              <p:tags r:id="rId93"/>
            </p:custDataLst>
          </p:nvPr>
        </p:nvSpPr>
        <p:spPr>
          <a:xfrm>
            <a:off x="3634035" y="-1953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PA-4-Point Star 532"/>
          <p:cNvSpPr/>
          <p:nvPr>
            <p:custDataLst>
              <p:tags r:id="rId94"/>
            </p:custDataLst>
          </p:nvPr>
        </p:nvSpPr>
        <p:spPr>
          <a:xfrm rot="13694776">
            <a:off x="-966930" y="43511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PA-4-Point Star 533"/>
          <p:cNvSpPr/>
          <p:nvPr>
            <p:custDataLst>
              <p:tags r:id="rId95"/>
            </p:custDataLst>
          </p:nvPr>
        </p:nvSpPr>
        <p:spPr>
          <a:xfrm rot="13694776">
            <a:off x="-808262" y="110370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PA-4-Point Star 534"/>
          <p:cNvSpPr/>
          <p:nvPr>
            <p:custDataLst>
              <p:tags r:id="rId96"/>
            </p:custDataLst>
          </p:nvPr>
        </p:nvSpPr>
        <p:spPr>
          <a:xfrm>
            <a:off x="-651069" y="56062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9" name="PA-4-Point Star 538"/>
          <p:cNvSpPr/>
          <p:nvPr>
            <p:custDataLst>
              <p:tags r:id="rId97"/>
            </p:custDataLst>
          </p:nvPr>
        </p:nvSpPr>
        <p:spPr>
          <a:xfrm>
            <a:off x="328526" y="-6969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 name="PA-4-Point Star 541"/>
          <p:cNvSpPr/>
          <p:nvPr>
            <p:custDataLst>
              <p:tags r:id="rId98"/>
            </p:custDataLst>
          </p:nvPr>
        </p:nvSpPr>
        <p:spPr>
          <a:xfrm>
            <a:off x="2285459" y="5459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3" name="PA-4-Point Star 542"/>
          <p:cNvSpPr/>
          <p:nvPr>
            <p:custDataLst>
              <p:tags r:id="rId99"/>
            </p:custDataLst>
          </p:nvPr>
        </p:nvSpPr>
        <p:spPr>
          <a:xfrm rot="13694776">
            <a:off x="-1196389" y="11892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5" name="PA-4-Point Star 544"/>
          <p:cNvSpPr/>
          <p:nvPr>
            <p:custDataLst>
              <p:tags r:id="rId100"/>
            </p:custDataLst>
          </p:nvPr>
        </p:nvSpPr>
        <p:spPr>
          <a:xfrm>
            <a:off x="3120917" y="-2874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PA-4-Point Star 559"/>
          <p:cNvSpPr/>
          <p:nvPr>
            <p:custDataLst>
              <p:tags r:id="rId101"/>
            </p:custDataLst>
          </p:nvPr>
        </p:nvSpPr>
        <p:spPr>
          <a:xfrm>
            <a:off x="3361858"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PA-4-Point Star 560"/>
          <p:cNvSpPr/>
          <p:nvPr>
            <p:custDataLst>
              <p:tags r:id="rId102"/>
            </p:custDataLst>
          </p:nvPr>
        </p:nvSpPr>
        <p:spPr>
          <a:xfrm>
            <a:off x="2479263"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2" name="PA-4-Point Star 561"/>
          <p:cNvSpPr/>
          <p:nvPr>
            <p:custDataLst>
              <p:tags r:id="rId103"/>
            </p:custDataLst>
          </p:nvPr>
        </p:nvSpPr>
        <p:spPr>
          <a:xfrm>
            <a:off x="-694732" y="185261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PA-4-Point Star 567"/>
          <p:cNvSpPr/>
          <p:nvPr>
            <p:custDataLst>
              <p:tags r:id="rId104"/>
            </p:custDataLst>
          </p:nvPr>
        </p:nvSpPr>
        <p:spPr>
          <a:xfrm>
            <a:off x="-993911" y="177903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PA-4-Point Star 569"/>
          <p:cNvSpPr/>
          <p:nvPr>
            <p:custDataLst>
              <p:tags r:id="rId105"/>
            </p:custDataLst>
          </p:nvPr>
        </p:nvSpPr>
        <p:spPr>
          <a:xfrm>
            <a:off x="-811031" y="2152744"/>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PA-4-Point Star 570"/>
          <p:cNvSpPr/>
          <p:nvPr>
            <p:custDataLst>
              <p:tags r:id="rId106"/>
            </p:custDataLst>
          </p:nvPr>
        </p:nvSpPr>
        <p:spPr>
          <a:xfrm>
            <a:off x="-842836" y="278089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PA-4-Point Star 571"/>
          <p:cNvSpPr/>
          <p:nvPr>
            <p:custDataLst>
              <p:tags r:id="rId107"/>
            </p:custDataLst>
          </p:nvPr>
        </p:nvSpPr>
        <p:spPr>
          <a:xfrm>
            <a:off x="-1411295" y="7320855"/>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PA-4-Point Star 572"/>
          <p:cNvSpPr/>
          <p:nvPr>
            <p:custDataLst>
              <p:tags r:id="rId108"/>
            </p:custDataLst>
          </p:nvPr>
        </p:nvSpPr>
        <p:spPr>
          <a:xfrm>
            <a:off x="4225824" y="740226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PA-4-Point Star 586"/>
          <p:cNvSpPr/>
          <p:nvPr>
            <p:custDataLst>
              <p:tags r:id="rId109"/>
            </p:custDataLst>
          </p:nvPr>
        </p:nvSpPr>
        <p:spPr>
          <a:xfrm rot="8294776">
            <a:off x="-859688" y="4374360"/>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PA-4-Point Star 589"/>
          <p:cNvSpPr/>
          <p:nvPr>
            <p:custDataLst>
              <p:tags r:id="rId110"/>
            </p:custDataLst>
          </p:nvPr>
        </p:nvSpPr>
        <p:spPr>
          <a:xfrm rot="8294776">
            <a:off x="12236491" y="8201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PA-4-Point Star 590"/>
          <p:cNvSpPr/>
          <p:nvPr>
            <p:custDataLst>
              <p:tags r:id="rId111"/>
            </p:custDataLst>
          </p:nvPr>
        </p:nvSpPr>
        <p:spPr>
          <a:xfrm rot="16200000">
            <a:off x="12604980" y="172016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PA-4-Point Star 591"/>
          <p:cNvSpPr/>
          <p:nvPr>
            <p:custDataLst>
              <p:tags r:id="rId112"/>
            </p:custDataLst>
          </p:nvPr>
        </p:nvSpPr>
        <p:spPr>
          <a:xfrm rot="16200000">
            <a:off x="3004408" y="704445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PA-4-Point Star 595"/>
          <p:cNvSpPr/>
          <p:nvPr>
            <p:custDataLst>
              <p:tags r:id="rId113"/>
            </p:custDataLst>
          </p:nvPr>
        </p:nvSpPr>
        <p:spPr>
          <a:xfrm rot="8294776">
            <a:off x="12236490" y="2495122"/>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PA-4-Point Star 596"/>
          <p:cNvSpPr/>
          <p:nvPr>
            <p:custDataLst>
              <p:tags r:id="rId114"/>
            </p:custDataLst>
          </p:nvPr>
        </p:nvSpPr>
        <p:spPr>
          <a:xfrm rot="16200000">
            <a:off x="7117397" y="-6436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PA-4-Point Star 597"/>
          <p:cNvSpPr/>
          <p:nvPr>
            <p:custDataLst>
              <p:tags r:id="rId115"/>
            </p:custDataLst>
          </p:nvPr>
        </p:nvSpPr>
        <p:spPr>
          <a:xfrm rot="16200000">
            <a:off x="5058009" y="-715188"/>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PA-4-Point Star 598"/>
          <p:cNvSpPr/>
          <p:nvPr>
            <p:custDataLst>
              <p:tags r:id="rId116"/>
            </p:custDataLst>
          </p:nvPr>
        </p:nvSpPr>
        <p:spPr>
          <a:xfrm rot="16200000">
            <a:off x="3602920" y="-659529"/>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7"/>
          <p:cNvSpPr txBox="1"/>
          <p:nvPr/>
        </p:nvSpPr>
        <p:spPr>
          <a:xfrm>
            <a:off x="-48577" y="213995"/>
            <a:ext cx="508571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《HSK</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标准教程</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5--</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第十一课</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a:t>
            </a:r>
          </a:p>
        </p:txBody>
      </p:sp>
      <p:sp>
        <p:nvSpPr>
          <p:cNvPr id="12" name="文本框 11"/>
          <p:cNvSpPr txBox="1"/>
          <p:nvPr/>
        </p:nvSpPr>
        <p:spPr>
          <a:xfrm>
            <a:off x="238243" y="702214"/>
            <a:ext cx="4227632"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sym typeface="+mn-ea"/>
              </a:rPr>
              <a:t>HSK Standard  Course 5  Lesson 11</a:t>
            </a:r>
          </a:p>
        </p:txBody>
      </p:sp>
      <p:grpSp>
        <p:nvGrpSpPr>
          <p:cNvPr id="11" name="组合 10"/>
          <p:cNvGrpSpPr/>
          <p:nvPr/>
        </p:nvGrpSpPr>
        <p:grpSpPr>
          <a:xfrm>
            <a:off x="1201913" y="2576830"/>
            <a:ext cx="9659087" cy="2916646"/>
            <a:chOff x="1893" y="4058"/>
            <a:chExt cx="15211" cy="4593"/>
          </a:xfrm>
        </p:grpSpPr>
        <p:grpSp>
          <p:nvGrpSpPr>
            <p:cNvPr id="14" name="组合 13"/>
            <p:cNvGrpSpPr/>
            <p:nvPr/>
          </p:nvGrpSpPr>
          <p:grpSpPr>
            <a:xfrm>
              <a:off x="1893" y="4058"/>
              <a:ext cx="15211" cy="4593"/>
              <a:chOff x="-96" y="3669"/>
              <a:chExt cx="18916" cy="5713"/>
            </a:xfrm>
          </p:grpSpPr>
          <p:sp>
            <p:nvSpPr>
              <p:cNvPr id="10" name="圆角矩形 9"/>
              <p:cNvSpPr/>
              <p:nvPr/>
            </p:nvSpPr>
            <p:spPr>
              <a:xfrm>
                <a:off x="-96" y="3669"/>
                <a:ext cx="18744" cy="5713"/>
              </a:xfrm>
              <a:prstGeom prst="round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96" y="4499"/>
                <a:ext cx="18916" cy="2928"/>
                <a:chOff x="3051" y="4499"/>
                <a:chExt cx="18916" cy="2928"/>
              </a:xfrm>
            </p:grpSpPr>
            <p:grpSp>
              <p:nvGrpSpPr>
                <p:cNvPr id="3" name="组合 2"/>
                <p:cNvGrpSpPr/>
                <p:nvPr/>
              </p:nvGrpSpPr>
              <p:grpSpPr>
                <a:xfrm>
                  <a:off x="6731" y="6509"/>
                  <a:ext cx="13905" cy="918"/>
                  <a:chOff x="8865" y="6509"/>
                  <a:chExt cx="13905" cy="918"/>
                </a:xfrm>
              </p:grpSpPr>
              <p:sp>
                <p:nvSpPr>
                  <p:cNvPr id="15" name="矩形 14"/>
                  <p:cNvSpPr/>
                  <p:nvPr/>
                </p:nvSpPr>
                <p:spPr>
                  <a:xfrm>
                    <a:off x="8865" y="6525"/>
                    <a:ext cx="3417" cy="902"/>
                  </a:xfrm>
                  <a:prstGeom prst="rect">
                    <a:avLst/>
                  </a:prstGeom>
                </p:spPr>
                <p:txBody>
                  <a:bodyPr wrap="square">
                    <a:spAutoFit/>
                  </a:bodyPr>
                  <a:lstStyle/>
                  <a:p>
                    <a:pPr algn="l"/>
                    <a:r>
                      <a:rPr lang="en-US" altLang="zh-CN" sz="2400" dirty="0">
                        <a:solidFill>
                          <a:schemeClr val="bg1">
                            <a:lumMod val="50000"/>
                          </a:schemeClr>
                        </a:solidFill>
                        <a:latin typeface="华文细黑" panose="02010600040101010101" pitchFamily="2" charset="-122"/>
                        <a:ea typeface="华文细黑" panose="02010600040101010101" pitchFamily="2" charset="-122"/>
                      </a:rPr>
                      <a:t>Lesson 11</a:t>
                    </a:r>
                  </a:p>
                </p:txBody>
              </p:sp>
              <p:sp>
                <p:nvSpPr>
                  <p:cNvPr id="18" name="矩形 17"/>
                  <p:cNvSpPr/>
                  <p:nvPr/>
                </p:nvSpPr>
                <p:spPr>
                  <a:xfrm>
                    <a:off x="13974" y="6509"/>
                    <a:ext cx="8796" cy="904"/>
                  </a:xfrm>
                  <a:prstGeom prst="rect">
                    <a:avLst/>
                  </a:prstGeom>
                </p:spPr>
                <p:txBody>
                  <a:bodyPr wrap="square">
                    <a:spAutoFit/>
                  </a:bodyPr>
                  <a:lstStyle/>
                  <a:p>
                    <a:r>
                      <a:rPr lang="en-US" sz="2400" dirty="0">
                        <a:solidFill>
                          <a:schemeClr val="bg1">
                            <a:lumMod val="50000"/>
                          </a:schemeClr>
                        </a:solidFill>
                        <a:latin typeface="华文细黑" panose="02010600040101010101" pitchFamily="2" charset="-122"/>
                        <a:ea typeface="华文细黑" panose="02010600040101010101" pitchFamily="2" charset="-122"/>
                      </a:rPr>
                      <a:t>Harm of Alarm Clocks</a:t>
                    </a:r>
                  </a:p>
                </p:txBody>
              </p:sp>
            </p:grpSp>
            <p:sp>
              <p:nvSpPr>
                <p:cNvPr id="6" name="文本框 7"/>
                <p:cNvSpPr txBox="1"/>
                <p:nvPr/>
              </p:nvSpPr>
              <p:spPr>
                <a:xfrm>
                  <a:off x="3051" y="4499"/>
                  <a:ext cx="18916" cy="2338"/>
                </a:xfrm>
                <a:prstGeom prst="rect">
                  <a:avLst/>
                </a:prstGeom>
                <a:noFill/>
              </p:spPr>
              <p:txBody>
                <a:bodyPr wrap="square">
                  <a:spAutoFit/>
                </a:bodyPr>
                <a:lstStyle/>
                <a:p>
                  <a:pPr marL="0" marR="0" lvl="0" indent="0" algn="ctr" defTabSz="914400" rtl="0" fontAlgn="auto">
                    <a:lnSpc>
                      <a:spcPts val="9020"/>
                    </a:lnSpc>
                    <a:spcBef>
                      <a:spcPts val="0"/>
                    </a:spcBef>
                    <a:spcAft>
                      <a:spcPts val="0"/>
                    </a:spcAft>
                    <a:buClrTx/>
                    <a:buSzTx/>
                    <a:buFontTx/>
                    <a:buNone/>
                    <a:defRPr/>
                  </a:pPr>
                  <a:r>
                    <a:rPr kumimoji="0" lang="zh-CN" altLang="en-US"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第</a:t>
                  </a:r>
                  <a:r>
                    <a:rPr kumimoji="0" lang="en-US" altLang="zh-CN"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11</a:t>
                  </a:r>
                  <a:r>
                    <a:rPr kumimoji="0" lang="zh-CN" altLang="en-US" sz="66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课  闹钟的危害</a:t>
                  </a:r>
                </a:p>
              </p:txBody>
            </p:sp>
          </p:grpSp>
        </p:grpSp>
        <p:sp>
          <p:nvSpPr>
            <p:cNvPr id="7" name="矩形 6"/>
            <p:cNvSpPr/>
            <p:nvPr/>
          </p:nvSpPr>
          <p:spPr>
            <a:xfrm>
              <a:off x="2071" y="7368"/>
              <a:ext cx="14751" cy="1113"/>
            </a:xfrm>
            <a:prstGeom prst="rect">
              <a:avLst/>
            </a:prstGeom>
          </p:spPr>
          <p:txBody>
            <a:bodyPr wrap="square">
              <a:spAutoFit/>
            </a:bodyPr>
            <a:lstStyle/>
            <a:p>
              <a:pPr algn="ctr"/>
              <a:r>
                <a:rPr lang="en-US" altLang="zh-CN" sz="4000" b="1" noProof="0" dirty="0">
                  <a:ln>
                    <a:noFill/>
                  </a:ln>
                  <a:solidFill>
                    <a:srgbClr val="9F313C"/>
                  </a:solidFill>
                  <a:effectLst/>
                  <a:uLnTx/>
                  <a:uFillTx/>
                  <a:latin typeface="华文楷体" panose="02010600040101010101" charset="-122"/>
                  <a:ea typeface="华文楷体" panose="02010600040101010101" charset="-122"/>
                  <a:cs typeface="华文楷体" panose="02010600040101010101" charset="-122"/>
                  <a:sym typeface="+mn-ea"/>
                </a:rPr>
                <a:t>Part </a:t>
              </a:r>
              <a:r>
                <a:rPr lang="en-US" altLang="zh-CN" sz="4000" b="1" dirty="0">
                  <a:solidFill>
                    <a:srgbClr val="9F313C"/>
                  </a:solidFill>
                  <a:latin typeface="华文楷体" panose="02010600040101010101" charset="-122"/>
                  <a:ea typeface="华文楷体" panose="02010600040101010101" charset="-122"/>
                  <a:cs typeface="华文楷体" panose="02010600040101010101" charset="-122"/>
                  <a:sym typeface="+mn-ea"/>
                </a:rPr>
                <a:t>3</a:t>
              </a:r>
              <a:endParaRPr lang="en-US" sz="4000" dirty="0">
                <a:solidFill>
                  <a:schemeClr val="bg1">
                    <a:lumMod val="50000"/>
                  </a:schemeClr>
                </a:solidFill>
                <a:latin typeface="华文细黑" panose="02010600040101010101" pitchFamily="2" charset="-122"/>
                <a:ea typeface="华文细黑" panose="02010600040101010101" pitchFamily="2" charset="-122"/>
              </a:endParaRPr>
            </a:p>
          </p:txBody>
        </p:sp>
      </p:grpSp>
      <p:pic>
        <p:nvPicPr>
          <p:cNvPr id="4" name="图片 3" descr="1"/>
          <p:cNvPicPr>
            <a:picLocks noChangeAspect="1"/>
          </p:cNvPicPr>
          <p:nvPr/>
        </p:nvPicPr>
        <p:blipFill>
          <a:blip r:embed="rId119"/>
          <a:stretch>
            <a:fillRect/>
          </a:stretch>
        </p:blipFill>
        <p:spPr>
          <a:xfrm>
            <a:off x="10681970" y="5398770"/>
            <a:ext cx="1459230" cy="1459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9700"/>
    </mc:Choice>
    <mc:Fallback xmlns="">
      <p:transition spd="slow" advTm="50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repeatCount="indefinite" fill="hold" grpId="0" nodeType="withEffect">
                                  <p:stCondLst>
                                    <p:cond delay="200"/>
                                  </p:stCondLst>
                                  <p:childTnLst>
                                    <p:set>
                                      <p:cBhvr>
                                        <p:cTn id="6" dur="5600" fill="hold">
                                          <p:stCondLst>
                                            <p:cond delay="0"/>
                                          </p:stCondLst>
                                        </p:cTn>
                                        <p:tgtEl>
                                          <p:spTgt spid="34"/>
                                        </p:tgtEl>
                                        <p:attrNameLst>
                                          <p:attrName>style.visibility</p:attrName>
                                        </p:attrNameLst>
                                      </p:cBhvr>
                                      <p:to>
                                        <p:strVal val="visible"/>
                                      </p:to>
                                    </p:set>
                                    <p:anim calcmode="lin" valueType="num">
                                      <p:cBhvr>
                                        <p:cTn id="7" dur="5600" fill="hold"/>
                                        <p:tgtEl>
                                          <p:spTgt spid="34"/>
                                        </p:tgtEl>
                                        <p:attrNameLst>
                                          <p:attrName>ppt_w</p:attrName>
                                        </p:attrNameLst>
                                      </p:cBhvr>
                                      <p:tavLst>
                                        <p:tav tm="0">
                                          <p:val>
                                            <p:fltVal val="0"/>
                                          </p:val>
                                        </p:tav>
                                        <p:tav tm="100000">
                                          <p:val>
                                            <p:strVal val="#ppt_w"/>
                                          </p:val>
                                        </p:tav>
                                      </p:tavLst>
                                    </p:anim>
                                    <p:anim calcmode="lin" valueType="num">
                                      <p:cBhvr>
                                        <p:cTn id="8" dur="5600" fill="hold"/>
                                        <p:tgtEl>
                                          <p:spTgt spid="34"/>
                                        </p:tgtEl>
                                        <p:attrNameLst>
                                          <p:attrName>ppt_h</p:attrName>
                                        </p:attrNameLst>
                                      </p:cBhvr>
                                      <p:tavLst>
                                        <p:tav tm="0">
                                          <p:val>
                                            <p:fltVal val="0"/>
                                          </p:val>
                                        </p:tav>
                                        <p:tav tm="100000">
                                          <p:val>
                                            <p:strVal val="#ppt_h"/>
                                          </p:val>
                                        </p:tav>
                                      </p:tavLst>
                                    </p:anim>
                                    <p:animEffect transition="in" filter="fade">
                                      <p:cBhvr>
                                        <p:cTn id="9" dur="5600"/>
                                        <p:tgtEl>
                                          <p:spTgt spid="34"/>
                                        </p:tgtEl>
                                      </p:cBhvr>
                                    </p:animEffect>
                                    <p:anim calcmode="lin" valueType="num">
                                      <p:cBhvr>
                                        <p:cTn id="10" dur="5600" fill="hold"/>
                                        <p:tgtEl>
                                          <p:spTgt spid="34"/>
                                        </p:tgtEl>
                                        <p:attrNameLst>
                                          <p:attrName>ppt_x</p:attrName>
                                        </p:attrNameLst>
                                      </p:cBhvr>
                                      <p:tavLst>
                                        <p:tav tm="0">
                                          <p:val>
                                            <p:fltVal val="0.5"/>
                                          </p:val>
                                        </p:tav>
                                        <p:tav tm="100000">
                                          <p:val>
                                            <p:strVal val="#ppt_x"/>
                                          </p:val>
                                        </p:tav>
                                      </p:tavLst>
                                    </p:anim>
                                    <p:anim calcmode="lin" valueType="num">
                                      <p:cBhvr>
                                        <p:cTn id="11" dur="5600" fill="hold"/>
                                        <p:tgtEl>
                                          <p:spTgt spid="34"/>
                                        </p:tgtEl>
                                        <p:attrNameLst>
                                          <p:attrName>ppt_y</p:attrName>
                                        </p:attrNameLst>
                                      </p:cBhvr>
                                      <p:tavLst>
                                        <p:tav tm="0">
                                          <p:val>
                                            <p:fltVal val="0.5"/>
                                          </p:val>
                                        </p:tav>
                                        <p:tav tm="100000">
                                          <p:val>
                                            <p:strVal val="#ppt_y"/>
                                          </p:val>
                                        </p:tav>
                                      </p:tavLst>
                                    </p:anim>
                                  </p:childTnLst>
                                </p:cTn>
                              </p:par>
                              <p:par>
                                <p:cTn id="12" presetID="53" presetClass="entr" presetSubtype="528" repeatCount="indefinite" fill="hold" grpId="0" nodeType="withEffect">
                                  <p:stCondLst>
                                    <p:cond delay="500"/>
                                  </p:stCondLst>
                                  <p:childTnLst>
                                    <p:set>
                                      <p:cBhvr>
                                        <p:cTn id="13" dur="5600" fill="hold">
                                          <p:stCondLst>
                                            <p:cond delay="0"/>
                                          </p:stCondLst>
                                        </p:cTn>
                                        <p:tgtEl>
                                          <p:spTgt spid="35"/>
                                        </p:tgtEl>
                                        <p:attrNameLst>
                                          <p:attrName>style.visibility</p:attrName>
                                        </p:attrNameLst>
                                      </p:cBhvr>
                                      <p:to>
                                        <p:strVal val="visible"/>
                                      </p:to>
                                    </p:set>
                                    <p:anim calcmode="lin" valueType="num">
                                      <p:cBhvr>
                                        <p:cTn id="14" dur="5600" fill="hold"/>
                                        <p:tgtEl>
                                          <p:spTgt spid="35"/>
                                        </p:tgtEl>
                                        <p:attrNameLst>
                                          <p:attrName>ppt_w</p:attrName>
                                        </p:attrNameLst>
                                      </p:cBhvr>
                                      <p:tavLst>
                                        <p:tav tm="0">
                                          <p:val>
                                            <p:fltVal val="0"/>
                                          </p:val>
                                        </p:tav>
                                        <p:tav tm="100000">
                                          <p:val>
                                            <p:strVal val="#ppt_w"/>
                                          </p:val>
                                        </p:tav>
                                      </p:tavLst>
                                    </p:anim>
                                    <p:anim calcmode="lin" valueType="num">
                                      <p:cBhvr>
                                        <p:cTn id="15" dur="5600" fill="hold"/>
                                        <p:tgtEl>
                                          <p:spTgt spid="35"/>
                                        </p:tgtEl>
                                        <p:attrNameLst>
                                          <p:attrName>ppt_h</p:attrName>
                                        </p:attrNameLst>
                                      </p:cBhvr>
                                      <p:tavLst>
                                        <p:tav tm="0">
                                          <p:val>
                                            <p:fltVal val="0"/>
                                          </p:val>
                                        </p:tav>
                                        <p:tav tm="100000">
                                          <p:val>
                                            <p:strVal val="#ppt_h"/>
                                          </p:val>
                                        </p:tav>
                                      </p:tavLst>
                                    </p:anim>
                                    <p:animEffect transition="in" filter="fade">
                                      <p:cBhvr>
                                        <p:cTn id="16" dur="5600"/>
                                        <p:tgtEl>
                                          <p:spTgt spid="35"/>
                                        </p:tgtEl>
                                      </p:cBhvr>
                                    </p:animEffect>
                                    <p:anim calcmode="lin" valueType="num">
                                      <p:cBhvr>
                                        <p:cTn id="17" dur="5600" fill="hold"/>
                                        <p:tgtEl>
                                          <p:spTgt spid="35"/>
                                        </p:tgtEl>
                                        <p:attrNameLst>
                                          <p:attrName>ppt_x</p:attrName>
                                        </p:attrNameLst>
                                      </p:cBhvr>
                                      <p:tavLst>
                                        <p:tav tm="0">
                                          <p:val>
                                            <p:fltVal val="0.5"/>
                                          </p:val>
                                        </p:tav>
                                        <p:tav tm="100000">
                                          <p:val>
                                            <p:strVal val="#ppt_x"/>
                                          </p:val>
                                        </p:tav>
                                      </p:tavLst>
                                    </p:anim>
                                    <p:anim calcmode="lin" valueType="num">
                                      <p:cBhvr>
                                        <p:cTn id="18" dur="5600" fill="hold"/>
                                        <p:tgtEl>
                                          <p:spTgt spid="35"/>
                                        </p:tgtEl>
                                        <p:attrNameLst>
                                          <p:attrName>ppt_y</p:attrName>
                                        </p:attrNameLst>
                                      </p:cBhvr>
                                      <p:tavLst>
                                        <p:tav tm="0">
                                          <p:val>
                                            <p:fltVal val="0.5"/>
                                          </p:val>
                                        </p:tav>
                                        <p:tav tm="100000">
                                          <p:val>
                                            <p:strVal val="#ppt_y"/>
                                          </p:val>
                                        </p:tav>
                                      </p:tavLst>
                                    </p:anim>
                                  </p:childTnLst>
                                </p:cTn>
                              </p:par>
                              <p:par>
                                <p:cTn id="19" presetID="53" presetClass="entr" presetSubtype="528" repeatCount="indefinite" fill="hold" grpId="0" nodeType="withEffect">
                                  <p:stCondLst>
                                    <p:cond delay="507"/>
                                  </p:stCondLst>
                                  <p:childTnLst>
                                    <p:set>
                                      <p:cBhvr>
                                        <p:cTn id="20" dur="6400" fill="hold">
                                          <p:stCondLst>
                                            <p:cond delay="0"/>
                                          </p:stCondLst>
                                        </p:cTn>
                                        <p:tgtEl>
                                          <p:spTgt spid="36"/>
                                        </p:tgtEl>
                                        <p:attrNameLst>
                                          <p:attrName>style.visibility</p:attrName>
                                        </p:attrNameLst>
                                      </p:cBhvr>
                                      <p:to>
                                        <p:strVal val="visible"/>
                                      </p:to>
                                    </p:set>
                                    <p:anim calcmode="lin" valueType="num">
                                      <p:cBhvr>
                                        <p:cTn id="21" dur="6400" fill="hold"/>
                                        <p:tgtEl>
                                          <p:spTgt spid="36"/>
                                        </p:tgtEl>
                                        <p:attrNameLst>
                                          <p:attrName>ppt_w</p:attrName>
                                        </p:attrNameLst>
                                      </p:cBhvr>
                                      <p:tavLst>
                                        <p:tav tm="0">
                                          <p:val>
                                            <p:fltVal val="0"/>
                                          </p:val>
                                        </p:tav>
                                        <p:tav tm="100000">
                                          <p:val>
                                            <p:strVal val="#ppt_w"/>
                                          </p:val>
                                        </p:tav>
                                      </p:tavLst>
                                    </p:anim>
                                    <p:anim calcmode="lin" valueType="num">
                                      <p:cBhvr>
                                        <p:cTn id="22" dur="6400" fill="hold"/>
                                        <p:tgtEl>
                                          <p:spTgt spid="36"/>
                                        </p:tgtEl>
                                        <p:attrNameLst>
                                          <p:attrName>ppt_h</p:attrName>
                                        </p:attrNameLst>
                                      </p:cBhvr>
                                      <p:tavLst>
                                        <p:tav tm="0">
                                          <p:val>
                                            <p:fltVal val="0"/>
                                          </p:val>
                                        </p:tav>
                                        <p:tav tm="100000">
                                          <p:val>
                                            <p:strVal val="#ppt_h"/>
                                          </p:val>
                                        </p:tav>
                                      </p:tavLst>
                                    </p:anim>
                                    <p:animEffect transition="in" filter="fade">
                                      <p:cBhvr>
                                        <p:cTn id="23" dur="6400"/>
                                        <p:tgtEl>
                                          <p:spTgt spid="36"/>
                                        </p:tgtEl>
                                      </p:cBhvr>
                                    </p:animEffect>
                                    <p:anim calcmode="lin" valueType="num">
                                      <p:cBhvr>
                                        <p:cTn id="24" dur="6400" fill="hold"/>
                                        <p:tgtEl>
                                          <p:spTgt spid="36"/>
                                        </p:tgtEl>
                                        <p:attrNameLst>
                                          <p:attrName>ppt_x</p:attrName>
                                        </p:attrNameLst>
                                      </p:cBhvr>
                                      <p:tavLst>
                                        <p:tav tm="0">
                                          <p:val>
                                            <p:fltVal val="0.5"/>
                                          </p:val>
                                        </p:tav>
                                        <p:tav tm="100000">
                                          <p:val>
                                            <p:strVal val="#ppt_x"/>
                                          </p:val>
                                        </p:tav>
                                      </p:tavLst>
                                    </p:anim>
                                    <p:anim calcmode="lin" valueType="num">
                                      <p:cBhvr>
                                        <p:cTn id="25" dur="6400" fill="hold"/>
                                        <p:tgtEl>
                                          <p:spTgt spid="36"/>
                                        </p:tgtEl>
                                        <p:attrNameLst>
                                          <p:attrName>ppt_y</p:attrName>
                                        </p:attrNameLst>
                                      </p:cBhvr>
                                      <p:tavLst>
                                        <p:tav tm="0">
                                          <p:val>
                                            <p:fltVal val="0.5"/>
                                          </p:val>
                                        </p:tav>
                                        <p:tav tm="100000">
                                          <p:val>
                                            <p:strVal val="#ppt_y"/>
                                          </p:val>
                                        </p:tav>
                                      </p:tavLst>
                                    </p:anim>
                                  </p:childTnLst>
                                </p:cTn>
                              </p:par>
                              <p:par>
                                <p:cTn id="26" presetID="53" presetClass="entr" presetSubtype="528" repeatCount="indefinite" fill="hold" grpId="0" nodeType="withEffect">
                                  <p:stCondLst>
                                    <p:cond delay="300"/>
                                  </p:stCondLst>
                                  <p:childTnLst>
                                    <p:set>
                                      <p:cBhvr>
                                        <p:cTn id="27" dur="5800" fill="hold">
                                          <p:stCondLst>
                                            <p:cond delay="0"/>
                                          </p:stCondLst>
                                        </p:cTn>
                                        <p:tgtEl>
                                          <p:spTgt spid="37"/>
                                        </p:tgtEl>
                                        <p:attrNameLst>
                                          <p:attrName>style.visibility</p:attrName>
                                        </p:attrNameLst>
                                      </p:cBhvr>
                                      <p:to>
                                        <p:strVal val="visible"/>
                                      </p:to>
                                    </p:set>
                                    <p:anim calcmode="lin" valueType="num">
                                      <p:cBhvr>
                                        <p:cTn id="28" dur="5800" fill="hold"/>
                                        <p:tgtEl>
                                          <p:spTgt spid="37"/>
                                        </p:tgtEl>
                                        <p:attrNameLst>
                                          <p:attrName>ppt_w</p:attrName>
                                        </p:attrNameLst>
                                      </p:cBhvr>
                                      <p:tavLst>
                                        <p:tav tm="0">
                                          <p:val>
                                            <p:fltVal val="0"/>
                                          </p:val>
                                        </p:tav>
                                        <p:tav tm="100000">
                                          <p:val>
                                            <p:strVal val="#ppt_w"/>
                                          </p:val>
                                        </p:tav>
                                      </p:tavLst>
                                    </p:anim>
                                    <p:anim calcmode="lin" valueType="num">
                                      <p:cBhvr>
                                        <p:cTn id="29" dur="5800" fill="hold"/>
                                        <p:tgtEl>
                                          <p:spTgt spid="37"/>
                                        </p:tgtEl>
                                        <p:attrNameLst>
                                          <p:attrName>ppt_h</p:attrName>
                                        </p:attrNameLst>
                                      </p:cBhvr>
                                      <p:tavLst>
                                        <p:tav tm="0">
                                          <p:val>
                                            <p:fltVal val="0"/>
                                          </p:val>
                                        </p:tav>
                                        <p:tav tm="100000">
                                          <p:val>
                                            <p:strVal val="#ppt_h"/>
                                          </p:val>
                                        </p:tav>
                                      </p:tavLst>
                                    </p:anim>
                                    <p:animEffect transition="in" filter="fade">
                                      <p:cBhvr>
                                        <p:cTn id="30" dur="5800"/>
                                        <p:tgtEl>
                                          <p:spTgt spid="37"/>
                                        </p:tgtEl>
                                      </p:cBhvr>
                                    </p:animEffect>
                                    <p:anim calcmode="lin" valueType="num">
                                      <p:cBhvr>
                                        <p:cTn id="31" dur="5800" fill="hold"/>
                                        <p:tgtEl>
                                          <p:spTgt spid="37"/>
                                        </p:tgtEl>
                                        <p:attrNameLst>
                                          <p:attrName>ppt_x</p:attrName>
                                        </p:attrNameLst>
                                      </p:cBhvr>
                                      <p:tavLst>
                                        <p:tav tm="0">
                                          <p:val>
                                            <p:fltVal val="0.5"/>
                                          </p:val>
                                        </p:tav>
                                        <p:tav tm="100000">
                                          <p:val>
                                            <p:strVal val="#ppt_x"/>
                                          </p:val>
                                        </p:tav>
                                      </p:tavLst>
                                    </p:anim>
                                    <p:anim calcmode="lin" valueType="num">
                                      <p:cBhvr>
                                        <p:cTn id="32" dur="5800" fill="hold"/>
                                        <p:tgtEl>
                                          <p:spTgt spid="37"/>
                                        </p:tgtEl>
                                        <p:attrNameLst>
                                          <p:attrName>ppt_y</p:attrName>
                                        </p:attrNameLst>
                                      </p:cBhvr>
                                      <p:tavLst>
                                        <p:tav tm="0">
                                          <p:val>
                                            <p:fltVal val="0.5"/>
                                          </p:val>
                                        </p:tav>
                                        <p:tav tm="100000">
                                          <p:val>
                                            <p:strVal val="#ppt_y"/>
                                          </p:val>
                                        </p:tav>
                                      </p:tavLst>
                                    </p:anim>
                                  </p:childTnLst>
                                </p:cTn>
                              </p:par>
                              <p:par>
                                <p:cTn id="33" presetID="53" presetClass="entr" presetSubtype="528" repeatCount="indefinite" fill="hold" grpId="0" nodeType="withEffect">
                                  <p:stCondLst>
                                    <p:cond delay="100"/>
                                  </p:stCondLst>
                                  <p:childTnLst>
                                    <p:set>
                                      <p:cBhvr>
                                        <p:cTn id="34" dur="6000" fill="hold">
                                          <p:stCondLst>
                                            <p:cond delay="0"/>
                                          </p:stCondLst>
                                        </p:cTn>
                                        <p:tgtEl>
                                          <p:spTgt spid="78"/>
                                        </p:tgtEl>
                                        <p:attrNameLst>
                                          <p:attrName>style.visibility</p:attrName>
                                        </p:attrNameLst>
                                      </p:cBhvr>
                                      <p:to>
                                        <p:strVal val="visible"/>
                                      </p:to>
                                    </p:set>
                                    <p:anim calcmode="lin" valueType="num">
                                      <p:cBhvr>
                                        <p:cTn id="35" dur="6000" fill="hold"/>
                                        <p:tgtEl>
                                          <p:spTgt spid="78"/>
                                        </p:tgtEl>
                                        <p:attrNameLst>
                                          <p:attrName>ppt_w</p:attrName>
                                        </p:attrNameLst>
                                      </p:cBhvr>
                                      <p:tavLst>
                                        <p:tav tm="0">
                                          <p:val>
                                            <p:fltVal val="0"/>
                                          </p:val>
                                        </p:tav>
                                        <p:tav tm="100000">
                                          <p:val>
                                            <p:strVal val="#ppt_w"/>
                                          </p:val>
                                        </p:tav>
                                      </p:tavLst>
                                    </p:anim>
                                    <p:anim calcmode="lin" valueType="num">
                                      <p:cBhvr>
                                        <p:cTn id="36" dur="6000" fill="hold"/>
                                        <p:tgtEl>
                                          <p:spTgt spid="78"/>
                                        </p:tgtEl>
                                        <p:attrNameLst>
                                          <p:attrName>ppt_h</p:attrName>
                                        </p:attrNameLst>
                                      </p:cBhvr>
                                      <p:tavLst>
                                        <p:tav tm="0">
                                          <p:val>
                                            <p:fltVal val="0"/>
                                          </p:val>
                                        </p:tav>
                                        <p:tav tm="100000">
                                          <p:val>
                                            <p:strVal val="#ppt_h"/>
                                          </p:val>
                                        </p:tav>
                                      </p:tavLst>
                                    </p:anim>
                                    <p:animEffect transition="in" filter="fade">
                                      <p:cBhvr>
                                        <p:cTn id="37" dur="6000"/>
                                        <p:tgtEl>
                                          <p:spTgt spid="78"/>
                                        </p:tgtEl>
                                      </p:cBhvr>
                                    </p:animEffect>
                                    <p:anim calcmode="lin" valueType="num">
                                      <p:cBhvr>
                                        <p:cTn id="38" dur="6000" fill="hold"/>
                                        <p:tgtEl>
                                          <p:spTgt spid="78"/>
                                        </p:tgtEl>
                                        <p:attrNameLst>
                                          <p:attrName>ppt_x</p:attrName>
                                        </p:attrNameLst>
                                      </p:cBhvr>
                                      <p:tavLst>
                                        <p:tav tm="0">
                                          <p:val>
                                            <p:fltVal val="0.5"/>
                                          </p:val>
                                        </p:tav>
                                        <p:tav tm="100000">
                                          <p:val>
                                            <p:strVal val="#ppt_x"/>
                                          </p:val>
                                        </p:tav>
                                      </p:tavLst>
                                    </p:anim>
                                    <p:anim calcmode="lin" valueType="num">
                                      <p:cBhvr>
                                        <p:cTn id="39" dur="6000" fill="hold"/>
                                        <p:tgtEl>
                                          <p:spTgt spid="78"/>
                                        </p:tgtEl>
                                        <p:attrNameLst>
                                          <p:attrName>ppt_y</p:attrName>
                                        </p:attrNameLst>
                                      </p:cBhvr>
                                      <p:tavLst>
                                        <p:tav tm="0">
                                          <p:val>
                                            <p:fltVal val="0.5"/>
                                          </p:val>
                                        </p:tav>
                                        <p:tav tm="100000">
                                          <p:val>
                                            <p:strVal val="#ppt_y"/>
                                          </p:val>
                                        </p:tav>
                                      </p:tavLst>
                                    </p:anim>
                                  </p:childTnLst>
                                </p:cTn>
                              </p:par>
                              <p:par>
                                <p:cTn id="40" presetID="53" presetClass="entr" presetSubtype="528" repeatCount="indefinite" fill="hold" grpId="0" nodeType="withEffect">
                                  <p:stCondLst>
                                    <p:cond delay="300"/>
                                  </p:stCondLst>
                                  <p:childTnLst>
                                    <p:set>
                                      <p:cBhvr>
                                        <p:cTn id="41" dur="6800" fill="hold">
                                          <p:stCondLst>
                                            <p:cond delay="0"/>
                                          </p:stCondLst>
                                        </p:cTn>
                                        <p:tgtEl>
                                          <p:spTgt spid="97"/>
                                        </p:tgtEl>
                                        <p:attrNameLst>
                                          <p:attrName>style.visibility</p:attrName>
                                        </p:attrNameLst>
                                      </p:cBhvr>
                                      <p:to>
                                        <p:strVal val="visible"/>
                                      </p:to>
                                    </p:set>
                                    <p:anim calcmode="lin" valueType="num">
                                      <p:cBhvr>
                                        <p:cTn id="42" dur="6800" fill="hold"/>
                                        <p:tgtEl>
                                          <p:spTgt spid="97"/>
                                        </p:tgtEl>
                                        <p:attrNameLst>
                                          <p:attrName>ppt_w</p:attrName>
                                        </p:attrNameLst>
                                      </p:cBhvr>
                                      <p:tavLst>
                                        <p:tav tm="0">
                                          <p:val>
                                            <p:fltVal val="0"/>
                                          </p:val>
                                        </p:tav>
                                        <p:tav tm="100000">
                                          <p:val>
                                            <p:strVal val="#ppt_w"/>
                                          </p:val>
                                        </p:tav>
                                      </p:tavLst>
                                    </p:anim>
                                    <p:anim calcmode="lin" valueType="num">
                                      <p:cBhvr>
                                        <p:cTn id="43" dur="6800" fill="hold"/>
                                        <p:tgtEl>
                                          <p:spTgt spid="97"/>
                                        </p:tgtEl>
                                        <p:attrNameLst>
                                          <p:attrName>ppt_h</p:attrName>
                                        </p:attrNameLst>
                                      </p:cBhvr>
                                      <p:tavLst>
                                        <p:tav tm="0">
                                          <p:val>
                                            <p:fltVal val="0"/>
                                          </p:val>
                                        </p:tav>
                                        <p:tav tm="100000">
                                          <p:val>
                                            <p:strVal val="#ppt_h"/>
                                          </p:val>
                                        </p:tav>
                                      </p:tavLst>
                                    </p:anim>
                                    <p:animEffect transition="in" filter="fade">
                                      <p:cBhvr>
                                        <p:cTn id="44" dur="6800"/>
                                        <p:tgtEl>
                                          <p:spTgt spid="97"/>
                                        </p:tgtEl>
                                      </p:cBhvr>
                                    </p:animEffect>
                                    <p:anim calcmode="lin" valueType="num">
                                      <p:cBhvr>
                                        <p:cTn id="45" dur="6800" fill="hold"/>
                                        <p:tgtEl>
                                          <p:spTgt spid="97"/>
                                        </p:tgtEl>
                                        <p:attrNameLst>
                                          <p:attrName>ppt_x</p:attrName>
                                        </p:attrNameLst>
                                      </p:cBhvr>
                                      <p:tavLst>
                                        <p:tav tm="0">
                                          <p:val>
                                            <p:fltVal val="0.5"/>
                                          </p:val>
                                        </p:tav>
                                        <p:tav tm="100000">
                                          <p:val>
                                            <p:strVal val="#ppt_x"/>
                                          </p:val>
                                        </p:tav>
                                      </p:tavLst>
                                    </p:anim>
                                    <p:anim calcmode="lin" valueType="num">
                                      <p:cBhvr>
                                        <p:cTn id="46" dur="6800" fill="hold"/>
                                        <p:tgtEl>
                                          <p:spTgt spid="97"/>
                                        </p:tgtEl>
                                        <p:attrNameLst>
                                          <p:attrName>ppt_y</p:attrName>
                                        </p:attrNameLst>
                                      </p:cBhvr>
                                      <p:tavLst>
                                        <p:tav tm="0">
                                          <p:val>
                                            <p:fltVal val="0.5"/>
                                          </p:val>
                                        </p:tav>
                                        <p:tav tm="100000">
                                          <p:val>
                                            <p:strVal val="#ppt_y"/>
                                          </p:val>
                                        </p:tav>
                                      </p:tavLst>
                                    </p:anim>
                                  </p:childTnLst>
                                </p:cTn>
                              </p:par>
                              <p:par>
                                <p:cTn id="47" presetID="53" presetClass="entr" presetSubtype="528" repeatCount="indefinite" fill="hold" grpId="0" nodeType="withEffect">
                                  <p:stCondLst>
                                    <p:cond delay="244"/>
                                  </p:stCondLst>
                                  <p:childTnLst>
                                    <p:set>
                                      <p:cBhvr>
                                        <p:cTn id="48" dur="1" fill="hold">
                                          <p:stCondLst>
                                            <p:cond delay="0"/>
                                          </p:stCondLst>
                                        </p:cTn>
                                        <p:tgtEl>
                                          <p:spTgt spid="98"/>
                                        </p:tgtEl>
                                        <p:attrNameLst>
                                          <p:attrName>style.visibility</p:attrName>
                                        </p:attrNameLst>
                                      </p:cBhvr>
                                      <p:to>
                                        <p:strVal val="visible"/>
                                      </p:to>
                                    </p:set>
                                    <p:anim calcmode="lin" valueType="num">
                                      <p:cBhvr>
                                        <p:cTn id="49" dur="5153" fill="hold"/>
                                        <p:tgtEl>
                                          <p:spTgt spid="98"/>
                                        </p:tgtEl>
                                        <p:attrNameLst>
                                          <p:attrName>ppt_w</p:attrName>
                                        </p:attrNameLst>
                                      </p:cBhvr>
                                      <p:tavLst>
                                        <p:tav tm="0">
                                          <p:val>
                                            <p:fltVal val="0"/>
                                          </p:val>
                                        </p:tav>
                                        <p:tav tm="100000">
                                          <p:val>
                                            <p:strVal val="#ppt_w"/>
                                          </p:val>
                                        </p:tav>
                                      </p:tavLst>
                                    </p:anim>
                                    <p:anim calcmode="lin" valueType="num">
                                      <p:cBhvr>
                                        <p:cTn id="50" dur="5153" fill="hold"/>
                                        <p:tgtEl>
                                          <p:spTgt spid="98"/>
                                        </p:tgtEl>
                                        <p:attrNameLst>
                                          <p:attrName>ppt_h</p:attrName>
                                        </p:attrNameLst>
                                      </p:cBhvr>
                                      <p:tavLst>
                                        <p:tav tm="0">
                                          <p:val>
                                            <p:fltVal val="0"/>
                                          </p:val>
                                        </p:tav>
                                        <p:tav tm="100000">
                                          <p:val>
                                            <p:strVal val="#ppt_h"/>
                                          </p:val>
                                        </p:tav>
                                      </p:tavLst>
                                    </p:anim>
                                    <p:animEffect transition="in" filter="fade">
                                      <p:cBhvr>
                                        <p:cTn id="51" dur="5153"/>
                                        <p:tgtEl>
                                          <p:spTgt spid="98"/>
                                        </p:tgtEl>
                                      </p:cBhvr>
                                    </p:animEffect>
                                    <p:anim calcmode="lin" valueType="num">
                                      <p:cBhvr>
                                        <p:cTn id="52" dur="5153" fill="hold"/>
                                        <p:tgtEl>
                                          <p:spTgt spid="98"/>
                                        </p:tgtEl>
                                        <p:attrNameLst>
                                          <p:attrName>ppt_x</p:attrName>
                                        </p:attrNameLst>
                                      </p:cBhvr>
                                      <p:tavLst>
                                        <p:tav tm="0">
                                          <p:val>
                                            <p:fltVal val="0.5"/>
                                          </p:val>
                                        </p:tav>
                                        <p:tav tm="100000">
                                          <p:val>
                                            <p:strVal val="#ppt_x"/>
                                          </p:val>
                                        </p:tav>
                                      </p:tavLst>
                                    </p:anim>
                                    <p:anim calcmode="lin" valueType="num">
                                      <p:cBhvr>
                                        <p:cTn id="53" dur="5153" fill="hold"/>
                                        <p:tgtEl>
                                          <p:spTgt spid="98"/>
                                        </p:tgtEl>
                                        <p:attrNameLst>
                                          <p:attrName>ppt_y</p:attrName>
                                        </p:attrNameLst>
                                      </p:cBhvr>
                                      <p:tavLst>
                                        <p:tav tm="0">
                                          <p:val>
                                            <p:fltVal val="0.5"/>
                                          </p:val>
                                        </p:tav>
                                        <p:tav tm="100000">
                                          <p:val>
                                            <p:strVal val="#ppt_y"/>
                                          </p:val>
                                        </p:tav>
                                      </p:tavLst>
                                    </p:anim>
                                  </p:childTnLst>
                                </p:cTn>
                              </p:par>
                              <p:par>
                                <p:cTn id="54" presetID="53" presetClass="entr" presetSubtype="528" repeatCount="indefinite" fill="hold" grpId="0" nodeType="withEffect">
                                  <p:stCondLst>
                                    <p:cond delay="1334"/>
                                  </p:stCondLst>
                                  <p:childTnLst>
                                    <p:set>
                                      <p:cBhvr>
                                        <p:cTn id="55" dur="1" fill="hold">
                                          <p:stCondLst>
                                            <p:cond delay="0"/>
                                          </p:stCondLst>
                                        </p:cTn>
                                        <p:tgtEl>
                                          <p:spTgt spid="109"/>
                                        </p:tgtEl>
                                        <p:attrNameLst>
                                          <p:attrName>style.visibility</p:attrName>
                                        </p:attrNameLst>
                                      </p:cBhvr>
                                      <p:to>
                                        <p:strVal val="visible"/>
                                      </p:to>
                                    </p:set>
                                    <p:anim calcmode="lin" valueType="num">
                                      <p:cBhvr>
                                        <p:cTn id="56" dur="6175" fill="hold"/>
                                        <p:tgtEl>
                                          <p:spTgt spid="109"/>
                                        </p:tgtEl>
                                        <p:attrNameLst>
                                          <p:attrName>ppt_w</p:attrName>
                                        </p:attrNameLst>
                                      </p:cBhvr>
                                      <p:tavLst>
                                        <p:tav tm="0">
                                          <p:val>
                                            <p:fltVal val="0"/>
                                          </p:val>
                                        </p:tav>
                                        <p:tav tm="100000">
                                          <p:val>
                                            <p:strVal val="#ppt_w"/>
                                          </p:val>
                                        </p:tav>
                                      </p:tavLst>
                                    </p:anim>
                                    <p:anim calcmode="lin" valueType="num">
                                      <p:cBhvr>
                                        <p:cTn id="57" dur="6175" fill="hold"/>
                                        <p:tgtEl>
                                          <p:spTgt spid="109"/>
                                        </p:tgtEl>
                                        <p:attrNameLst>
                                          <p:attrName>ppt_h</p:attrName>
                                        </p:attrNameLst>
                                      </p:cBhvr>
                                      <p:tavLst>
                                        <p:tav tm="0">
                                          <p:val>
                                            <p:fltVal val="0"/>
                                          </p:val>
                                        </p:tav>
                                        <p:tav tm="100000">
                                          <p:val>
                                            <p:strVal val="#ppt_h"/>
                                          </p:val>
                                        </p:tav>
                                      </p:tavLst>
                                    </p:anim>
                                    <p:animEffect transition="in" filter="fade">
                                      <p:cBhvr>
                                        <p:cTn id="58" dur="6175"/>
                                        <p:tgtEl>
                                          <p:spTgt spid="109"/>
                                        </p:tgtEl>
                                      </p:cBhvr>
                                    </p:animEffect>
                                    <p:anim calcmode="lin" valueType="num">
                                      <p:cBhvr>
                                        <p:cTn id="59" dur="6175" fill="hold"/>
                                        <p:tgtEl>
                                          <p:spTgt spid="109"/>
                                        </p:tgtEl>
                                        <p:attrNameLst>
                                          <p:attrName>ppt_x</p:attrName>
                                        </p:attrNameLst>
                                      </p:cBhvr>
                                      <p:tavLst>
                                        <p:tav tm="0">
                                          <p:val>
                                            <p:fltVal val="0.5"/>
                                          </p:val>
                                        </p:tav>
                                        <p:tav tm="100000">
                                          <p:val>
                                            <p:strVal val="#ppt_x"/>
                                          </p:val>
                                        </p:tav>
                                      </p:tavLst>
                                    </p:anim>
                                    <p:anim calcmode="lin" valueType="num">
                                      <p:cBhvr>
                                        <p:cTn id="60" dur="6175" fill="hold"/>
                                        <p:tgtEl>
                                          <p:spTgt spid="109"/>
                                        </p:tgtEl>
                                        <p:attrNameLst>
                                          <p:attrName>ppt_y</p:attrName>
                                        </p:attrNameLst>
                                      </p:cBhvr>
                                      <p:tavLst>
                                        <p:tav tm="0">
                                          <p:val>
                                            <p:fltVal val="0.5"/>
                                          </p:val>
                                        </p:tav>
                                        <p:tav tm="100000">
                                          <p:val>
                                            <p:strVal val="#ppt_y"/>
                                          </p:val>
                                        </p:tav>
                                      </p:tavLst>
                                    </p:anim>
                                  </p:childTnLst>
                                </p:cTn>
                              </p:par>
                              <p:par>
                                <p:cTn id="61" presetID="53" presetClass="entr" presetSubtype="528" repeatCount="indefinite" fill="hold" grpId="0" nodeType="withEffect">
                                  <p:stCondLst>
                                    <p:cond delay="1892"/>
                                  </p:stCondLst>
                                  <p:childTnLst>
                                    <p:set>
                                      <p:cBhvr>
                                        <p:cTn id="62" dur="1" fill="hold">
                                          <p:stCondLst>
                                            <p:cond delay="0"/>
                                          </p:stCondLst>
                                        </p:cTn>
                                        <p:tgtEl>
                                          <p:spTgt spid="134"/>
                                        </p:tgtEl>
                                        <p:attrNameLst>
                                          <p:attrName>style.visibility</p:attrName>
                                        </p:attrNameLst>
                                      </p:cBhvr>
                                      <p:to>
                                        <p:strVal val="visible"/>
                                      </p:to>
                                    </p:set>
                                    <p:anim calcmode="lin" valueType="num">
                                      <p:cBhvr>
                                        <p:cTn id="63" dur="5142" fill="hold"/>
                                        <p:tgtEl>
                                          <p:spTgt spid="134"/>
                                        </p:tgtEl>
                                        <p:attrNameLst>
                                          <p:attrName>ppt_w</p:attrName>
                                        </p:attrNameLst>
                                      </p:cBhvr>
                                      <p:tavLst>
                                        <p:tav tm="0">
                                          <p:val>
                                            <p:fltVal val="0"/>
                                          </p:val>
                                        </p:tav>
                                        <p:tav tm="100000">
                                          <p:val>
                                            <p:strVal val="#ppt_w"/>
                                          </p:val>
                                        </p:tav>
                                      </p:tavLst>
                                    </p:anim>
                                    <p:anim calcmode="lin" valueType="num">
                                      <p:cBhvr>
                                        <p:cTn id="64" dur="5142" fill="hold"/>
                                        <p:tgtEl>
                                          <p:spTgt spid="134"/>
                                        </p:tgtEl>
                                        <p:attrNameLst>
                                          <p:attrName>ppt_h</p:attrName>
                                        </p:attrNameLst>
                                      </p:cBhvr>
                                      <p:tavLst>
                                        <p:tav tm="0">
                                          <p:val>
                                            <p:fltVal val="0"/>
                                          </p:val>
                                        </p:tav>
                                        <p:tav tm="100000">
                                          <p:val>
                                            <p:strVal val="#ppt_h"/>
                                          </p:val>
                                        </p:tav>
                                      </p:tavLst>
                                    </p:anim>
                                    <p:animEffect transition="in" filter="fade">
                                      <p:cBhvr>
                                        <p:cTn id="65" dur="5142"/>
                                        <p:tgtEl>
                                          <p:spTgt spid="134"/>
                                        </p:tgtEl>
                                      </p:cBhvr>
                                    </p:animEffect>
                                    <p:anim calcmode="lin" valueType="num">
                                      <p:cBhvr>
                                        <p:cTn id="66" dur="5142" fill="hold"/>
                                        <p:tgtEl>
                                          <p:spTgt spid="134"/>
                                        </p:tgtEl>
                                        <p:attrNameLst>
                                          <p:attrName>ppt_x</p:attrName>
                                        </p:attrNameLst>
                                      </p:cBhvr>
                                      <p:tavLst>
                                        <p:tav tm="0">
                                          <p:val>
                                            <p:fltVal val="0.5"/>
                                          </p:val>
                                        </p:tav>
                                        <p:tav tm="100000">
                                          <p:val>
                                            <p:strVal val="#ppt_x"/>
                                          </p:val>
                                        </p:tav>
                                      </p:tavLst>
                                    </p:anim>
                                    <p:anim calcmode="lin" valueType="num">
                                      <p:cBhvr>
                                        <p:cTn id="67" dur="5142" fill="hold"/>
                                        <p:tgtEl>
                                          <p:spTgt spid="134"/>
                                        </p:tgtEl>
                                        <p:attrNameLst>
                                          <p:attrName>ppt_y</p:attrName>
                                        </p:attrNameLst>
                                      </p:cBhvr>
                                      <p:tavLst>
                                        <p:tav tm="0">
                                          <p:val>
                                            <p:fltVal val="0.5"/>
                                          </p:val>
                                        </p:tav>
                                        <p:tav tm="100000">
                                          <p:val>
                                            <p:strVal val="#ppt_y"/>
                                          </p:val>
                                        </p:tav>
                                      </p:tavLst>
                                    </p:anim>
                                  </p:childTnLst>
                                </p:cTn>
                              </p:par>
                              <p:par>
                                <p:cTn id="68" presetID="53" presetClass="entr" presetSubtype="528" repeatCount="indefinite" fill="hold" grpId="0" nodeType="withEffect">
                                  <p:stCondLst>
                                    <p:cond delay="907"/>
                                  </p:stCondLst>
                                  <p:childTnLst>
                                    <p:set>
                                      <p:cBhvr>
                                        <p:cTn id="69" dur="1" fill="hold">
                                          <p:stCondLst>
                                            <p:cond delay="0"/>
                                          </p:stCondLst>
                                        </p:cTn>
                                        <p:tgtEl>
                                          <p:spTgt spid="135"/>
                                        </p:tgtEl>
                                        <p:attrNameLst>
                                          <p:attrName>style.visibility</p:attrName>
                                        </p:attrNameLst>
                                      </p:cBhvr>
                                      <p:to>
                                        <p:strVal val="visible"/>
                                      </p:to>
                                    </p:set>
                                    <p:anim calcmode="lin" valueType="num">
                                      <p:cBhvr>
                                        <p:cTn id="70" dur="5232" fill="hold"/>
                                        <p:tgtEl>
                                          <p:spTgt spid="135"/>
                                        </p:tgtEl>
                                        <p:attrNameLst>
                                          <p:attrName>ppt_w</p:attrName>
                                        </p:attrNameLst>
                                      </p:cBhvr>
                                      <p:tavLst>
                                        <p:tav tm="0">
                                          <p:val>
                                            <p:fltVal val="0"/>
                                          </p:val>
                                        </p:tav>
                                        <p:tav tm="100000">
                                          <p:val>
                                            <p:strVal val="#ppt_w"/>
                                          </p:val>
                                        </p:tav>
                                      </p:tavLst>
                                    </p:anim>
                                    <p:anim calcmode="lin" valueType="num">
                                      <p:cBhvr>
                                        <p:cTn id="71" dur="5232" fill="hold"/>
                                        <p:tgtEl>
                                          <p:spTgt spid="135"/>
                                        </p:tgtEl>
                                        <p:attrNameLst>
                                          <p:attrName>ppt_h</p:attrName>
                                        </p:attrNameLst>
                                      </p:cBhvr>
                                      <p:tavLst>
                                        <p:tav tm="0">
                                          <p:val>
                                            <p:fltVal val="0"/>
                                          </p:val>
                                        </p:tav>
                                        <p:tav tm="100000">
                                          <p:val>
                                            <p:strVal val="#ppt_h"/>
                                          </p:val>
                                        </p:tav>
                                      </p:tavLst>
                                    </p:anim>
                                    <p:animEffect transition="in" filter="fade">
                                      <p:cBhvr>
                                        <p:cTn id="72" dur="5232"/>
                                        <p:tgtEl>
                                          <p:spTgt spid="135"/>
                                        </p:tgtEl>
                                      </p:cBhvr>
                                    </p:animEffect>
                                    <p:anim calcmode="lin" valueType="num">
                                      <p:cBhvr>
                                        <p:cTn id="73" dur="5232" fill="hold"/>
                                        <p:tgtEl>
                                          <p:spTgt spid="135"/>
                                        </p:tgtEl>
                                        <p:attrNameLst>
                                          <p:attrName>ppt_x</p:attrName>
                                        </p:attrNameLst>
                                      </p:cBhvr>
                                      <p:tavLst>
                                        <p:tav tm="0">
                                          <p:val>
                                            <p:fltVal val="0.5"/>
                                          </p:val>
                                        </p:tav>
                                        <p:tav tm="100000">
                                          <p:val>
                                            <p:strVal val="#ppt_x"/>
                                          </p:val>
                                        </p:tav>
                                      </p:tavLst>
                                    </p:anim>
                                    <p:anim calcmode="lin" valueType="num">
                                      <p:cBhvr>
                                        <p:cTn id="74" dur="5232" fill="hold"/>
                                        <p:tgtEl>
                                          <p:spTgt spid="135"/>
                                        </p:tgtEl>
                                        <p:attrNameLst>
                                          <p:attrName>ppt_y</p:attrName>
                                        </p:attrNameLst>
                                      </p:cBhvr>
                                      <p:tavLst>
                                        <p:tav tm="0">
                                          <p:val>
                                            <p:fltVal val="0.5"/>
                                          </p:val>
                                        </p:tav>
                                        <p:tav tm="100000">
                                          <p:val>
                                            <p:strVal val="#ppt_y"/>
                                          </p:val>
                                        </p:tav>
                                      </p:tavLst>
                                    </p:anim>
                                  </p:childTnLst>
                                </p:cTn>
                              </p:par>
                              <p:par>
                                <p:cTn id="75" presetID="53" presetClass="entr" presetSubtype="528" repeatCount="indefinite" fill="hold" grpId="0" nodeType="withEffect">
                                  <p:stCondLst>
                                    <p:cond delay="317"/>
                                  </p:stCondLst>
                                  <p:childTnLst>
                                    <p:set>
                                      <p:cBhvr>
                                        <p:cTn id="76" dur="1" fill="hold">
                                          <p:stCondLst>
                                            <p:cond delay="0"/>
                                          </p:stCondLst>
                                        </p:cTn>
                                        <p:tgtEl>
                                          <p:spTgt spid="136"/>
                                        </p:tgtEl>
                                        <p:attrNameLst>
                                          <p:attrName>style.visibility</p:attrName>
                                        </p:attrNameLst>
                                      </p:cBhvr>
                                      <p:to>
                                        <p:strVal val="visible"/>
                                      </p:to>
                                    </p:set>
                                    <p:anim calcmode="lin" valueType="num">
                                      <p:cBhvr>
                                        <p:cTn id="77" dur="5737" fill="hold"/>
                                        <p:tgtEl>
                                          <p:spTgt spid="136"/>
                                        </p:tgtEl>
                                        <p:attrNameLst>
                                          <p:attrName>ppt_w</p:attrName>
                                        </p:attrNameLst>
                                      </p:cBhvr>
                                      <p:tavLst>
                                        <p:tav tm="0">
                                          <p:val>
                                            <p:fltVal val="0"/>
                                          </p:val>
                                        </p:tav>
                                        <p:tav tm="100000">
                                          <p:val>
                                            <p:strVal val="#ppt_w"/>
                                          </p:val>
                                        </p:tav>
                                      </p:tavLst>
                                    </p:anim>
                                    <p:anim calcmode="lin" valueType="num">
                                      <p:cBhvr>
                                        <p:cTn id="78" dur="5737" fill="hold"/>
                                        <p:tgtEl>
                                          <p:spTgt spid="136"/>
                                        </p:tgtEl>
                                        <p:attrNameLst>
                                          <p:attrName>ppt_h</p:attrName>
                                        </p:attrNameLst>
                                      </p:cBhvr>
                                      <p:tavLst>
                                        <p:tav tm="0">
                                          <p:val>
                                            <p:fltVal val="0"/>
                                          </p:val>
                                        </p:tav>
                                        <p:tav tm="100000">
                                          <p:val>
                                            <p:strVal val="#ppt_h"/>
                                          </p:val>
                                        </p:tav>
                                      </p:tavLst>
                                    </p:anim>
                                    <p:animEffect transition="in" filter="fade">
                                      <p:cBhvr>
                                        <p:cTn id="79" dur="5737"/>
                                        <p:tgtEl>
                                          <p:spTgt spid="136"/>
                                        </p:tgtEl>
                                      </p:cBhvr>
                                    </p:animEffect>
                                    <p:anim calcmode="lin" valueType="num">
                                      <p:cBhvr>
                                        <p:cTn id="80" dur="5737" fill="hold"/>
                                        <p:tgtEl>
                                          <p:spTgt spid="136"/>
                                        </p:tgtEl>
                                        <p:attrNameLst>
                                          <p:attrName>ppt_x</p:attrName>
                                        </p:attrNameLst>
                                      </p:cBhvr>
                                      <p:tavLst>
                                        <p:tav tm="0">
                                          <p:val>
                                            <p:fltVal val="0.5"/>
                                          </p:val>
                                        </p:tav>
                                        <p:tav tm="100000">
                                          <p:val>
                                            <p:strVal val="#ppt_x"/>
                                          </p:val>
                                        </p:tav>
                                      </p:tavLst>
                                    </p:anim>
                                    <p:anim calcmode="lin" valueType="num">
                                      <p:cBhvr>
                                        <p:cTn id="81" dur="5737" fill="hold"/>
                                        <p:tgtEl>
                                          <p:spTgt spid="136"/>
                                        </p:tgtEl>
                                        <p:attrNameLst>
                                          <p:attrName>ppt_y</p:attrName>
                                        </p:attrNameLst>
                                      </p:cBhvr>
                                      <p:tavLst>
                                        <p:tav tm="0">
                                          <p:val>
                                            <p:fltVal val="0.5"/>
                                          </p:val>
                                        </p:tav>
                                        <p:tav tm="100000">
                                          <p:val>
                                            <p:strVal val="#ppt_y"/>
                                          </p:val>
                                        </p:tav>
                                      </p:tavLst>
                                    </p:anim>
                                  </p:childTnLst>
                                </p:cTn>
                              </p:par>
                              <p:par>
                                <p:cTn id="82" presetID="53" presetClass="entr" presetSubtype="528" repeatCount="indefinite" fill="hold" grpId="0" nodeType="withEffect">
                                  <p:stCondLst>
                                    <p:cond delay="1699"/>
                                  </p:stCondLst>
                                  <p:childTnLst>
                                    <p:set>
                                      <p:cBhvr>
                                        <p:cTn id="83" dur="1" fill="hold">
                                          <p:stCondLst>
                                            <p:cond delay="0"/>
                                          </p:stCondLst>
                                        </p:cTn>
                                        <p:tgtEl>
                                          <p:spTgt spid="137"/>
                                        </p:tgtEl>
                                        <p:attrNameLst>
                                          <p:attrName>style.visibility</p:attrName>
                                        </p:attrNameLst>
                                      </p:cBhvr>
                                      <p:to>
                                        <p:strVal val="visible"/>
                                      </p:to>
                                    </p:set>
                                    <p:anim calcmode="lin" valueType="num">
                                      <p:cBhvr>
                                        <p:cTn id="84" dur="6663" fill="hold"/>
                                        <p:tgtEl>
                                          <p:spTgt spid="137"/>
                                        </p:tgtEl>
                                        <p:attrNameLst>
                                          <p:attrName>ppt_w</p:attrName>
                                        </p:attrNameLst>
                                      </p:cBhvr>
                                      <p:tavLst>
                                        <p:tav tm="0">
                                          <p:val>
                                            <p:fltVal val="0"/>
                                          </p:val>
                                        </p:tav>
                                        <p:tav tm="100000">
                                          <p:val>
                                            <p:strVal val="#ppt_w"/>
                                          </p:val>
                                        </p:tav>
                                      </p:tavLst>
                                    </p:anim>
                                    <p:anim calcmode="lin" valueType="num">
                                      <p:cBhvr>
                                        <p:cTn id="85" dur="6663" fill="hold"/>
                                        <p:tgtEl>
                                          <p:spTgt spid="137"/>
                                        </p:tgtEl>
                                        <p:attrNameLst>
                                          <p:attrName>ppt_h</p:attrName>
                                        </p:attrNameLst>
                                      </p:cBhvr>
                                      <p:tavLst>
                                        <p:tav tm="0">
                                          <p:val>
                                            <p:fltVal val="0"/>
                                          </p:val>
                                        </p:tav>
                                        <p:tav tm="100000">
                                          <p:val>
                                            <p:strVal val="#ppt_h"/>
                                          </p:val>
                                        </p:tav>
                                      </p:tavLst>
                                    </p:anim>
                                    <p:animEffect transition="in" filter="fade">
                                      <p:cBhvr>
                                        <p:cTn id="86" dur="6663"/>
                                        <p:tgtEl>
                                          <p:spTgt spid="137"/>
                                        </p:tgtEl>
                                      </p:cBhvr>
                                    </p:animEffect>
                                    <p:anim calcmode="lin" valueType="num">
                                      <p:cBhvr>
                                        <p:cTn id="87" dur="6663" fill="hold"/>
                                        <p:tgtEl>
                                          <p:spTgt spid="137"/>
                                        </p:tgtEl>
                                        <p:attrNameLst>
                                          <p:attrName>ppt_x</p:attrName>
                                        </p:attrNameLst>
                                      </p:cBhvr>
                                      <p:tavLst>
                                        <p:tav tm="0">
                                          <p:val>
                                            <p:fltVal val="0.5"/>
                                          </p:val>
                                        </p:tav>
                                        <p:tav tm="100000">
                                          <p:val>
                                            <p:strVal val="#ppt_x"/>
                                          </p:val>
                                        </p:tav>
                                      </p:tavLst>
                                    </p:anim>
                                    <p:anim calcmode="lin" valueType="num">
                                      <p:cBhvr>
                                        <p:cTn id="88" dur="6663" fill="hold"/>
                                        <p:tgtEl>
                                          <p:spTgt spid="137"/>
                                        </p:tgtEl>
                                        <p:attrNameLst>
                                          <p:attrName>ppt_y</p:attrName>
                                        </p:attrNameLst>
                                      </p:cBhvr>
                                      <p:tavLst>
                                        <p:tav tm="0">
                                          <p:val>
                                            <p:fltVal val="0.5"/>
                                          </p:val>
                                        </p:tav>
                                        <p:tav tm="100000">
                                          <p:val>
                                            <p:strVal val="#ppt_y"/>
                                          </p:val>
                                        </p:tav>
                                      </p:tavLst>
                                    </p:anim>
                                  </p:childTnLst>
                                </p:cTn>
                              </p:par>
                              <p:par>
                                <p:cTn id="89" presetID="53" presetClass="entr" presetSubtype="528" repeatCount="indefinite" fill="hold" grpId="0" nodeType="withEffect">
                                  <p:stCondLst>
                                    <p:cond delay="1993"/>
                                  </p:stCondLst>
                                  <p:childTnLst>
                                    <p:set>
                                      <p:cBhvr>
                                        <p:cTn id="90" dur="1" fill="hold">
                                          <p:stCondLst>
                                            <p:cond delay="0"/>
                                          </p:stCondLst>
                                        </p:cTn>
                                        <p:tgtEl>
                                          <p:spTgt spid="139"/>
                                        </p:tgtEl>
                                        <p:attrNameLst>
                                          <p:attrName>style.visibility</p:attrName>
                                        </p:attrNameLst>
                                      </p:cBhvr>
                                      <p:to>
                                        <p:strVal val="visible"/>
                                      </p:to>
                                    </p:set>
                                    <p:anim calcmode="lin" valueType="num">
                                      <p:cBhvr>
                                        <p:cTn id="91" dur="5240" fill="hold"/>
                                        <p:tgtEl>
                                          <p:spTgt spid="139"/>
                                        </p:tgtEl>
                                        <p:attrNameLst>
                                          <p:attrName>ppt_w</p:attrName>
                                        </p:attrNameLst>
                                      </p:cBhvr>
                                      <p:tavLst>
                                        <p:tav tm="0">
                                          <p:val>
                                            <p:fltVal val="0"/>
                                          </p:val>
                                        </p:tav>
                                        <p:tav tm="100000">
                                          <p:val>
                                            <p:strVal val="#ppt_w"/>
                                          </p:val>
                                        </p:tav>
                                      </p:tavLst>
                                    </p:anim>
                                    <p:anim calcmode="lin" valueType="num">
                                      <p:cBhvr>
                                        <p:cTn id="92" dur="5240" fill="hold"/>
                                        <p:tgtEl>
                                          <p:spTgt spid="139"/>
                                        </p:tgtEl>
                                        <p:attrNameLst>
                                          <p:attrName>ppt_h</p:attrName>
                                        </p:attrNameLst>
                                      </p:cBhvr>
                                      <p:tavLst>
                                        <p:tav tm="0">
                                          <p:val>
                                            <p:fltVal val="0"/>
                                          </p:val>
                                        </p:tav>
                                        <p:tav tm="100000">
                                          <p:val>
                                            <p:strVal val="#ppt_h"/>
                                          </p:val>
                                        </p:tav>
                                      </p:tavLst>
                                    </p:anim>
                                    <p:animEffect transition="in" filter="fade">
                                      <p:cBhvr>
                                        <p:cTn id="93" dur="5240"/>
                                        <p:tgtEl>
                                          <p:spTgt spid="139"/>
                                        </p:tgtEl>
                                      </p:cBhvr>
                                    </p:animEffect>
                                    <p:anim calcmode="lin" valueType="num">
                                      <p:cBhvr>
                                        <p:cTn id="94" dur="5240" fill="hold"/>
                                        <p:tgtEl>
                                          <p:spTgt spid="139"/>
                                        </p:tgtEl>
                                        <p:attrNameLst>
                                          <p:attrName>ppt_x</p:attrName>
                                        </p:attrNameLst>
                                      </p:cBhvr>
                                      <p:tavLst>
                                        <p:tav tm="0">
                                          <p:val>
                                            <p:fltVal val="0.5"/>
                                          </p:val>
                                        </p:tav>
                                        <p:tav tm="100000">
                                          <p:val>
                                            <p:strVal val="#ppt_x"/>
                                          </p:val>
                                        </p:tav>
                                      </p:tavLst>
                                    </p:anim>
                                    <p:anim calcmode="lin" valueType="num">
                                      <p:cBhvr>
                                        <p:cTn id="95" dur="5240" fill="hold"/>
                                        <p:tgtEl>
                                          <p:spTgt spid="139"/>
                                        </p:tgtEl>
                                        <p:attrNameLst>
                                          <p:attrName>ppt_y</p:attrName>
                                        </p:attrNameLst>
                                      </p:cBhvr>
                                      <p:tavLst>
                                        <p:tav tm="0">
                                          <p:val>
                                            <p:fltVal val="0.5"/>
                                          </p:val>
                                        </p:tav>
                                        <p:tav tm="100000">
                                          <p:val>
                                            <p:strVal val="#ppt_y"/>
                                          </p:val>
                                        </p:tav>
                                      </p:tavLst>
                                    </p:anim>
                                  </p:childTnLst>
                                </p:cTn>
                              </p:par>
                              <p:par>
                                <p:cTn id="96" presetID="53" presetClass="entr" presetSubtype="528" repeatCount="indefinite" fill="hold" grpId="0" nodeType="withEffect">
                                  <p:stCondLst>
                                    <p:cond delay="1408"/>
                                  </p:stCondLst>
                                  <p:childTnLst>
                                    <p:set>
                                      <p:cBhvr>
                                        <p:cTn id="97" dur="1" fill="hold">
                                          <p:stCondLst>
                                            <p:cond delay="0"/>
                                          </p:stCondLst>
                                        </p:cTn>
                                        <p:tgtEl>
                                          <p:spTgt spid="140"/>
                                        </p:tgtEl>
                                        <p:attrNameLst>
                                          <p:attrName>style.visibility</p:attrName>
                                        </p:attrNameLst>
                                      </p:cBhvr>
                                      <p:to>
                                        <p:strVal val="visible"/>
                                      </p:to>
                                    </p:set>
                                    <p:anim calcmode="lin" valueType="num">
                                      <p:cBhvr>
                                        <p:cTn id="98" dur="7466" fill="hold"/>
                                        <p:tgtEl>
                                          <p:spTgt spid="140"/>
                                        </p:tgtEl>
                                        <p:attrNameLst>
                                          <p:attrName>ppt_w</p:attrName>
                                        </p:attrNameLst>
                                      </p:cBhvr>
                                      <p:tavLst>
                                        <p:tav tm="0">
                                          <p:val>
                                            <p:fltVal val="0"/>
                                          </p:val>
                                        </p:tav>
                                        <p:tav tm="100000">
                                          <p:val>
                                            <p:strVal val="#ppt_w"/>
                                          </p:val>
                                        </p:tav>
                                      </p:tavLst>
                                    </p:anim>
                                    <p:anim calcmode="lin" valueType="num">
                                      <p:cBhvr>
                                        <p:cTn id="99" dur="7466" fill="hold"/>
                                        <p:tgtEl>
                                          <p:spTgt spid="140"/>
                                        </p:tgtEl>
                                        <p:attrNameLst>
                                          <p:attrName>ppt_h</p:attrName>
                                        </p:attrNameLst>
                                      </p:cBhvr>
                                      <p:tavLst>
                                        <p:tav tm="0">
                                          <p:val>
                                            <p:fltVal val="0"/>
                                          </p:val>
                                        </p:tav>
                                        <p:tav tm="100000">
                                          <p:val>
                                            <p:strVal val="#ppt_h"/>
                                          </p:val>
                                        </p:tav>
                                      </p:tavLst>
                                    </p:anim>
                                    <p:animEffect transition="in" filter="fade">
                                      <p:cBhvr>
                                        <p:cTn id="100" dur="7466"/>
                                        <p:tgtEl>
                                          <p:spTgt spid="140"/>
                                        </p:tgtEl>
                                      </p:cBhvr>
                                    </p:animEffect>
                                    <p:anim calcmode="lin" valueType="num">
                                      <p:cBhvr>
                                        <p:cTn id="101" dur="7466" fill="hold"/>
                                        <p:tgtEl>
                                          <p:spTgt spid="140"/>
                                        </p:tgtEl>
                                        <p:attrNameLst>
                                          <p:attrName>ppt_x</p:attrName>
                                        </p:attrNameLst>
                                      </p:cBhvr>
                                      <p:tavLst>
                                        <p:tav tm="0">
                                          <p:val>
                                            <p:fltVal val="0.5"/>
                                          </p:val>
                                        </p:tav>
                                        <p:tav tm="100000">
                                          <p:val>
                                            <p:strVal val="#ppt_x"/>
                                          </p:val>
                                        </p:tav>
                                      </p:tavLst>
                                    </p:anim>
                                    <p:anim calcmode="lin" valueType="num">
                                      <p:cBhvr>
                                        <p:cTn id="102" dur="7466" fill="hold"/>
                                        <p:tgtEl>
                                          <p:spTgt spid="140"/>
                                        </p:tgtEl>
                                        <p:attrNameLst>
                                          <p:attrName>ppt_y</p:attrName>
                                        </p:attrNameLst>
                                      </p:cBhvr>
                                      <p:tavLst>
                                        <p:tav tm="0">
                                          <p:val>
                                            <p:fltVal val="0.5"/>
                                          </p:val>
                                        </p:tav>
                                        <p:tav tm="100000">
                                          <p:val>
                                            <p:strVal val="#ppt_y"/>
                                          </p:val>
                                        </p:tav>
                                      </p:tavLst>
                                    </p:anim>
                                  </p:childTnLst>
                                </p:cTn>
                              </p:par>
                              <p:par>
                                <p:cTn id="103" presetID="53" presetClass="entr" presetSubtype="528" repeatCount="indefinite" fill="hold" grpId="0" nodeType="withEffect">
                                  <p:stCondLst>
                                    <p:cond delay="1034"/>
                                  </p:stCondLst>
                                  <p:childTnLst>
                                    <p:set>
                                      <p:cBhvr>
                                        <p:cTn id="104" dur="1" fill="hold">
                                          <p:stCondLst>
                                            <p:cond delay="0"/>
                                          </p:stCondLst>
                                        </p:cTn>
                                        <p:tgtEl>
                                          <p:spTgt spid="141"/>
                                        </p:tgtEl>
                                        <p:attrNameLst>
                                          <p:attrName>style.visibility</p:attrName>
                                        </p:attrNameLst>
                                      </p:cBhvr>
                                      <p:to>
                                        <p:strVal val="visible"/>
                                      </p:to>
                                    </p:set>
                                    <p:anim calcmode="lin" valueType="num">
                                      <p:cBhvr>
                                        <p:cTn id="105" dur="6672" fill="hold"/>
                                        <p:tgtEl>
                                          <p:spTgt spid="141"/>
                                        </p:tgtEl>
                                        <p:attrNameLst>
                                          <p:attrName>ppt_w</p:attrName>
                                        </p:attrNameLst>
                                      </p:cBhvr>
                                      <p:tavLst>
                                        <p:tav tm="0">
                                          <p:val>
                                            <p:fltVal val="0"/>
                                          </p:val>
                                        </p:tav>
                                        <p:tav tm="100000">
                                          <p:val>
                                            <p:strVal val="#ppt_w"/>
                                          </p:val>
                                        </p:tav>
                                      </p:tavLst>
                                    </p:anim>
                                    <p:anim calcmode="lin" valueType="num">
                                      <p:cBhvr>
                                        <p:cTn id="106" dur="6672" fill="hold"/>
                                        <p:tgtEl>
                                          <p:spTgt spid="141"/>
                                        </p:tgtEl>
                                        <p:attrNameLst>
                                          <p:attrName>ppt_h</p:attrName>
                                        </p:attrNameLst>
                                      </p:cBhvr>
                                      <p:tavLst>
                                        <p:tav tm="0">
                                          <p:val>
                                            <p:fltVal val="0"/>
                                          </p:val>
                                        </p:tav>
                                        <p:tav tm="100000">
                                          <p:val>
                                            <p:strVal val="#ppt_h"/>
                                          </p:val>
                                        </p:tav>
                                      </p:tavLst>
                                    </p:anim>
                                    <p:animEffect transition="in" filter="fade">
                                      <p:cBhvr>
                                        <p:cTn id="107" dur="6672"/>
                                        <p:tgtEl>
                                          <p:spTgt spid="141"/>
                                        </p:tgtEl>
                                      </p:cBhvr>
                                    </p:animEffect>
                                    <p:anim calcmode="lin" valueType="num">
                                      <p:cBhvr>
                                        <p:cTn id="108" dur="6672" fill="hold"/>
                                        <p:tgtEl>
                                          <p:spTgt spid="141"/>
                                        </p:tgtEl>
                                        <p:attrNameLst>
                                          <p:attrName>ppt_x</p:attrName>
                                        </p:attrNameLst>
                                      </p:cBhvr>
                                      <p:tavLst>
                                        <p:tav tm="0">
                                          <p:val>
                                            <p:fltVal val="0.5"/>
                                          </p:val>
                                        </p:tav>
                                        <p:tav tm="100000">
                                          <p:val>
                                            <p:strVal val="#ppt_x"/>
                                          </p:val>
                                        </p:tav>
                                      </p:tavLst>
                                    </p:anim>
                                    <p:anim calcmode="lin" valueType="num">
                                      <p:cBhvr>
                                        <p:cTn id="109" dur="6672" fill="hold"/>
                                        <p:tgtEl>
                                          <p:spTgt spid="141"/>
                                        </p:tgtEl>
                                        <p:attrNameLst>
                                          <p:attrName>ppt_y</p:attrName>
                                        </p:attrNameLst>
                                      </p:cBhvr>
                                      <p:tavLst>
                                        <p:tav tm="0">
                                          <p:val>
                                            <p:fltVal val="0.5"/>
                                          </p:val>
                                        </p:tav>
                                        <p:tav tm="100000">
                                          <p:val>
                                            <p:strVal val="#ppt_y"/>
                                          </p:val>
                                        </p:tav>
                                      </p:tavLst>
                                    </p:anim>
                                  </p:childTnLst>
                                </p:cTn>
                              </p:par>
                              <p:par>
                                <p:cTn id="110" presetID="53" presetClass="entr" presetSubtype="528" repeatCount="indefinite" fill="hold" grpId="0" nodeType="withEffect">
                                  <p:stCondLst>
                                    <p:cond delay="57"/>
                                  </p:stCondLst>
                                  <p:childTnLst>
                                    <p:set>
                                      <p:cBhvr>
                                        <p:cTn id="111" dur="1" fill="hold">
                                          <p:stCondLst>
                                            <p:cond delay="0"/>
                                          </p:stCondLst>
                                        </p:cTn>
                                        <p:tgtEl>
                                          <p:spTgt spid="142"/>
                                        </p:tgtEl>
                                        <p:attrNameLst>
                                          <p:attrName>style.visibility</p:attrName>
                                        </p:attrNameLst>
                                      </p:cBhvr>
                                      <p:to>
                                        <p:strVal val="visible"/>
                                      </p:to>
                                    </p:set>
                                    <p:anim calcmode="lin" valueType="num">
                                      <p:cBhvr>
                                        <p:cTn id="112" dur="5637" fill="hold"/>
                                        <p:tgtEl>
                                          <p:spTgt spid="142"/>
                                        </p:tgtEl>
                                        <p:attrNameLst>
                                          <p:attrName>ppt_w</p:attrName>
                                        </p:attrNameLst>
                                      </p:cBhvr>
                                      <p:tavLst>
                                        <p:tav tm="0">
                                          <p:val>
                                            <p:fltVal val="0"/>
                                          </p:val>
                                        </p:tav>
                                        <p:tav tm="100000">
                                          <p:val>
                                            <p:strVal val="#ppt_w"/>
                                          </p:val>
                                        </p:tav>
                                      </p:tavLst>
                                    </p:anim>
                                    <p:anim calcmode="lin" valueType="num">
                                      <p:cBhvr>
                                        <p:cTn id="113" dur="5637" fill="hold"/>
                                        <p:tgtEl>
                                          <p:spTgt spid="142"/>
                                        </p:tgtEl>
                                        <p:attrNameLst>
                                          <p:attrName>ppt_h</p:attrName>
                                        </p:attrNameLst>
                                      </p:cBhvr>
                                      <p:tavLst>
                                        <p:tav tm="0">
                                          <p:val>
                                            <p:fltVal val="0"/>
                                          </p:val>
                                        </p:tav>
                                        <p:tav tm="100000">
                                          <p:val>
                                            <p:strVal val="#ppt_h"/>
                                          </p:val>
                                        </p:tav>
                                      </p:tavLst>
                                    </p:anim>
                                    <p:animEffect transition="in" filter="fade">
                                      <p:cBhvr>
                                        <p:cTn id="114" dur="5637"/>
                                        <p:tgtEl>
                                          <p:spTgt spid="142"/>
                                        </p:tgtEl>
                                      </p:cBhvr>
                                    </p:animEffect>
                                    <p:anim calcmode="lin" valueType="num">
                                      <p:cBhvr>
                                        <p:cTn id="115" dur="5637" fill="hold"/>
                                        <p:tgtEl>
                                          <p:spTgt spid="142"/>
                                        </p:tgtEl>
                                        <p:attrNameLst>
                                          <p:attrName>ppt_x</p:attrName>
                                        </p:attrNameLst>
                                      </p:cBhvr>
                                      <p:tavLst>
                                        <p:tav tm="0">
                                          <p:val>
                                            <p:fltVal val="0.5"/>
                                          </p:val>
                                        </p:tav>
                                        <p:tav tm="100000">
                                          <p:val>
                                            <p:strVal val="#ppt_x"/>
                                          </p:val>
                                        </p:tav>
                                      </p:tavLst>
                                    </p:anim>
                                    <p:anim calcmode="lin" valueType="num">
                                      <p:cBhvr>
                                        <p:cTn id="116" dur="5637" fill="hold"/>
                                        <p:tgtEl>
                                          <p:spTgt spid="142"/>
                                        </p:tgtEl>
                                        <p:attrNameLst>
                                          <p:attrName>ppt_y</p:attrName>
                                        </p:attrNameLst>
                                      </p:cBhvr>
                                      <p:tavLst>
                                        <p:tav tm="0">
                                          <p:val>
                                            <p:fltVal val="0.5"/>
                                          </p:val>
                                        </p:tav>
                                        <p:tav tm="100000">
                                          <p:val>
                                            <p:strVal val="#ppt_y"/>
                                          </p:val>
                                        </p:tav>
                                      </p:tavLst>
                                    </p:anim>
                                  </p:childTnLst>
                                </p:cTn>
                              </p:par>
                              <p:par>
                                <p:cTn id="117" presetID="53" presetClass="entr" presetSubtype="528" repeatCount="indefinite" fill="hold" grpId="0" nodeType="withEffect">
                                  <p:stCondLst>
                                    <p:cond delay="1978"/>
                                  </p:stCondLst>
                                  <p:childTnLst>
                                    <p:set>
                                      <p:cBhvr>
                                        <p:cTn id="118" dur="1" fill="hold">
                                          <p:stCondLst>
                                            <p:cond delay="0"/>
                                          </p:stCondLst>
                                        </p:cTn>
                                        <p:tgtEl>
                                          <p:spTgt spid="154"/>
                                        </p:tgtEl>
                                        <p:attrNameLst>
                                          <p:attrName>style.visibility</p:attrName>
                                        </p:attrNameLst>
                                      </p:cBhvr>
                                      <p:to>
                                        <p:strVal val="visible"/>
                                      </p:to>
                                    </p:set>
                                    <p:anim calcmode="lin" valueType="num">
                                      <p:cBhvr>
                                        <p:cTn id="119" dur="6440" fill="hold"/>
                                        <p:tgtEl>
                                          <p:spTgt spid="154"/>
                                        </p:tgtEl>
                                        <p:attrNameLst>
                                          <p:attrName>ppt_w</p:attrName>
                                        </p:attrNameLst>
                                      </p:cBhvr>
                                      <p:tavLst>
                                        <p:tav tm="0">
                                          <p:val>
                                            <p:fltVal val="0"/>
                                          </p:val>
                                        </p:tav>
                                        <p:tav tm="100000">
                                          <p:val>
                                            <p:strVal val="#ppt_w"/>
                                          </p:val>
                                        </p:tav>
                                      </p:tavLst>
                                    </p:anim>
                                    <p:anim calcmode="lin" valueType="num">
                                      <p:cBhvr>
                                        <p:cTn id="120" dur="6440" fill="hold"/>
                                        <p:tgtEl>
                                          <p:spTgt spid="154"/>
                                        </p:tgtEl>
                                        <p:attrNameLst>
                                          <p:attrName>ppt_h</p:attrName>
                                        </p:attrNameLst>
                                      </p:cBhvr>
                                      <p:tavLst>
                                        <p:tav tm="0">
                                          <p:val>
                                            <p:fltVal val="0"/>
                                          </p:val>
                                        </p:tav>
                                        <p:tav tm="100000">
                                          <p:val>
                                            <p:strVal val="#ppt_h"/>
                                          </p:val>
                                        </p:tav>
                                      </p:tavLst>
                                    </p:anim>
                                    <p:animEffect transition="in" filter="fade">
                                      <p:cBhvr>
                                        <p:cTn id="121" dur="6440"/>
                                        <p:tgtEl>
                                          <p:spTgt spid="154"/>
                                        </p:tgtEl>
                                      </p:cBhvr>
                                    </p:animEffect>
                                    <p:anim calcmode="lin" valueType="num">
                                      <p:cBhvr>
                                        <p:cTn id="122" dur="6440" fill="hold"/>
                                        <p:tgtEl>
                                          <p:spTgt spid="154"/>
                                        </p:tgtEl>
                                        <p:attrNameLst>
                                          <p:attrName>ppt_x</p:attrName>
                                        </p:attrNameLst>
                                      </p:cBhvr>
                                      <p:tavLst>
                                        <p:tav tm="0">
                                          <p:val>
                                            <p:fltVal val="0.5"/>
                                          </p:val>
                                        </p:tav>
                                        <p:tav tm="100000">
                                          <p:val>
                                            <p:strVal val="#ppt_x"/>
                                          </p:val>
                                        </p:tav>
                                      </p:tavLst>
                                    </p:anim>
                                    <p:anim calcmode="lin" valueType="num">
                                      <p:cBhvr>
                                        <p:cTn id="123" dur="6440" fill="hold"/>
                                        <p:tgtEl>
                                          <p:spTgt spid="154"/>
                                        </p:tgtEl>
                                        <p:attrNameLst>
                                          <p:attrName>ppt_y</p:attrName>
                                        </p:attrNameLst>
                                      </p:cBhvr>
                                      <p:tavLst>
                                        <p:tav tm="0">
                                          <p:val>
                                            <p:fltVal val="0.5"/>
                                          </p:val>
                                        </p:tav>
                                        <p:tav tm="100000">
                                          <p:val>
                                            <p:strVal val="#ppt_y"/>
                                          </p:val>
                                        </p:tav>
                                      </p:tavLst>
                                    </p:anim>
                                  </p:childTnLst>
                                </p:cTn>
                              </p:par>
                              <p:par>
                                <p:cTn id="124" presetID="53" presetClass="entr" presetSubtype="528" repeatCount="indefinite" fill="hold" grpId="0" nodeType="withEffect">
                                  <p:stCondLst>
                                    <p:cond delay="136"/>
                                  </p:stCondLst>
                                  <p:childTnLst>
                                    <p:set>
                                      <p:cBhvr>
                                        <p:cTn id="125" dur="1" fill="hold">
                                          <p:stCondLst>
                                            <p:cond delay="0"/>
                                          </p:stCondLst>
                                        </p:cTn>
                                        <p:tgtEl>
                                          <p:spTgt spid="155"/>
                                        </p:tgtEl>
                                        <p:attrNameLst>
                                          <p:attrName>style.visibility</p:attrName>
                                        </p:attrNameLst>
                                      </p:cBhvr>
                                      <p:to>
                                        <p:strVal val="visible"/>
                                      </p:to>
                                    </p:set>
                                    <p:anim calcmode="lin" valueType="num">
                                      <p:cBhvr>
                                        <p:cTn id="126" dur="6172" fill="hold"/>
                                        <p:tgtEl>
                                          <p:spTgt spid="155"/>
                                        </p:tgtEl>
                                        <p:attrNameLst>
                                          <p:attrName>ppt_w</p:attrName>
                                        </p:attrNameLst>
                                      </p:cBhvr>
                                      <p:tavLst>
                                        <p:tav tm="0">
                                          <p:val>
                                            <p:fltVal val="0"/>
                                          </p:val>
                                        </p:tav>
                                        <p:tav tm="100000">
                                          <p:val>
                                            <p:strVal val="#ppt_w"/>
                                          </p:val>
                                        </p:tav>
                                      </p:tavLst>
                                    </p:anim>
                                    <p:anim calcmode="lin" valueType="num">
                                      <p:cBhvr>
                                        <p:cTn id="127" dur="6172" fill="hold"/>
                                        <p:tgtEl>
                                          <p:spTgt spid="155"/>
                                        </p:tgtEl>
                                        <p:attrNameLst>
                                          <p:attrName>ppt_h</p:attrName>
                                        </p:attrNameLst>
                                      </p:cBhvr>
                                      <p:tavLst>
                                        <p:tav tm="0">
                                          <p:val>
                                            <p:fltVal val="0"/>
                                          </p:val>
                                        </p:tav>
                                        <p:tav tm="100000">
                                          <p:val>
                                            <p:strVal val="#ppt_h"/>
                                          </p:val>
                                        </p:tav>
                                      </p:tavLst>
                                    </p:anim>
                                    <p:animEffect transition="in" filter="fade">
                                      <p:cBhvr>
                                        <p:cTn id="128" dur="6172"/>
                                        <p:tgtEl>
                                          <p:spTgt spid="155"/>
                                        </p:tgtEl>
                                      </p:cBhvr>
                                    </p:animEffect>
                                    <p:anim calcmode="lin" valueType="num">
                                      <p:cBhvr>
                                        <p:cTn id="129" dur="6172" fill="hold"/>
                                        <p:tgtEl>
                                          <p:spTgt spid="155"/>
                                        </p:tgtEl>
                                        <p:attrNameLst>
                                          <p:attrName>ppt_x</p:attrName>
                                        </p:attrNameLst>
                                      </p:cBhvr>
                                      <p:tavLst>
                                        <p:tav tm="0">
                                          <p:val>
                                            <p:fltVal val="0.5"/>
                                          </p:val>
                                        </p:tav>
                                        <p:tav tm="100000">
                                          <p:val>
                                            <p:strVal val="#ppt_x"/>
                                          </p:val>
                                        </p:tav>
                                      </p:tavLst>
                                    </p:anim>
                                    <p:anim calcmode="lin" valueType="num">
                                      <p:cBhvr>
                                        <p:cTn id="130" dur="6172" fill="hold"/>
                                        <p:tgtEl>
                                          <p:spTgt spid="155"/>
                                        </p:tgtEl>
                                        <p:attrNameLst>
                                          <p:attrName>ppt_y</p:attrName>
                                        </p:attrNameLst>
                                      </p:cBhvr>
                                      <p:tavLst>
                                        <p:tav tm="0">
                                          <p:val>
                                            <p:fltVal val="0.5"/>
                                          </p:val>
                                        </p:tav>
                                        <p:tav tm="100000">
                                          <p:val>
                                            <p:strVal val="#ppt_y"/>
                                          </p:val>
                                        </p:tav>
                                      </p:tavLst>
                                    </p:anim>
                                  </p:childTnLst>
                                </p:cTn>
                              </p:par>
                              <p:par>
                                <p:cTn id="131" presetID="53" presetClass="entr" presetSubtype="528" repeatCount="indefinite" fill="hold" grpId="0" nodeType="withEffect">
                                  <p:stCondLst>
                                    <p:cond delay="177"/>
                                  </p:stCondLst>
                                  <p:childTnLst>
                                    <p:set>
                                      <p:cBhvr>
                                        <p:cTn id="132" dur="1" fill="hold">
                                          <p:stCondLst>
                                            <p:cond delay="0"/>
                                          </p:stCondLst>
                                        </p:cTn>
                                        <p:tgtEl>
                                          <p:spTgt spid="156"/>
                                        </p:tgtEl>
                                        <p:attrNameLst>
                                          <p:attrName>style.visibility</p:attrName>
                                        </p:attrNameLst>
                                      </p:cBhvr>
                                      <p:to>
                                        <p:strVal val="visible"/>
                                      </p:to>
                                    </p:set>
                                    <p:anim calcmode="lin" valueType="num">
                                      <p:cBhvr>
                                        <p:cTn id="133" dur="6180" fill="hold"/>
                                        <p:tgtEl>
                                          <p:spTgt spid="156"/>
                                        </p:tgtEl>
                                        <p:attrNameLst>
                                          <p:attrName>ppt_w</p:attrName>
                                        </p:attrNameLst>
                                      </p:cBhvr>
                                      <p:tavLst>
                                        <p:tav tm="0">
                                          <p:val>
                                            <p:fltVal val="0"/>
                                          </p:val>
                                        </p:tav>
                                        <p:tav tm="100000">
                                          <p:val>
                                            <p:strVal val="#ppt_w"/>
                                          </p:val>
                                        </p:tav>
                                      </p:tavLst>
                                    </p:anim>
                                    <p:anim calcmode="lin" valueType="num">
                                      <p:cBhvr>
                                        <p:cTn id="134" dur="6180" fill="hold"/>
                                        <p:tgtEl>
                                          <p:spTgt spid="156"/>
                                        </p:tgtEl>
                                        <p:attrNameLst>
                                          <p:attrName>ppt_h</p:attrName>
                                        </p:attrNameLst>
                                      </p:cBhvr>
                                      <p:tavLst>
                                        <p:tav tm="0">
                                          <p:val>
                                            <p:fltVal val="0"/>
                                          </p:val>
                                        </p:tav>
                                        <p:tav tm="100000">
                                          <p:val>
                                            <p:strVal val="#ppt_h"/>
                                          </p:val>
                                        </p:tav>
                                      </p:tavLst>
                                    </p:anim>
                                    <p:animEffect transition="in" filter="fade">
                                      <p:cBhvr>
                                        <p:cTn id="135" dur="6180"/>
                                        <p:tgtEl>
                                          <p:spTgt spid="156"/>
                                        </p:tgtEl>
                                      </p:cBhvr>
                                    </p:animEffect>
                                    <p:anim calcmode="lin" valueType="num">
                                      <p:cBhvr>
                                        <p:cTn id="136" dur="6180" fill="hold"/>
                                        <p:tgtEl>
                                          <p:spTgt spid="156"/>
                                        </p:tgtEl>
                                        <p:attrNameLst>
                                          <p:attrName>ppt_x</p:attrName>
                                        </p:attrNameLst>
                                      </p:cBhvr>
                                      <p:tavLst>
                                        <p:tav tm="0">
                                          <p:val>
                                            <p:fltVal val="0.5"/>
                                          </p:val>
                                        </p:tav>
                                        <p:tav tm="100000">
                                          <p:val>
                                            <p:strVal val="#ppt_x"/>
                                          </p:val>
                                        </p:tav>
                                      </p:tavLst>
                                    </p:anim>
                                    <p:anim calcmode="lin" valueType="num">
                                      <p:cBhvr>
                                        <p:cTn id="137" dur="6180" fill="hold"/>
                                        <p:tgtEl>
                                          <p:spTgt spid="156"/>
                                        </p:tgtEl>
                                        <p:attrNameLst>
                                          <p:attrName>ppt_y</p:attrName>
                                        </p:attrNameLst>
                                      </p:cBhvr>
                                      <p:tavLst>
                                        <p:tav tm="0">
                                          <p:val>
                                            <p:fltVal val="0.5"/>
                                          </p:val>
                                        </p:tav>
                                        <p:tav tm="100000">
                                          <p:val>
                                            <p:strVal val="#ppt_y"/>
                                          </p:val>
                                        </p:tav>
                                      </p:tavLst>
                                    </p:anim>
                                  </p:childTnLst>
                                </p:cTn>
                              </p:par>
                              <p:par>
                                <p:cTn id="138" presetID="53" presetClass="entr" presetSubtype="528" repeatCount="indefinite" fill="hold" grpId="0" nodeType="withEffect">
                                  <p:stCondLst>
                                    <p:cond delay="1791"/>
                                  </p:stCondLst>
                                  <p:childTnLst>
                                    <p:set>
                                      <p:cBhvr>
                                        <p:cTn id="139" dur="1" fill="hold">
                                          <p:stCondLst>
                                            <p:cond delay="0"/>
                                          </p:stCondLst>
                                        </p:cTn>
                                        <p:tgtEl>
                                          <p:spTgt spid="226"/>
                                        </p:tgtEl>
                                        <p:attrNameLst>
                                          <p:attrName>style.visibility</p:attrName>
                                        </p:attrNameLst>
                                      </p:cBhvr>
                                      <p:to>
                                        <p:strVal val="visible"/>
                                      </p:to>
                                    </p:set>
                                    <p:anim calcmode="lin" valueType="num">
                                      <p:cBhvr>
                                        <p:cTn id="140" dur="5546" fill="hold"/>
                                        <p:tgtEl>
                                          <p:spTgt spid="226"/>
                                        </p:tgtEl>
                                        <p:attrNameLst>
                                          <p:attrName>ppt_w</p:attrName>
                                        </p:attrNameLst>
                                      </p:cBhvr>
                                      <p:tavLst>
                                        <p:tav tm="0">
                                          <p:val>
                                            <p:fltVal val="0"/>
                                          </p:val>
                                        </p:tav>
                                        <p:tav tm="100000">
                                          <p:val>
                                            <p:strVal val="#ppt_w"/>
                                          </p:val>
                                        </p:tav>
                                      </p:tavLst>
                                    </p:anim>
                                    <p:anim calcmode="lin" valueType="num">
                                      <p:cBhvr>
                                        <p:cTn id="141" dur="5546" fill="hold"/>
                                        <p:tgtEl>
                                          <p:spTgt spid="226"/>
                                        </p:tgtEl>
                                        <p:attrNameLst>
                                          <p:attrName>ppt_h</p:attrName>
                                        </p:attrNameLst>
                                      </p:cBhvr>
                                      <p:tavLst>
                                        <p:tav tm="0">
                                          <p:val>
                                            <p:fltVal val="0"/>
                                          </p:val>
                                        </p:tav>
                                        <p:tav tm="100000">
                                          <p:val>
                                            <p:strVal val="#ppt_h"/>
                                          </p:val>
                                        </p:tav>
                                      </p:tavLst>
                                    </p:anim>
                                    <p:animEffect transition="in" filter="fade">
                                      <p:cBhvr>
                                        <p:cTn id="142" dur="5546"/>
                                        <p:tgtEl>
                                          <p:spTgt spid="226"/>
                                        </p:tgtEl>
                                      </p:cBhvr>
                                    </p:animEffect>
                                    <p:anim calcmode="lin" valueType="num">
                                      <p:cBhvr>
                                        <p:cTn id="143" dur="5546" fill="hold"/>
                                        <p:tgtEl>
                                          <p:spTgt spid="226"/>
                                        </p:tgtEl>
                                        <p:attrNameLst>
                                          <p:attrName>ppt_x</p:attrName>
                                        </p:attrNameLst>
                                      </p:cBhvr>
                                      <p:tavLst>
                                        <p:tav tm="0">
                                          <p:val>
                                            <p:fltVal val="0.5"/>
                                          </p:val>
                                        </p:tav>
                                        <p:tav tm="100000">
                                          <p:val>
                                            <p:strVal val="#ppt_x"/>
                                          </p:val>
                                        </p:tav>
                                      </p:tavLst>
                                    </p:anim>
                                    <p:anim calcmode="lin" valueType="num">
                                      <p:cBhvr>
                                        <p:cTn id="144" dur="5546" fill="hold"/>
                                        <p:tgtEl>
                                          <p:spTgt spid="226"/>
                                        </p:tgtEl>
                                        <p:attrNameLst>
                                          <p:attrName>ppt_y</p:attrName>
                                        </p:attrNameLst>
                                      </p:cBhvr>
                                      <p:tavLst>
                                        <p:tav tm="0">
                                          <p:val>
                                            <p:fltVal val="0.5"/>
                                          </p:val>
                                        </p:tav>
                                        <p:tav tm="100000">
                                          <p:val>
                                            <p:strVal val="#ppt_y"/>
                                          </p:val>
                                        </p:tav>
                                      </p:tavLst>
                                    </p:anim>
                                  </p:childTnLst>
                                </p:cTn>
                              </p:par>
                              <p:par>
                                <p:cTn id="145" presetID="53" presetClass="entr" presetSubtype="528" repeatCount="indefinite" fill="hold" grpId="0" nodeType="withEffect">
                                  <p:stCondLst>
                                    <p:cond delay="731"/>
                                  </p:stCondLst>
                                  <p:childTnLst>
                                    <p:set>
                                      <p:cBhvr>
                                        <p:cTn id="146" dur="1" fill="hold">
                                          <p:stCondLst>
                                            <p:cond delay="0"/>
                                          </p:stCondLst>
                                        </p:cTn>
                                        <p:tgtEl>
                                          <p:spTgt spid="237"/>
                                        </p:tgtEl>
                                        <p:attrNameLst>
                                          <p:attrName>style.visibility</p:attrName>
                                        </p:attrNameLst>
                                      </p:cBhvr>
                                      <p:to>
                                        <p:strVal val="visible"/>
                                      </p:to>
                                    </p:set>
                                    <p:anim calcmode="lin" valueType="num">
                                      <p:cBhvr>
                                        <p:cTn id="147" dur="6797" fill="hold"/>
                                        <p:tgtEl>
                                          <p:spTgt spid="237"/>
                                        </p:tgtEl>
                                        <p:attrNameLst>
                                          <p:attrName>ppt_w</p:attrName>
                                        </p:attrNameLst>
                                      </p:cBhvr>
                                      <p:tavLst>
                                        <p:tav tm="0">
                                          <p:val>
                                            <p:fltVal val="0"/>
                                          </p:val>
                                        </p:tav>
                                        <p:tav tm="100000">
                                          <p:val>
                                            <p:strVal val="#ppt_w"/>
                                          </p:val>
                                        </p:tav>
                                      </p:tavLst>
                                    </p:anim>
                                    <p:anim calcmode="lin" valueType="num">
                                      <p:cBhvr>
                                        <p:cTn id="148" dur="6797" fill="hold"/>
                                        <p:tgtEl>
                                          <p:spTgt spid="237"/>
                                        </p:tgtEl>
                                        <p:attrNameLst>
                                          <p:attrName>ppt_h</p:attrName>
                                        </p:attrNameLst>
                                      </p:cBhvr>
                                      <p:tavLst>
                                        <p:tav tm="0">
                                          <p:val>
                                            <p:fltVal val="0"/>
                                          </p:val>
                                        </p:tav>
                                        <p:tav tm="100000">
                                          <p:val>
                                            <p:strVal val="#ppt_h"/>
                                          </p:val>
                                        </p:tav>
                                      </p:tavLst>
                                    </p:anim>
                                    <p:animEffect transition="in" filter="fade">
                                      <p:cBhvr>
                                        <p:cTn id="149" dur="6797"/>
                                        <p:tgtEl>
                                          <p:spTgt spid="237"/>
                                        </p:tgtEl>
                                      </p:cBhvr>
                                    </p:animEffect>
                                    <p:anim calcmode="lin" valueType="num">
                                      <p:cBhvr>
                                        <p:cTn id="150" dur="6797" fill="hold"/>
                                        <p:tgtEl>
                                          <p:spTgt spid="237"/>
                                        </p:tgtEl>
                                        <p:attrNameLst>
                                          <p:attrName>ppt_x</p:attrName>
                                        </p:attrNameLst>
                                      </p:cBhvr>
                                      <p:tavLst>
                                        <p:tav tm="0">
                                          <p:val>
                                            <p:fltVal val="0.5"/>
                                          </p:val>
                                        </p:tav>
                                        <p:tav tm="100000">
                                          <p:val>
                                            <p:strVal val="#ppt_x"/>
                                          </p:val>
                                        </p:tav>
                                      </p:tavLst>
                                    </p:anim>
                                    <p:anim calcmode="lin" valueType="num">
                                      <p:cBhvr>
                                        <p:cTn id="151" dur="6797" fill="hold"/>
                                        <p:tgtEl>
                                          <p:spTgt spid="237"/>
                                        </p:tgtEl>
                                        <p:attrNameLst>
                                          <p:attrName>ppt_y</p:attrName>
                                        </p:attrNameLst>
                                      </p:cBhvr>
                                      <p:tavLst>
                                        <p:tav tm="0">
                                          <p:val>
                                            <p:fltVal val="0.5"/>
                                          </p:val>
                                        </p:tav>
                                        <p:tav tm="100000">
                                          <p:val>
                                            <p:strVal val="#ppt_y"/>
                                          </p:val>
                                        </p:tav>
                                      </p:tavLst>
                                    </p:anim>
                                  </p:childTnLst>
                                </p:cTn>
                              </p:par>
                              <p:par>
                                <p:cTn id="152" presetID="53" presetClass="entr" presetSubtype="528" repeatCount="indefinite" fill="hold" grpId="0" nodeType="withEffect">
                                  <p:stCondLst>
                                    <p:cond delay="1855"/>
                                  </p:stCondLst>
                                  <p:childTnLst>
                                    <p:set>
                                      <p:cBhvr>
                                        <p:cTn id="153" dur="1" fill="hold">
                                          <p:stCondLst>
                                            <p:cond delay="0"/>
                                          </p:stCondLst>
                                        </p:cTn>
                                        <p:tgtEl>
                                          <p:spTgt spid="238"/>
                                        </p:tgtEl>
                                        <p:attrNameLst>
                                          <p:attrName>style.visibility</p:attrName>
                                        </p:attrNameLst>
                                      </p:cBhvr>
                                      <p:to>
                                        <p:strVal val="visible"/>
                                      </p:to>
                                    </p:set>
                                    <p:anim calcmode="lin" valueType="num">
                                      <p:cBhvr>
                                        <p:cTn id="154" dur="7034" fill="hold"/>
                                        <p:tgtEl>
                                          <p:spTgt spid="238"/>
                                        </p:tgtEl>
                                        <p:attrNameLst>
                                          <p:attrName>ppt_w</p:attrName>
                                        </p:attrNameLst>
                                      </p:cBhvr>
                                      <p:tavLst>
                                        <p:tav tm="0">
                                          <p:val>
                                            <p:fltVal val="0"/>
                                          </p:val>
                                        </p:tav>
                                        <p:tav tm="100000">
                                          <p:val>
                                            <p:strVal val="#ppt_w"/>
                                          </p:val>
                                        </p:tav>
                                      </p:tavLst>
                                    </p:anim>
                                    <p:anim calcmode="lin" valueType="num">
                                      <p:cBhvr>
                                        <p:cTn id="155" dur="7034" fill="hold"/>
                                        <p:tgtEl>
                                          <p:spTgt spid="238"/>
                                        </p:tgtEl>
                                        <p:attrNameLst>
                                          <p:attrName>ppt_h</p:attrName>
                                        </p:attrNameLst>
                                      </p:cBhvr>
                                      <p:tavLst>
                                        <p:tav tm="0">
                                          <p:val>
                                            <p:fltVal val="0"/>
                                          </p:val>
                                        </p:tav>
                                        <p:tav tm="100000">
                                          <p:val>
                                            <p:strVal val="#ppt_h"/>
                                          </p:val>
                                        </p:tav>
                                      </p:tavLst>
                                    </p:anim>
                                    <p:animEffect transition="in" filter="fade">
                                      <p:cBhvr>
                                        <p:cTn id="156" dur="7034"/>
                                        <p:tgtEl>
                                          <p:spTgt spid="238"/>
                                        </p:tgtEl>
                                      </p:cBhvr>
                                    </p:animEffect>
                                    <p:anim calcmode="lin" valueType="num">
                                      <p:cBhvr>
                                        <p:cTn id="157" dur="7034" fill="hold"/>
                                        <p:tgtEl>
                                          <p:spTgt spid="238"/>
                                        </p:tgtEl>
                                        <p:attrNameLst>
                                          <p:attrName>ppt_x</p:attrName>
                                        </p:attrNameLst>
                                      </p:cBhvr>
                                      <p:tavLst>
                                        <p:tav tm="0">
                                          <p:val>
                                            <p:fltVal val="0.5"/>
                                          </p:val>
                                        </p:tav>
                                        <p:tav tm="100000">
                                          <p:val>
                                            <p:strVal val="#ppt_x"/>
                                          </p:val>
                                        </p:tav>
                                      </p:tavLst>
                                    </p:anim>
                                    <p:anim calcmode="lin" valueType="num">
                                      <p:cBhvr>
                                        <p:cTn id="158" dur="7034" fill="hold"/>
                                        <p:tgtEl>
                                          <p:spTgt spid="238"/>
                                        </p:tgtEl>
                                        <p:attrNameLst>
                                          <p:attrName>ppt_y</p:attrName>
                                        </p:attrNameLst>
                                      </p:cBhvr>
                                      <p:tavLst>
                                        <p:tav tm="0">
                                          <p:val>
                                            <p:fltVal val="0.5"/>
                                          </p:val>
                                        </p:tav>
                                        <p:tav tm="100000">
                                          <p:val>
                                            <p:strVal val="#ppt_y"/>
                                          </p:val>
                                        </p:tav>
                                      </p:tavLst>
                                    </p:anim>
                                  </p:childTnLst>
                                </p:cTn>
                              </p:par>
                              <p:par>
                                <p:cTn id="159" presetID="53" presetClass="entr" presetSubtype="528" repeatCount="indefinite" fill="hold" grpId="0" nodeType="withEffect">
                                  <p:stCondLst>
                                    <p:cond delay="560"/>
                                  </p:stCondLst>
                                  <p:childTnLst>
                                    <p:set>
                                      <p:cBhvr>
                                        <p:cTn id="160" dur="1" fill="hold">
                                          <p:stCondLst>
                                            <p:cond delay="0"/>
                                          </p:stCondLst>
                                        </p:cTn>
                                        <p:tgtEl>
                                          <p:spTgt spid="239"/>
                                        </p:tgtEl>
                                        <p:attrNameLst>
                                          <p:attrName>style.visibility</p:attrName>
                                        </p:attrNameLst>
                                      </p:cBhvr>
                                      <p:to>
                                        <p:strVal val="visible"/>
                                      </p:to>
                                    </p:set>
                                    <p:anim calcmode="lin" valueType="num">
                                      <p:cBhvr>
                                        <p:cTn id="161" dur="6907" fill="hold"/>
                                        <p:tgtEl>
                                          <p:spTgt spid="239"/>
                                        </p:tgtEl>
                                        <p:attrNameLst>
                                          <p:attrName>ppt_w</p:attrName>
                                        </p:attrNameLst>
                                      </p:cBhvr>
                                      <p:tavLst>
                                        <p:tav tm="0">
                                          <p:val>
                                            <p:fltVal val="0"/>
                                          </p:val>
                                        </p:tav>
                                        <p:tav tm="100000">
                                          <p:val>
                                            <p:strVal val="#ppt_w"/>
                                          </p:val>
                                        </p:tav>
                                      </p:tavLst>
                                    </p:anim>
                                    <p:anim calcmode="lin" valueType="num">
                                      <p:cBhvr>
                                        <p:cTn id="162" dur="6907" fill="hold"/>
                                        <p:tgtEl>
                                          <p:spTgt spid="239"/>
                                        </p:tgtEl>
                                        <p:attrNameLst>
                                          <p:attrName>ppt_h</p:attrName>
                                        </p:attrNameLst>
                                      </p:cBhvr>
                                      <p:tavLst>
                                        <p:tav tm="0">
                                          <p:val>
                                            <p:fltVal val="0"/>
                                          </p:val>
                                        </p:tav>
                                        <p:tav tm="100000">
                                          <p:val>
                                            <p:strVal val="#ppt_h"/>
                                          </p:val>
                                        </p:tav>
                                      </p:tavLst>
                                    </p:anim>
                                    <p:animEffect transition="in" filter="fade">
                                      <p:cBhvr>
                                        <p:cTn id="163" dur="6907"/>
                                        <p:tgtEl>
                                          <p:spTgt spid="239"/>
                                        </p:tgtEl>
                                      </p:cBhvr>
                                    </p:animEffect>
                                    <p:anim calcmode="lin" valueType="num">
                                      <p:cBhvr>
                                        <p:cTn id="164" dur="6907" fill="hold"/>
                                        <p:tgtEl>
                                          <p:spTgt spid="239"/>
                                        </p:tgtEl>
                                        <p:attrNameLst>
                                          <p:attrName>ppt_x</p:attrName>
                                        </p:attrNameLst>
                                      </p:cBhvr>
                                      <p:tavLst>
                                        <p:tav tm="0">
                                          <p:val>
                                            <p:fltVal val="0.5"/>
                                          </p:val>
                                        </p:tav>
                                        <p:tav tm="100000">
                                          <p:val>
                                            <p:strVal val="#ppt_x"/>
                                          </p:val>
                                        </p:tav>
                                      </p:tavLst>
                                    </p:anim>
                                    <p:anim calcmode="lin" valueType="num">
                                      <p:cBhvr>
                                        <p:cTn id="165" dur="6907" fill="hold"/>
                                        <p:tgtEl>
                                          <p:spTgt spid="239"/>
                                        </p:tgtEl>
                                        <p:attrNameLst>
                                          <p:attrName>ppt_y</p:attrName>
                                        </p:attrNameLst>
                                      </p:cBhvr>
                                      <p:tavLst>
                                        <p:tav tm="0">
                                          <p:val>
                                            <p:fltVal val="0.5"/>
                                          </p:val>
                                        </p:tav>
                                        <p:tav tm="100000">
                                          <p:val>
                                            <p:strVal val="#ppt_y"/>
                                          </p:val>
                                        </p:tav>
                                      </p:tavLst>
                                    </p:anim>
                                  </p:childTnLst>
                                </p:cTn>
                              </p:par>
                              <p:par>
                                <p:cTn id="166" presetID="53" presetClass="entr" presetSubtype="528" repeatCount="indefinite" fill="hold" grpId="0" nodeType="withEffect">
                                  <p:stCondLst>
                                    <p:cond delay="595"/>
                                  </p:stCondLst>
                                  <p:childTnLst>
                                    <p:set>
                                      <p:cBhvr>
                                        <p:cTn id="167" dur="1" fill="hold">
                                          <p:stCondLst>
                                            <p:cond delay="0"/>
                                          </p:stCondLst>
                                        </p:cTn>
                                        <p:tgtEl>
                                          <p:spTgt spid="240"/>
                                        </p:tgtEl>
                                        <p:attrNameLst>
                                          <p:attrName>style.visibility</p:attrName>
                                        </p:attrNameLst>
                                      </p:cBhvr>
                                      <p:to>
                                        <p:strVal val="visible"/>
                                      </p:to>
                                    </p:set>
                                    <p:anim calcmode="lin" valueType="num">
                                      <p:cBhvr>
                                        <p:cTn id="168" dur="5060" fill="hold"/>
                                        <p:tgtEl>
                                          <p:spTgt spid="240"/>
                                        </p:tgtEl>
                                        <p:attrNameLst>
                                          <p:attrName>ppt_w</p:attrName>
                                        </p:attrNameLst>
                                      </p:cBhvr>
                                      <p:tavLst>
                                        <p:tav tm="0">
                                          <p:val>
                                            <p:fltVal val="0"/>
                                          </p:val>
                                        </p:tav>
                                        <p:tav tm="100000">
                                          <p:val>
                                            <p:strVal val="#ppt_w"/>
                                          </p:val>
                                        </p:tav>
                                      </p:tavLst>
                                    </p:anim>
                                    <p:anim calcmode="lin" valueType="num">
                                      <p:cBhvr>
                                        <p:cTn id="169" dur="5060" fill="hold"/>
                                        <p:tgtEl>
                                          <p:spTgt spid="240"/>
                                        </p:tgtEl>
                                        <p:attrNameLst>
                                          <p:attrName>ppt_h</p:attrName>
                                        </p:attrNameLst>
                                      </p:cBhvr>
                                      <p:tavLst>
                                        <p:tav tm="0">
                                          <p:val>
                                            <p:fltVal val="0"/>
                                          </p:val>
                                        </p:tav>
                                        <p:tav tm="100000">
                                          <p:val>
                                            <p:strVal val="#ppt_h"/>
                                          </p:val>
                                        </p:tav>
                                      </p:tavLst>
                                    </p:anim>
                                    <p:animEffect transition="in" filter="fade">
                                      <p:cBhvr>
                                        <p:cTn id="170" dur="5060"/>
                                        <p:tgtEl>
                                          <p:spTgt spid="240"/>
                                        </p:tgtEl>
                                      </p:cBhvr>
                                    </p:animEffect>
                                    <p:anim calcmode="lin" valueType="num">
                                      <p:cBhvr>
                                        <p:cTn id="171" dur="5060" fill="hold"/>
                                        <p:tgtEl>
                                          <p:spTgt spid="240"/>
                                        </p:tgtEl>
                                        <p:attrNameLst>
                                          <p:attrName>ppt_x</p:attrName>
                                        </p:attrNameLst>
                                      </p:cBhvr>
                                      <p:tavLst>
                                        <p:tav tm="0">
                                          <p:val>
                                            <p:fltVal val="0.5"/>
                                          </p:val>
                                        </p:tav>
                                        <p:tav tm="100000">
                                          <p:val>
                                            <p:strVal val="#ppt_x"/>
                                          </p:val>
                                        </p:tav>
                                      </p:tavLst>
                                    </p:anim>
                                    <p:anim calcmode="lin" valueType="num">
                                      <p:cBhvr>
                                        <p:cTn id="172" dur="5060" fill="hold"/>
                                        <p:tgtEl>
                                          <p:spTgt spid="240"/>
                                        </p:tgtEl>
                                        <p:attrNameLst>
                                          <p:attrName>ppt_y</p:attrName>
                                        </p:attrNameLst>
                                      </p:cBhvr>
                                      <p:tavLst>
                                        <p:tav tm="0">
                                          <p:val>
                                            <p:fltVal val="0.5"/>
                                          </p:val>
                                        </p:tav>
                                        <p:tav tm="100000">
                                          <p:val>
                                            <p:strVal val="#ppt_y"/>
                                          </p:val>
                                        </p:tav>
                                      </p:tavLst>
                                    </p:anim>
                                  </p:childTnLst>
                                </p:cTn>
                              </p:par>
                              <p:par>
                                <p:cTn id="173" presetID="53" presetClass="entr" presetSubtype="528" repeatCount="indefinite" fill="hold" grpId="0" nodeType="withEffect">
                                  <p:stCondLst>
                                    <p:cond delay="1481"/>
                                  </p:stCondLst>
                                  <p:childTnLst>
                                    <p:set>
                                      <p:cBhvr>
                                        <p:cTn id="174" dur="1" fill="hold">
                                          <p:stCondLst>
                                            <p:cond delay="0"/>
                                          </p:stCondLst>
                                        </p:cTn>
                                        <p:tgtEl>
                                          <p:spTgt spid="242"/>
                                        </p:tgtEl>
                                        <p:attrNameLst>
                                          <p:attrName>style.visibility</p:attrName>
                                        </p:attrNameLst>
                                      </p:cBhvr>
                                      <p:to>
                                        <p:strVal val="visible"/>
                                      </p:to>
                                    </p:set>
                                    <p:anim calcmode="lin" valueType="num">
                                      <p:cBhvr>
                                        <p:cTn id="175" dur="5366" fill="hold"/>
                                        <p:tgtEl>
                                          <p:spTgt spid="242"/>
                                        </p:tgtEl>
                                        <p:attrNameLst>
                                          <p:attrName>ppt_w</p:attrName>
                                        </p:attrNameLst>
                                      </p:cBhvr>
                                      <p:tavLst>
                                        <p:tav tm="0">
                                          <p:val>
                                            <p:fltVal val="0"/>
                                          </p:val>
                                        </p:tav>
                                        <p:tav tm="100000">
                                          <p:val>
                                            <p:strVal val="#ppt_w"/>
                                          </p:val>
                                        </p:tav>
                                      </p:tavLst>
                                    </p:anim>
                                    <p:anim calcmode="lin" valueType="num">
                                      <p:cBhvr>
                                        <p:cTn id="176" dur="5366" fill="hold"/>
                                        <p:tgtEl>
                                          <p:spTgt spid="242"/>
                                        </p:tgtEl>
                                        <p:attrNameLst>
                                          <p:attrName>ppt_h</p:attrName>
                                        </p:attrNameLst>
                                      </p:cBhvr>
                                      <p:tavLst>
                                        <p:tav tm="0">
                                          <p:val>
                                            <p:fltVal val="0"/>
                                          </p:val>
                                        </p:tav>
                                        <p:tav tm="100000">
                                          <p:val>
                                            <p:strVal val="#ppt_h"/>
                                          </p:val>
                                        </p:tav>
                                      </p:tavLst>
                                    </p:anim>
                                    <p:animEffect transition="in" filter="fade">
                                      <p:cBhvr>
                                        <p:cTn id="177" dur="5366"/>
                                        <p:tgtEl>
                                          <p:spTgt spid="242"/>
                                        </p:tgtEl>
                                      </p:cBhvr>
                                    </p:animEffect>
                                    <p:anim calcmode="lin" valueType="num">
                                      <p:cBhvr>
                                        <p:cTn id="178" dur="5366" fill="hold"/>
                                        <p:tgtEl>
                                          <p:spTgt spid="242"/>
                                        </p:tgtEl>
                                        <p:attrNameLst>
                                          <p:attrName>ppt_x</p:attrName>
                                        </p:attrNameLst>
                                      </p:cBhvr>
                                      <p:tavLst>
                                        <p:tav tm="0">
                                          <p:val>
                                            <p:fltVal val="0.5"/>
                                          </p:val>
                                        </p:tav>
                                        <p:tav tm="100000">
                                          <p:val>
                                            <p:strVal val="#ppt_x"/>
                                          </p:val>
                                        </p:tav>
                                      </p:tavLst>
                                    </p:anim>
                                    <p:anim calcmode="lin" valueType="num">
                                      <p:cBhvr>
                                        <p:cTn id="179" dur="5366" fill="hold"/>
                                        <p:tgtEl>
                                          <p:spTgt spid="242"/>
                                        </p:tgtEl>
                                        <p:attrNameLst>
                                          <p:attrName>ppt_y</p:attrName>
                                        </p:attrNameLst>
                                      </p:cBhvr>
                                      <p:tavLst>
                                        <p:tav tm="0">
                                          <p:val>
                                            <p:fltVal val="0.5"/>
                                          </p:val>
                                        </p:tav>
                                        <p:tav tm="100000">
                                          <p:val>
                                            <p:strVal val="#ppt_y"/>
                                          </p:val>
                                        </p:tav>
                                      </p:tavLst>
                                    </p:anim>
                                  </p:childTnLst>
                                </p:cTn>
                              </p:par>
                              <p:par>
                                <p:cTn id="180" presetID="53" presetClass="entr" presetSubtype="528" repeatCount="indefinite" fill="hold" grpId="0" nodeType="withEffect">
                                  <p:stCondLst>
                                    <p:cond delay="1091"/>
                                  </p:stCondLst>
                                  <p:childTnLst>
                                    <p:set>
                                      <p:cBhvr>
                                        <p:cTn id="181" dur="1" fill="hold">
                                          <p:stCondLst>
                                            <p:cond delay="0"/>
                                          </p:stCondLst>
                                        </p:cTn>
                                        <p:tgtEl>
                                          <p:spTgt spid="243"/>
                                        </p:tgtEl>
                                        <p:attrNameLst>
                                          <p:attrName>style.visibility</p:attrName>
                                        </p:attrNameLst>
                                      </p:cBhvr>
                                      <p:to>
                                        <p:strVal val="visible"/>
                                      </p:to>
                                    </p:set>
                                    <p:anim calcmode="lin" valueType="num">
                                      <p:cBhvr>
                                        <p:cTn id="182" dur="5755" fill="hold"/>
                                        <p:tgtEl>
                                          <p:spTgt spid="243"/>
                                        </p:tgtEl>
                                        <p:attrNameLst>
                                          <p:attrName>ppt_w</p:attrName>
                                        </p:attrNameLst>
                                      </p:cBhvr>
                                      <p:tavLst>
                                        <p:tav tm="0">
                                          <p:val>
                                            <p:fltVal val="0"/>
                                          </p:val>
                                        </p:tav>
                                        <p:tav tm="100000">
                                          <p:val>
                                            <p:strVal val="#ppt_w"/>
                                          </p:val>
                                        </p:tav>
                                      </p:tavLst>
                                    </p:anim>
                                    <p:anim calcmode="lin" valueType="num">
                                      <p:cBhvr>
                                        <p:cTn id="183" dur="5755" fill="hold"/>
                                        <p:tgtEl>
                                          <p:spTgt spid="243"/>
                                        </p:tgtEl>
                                        <p:attrNameLst>
                                          <p:attrName>ppt_h</p:attrName>
                                        </p:attrNameLst>
                                      </p:cBhvr>
                                      <p:tavLst>
                                        <p:tav tm="0">
                                          <p:val>
                                            <p:fltVal val="0"/>
                                          </p:val>
                                        </p:tav>
                                        <p:tav tm="100000">
                                          <p:val>
                                            <p:strVal val="#ppt_h"/>
                                          </p:val>
                                        </p:tav>
                                      </p:tavLst>
                                    </p:anim>
                                    <p:animEffect transition="in" filter="fade">
                                      <p:cBhvr>
                                        <p:cTn id="184" dur="5755"/>
                                        <p:tgtEl>
                                          <p:spTgt spid="243"/>
                                        </p:tgtEl>
                                      </p:cBhvr>
                                    </p:animEffect>
                                    <p:anim calcmode="lin" valueType="num">
                                      <p:cBhvr>
                                        <p:cTn id="185" dur="5755" fill="hold"/>
                                        <p:tgtEl>
                                          <p:spTgt spid="243"/>
                                        </p:tgtEl>
                                        <p:attrNameLst>
                                          <p:attrName>ppt_x</p:attrName>
                                        </p:attrNameLst>
                                      </p:cBhvr>
                                      <p:tavLst>
                                        <p:tav tm="0">
                                          <p:val>
                                            <p:fltVal val="0.5"/>
                                          </p:val>
                                        </p:tav>
                                        <p:tav tm="100000">
                                          <p:val>
                                            <p:strVal val="#ppt_x"/>
                                          </p:val>
                                        </p:tav>
                                      </p:tavLst>
                                    </p:anim>
                                    <p:anim calcmode="lin" valueType="num">
                                      <p:cBhvr>
                                        <p:cTn id="186" dur="5755" fill="hold"/>
                                        <p:tgtEl>
                                          <p:spTgt spid="243"/>
                                        </p:tgtEl>
                                        <p:attrNameLst>
                                          <p:attrName>ppt_y</p:attrName>
                                        </p:attrNameLst>
                                      </p:cBhvr>
                                      <p:tavLst>
                                        <p:tav tm="0">
                                          <p:val>
                                            <p:fltVal val="0.5"/>
                                          </p:val>
                                        </p:tav>
                                        <p:tav tm="100000">
                                          <p:val>
                                            <p:strVal val="#ppt_y"/>
                                          </p:val>
                                        </p:tav>
                                      </p:tavLst>
                                    </p:anim>
                                  </p:childTnLst>
                                </p:cTn>
                              </p:par>
                              <p:par>
                                <p:cTn id="187" presetID="53" presetClass="entr" presetSubtype="528" repeatCount="indefinite" fill="hold" grpId="0" nodeType="withEffect">
                                  <p:stCondLst>
                                    <p:cond delay="334"/>
                                  </p:stCondLst>
                                  <p:childTnLst>
                                    <p:set>
                                      <p:cBhvr>
                                        <p:cTn id="188" dur="1" fill="hold">
                                          <p:stCondLst>
                                            <p:cond delay="0"/>
                                          </p:stCondLst>
                                        </p:cTn>
                                        <p:tgtEl>
                                          <p:spTgt spid="244"/>
                                        </p:tgtEl>
                                        <p:attrNameLst>
                                          <p:attrName>style.visibility</p:attrName>
                                        </p:attrNameLst>
                                      </p:cBhvr>
                                      <p:to>
                                        <p:strVal val="visible"/>
                                      </p:to>
                                    </p:set>
                                    <p:anim calcmode="lin" valueType="num">
                                      <p:cBhvr>
                                        <p:cTn id="189" dur="7460" fill="hold"/>
                                        <p:tgtEl>
                                          <p:spTgt spid="244"/>
                                        </p:tgtEl>
                                        <p:attrNameLst>
                                          <p:attrName>ppt_w</p:attrName>
                                        </p:attrNameLst>
                                      </p:cBhvr>
                                      <p:tavLst>
                                        <p:tav tm="0">
                                          <p:val>
                                            <p:fltVal val="0"/>
                                          </p:val>
                                        </p:tav>
                                        <p:tav tm="100000">
                                          <p:val>
                                            <p:strVal val="#ppt_w"/>
                                          </p:val>
                                        </p:tav>
                                      </p:tavLst>
                                    </p:anim>
                                    <p:anim calcmode="lin" valueType="num">
                                      <p:cBhvr>
                                        <p:cTn id="190" dur="7460" fill="hold"/>
                                        <p:tgtEl>
                                          <p:spTgt spid="244"/>
                                        </p:tgtEl>
                                        <p:attrNameLst>
                                          <p:attrName>ppt_h</p:attrName>
                                        </p:attrNameLst>
                                      </p:cBhvr>
                                      <p:tavLst>
                                        <p:tav tm="0">
                                          <p:val>
                                            <p:fltVal val="0"/>
                                          </p:val>
                                        </p:tav>
                                        <p:tav tm="100000">
                                          <p:val>
                                            <p:strVal val="#ppt_h"/>
                                          </p:val>
                                        </p:tav>
                                      </p:tavLst>
                                    </p:anim>
                                    <p:animEffect transition="in" filter="fade">
                                      <p:cBhvr>
                                        <p:cTn id="191" dur="7460"/>
                                        <p:tgtEl>
                                          <p:spTgt spid="244"/>
                                        </p:tgtEl>
                                      </p:cBhvr>
                                    </p:animEffect>
                                    <p:anim calcmode="lin" valueType="num">
                                      <p:cBhvr>
                                        <p:cTn id="192" dur="7460" fill="hold"/>
                                        <p:tgtEl>
                                          <p:spTgt spid="244"/>
                                        </p:tgtEl>
                                        <p:attrNameLst>
                                          <p:attrName>ppt_x</p:attrName>
                                        </p:attrNameLst>
                                      </p:cBhvr>
                                      <p:tavLst>
                                        <p:tav tm="0">
                                          <p:val>
                                            <p:fltVal val="0.5"/>
                                          </p:val>
                                        </p:tav>
                                        <p:tav tm="100000">
                                          <p:val>
                                            <p:strVal val="#ppt_x"/>
                                          </p:val>
                                        </p:tav>
                                      </p:tavLst>
                                    </p:anim>
                                    <p:anim calcmode="lin" valueType="num">
                                      <p:cBhvr>
                                        <p:cTn id="193" dur="7460" fill="hold"/>
                                        <p:tgtEl>
                                          <p:spTgt spid="244"/>
                                        </p:tgtEl>
                                        <p:attrNameLst>
                                          <p:attrName>ppt_y</p:attrName>
                                        </p:attrNameLst>
                                      </p:cBhvr>
                                      <p:tavLst>
                                        <p:tav tm="0">
                                          <p:val>
                                            <p:fltVal val="0.5"/>
                                          </p:val>
                                        </p:tav>
                                        <p:tav tm="100000">
                                          <p:val>
                                            <p:strVal val="#ppt_y"/>
                                          </p:val>
                                        </p:tav>
                                      </p:tavLst>
                                    </p:anim>
                                  </p:childTnLst>
                                </p:cTn>
                              </p:par>
                              <p:par>
                                <p:cTn id="194" presetID="53" presetClass="entr" presetSubtype="528" repeatCount="indefinite" fill="hold" grpId="0" nodeType="withEffect">
                                  <p:stCondLst>
                                    <p:cond delay="1852"/>
                                  </p:stCondLst>
                                  <p:childTnLst>
                                    <p:set>
                                      <p:cBhvr>
                                        <p:cTn id="195" dur="1" fill="hold">
                                          <p:stCondLst>
                                            <p:cond delay="0"/>
                                          </p:stCondLst>
                                        </p:cTn>
                                        <p:tgtEl>
                                          <p:spTgt spid="245"/>
                                        </p:tgtEl>
                                        <p:attrNameLst>
                                          <p:attrName>style.visibility</p:attrName>
                                        </p:attrNameLst>
                                      </p:cBhvr>
                                      <p:to>
                                        <p:strVal val="visible"/>
                                      </p:to>
                                    </p:set>
                                    <p:anim calcmode="lin" valueType="num">
                                      <p:cBhvr>
                                        <p:cTn id="196" dur="5254" fill="hold"/>
                                        <p:tgtEl>
                                          <p:spTgt spid="245"/>
                                        </p:tgtEl>
                                        <p:attrNameLst>
                                          <p:attrName>ppt_w</p:attrName>
                                        </p:attrNameLst>
                                      </p:cBhvr>
                                      <p:tavLst>
                                        <p:tav tm="0">
                                          <p:val>
                                            <p:fltVal val="0"/>
                                          </p:val>
                                        </p:tav>
                                        <p:tav tm="100000">
                                          <p:val>
                                            <p:strVal val="#ppt_w"/>
                                          </p:val>
                                        </p:tav>
                                      </p:tavLst>
                                    </p:anim>
                                    <p:anim calcmode="lin" valueType="num">
                                      <p:cBhvr>
                                        <p:cTn id="197" dur="5254" fill="hold"/>
                                        <p:tgtEl>
                                          <p:spTgt spid="245"/>
                                        </p:tgtEl>
                                        <p:attrNameLst>
                                          <p:attrName>ppt_h</p:attrName>
                                        </p:attrNameLst>
                                      </p:cBhvr>
                                      <p:tavLst>
                                        <p:tav tm="0">
                                          <p:val>
                                            <p:fltVal val="0"/>
                                          </p:val>
                                        </p:tav>
                                        <p:tav tm="100000">
                                          <p:val>
                                            <p:strVal val="#ppt_h"/>
                                          </p:val>
                                        </p:tav>
                                      </p:tavLst>
                                    </p:anim>
                                    <p:animEffect transition="in" filter="fade">
                                      <p:cBhvr>
                                        <p:cTn id="198" dur="5254"/>
                                        <p:tgtEl>
                                          <p:spTgt spid="245"/>
                                        </p:tgtEl>
                                      </p:cBhvr>
                                    </p:animEffect>
                                    <p:anim calcmode="lin" valueType="num">
                                      <p:cBhvr>
                                        <p:cTn id="199" dur="5254" fill="hold"/>
                                        <p:tgtEl>
                                          <p:spTgt spid="245"/>
                                        </p:tgtEl>
                                        <p:attrNameLst>
                                          <p:attrName>ppt_x</p:attrName>
                                        </p:attrNameLst>
                                      </p:cBhvr>
                                      <p:tavLst>
                                        <p:tav tm="0">
                                          <p:val>
                                            <p:fltVal val="0.5"/>
                                          </p:val>
                                        </p:tav>
                                        <p:tav tm="100000">
                                          <p:val>
                                            <p:strVal val="#ppt_x"/>
                                          </p:val>
                                        </p:tav>
                                      </p:tavLst>
                                    </p:anim>
                                    <p:anim calcmode="lin" valueType="num">
                                      <p:cBhvr>
                                        <p:cTn id="200" dur="5254" fill="hold"/>
                                        <p:tgtEl>
                                          <p:spTgt spid="245"/>
                                        </p:tgtEl>
                                        <p:attrNameLst>
                                          <p:attrName>ppt_y</p:attrName>
                                        </p:attrNameLst>
                                      </p:cBhvr>
                                      <p:tavLst>
                                        <p:tav tm="0">
                                          <p:val>
                                            <p:fltVal val="0.5"/>
                                          </p:val>
                                        </p:tav>
                                        <p:tav tm="100000">
                                          <p:val>
                                            <p:strVal val="#ppt_y"/>
                                          </p:val>
                                        </p:tav>
                                      </p:tavLst>
                                    </p:anim>
                                  </p:childTnLst>
                                </p:cTn>
                              </p:par>
                              <p:par>
                                <p:cTn id="201" presetID="53" presetClass="entr" presetSubtype="528" repeatCount="indefinite" fill="hold" grpId="0" nodeType="withEffect">
                                  <p:stCondLst>
                                    <p:cond delay="657"/>
                                  </p:stCondLst>
                                  <p:childTnLst>
                                    <p:set>
                                      <p:cBhvr>
                                        <p:cTn id="202" dur="1" fill="hold">
                                          <p:stCondLst>
                                            <p:cond delay="0"/>
                                          </p:stCondLst>
                                        </p:cTn>
                                        <p:tgtEl>
                                          <p:spTgt spid="246"/>
                                        </p:tgtEl>
                                        <p:attrNameLst>
                                          <p:attrName>style.visibility</p:attrName>
                                        </p:attrNameLst>
                                      </p:cBhvr>
                                      <p:to>
                                        <p:strVal val="visible"/>
                                      </p:to>
                                    </p:set>
                                    <p:anim calcmode="lin" valueType="num">
                                      <p:cBhvr>
                                        <p:cTn id="203" dur="6642" fill="hold"/>
                                        <p:tgtEl>
                                          <p:spTgt spid="246"/>
                                        </p:tgtEl>
                                        <p:attrNameLst>
                                          <p:attrName>ppt_w</p:attrName>
                                        </p:attrNameLst>
                                      </p:cBhvr>
                                      <p:tavLst>
                                        <p:tav tm="0">
                                          <p:val>
                                            <p:fltVal val="0"/>
                                          </p:val>
                                        </p:tav>
                                        <p:tav tm="100000">
                                          <p:val>
                                            <p:strVal val="#ppt_w"/>
                                          </p:val>
                                        </p:tav>
                                      </p:tavLst>
                                    </p:anim>
                                    <p:anim calcmode="lin" valueType="num">
                                      <p:cBhvr>
                                        <p:cTn id="204" dur="6642" fill="hold"/>
                                        <p:tgtEl>
                                          <p:spTgt spid="246"/>
                                        </p:tgtEl>
                                        <p:attrNameLst>
                                          <p:attrName>ppt_h</p:attrName>
                                        </p:attrNameLst>
                                      </p:cBhvr>
                                      <p:tavLst>
                                        <p:tav tm="0">
                                          <p:val>
                                            <p:fltVal val="0"/>
                                          </p:val>
                                        </p:tav>
                                        <p:tav tm="100000">
                                          <p:val>
                                            <p:strVal val="#ppt_h"/>
                                          </p:val>
                                        </p:tav>
                                      </p:tavLst>
                                    </p:anim>
                                    <p:animEffect transition="in" filter="fade">
                                      <p:cBhvr>
                                        <p:cTn id="205" dur="6642"/>
                                        <p:tgtEl>
                                          <p:spTgt spid="246"/>
                                        </p:tgtEl>
                                      </p:cBhvr>
                                    </p:animEffect>
                                    <p:anim calcmode="lin" valueType="num">
                                      <p:cBhvr>
                                        <p:cTn id="206" dur="6642" fill="hold"/>
                                        <p:tgtEl>
                                          <p:spTgt spid="246"/>
                                        </p:tgtEl>
                                        <p:attrNameLst>
                                          <p:attrName>ppt_x</p:attrName>
                                        </p:attrNameLst>
                                      </p:cBhvr>
                                      <p:tavLst>
                                        <p:tav tm="0">
                                          <p:val>
                                            <p:fltVal val="0.5"/>
                                          </p:val>
                                        </p:tav>
                                        <p:tav tm="100000">
                                          <p:val>
                                            <p:strVal val="#ppt_x"/>
                                          </p:val>
                                        </p:tav>
                                      </p:tavLst>
                                    </p:anim>
                                    <p:anim calcmode="lin" valueType="num">
                                      <p:cBhvr>
                                        <p:cTn id="207" dur="6642" fill="hold"/>
                                        <p:tgtEl>
                                          <p:spTgt spid="246"/>
                                        </p:tgtEl>
                                        <p:attrNameLst>
                                          <p:attrName>ppt_y</p:attrName>
                                        </p:attrNameLst>
                                      </p:cBhvr>
                                      <p:tavLst>
                                        <p:tav tm="0">
                                          <p:val>
                                            <p:fltVal val="0.5"/>
                                          </p:val>
                                        </p:tav>
                                        <p:tav tm="100000">
                                          <p:val>
                                            <p:strVal val="#ppt_y"/>
                                          </p:val>
                                        </p:tav>
                                      </p:tavLst>
                                    </p:anim>
                                  </p:childTnLst>
                                </p:cTn>
                              </p:par>
                              <p:par>
                                <p:cTn id="208" presetID="53" presetClass="entr" presetSubtype="528" repeatCount="indefinite" fill="hold" grpId="0" nodeType="withEffect">
                                  <p:stCondLst>
                                    <p:cond delay="1083"/>
                                  </p:stCondLst>
                                  <p:childTnLst>
                                    <p:set>
                                      <p:cBhvr>
                                        <p:cTn id="209" dur="1" fill="hold">
                                          <p:stCondLst>
                                            <p:cond delay="0"/>
                                          </p:stCondLst>
                                        </p:cTn>
                                        <p:tgtEl>
                                          <p:spTgt spid="247"/>
                                        </p:tgtEl>
                                        <p:attrNameLst>
                                          <p:attrName>style.visibility</p:attrName>
                                        </p:attrNameLst>
                                      </p:cBhvr>
                                      <p:to>
                                        <p:strVal val="visible"/>
                                      </p:to>
                                    </p:set>
                                    <p:anim calcmode="lin" valueType="num">
                                      <p:cBhvr>
                                        <p:cTn id="210" dur="5889" fill="hold"/>
                                        <p:tgtEl>
                                          <p:spTgt spid="247"/>
                                        </p:tgtEl>
                                        <p:attrNameLst>
                                          <p:attrName>ppt_w</p:attrName>
                                        </p:attrNameLst>
                                      </p:cBhvr>
                                      <p:tavLst>
                                        <p:tav tm="0">
                                          <p:val>
                                            <p:fltVal val="0"/>
                                          </p:val>
                                        </p:tav>
                                        <p:tav tm="100000">
                                          <p:val>
                                            <p:strVal val="#ppt_w"/>
                                          </p:val>
                                        </p:tav>
                                      </p:tavLst>
                                    </p:anim>
                                    <p:anim calcmode="lin" valueType="num">
                                      <p:cBhvr>
                                        <p:cTn id="211" dur="5889" fill="hold"/>
                                        <p:tgtEl>
                                          <p:spTgt spid="247"/>
                                        </p:tgtEl>
                                        <p:attrNameLst>
                                          <p:attrName>ppt_h</p:attrName>
                                        </p:attrNameLst>
                                      </p:cBhvr>
                                      <p:tavLst>
                                        <p:tav tm="0">
                                          <p:val>
                                            <p:fltVal val="0"/>
                                          </p:val>
                                        </p:tav>
                                        <p:tav tm="100000">
                                          <p:val>
                                            <p:strVal val="#ppt_h"/>
                                          </p:val>
                                        </p:tav>
                                      </p:tavLst>
                                    </p:anim>
                                    <p:animEffect transition="in" filter="fade">
                                      <p:cBhvr>
                                        <p:cTn id="212" dur="5889"/>
                                        <p:tgtEl>
                                          <p:spTgt spid="247"/>
                                        </p:tgtEl>
                                      </p:cBhvr>
                                    </p:animEffect>
                                    <p:anim calcmode="lin" valueType="num">
                                      <p:cBhvr>
                                        <p:cTn id="213" dur="5889" fill="hold"/>
                                        <p:tgtEl>
                                          <p:spTgt spid="247"/>
                                        </p:tgtEl>
                                        <p:attrNameLst>
                                          <p:attrName>ppt_x</p:attrName>
                                        </p:attrNameLst>
                                      </p:cBhvr>
                                      <p:tavLst>
                                        <p:tav tm="0">
                                          <p:val>
                                            <p:fltVal val="0.5"/>
                                          </p:val>
                                        </p:tav>
                                        <p:tav tm="100000">
                                          <p:val>
                                            <p:strVal val="#ppt_x"/>
                                          </p:val>
                                        </p:tav>
                                      </p:tavLst>
                                    </p:anim>
                                    <p:anim calcmode="lin" valueType="num">
                                      <p:cBhvr>
                                        <p:cTn id="214" dur="5889" fill="hold"/>
                                        <p:tgtEl>
                                          <p:spTgt spid="247"/>
                                        </p:tgtEl>
                                        <p:attrNameLst>
                                          <p:attrName>ppt_y</p:attrName>
                                        </p:attrNameLst>
                                      </p:cBhvr>
                                      <p:tavLst>
                                        <p:tav tm="0">
                                          <p:val>
                                            <p:fltVal val="0.5"/>
                                          </p:val>
                                        </p:tav>
                                        <p:tav tm="100000">
                                          <p:val>
                                            <p:strVal val="#ppt_y"/>
                                          </p:val>
                                        </p:tav>
                                      </p:tavLst>
                                    </p:anim>
                                  </p:childTnLst>
                                </p:cTn>
                              </p:par>
                              <p:par>
                                <p:cTn id="215" presetID="53" presetClass="entr" presetSubtype="528" repeatCount="indefinite" fill="hold" grpId="0" nodeType="withEffect">
                                  <p:stCondLst>
                                    <p:cond delay="854"/>
                                  </p:stCondLst>
                                  <p:childTnLst>
                                    <p:set>
                                      <p:cBhvr>
                                        <p:cTn id="216" dur="1" fill="hold">
                                          <p:stCondLst>
                                            <p:cond delay="0"/>
                                          </p:stCondLst>
                                        </p:cTn>
                                        <p:tgtEl>
                                          <p:spTgt spid="248"/>
                                        </p:tgtEl>
                                        <p:attrNameLst>
                                          <p:attrName>style.visibility</p:attrName>
                                        </p:attrNameLst>
                                      </p:cBhvr>
                                      <p:to>
                                        <p:strVal val="visible"/>
                                      </p:to>
                                    </p:set>
                                    <p:anim calcmode="lin" valueType="num">
                                      <p:cBhvr>
                                        <p:cTn id="217" dur="5408" fill="hold"/>
                                        <p:tgtEl>
                                          <p:spTgt spid="248"/>
                                        </p:tgtEl>
                                        <p:attrNameLst>
                                          <p:attrName>ppt_w</p:attrName>
                                        </p:attrNameLst>
                                      </p:cBhvr>
                                      <p:tavLst>
                                        <p:tav tm="0">
                                          <p:val>
                                            <p:fltVal val="0"/>
                                          </p:val>
                                        </p:tav>
                                        <p:tav tm="100000">
                                          <p:val>
                                            <p:strVal val="#ppt_w"/>
                                          </p:val>
                                        </p:tav>
                                      </p:tavLst>
                                    </p:anim>
                                    <p:anim calcmode="lin" valueType="num">
                                      <p:cBhvr>
                                        <p:cTn id="218" dur="5408" fill="hold"/>
                                        <p:tgtEl>
                                          <p:spTgt spid="248"/>
                                        </p:tgtEl>
                                        <p:attrNameLst>
                                          <p:attrName>ppt_h</p:attrName>
                                        </p:attrNameLst>
                                      </p:cBhvr>
                                      <p:tavLst>
                                        <p:tav tm="0">
                                          <p:val>
                                            <p:fltVal val="0"/>
                                          </p:val>
                                        </p:tav>
                                        <p:tav tm="100000">
                                          <p:val>
                                            <p:strVal val="#ppt_h"/>
                                          </p:val>
                                        </p:tav>
                                      </p:tavLst>
                                    </p:anim>
                                    <p:animEffect transition="in" filter="fade">
                                      <p:cBhvr>
                                        <p:cTn id="219" dur="5408"/>
                                        <p:tgtEl>
                                          <p:spTgt spid="248"/>
                                        </p:tgtEl>
                                      </p:cBhvr>
                                    </p:animEffect>
                                    <p:anim calcmode="lin" valueType="num">
                                      <p:cBhvr>
                                        <p:cTn id="220" dur="5408" fill="hold"/>
                                        <p:tgtEl>
                                          <p:spTgt spid="248"/>
                                        </p:tgtEl>
                                        <p:attrNameLst>
                                          <p:attrName>ppt_x</p:attrName>
                                        </p:attrNameLst>
                                      </p:cBhvr>
                                      <p:tavLst>
                                        <p:tav tm="0">
                                          <p:val>
                                            <p:fltVal val="0.5"/>
                                          </p:val>
                                        </p:tav>
                                        <p:tav tm="100000">
                                          <p:val>
                                            <p:strVal val="#ppt_x"/>
                                          </p:val>
                                        </p:tav>
                                      </p:tavLst>
                                    </p:anim>
                                    <p:anim calcmode="lin" valueType="num">
                                      <p:cBhvr>
                                        <p:cTn id="221" dur="5408" fill="hold"/>
                                        <p:tgtEl>
                                          <p:spTgt spid="248"/>
                                        </p:tgtEl>
                                        <p:attrNameLst>
                                          <p:attrName>ppt_y</p:attrName>
                                        </p:attrNameLst>
                                      </p:cBhvr>
                                      <p:tavLst>
                                        <p:tav tm="0">
                                          <p:val>
                                            <p:fltVal val="0.5"/>
                                          </p:val>
                                        </p:tav>
                                        <p:tav tm="100000">
                                          <p:val>
                                            <p:strVal val="#ppt_y"/>
                                          </p:val>
                                        </p:tav>
                                      </p:tavLst>
                                    </p:anim>
                                  </p:childTnLst>
                                </p:cTn>
                              </p:par>
                              <p:par>
                                <p:cTn id="222" presetID="53" presetClass="entr" presetSubtype="528" repeatCount="indefinite" fill="hold" grpId="0" nodeType="withEffect">
                                  <p:stCondLst>
                                    <p:cond delay="793"/>
                                  </p:stCondLst>
                                  <p:childTnLst>
                                    <p:set>
                                      <p:cBhvr>
                                        <p:cTn id="223" dur="1" fill="hold">
                                          <p:stCondLst>
                                            <p:cond delay="0"/>
                                          </p:stCondLst>
                                        </p:cTn>
                                        <p:tgtEl>
                                          <p:spTgt spid="252"/>
                                        </p:tgtEl>
                                        <p:attrNameLst>
                                          <p:attrName>style.visibility</p:attrName>
                                        </p:attrNameLst>
                                      </p:cBhvr>
                                      <p:to>
                                        <p:strVal val="visible"/>
                                      </p:to>
                                    </p:set>
                                    <p:anim calcmode="lin" valueType="num">
                                      <p:cBhvr>
                                        <p:cTn id="224" dur="5173" fill="hold"/>
                                        <p:tgtEl>
                                          <p:spTgt spid="252"/>
                                        </p:tgtEl>
                                        <p:attrNameLst>
                                          <p:attrName>ppt_w</p:attrName>
                                        </p:attrNameLst>
                                      </p:cBhvr>
                                      <p:tavLst>
                                        <p:tav tm="0">
                                          <p:val>
                                            <p:fltVal val="0"/>
                                          </p:val>
                                        </p:tav>
                                        <p:tav tm="100000">
                                          <p:val>
                                            <p:strVal val="#ppt_w"/>
                                          </p:val>
                                        </p:tav>
                                      </p:tavLst>
                                    </p:anim>
                                    <p:anim calcmode="lin" valueType="num">
                                      <p:cBhvr>
                                        <p:cTn id="225" dur="5173" fill="hold"/>
                                        <p:tgtEl>
                                          <p:spTgt spid="252"/>
                                        </p:tgtEl>
                                        <p:attrNameLst>
                                          <p:attrName>ppt_h</p:attrName>
                                        </p:attrNameLst>
                                      </p:cBhvr>
                                      <p:tavLst>
                                        <p:tav tm="0">
                                          <p:val>
                                            <p:fltVal val="0"/>
                                          </p:val>
                                        </p:tav>
                                        <p:tav tm="100000">
                                          <p:val>
                                            <p:strVal val="#ppt_h"/>
                                          </p:val>
                                        </p:tav>
                                      </p:tavLst>
                                    </p:anim>
                                    <p:animEffect transition="in" filter="fade">
                                      <p:cBhvr>
                                        <p:cTn id="226" dur="5173"/>
                                        <p:tgtEl>
                                          <p:spTgt spid="252"/>
                                        </p:tgtEl>
                                      </p:cBhvr>
                                    </p:animEffect>
                                    <p:anim calcmode="lin" valueType="num">
                                      <p:cBhvr>
                                        <p:cTn id="227" dur="5173" fill="hold"/>
                                        <p:tgtEl>
                                          <p:spTgt spid="252"/>
                                        </p:tgtEl>
                                        <p:attrNameLst>
                                          <p:attrName>ppt_x</p:attrName>
                                        </p:attrNameLst>
                                      </p:cBhvr>
                                      <p:tavLst>
                                        <p:tav tm="0">
                                          <p:val>
                                            <p:fltVal val="0.5"/>
                                          </p:val>
                                        </p:tav>
                                        <p:tav tm="100000">
                                          <p:val>
                                            <p:strVal val="#ppt_x"/>
                                          </p:val>
                                        </p:tav>
                                      </p:tavLst>
                                    </p:anim>
                                    <p:anim calcmode="lin" valueType="num">
                                      <p:cBhvr>
                                        <p:cTn id="228" dur="5173" fill="hold"/>
                                        <p:tgtEl>
                                          <p:spTgt spid="252"/>
                                        </p:tgtEl>
                                        <p:attrNameLst>
                                          <p:attrName>ppt_y</p:attrName>
                                        </p:attrNameLst>
                                      </p:cBhvr>
                                      <p:tavLst>
                                        <p:tav tm="0">
                                          <p:val>
                                            <p:fltVal val="0.5"/>
                                          </p:val>
                                        </p:tav>
                                        <p:tav tm="100000">
                                          <p:val>
                                            <p:strVal val="#ppt_y"/>
                                          </p:val>
                                        </p:tav>
                                      </p:tavLst>
                                    </p:anim>
                                  </p:childTnLst>
                                </p:cTn>
                              </p:par>
                              <p:par>
                                <p:cTn id="229" presetID="53" presetClass="entr" presetSubtype="528" repeatCount="indefinite" fill="hold" grpId="0" nodeType="withEffect">
                                  <p:stCondLst>
                                    <p:cond delay="367"/>
                                  </p:stCondLst>
                                  <p:childTnLst>
                                    <p:set>
                                      <p:cBhvr>
                                        <p:cTn id="230" dur="1" fill="hold">
                                          <p:stCondLst>
                                            <p:cond delay="0"/>
                                          </p:stCondLst>
                                        </p:cTn>
                                        <p:tgtEl>
                                          <p:spTgt spid="257"/>
                                        </p:tgtEl>
                                        <p:attrNameLst>
                                          <p:attrName>style.visibility</p:attrName>
                                        </p:attrNameLst>
                                      </p:cBhvr>
                                      <p:to>
                                        <p:strVal val="visible"/>
                                      </p:to>
                                    </p:set>
                                    <p:anim calcmode="lin" valueType="num">
                                      <p:cBhvr>
                                        <p:cTn id="231" dur="6982" fill="hold"/>
                                        <p:tgtEl>
                                          <p:spTgt spid="257"/>
                                        </p:tgtEl>
                                        <p:attrNameLst>
                                          <p:attrName>ppt_w</p:attrName>
                                        </p:attrNameLst>
                                      </p:cBhvr>
                                      <p:tavLst>
                                        <p:tav tm="0">
                                          <p:val>
                                            <p:fltVal val="0"/>
                                          </p:val>
                                        </p:tav>
                                        <p:tav tm="100000">
                                          <p:val>
                                            <p:strVal val="#ppt_w"/>
                                          </p:val>
                                        </p:tav>
                                      </p:tavLst>
                                    </p:anim>
                                    <p:anim calcmode="lin" valueType="num">
                                      <p:cBhvr>
                                        <p:cTn id="232" dur="6982" fill="hold"/>
                                        <p:tgtEl>
                                          <p:spTgt spid="257"/>
                                        </p:tgtEl>
                                        <p:attrNameLst>
                                          <p:attrName>ppt_h</p:attrName>
                                        </p:attrNameLst>
                                      </p:cBhvr>
                                      <p:tavLst>
                                        <p:tav tm="0">
                                          <p:val>
                                            <p:fltVal val="0"/>
                                          </p:val>
                                        </p:tav>
                                        <p:tav tm="100000">
                                          <p:val>
                                            <p:strVal val="#ppt_h"/>
                                          </p:val>
                                        </p:tav>
                                      </p:tavLst>
                                    </p:anim>
                                    <p:animEffect transition="in" filter="fade">
                                      <p:cBhvr>
                                        <p:cTn id="233" dur="6982"/>
                                        <p:tgtEl>
                                          <p:spTgt spid="257"/>
                                        </p:tgtEl>
                                      </p:cBhvr>
                                    </p:animEffect>
                                    <p:anim calcmode="lin" valueType="num">
                                      <p:cBhvr>
                                        <p:cTn id="234" dur="6982" fill="hold"/>
                                        <p:tgtEl>
                                          <p:spTgt spid="257"/>
                                        </p:tgtEl>
                                        <p:attrNameLst>
                                          <p:attrName>ppt_x</p:attrName>
                                        </p:attrNameLst>
                                      </p:cBhvr>
                                      <p:tavLst>
                                        <p:tav tm="0">
                                          <p:val>
                                            <p:fltVal val="0.5"/>
                                          </p:val>
                                        </p:tav>
                                        <p:tav tm="100000">
                                          <p:val>
                                            <p:strVal val="#ppt_x"/>
                                          </p:val>
                                        </p:tav>
                                      </p:tavLst>
                                    </p:anim>
                                    <p:anim calcmode="lin" valueType="num">
                                      <p:cBhvr>
                                        <p:cTn id="235" dur="6982" fill="hold"/>
                                        <p:tgtEl>
                                          <p:spTgt spid="257"/>
                                        </p:tgtEl>
                                        <p:attrNameLst>
                                          <p:attrName>ppt_y</p:attrName>
                                        </p:attrNameLst>
                                      </p:cBhvr>
                                      <p:tavLst>
                                        <p:tav tm="0">
                                          <p:val>
                                            <p:fltVal val="0.5"/>
                                          </p:val>
                                        </p:tav>
                                        <p:tav tm="100000">
                                          <p:val>
                                            <p:strVal val="#ppt_y"/>
                                          </p:val>
                                        </p:tav>
                                      </p:tavLst>
                                    </p:anim>
                                  </p:childTnLst>
                                </p:cTn>
                              </p:par>
                              <p:par>
                                <p:cTn id="236" presetID="53" presetClass="entr" presetSubtype="528" repeatCount="indefinite" fill="hold" grpId="0" nodeType="withEffect">
                                  <p:stCondLst>
                                    <p:cond delay="232"/>
                                  </p:stCondLst>
                                  <p:childTnLst>
                                    <p:set>
                                      <p:cBhvr>
                                        <p:cTn id="237" dur="1" fill="hold">
                                          <p:stCondLst>
                                            <p:cond delay="0"/>
                                          </p:stCondLst>
                                        </p:cTn>
                                        <p:tgtEl>
                                          <p:spTgt spid="262"/>
                                        </p:tgtEl>
                                        <p:attrNameLst>
                                          <p:attrName>style.visibility</p:attrName>
                                        </p:attrNameLst>
                                      </p:cBhvr>
                                      <p:to>
                                        <p:strVal val="visible"/>
                                      </p:to>
                                    </p:set>
                                    <p:anim calcmode="lin" valueType="num">
                                      <p:cBhvr>
                                        <p:cTn id="238" dur="6854" fill="hold"/>
                                        <p:tgtEl>
                                          <p:spTgt spid="262"/>
                                        </p:tgtEl>
                                        <p:attrNameLst>
                                          <p:attrName>ppt_w</p:attrName>
                                        </p:attrNameLst>
                                      </p:cBhvr>
                                      <p:tavLst>
                                        <p:tav tm="0">
                                          <p:val>
                                            <p:fltVal val="0"/>
                                          </p:val>
                                        </p:tav>
                                        <p:tav tm="100000">
                                          <p:val>
                                            <p:strVal val="#ppt_w"/>
                                          </p:val>
                                        </p:tav>
                                      </p:tavLst>
                                    </p:anim>
                                    <p:anim calcmode="lin" valueType="num">
                                      <p:cBhvr>
                                        <p:cTn id="239" dur="6854" fill="hold"/>
                                        <p:tgtEl>
                                          <p:spTgt spid="262"/>
                                        </p:tgtEl>
                                        <p:attrNameLst>
                                          <p:attrName>ppt_h</p:attrName>
                                        </p:attrNameLst>
                                      </p:cBhvr>
                                      <p:tavLst>
                                        <p:tav tm="0">
                                          <p:val>
                                            <p:fltVal val="0"/>
                                          </p:val>
                                        </p:tav>
                                        <p:tav tm="100000">
                                          <p:val>
                                            <p:strVal val="#ppt_h"/>
                                          </p:val>
                                        </p:tav>
                                      </p:tavLst>
                                    </p:anim>
                                    <p:animEffect transition="in" filter="fade">
                                      <p:cBhvr>
                                        <p:cTn id="240" dur="6854"/>
                                        <p:tgtEl>
                                          <p:spTgt spid="262"/>
                                        </p:tgtEl>
                                      </p:cBhvr>
                                    </p:animEffect>
                                    <p:anim calcmode="lin" valueType="num">
                                      <p:cBhvr>
                                        <p:cTn id="241" dur="6854" fill="hold"/>
                                        <p:tgtEl>
                                          <p:spTgt spid="262"/>
                                        </p:tgtEl>
                                        <p:attrNameLst>
                                          <p:attrName>ppt_x</p:attrName>
                                        </p:attrNameLst>
                                      </p:cBhvr>
                                      <p:tavLst>
                                        <p:tav tm="0">
                                          <p:val>
                                            <p:fltVal val="0.5"/>
                                          </p:val>
                                        </p:tav>
                                        <p:tav tm="100000">
                                          <p:val>
                                            <p:strVal val="#ppt_x"/>
                                          </p:val>
                                        </p:tav>
                                      </p:tavLst>
                                    </p:anim>
                                    <p:anim calcmode="lin" valueType="num">
                                      <p:cBhvr>
                                        <p:cTn id="242" dur="6854" fill="hold"/>
                                        <p:tgtEl>
                                          <p:spTgt spid="262"/>
                                        </p:tgtEl>
                                        <p:attrNameLst>
                                          <p:attrName>ppt_y</p:attrName>
                                        </p:attrNameLst>
                                      </p:cBhvr>
                                      <p:tavLst>
                                        <p:tav tm="0">
                                          <p:val>
                                            <p:fltVal val="0.5"/>
                                          </p:val>
                                        </p:tav>
                                        <p:tav tm="100000">
                                          <p:val>
                                            <p:strVal val="#ppt_y"/>
                                          </p:val>
                                        </p:tav>
                                      </p:tavLst>
                                    </p:anim>
                                  </p:childTnLst>
                                </p:cTn>
                              </p:par>
                              <p:par>
                                <p:cTn id="243" presetID="53" presetClass="entr" presetSubtype="528" repeatCount="indefinite" fill="hold" grpId="0" nodeType="withEffect">
                                  <p:stCondLst>
                                    <p:cond delay="1449"/>
                                  </p:stCondLst>
                                  <p:childTnLst>
                                    <p:set>
                                      <p:cBhvr>
                                        <p:cTn id="244" dur="1" fill="hold">
                                          <p:stCondLst>
                                            <p:cond delay="0"/>
                                          </p:stCondLst>
                                        </p:cTn>
                                        <p:tgtEl>
                                          <p:spTgt spid="265"/>
                                        </p:tgtEl>
                                        <p:attrNameLst>
                                          <p:attrName>style.visibility</p:attrName>
                                        </p:attrNameLst>
                                      </p:cBhvr>
                                      <p:to>
                                        <p:strVal val="visible"/>
                                      </p:to>
                                    </p:set>
                                    <p:anim calcmode="lin" valueType="num">
                                      <p:cBhvr>
                                        <p:cTn id="245" dur="7040" fill="hold"/>
                                        <p:tgtEl>
                                          <p:spTgt spid="265"/>
                                        </p:tgtEl>
                                        <p:attrNameLst>
                                          <p:attrName>ppt_w</p:attrName>
                                        </p:attrNameLst>
                                      </p:cBhvr>
                                      <p:tavLst>
                                        <p:tav tm="0">
                                          <p:val>
                                            <p:fltVal val="0"/>
                                          </p:val>
                                        </p:tav>
                                        <p:tav tm="100000">
                                          <p:val>
                                            <p:strVal val="#ppt_w"/>
                                          </p:val>
                                        </p:tav>
                                      </p:tavLst>
                                    </p:anim>
                                    <p:anim calcmode="lin" valueType="num">
                                      <p:cBhvr>
                                        <p:cTn id="246" dur="7040" fill="hold"/>
                                        <p:tgtEl>
                                          <p:spTgt spid="265"/>
                                        </p:tgtEl>
                                        <p:attrNameLst>
                                          <p:attrName>ppt_h</p:attrName>
                                        </p:attrNameLst>
                                      </p:cBhvr>
                                      <p:tavLst>
                                        <p:tav tm="0">
                                          <p:val>
                                            <p:fltVal val="0"/>
                                          </p:val>
                                        </p:tav>
                                        <p:tav tm="100000">
                                          <p:val>
                                            <p:strVal val="#ppt_h"/>
                                          </p:val>
                                        </p:tav>
                                      </p:tavLst>
                                    </p:anim>
                                    <p:animEffect transition="in" filter="fade">
                                      <p:cBhvr>
                                        <p:cTn id="247" dur="7040"/>
                                        <p:tgtEl>
                                          <p:spTgt spid="265"/>
                                        </p:tgtEl>
                                      </p:cBhvr>
                                    </p:animEffect>
                                    <p:anim calcmode="lin" valueType="num">
                                      <p:cBhvr>
                                        <p:cTn id="248" dur="7040" fill="hold"/>
                                        <p:tgtEl>
                                          <p:spTgt spid="265"/>
                                        </p:tgtEl>
                                        <p:attrNameLst>
                                          <p:attrName>ppt_x</p:attrName>
                                        </p:attrNameLst>
                                      </p:cBhvr>
                                      <p:tavLst>
                                        <p:tav tm="0">
                                          <p:val>
                                            <p:fltVal val="0.5"/>
                                          </p:val>
                                        </p:tav>
                                        <p:tav tm="100000">
                                          <p:val>
                                            <p:strVal val="#ppt_x"/>
                                          </p:val>
                                        </p:tav>
                                      </p:tavLst>
                                    </p:anim>
                                    <p:anim calcmode="lin" valueType="num">
                                      <p:cBhvr>
                                        <p:cTn id="249" dur="7040" fill="hold"/>
                                        <p:tgtEl>
                                          <p:spTgt spid="265"/>
                                        </p:tgtEl>
                                        <p:attrNameLst>
                                          <p:attrName>ppt_y</p:attrName>
                                        </p:attrNameLst>
                                      </p:cBhvr>
                                      <p:tavLst>
                                        <p:tav tm="0">
                                          <p:val>
                                            <p:fltVal val="0.5"/>
                                          </p:val>
                                        </p:tav>
                                        <p:tav tm="100000">
                                          <p:val>
                                            <p:strVal val="#ppt_y"/>
                                          </p:val>
                                        </p:tav>
                                      </p:tavLst>
                                    </p:anim>
                                  </p:childTnLst>
                                </p:cTn>
                              </p:par>
                              <p:par>
                                <p:cTn id="250" presetID="53" presetClass="entr" presetSubtype="528" repeatCount="indefinite" fill="hold" grpId="0" nodeType="withEffect">
                                  <p:stCondLst>
                                    <p:cond delay="1214"/>
                                  </p:stCondLst>
                                  <p:childTnLst>
                                    <p:set>
                                      <p:cBhvr>
                                        <p:cTn id="251" dur="1" fill="hold">
                                          <p:stCondLst>
                                            <p:cond delay="0"/>
                                          </p:stCondLst>
                                        </p:cTn>
                                        <p:tgtEl>
                                          <p:spTgt spid="266"/>
                                        </p:tgtEl>
                                        <p:attrNameLst>
                                          <p:attrName>style.visibility</p:attrName>
                                        </p:attrNameLst>
                                      </p:cBhvr>
                                      <p:to>
                                        <p:strVal val="visible"/>
                                      </p:to>
                                    </p:set>
                                    <p:anim calcmode="lin" valueType="num">
                                      <p:cBhvr>
                                        <p:cTn id="252" dur="6173" fill="hold"/>
                                        <p:tgtEl>
                                          <p:spTgt spid="266"/>
                                        </p:tgtEl>
                                        <p:attrNameLst>
                                          <p:attrName>ppt_w</p:attrName>
                                        </p:attrNameLst>
                                      </p:cBhvr>
                                      <p:tavLst>
                                        <p:tav tm="0">
                                          <p:val>
                                            <p:fltVal val="0"/>
                                          </p:val>
                                        </p:tav>
                                        <p:tav tm="100000">
                                          <p:val>
                                            <p:strVal val="#ppt_w"/>
                                          </p:val>
                                        </p:tav>
                                      </p:tavLst>
                                    </p:anim>
                                    <p:anim calcmode="lin" valueType="num">
                                      <p:cBhvr>
                                        <p:cTn id="253" dur="6173" fill="hold"/>
                                        <p:tgtEl>
                                          <p:spTgt spid="266"/>
                                        </p:tgtEl>
                                        <p:attrNameLst>
                                          <p:attrName>ppt_h</p:attrName>
                                        </p:attrNameLst>
                                      </p:cBhvr>
                                      <p:tavLst>
                                        <p:tav tm="0">
                                          <p:val>
                                            <p:fltVal val="0"/>
                                          </p:val>
                                        </p:tav>
                                        <p:tav tm="100000">
                                          <p:val>
                                            <p:strVal val="#ppt_h"/>
                                          </p:val>
                                        </p:tav>
                                      </p:tavLst>
                                    </p:anim>
                                    <p:animEffect transition="in" filter="fade">
                                      <p:cBhvr>
                                        <p:cTn id="254" dur="6173"/>
                                        <p:tgtEl>
                                          <p:spTgt spid="266"/>
                                        </p:tgtEl>
                                      </p:cBhvr>
                                    </p:animEffect>
                                    <p:anim calcmode="lin" valueType="num">
                                      <p:cBhvr>
                                        <p:cTn id="255" dur="6173" fill="hold"/>
                                        <p:tgtEl>
                                          <p:spTgt spid="266"/>
                                        </p:tgtEl>
                                        <p:attrNameLst>
                                          <p:attrName>ppt_x</p:attrName>
                                        </p:attrNameLst>
                                      </p:cBhvr>
                                      <p:tavLst>
                                        <p:tav tm="0">
                                          <p:val>
                                            <p:fltVal val="0.5"/>
                                          </p:val>
                                        </p:tav>
                                        <p:tav tm="100000">
                                          <p:val>
                                            <p:strVal val="#ppt_x"/>
                                          </p:val>
                                        </p:tav>
                                      </p:tavLst>
                                    </p:anim>
                                    <p:anim calcmode="lin" valueType="num">
                                      <p:cBhvr>
                                        <p:cTn id="256" dur="6173" fill="hold"/>
                                        <p:tgtEl>
                                          <p:spTgt spid="266"/>
                                        </p:tgtEl>
                                        <p:attrNameLst>
                                          <p:attrName>ppt_y</p:attrName>
                                        </p:attrNameLst>
                                      </p:cBhvr>
                                      <p:tavLst>
                                        <p:tav tm="0">
                                          <p:val>
                                            <p:fltVal val="0.5"/>
                                          </p:val>
                                        </p:tav>
                                        <p:tav tm="100000">
                                          <p:val>
                                            <p:strVal val="#ppt_y"/>
                                          </p:val>
                                        </p:tav>
                                      </p:tavLst>
                                    </p:anim>
                                  </p:childTnLst>
                                </p:cTn>
                              </p:par>
                              <p:par>
                                <p:cTn id="257" presetID="53" presetClass="entr" presetSubtype="528" repeatCount="indefinite" fill="hold" grpId="0" nodeType="withEffect">
                                  <p:stCondLst>
                                    <p:cond delay="1303"/>
                                  </p:stCondLst>
                                  <p:childTnLst>
                                    <p:set>
                                      <p:cBhvr>
                                        <p:cTn id="258" dur="1" fill="hold">
                                          <p:stCondLst>
                                            <p:cond delay="0"/>
                                          </p:stCondLst>
                                        </p:cTn>
                                        <p:tgtEl>
                                          <p:spTgt spid="267"/>
                                        </p:tgtEl>
                                        <p:attrNameLst>
                                          <p:attrName>style.visibility</p:attrName>
                                        </p:attrNameLst>
                                      </p:cBhvr>
                                      <p:to>
                                        <p:strVal val="visible"/>
                                      </p:to>
                                    </p:set>
                                    <p:anim calcmode="lin" valueType="num">
                                      <p:cBhvr>
                                        <p:cTn id="259" dur="6273" fill="hold"/>
                                        <p:tgtEl>
                                          <p:spTgt spid="267"/>
                                        </p:tgtEl>
                                        <p:attrNameLst>
                                          <p:attrName>ppt_w</p:attrName>
                                        </p:attrNameLst>
                                      </p:cBhvr>
                                      <p:tavLst>
                                        <p:tav tm="0">
                                          <p:val>
                                            <p:fltVal val="0"/>
                                          </p:val>
                                        </p:tav>
                                        <p:tav tm="100000">
                                          <p:val>
                                            <p:strVal val="#ppt_w"/>
                                          </p:val>
                                        </p:tav>
                                      </p:tavLst>
                                    </p:anim>
                                    <p:anim calcmode="lin" valueType="num">
                                      <p:cBhvr>
                                        <p:cTn id="260" dur="6273" fill="hold"/>
                                        <p:tgtEl>
                                          <p:spTgt spid="267"/>
                                        </p:tgtEl>
                                        <p:attrNameLst>
                                          <p:attrName>ppt_h</p:attrName>
                                        </p:attrNameLst>
                                      </p:cBhvr>
                                      <p:tavLst>
                                        <p:tav tm="0">
                                          <p:val>
                                            <p:fltVal val="0"/>
                                          </p:val>
                                        </p:tav>
                                        <p:tav tm="100000">
                                          <p:val>
                                            <p:strVal val="#ppt_h"/>
                                          </p:val>
                                        </p:tav>
                                      </p:tavLst>
                                    </p:anim>
                                    <p:animEffect transition="in" filter="fade">
                                      <p:cBhvr>
                                        <p:cTn id="261" dur="6273"/>
                                        <p:tgtEl>
                                          <p:spTgt spid="267"/>
                                        </p:tgtEl>
                                      </p:cBhvr>
                                    </p:animEffect>
                                    <p:anim calcmode="lin" valueType="num">
                                      <p:cBhvr>
                                        <p:cTn id="262" dur="6273" fill="hold"/>
                                        <p:tgtEl>
                                          <p:spTgt spid="267"/>
                                        </p:tgtEl>
                                        <p:attrNameLst>
                                          <p:attrName>ppt_x</p:attrName>
                                        </p:attrNameLst>
                                      </p:cBhvr>
                                      <p:tavLst>
                                        <p:tav tm="0">
                                          <p:val>
                                            <p:fltVal val="0.5"/>
                                          </p:val>
                                        </p:tav>
                                        <p:tav tm="100000">
                                          <p:val>
                                            <p:strVal val="#ppt_x"/>
                                          </p:val>
                                        </p:tav>
                                      </p:tavLst>
                                    </p:anim>
                                    <p:anim calcmode="lin" valueType="num">
                                      <p:cBhvr>
                                        <p:cTn id="263" dur="6273" fill="hold"/>
                                        <p:tgtEl>
                                          <p:spTgt spid="267"/>
                                        </p:tgtEl>
                                        <p:attrNameLst>
                                          <p:attrName>ppt_y</p:attrName>
                                        </p:attrNameLst>
                                      </p:cBhvr>
                                      <p:tavLst>
                                        <p:tav tm="0">
                                          <p:val>
                                            <p:fltVal val="0.5"/>
                                          </p:val>
                                        </p:tav>
                                        <p:tav tm="100000">
                                          <p:val>
                                            <p:strVal val="#ppt_y"/>
                                          </p:val>
                                        </p:tav>
                                      </p:tavLst>
                                    </p:anim>
                                  </p:childTnLst>
                                </p:cTn>
                              </p:par>
                              <p:par>
                                <p:cTn id="264" presetID="53" presetClass="entr" presetSubtype="528" repeatCount="indefinite" fill="hold" grpId="0" nodeType="withEffect">
                                  <p:stCondLst>
                                    <p:cond delay="1802"/>
                                  </p:stCondLst>
                                  <p:childTnLst>
                                    <p:set>
                                      <p:cBhvr>
                                        <p:cTn id="265" dur="1" fill="hold">
                                          <p:stCondLst>
                                            <p:cond delay="0"/>
                                          </p:stCondLst>
                                        </p:cTn>
                                        <p:tgtEl>
                                          <p:spTgt spid="268"/>
                                        </p:tgtEl>
                                        <p:attrNameLst>
                                          <p:attrName>style.visibility</p:attrName>
                                        </p:attrNameLst>
                                      </p:cBhvr>
                                      <p:to>
                                        <p:strVal val="visible"/>
                                      </p:to>
                                    </p:set>
                                    <p:anim calcmode="lin" valueType="num">
                                      <p:cBhvr>
                                        <p:cTn id="266" dur="6866" fill="hold"/>
                                        <p:tgtEl>
                                          <p:spTgt spid="268"/>
                                        </p:tgtEl>
                                        <p:attrNameLst>
                                          <p:attrName>ppt_w</p:attrName>
                                        </p:attrNameLst>
                                      </p:cBhvr>
                                      <p:tavLst>
                                        <p:tav tm="0">
                                          <p:val>
                                            <p:fltVal val="0"/>
                                          </p:val>
                                        </p:tav>
                                        <p:tav tm="100000">
                                          <p:val>
                                            <p:strVal val="#ppt_w"/>
                                          </p:val>
                                        </p:tav>
                                      </p:tavLst>
                                    </p:anim>
                                    <p:anim calcmode="lin" valueType="num">
                                      <p:cBhvr>
                                        <p:cTn id="267" dur="6866" fill="hold"/>
                                        <p:tgtEl>
                                          <p:spTgt spid="268"/>
                                        </p:tgtEl>
                                        <p:attrNameLst>
                                          <p:attrName>ppt_h</p:attrName>
                                        </p:attrNameLst>
                                      </p:cBhvr>
                                      <p:tavLst>
                                        <p:tav tm="0">
                                          <p:val>
                                            <p:fltVal val="0"/>
                                          </p:val>
                                        </p:tav>
                                        <p:tav tm="100000">
                                          <p:val>
                                            <p:strVal val="#ppt_h"/>
                                          </p:val>
                                        </p:tav>
                                      </p:tavLst>
                                    </p:anim>
                                    <p:animEffect transition="in" filter="fade">
                                      <p:cBhvr>
                                        <p:cTn id="268" dur="6866"/>
                                        <p:tgtEl>
                                          <p:spTgt spid="268"/>
                                        </p:tgtEl>
                                      </p:cBhvr>
                                    </p:animEffect>
                                    <p:anim calcmode="lin" valueType="num">
                                      <p:cBhvr>
                                        <p:cTn id="269" dur="6866" fill="hold"/>
                                        <p:tgtEl>
                                          <p:spTgt spid="268"/>
                                        </p:tgtEl>
                                        <p:attrNameLst>
                                          <p:attrName>ppt_x</p:attrName>
                                        </p:attrNameLst>
                                      </p:cBhvr>
                                      <p:tavLst>
                                        <p:tav tm="0">
                                          <p:val>
                                            <p:fltVal val="0.5"/>
                                          </p:val>
                                        </p:tav>
                                        <p:tav tm="100000">
                                          <p:val>
                                            <p:strVal val="#ppt_x"/>
                                          </p:val>
                                        </p:tav>
                                      </p:tavLst>
                                    </p:anim>
                                    <p:anim calcmode="lin" valueType="num">
                                      <p:cBhvr>
                                        <p:cTn id="270" dur="6866" fill="hold"/>
                                        <p:tgtEl>
                                          <p:spTgt spid="268"/>
                                        </p:tgtEl>
                                        <p:attrNameLst>
                                          <p:attrName>ppt_y</p:attrName>
                                        </p:attrNameLst>
                                      </p:cBhvr>
                                      <p:tavLst>
                                        <p:tav tm="0">
                                          <p:val>
                                            <p:fltVal val="0.5"/>
                                          </p:val>
                                        </p:tav>
                                        <p:tav tm="100000">
                                          <p:val>
                                            <p:strVal val="#ppt_y"/>
                                          </p:val>
                                        </p:tav>
                                      </p:tavLst>
                                    </p:anim>
                                  </p:childTnLst>
                                </p:cTn>
                              </p:par>
                              <p:par>
                                <p:cTn id="271" presetID="53" presetClass="entr" presetSubtype="528" repeatCount="indefinite" fill="hold" grpId="0" nodeType="withEffect">
                                  <p:stCondLst>
                                    <p:cond delay="1083"/>
                                  </p:stCondLst>
                                  <p:childTnLst>
                                    <p:set>
                                      <p:cBhvr>
                                        <p:cTn id="272" dur="1" fill="hold">
                                          <p:stCondLst>
                                            <p:cond delay="0"/>
                                          </p:stCondLst>
                                        </p:cTn>
                                        <p:tgtEl>
                                          <p:spTgt spid="269"/>
                                        </p:tgtEl>
                                        <p:attrNameLst>
                                          <p:attrName>style.visibility</p:attrName>
                                        </p:attrNameLst>
                                      </p:cBhvr>
                                      <p:to>
                                        <p:strVal val="visible"/>
                                      </p:to>
                                    </p:set>
                                    <p:anim calcmode="lin" valueType="num">
                                      <p:cBhvr>
                                        <p:cTn id="273" dur="5969" fill="hold"/>
                                        <p:tgtEl>
                                          <p:spTgt spid="269"/>
                                        </p:tgtEl>
                                        <p:attrNameLst>
                                          <p:attrName>ppt_w</p:attrName>
                                        </p:attrNameLst>
                                      </p:cBhvr>
                                      <p:tavLst>
                                        <p:tav tm="0">
                                          <p:val>
                                            <p:fltVal val="0"/>
                                          </p:val>
                                        </p:tav>
                                        <p:tav tm="100000">
                                          <p:val>
                                            <p:strVal val="#ppt_w"/>
                                          </p:val>
                                        </p:tav>
                                      </p:tavLst>
                                    </p:anim>
                                    <p:anim calcmode="lin" valueType="num">
                                      <p:cBhvr>
                                        <p:cTn id="274" dur="5969" fill="hold"/>
                                        <p:tgtEl>
                                          <p:spTgt spid="269"/>
                                        </p:tgtEl>
                                        <p:attrNameLst>
                                          <p:attrName>ppt_h</p:attrName>
                                        </p:attrNameLst>
                                      </p:cBhvr>
                                      <p:tavLst>
                                        <p:tav tm="0">
                                          <p:val>
                                            <p:fltVal val="0"/>
                                          </p:val>
                                        </p:tav>
                                        <p:tav tm="100000">
                                          <p:val>
                                            <p:strVal val="#ppt_h"/>
                                          </p:val>
                                        </p:tav>
                                      </p:tavLst>
                                    </p:anim>
                                    <p:animEffect transition="in" filter="fade">
                                      <p:cBhvr>
                                        <p:cTn id="275" dur="5969"/>
                                        <p:tgtEl>
                                          <p:spTgt spid="269"/>
                                        </p:tgtEl>
                                      </p:cBhvr>
                                    </p:animEffect>
                                    <p:anim calcmode="lin" valueType="num">
                                      <p:cBhvr>
                                        <p:cTn id="276" dur="5969" fill="hold"/>
                                        <p:tgtEl>
                                          <p:spTgt spid="269"/>
                                        </p:tgtEl>
                                        <p:attrNameLst>
                                          <p:attrName>ppt_x</p:attrName>
                                        </p:attrNameLst>
                                      </p:cBhvr>
                                      <p:tavLst>
                                        <p:tav tm="0">
                                          <p:val>
                                            <p:fltVal val="0.5"/>
                                          </p:val>
                                        </p:tav>
                                        <p:tav tm="100000">
                                          <p:val>
                                            <p:strVal val="#ppt_x"/>
                                          </p:val>
                                        </p:tav>
                                      </p:tavLst>
                                    </p:anim>
                                    <p:anim calcmode="lin" valueType="num">
                                      <p:cBhvr>
                                        <p:cTn id="277" dur="5969" fill="hold"/>
                                        <p:tgtEl>
                                          <p:spTgt spid="269"/>
                                        </p:tgtEl>
                                        <p:attrNameLst>
                                          <p:attrName>ppt_y</p:attrName>
                                        </p:attrNameLst>
                                      </p:cBhvr>
                                      <p:tavLst>
                                        <p:tav tm="0">
                                          <p:val>
                                            <p:fltVal val="0.5"/>
                                          </p:val>
                                        </p:tav>
                                        <p:tav tm="100000">
                                          <p:val>
                                            <p:strVal val="#ppt_y"/>
                                          </p:val>
                                        </p:tav>
                                      </p:tavLst>
                                    </p:anim>
                                  </p:childTnLst>
                                </p:cTn>
                              </p:par>
                              <p:par>
                                <p:cTn id="278" presetID="53" presetClass="entr" presetSubtype="528" repeatCount="indefinite" fill="hold" grpId="0" nodeType="withEffect">
                                  <p:stCondLst>
                                    <p:cond delay="1270"/>
                                  </p:stCondLst>
                                  <p:childTnLst>
                                    <p:set>
                                      <p:cBhvr>
                                        <p:cTn id="279" dur="1" fill="hold">
                                          <p:stCondLst>
                                            <p:cond delay="0"/>
                                          </p:stCondLst>
                                        </p:cTn>
                                        <p:tgtEl>
                                          <p:spTgt spid="384"/>
                                        </p:tgtEl>
                                        <p:attrNameLst>
                                          <p:attrName>style.visibility</p:attrName>
                                        </p:attrNameLst>
                                      </p:cBhvr>
                                      <p:to>
                                        <p:strVal val="visible"/>
                                      </p:to>
                                    </p:set>
                                    <p:anim calcmode="lin" valueType="num">
                                      <p:cBhvr>
                                        <p:cTn id="280" dur="7002" fill="hold"/>
                                        <p:tgtEl>
                                          <p:spTgt spid="384"/>
                                        </p:tgtEl>
                                        <p:attrNameLst>
                                          <p:attrName>ppt_w</p:attrName>
                                        </p:attrNameLst>
                                      </p:cBhvr>
                                      <p:tavLst>
                                        <p:tav tm="0">
                                          <p:val>
                                            <p:fltVal val="0"/>
                                          </p:val>
                                        </p:tav>
                                        <p:tav tm="100000">
                                          <p:val>
                                            <p:strVal val="#ppt_w"/>
                                          </p:val>
                                        </p:tav>
                                      </p:tavLst>
                                    </p:anim>
                                    <p:anim calcmode="lin" valueType="num">
                                      <p:cBhvr>
                                        <p:cTn id="281" dur="7002" fill="hold"/>
                                        <p:tgtEl>
                                          <p:spTgt spid="384"/>
                                        </p:tgtEl>
                                        <p:attrNameLst>
                                          <p:attrName>ppt_h</p:attrName>
                                        </p:attrNameLst>
                                      </p:cBhvr>
                                      <p:tavLst>
                                        <p:tav tm="0">
                                          <p:val>
                                            <p:fltVal val="0"/>
                                          </p:val>
                                        </p:tav>
                                        <p:tav tm="100000">
                                          <p:val>
                                            <p:strVal val="#ppt_h"/>
                                          </p:val>
                                        </p:tav>
                                      </p:tavLst>
                                    </p:anim>
                                    <p:animEffect transition="in" filter="fade">
                                      <p:cBhvr>
                                        <p:cTn id="282" dur="7002"/>
                                        <p:tgtEl>
                                          <p:spTgt spid="384"/>
                                        </p:tgtEl>
                                      </p:cBhvr>
                                    </p:animEffect>
                                    <p:anim calcmode="lin" valueType="num">
                                      <p:cBhvr>
                                        <p:cTn id="283" dur="7002" fill="hold"/>
                                        <p:tgtEl>
                                          <p:spTgt spid="384"/>
                                        </p:tgtEl>
                                        <p:attrNameLst>
                                          <p:attrName>ppt_x</p:attrName>
                                        </p:attrNameLst>
                                      </p:cBhvr>
                                      <p:tavLst>
                                        <p:tav tm="0">
                                          <p:val>
                                            <p:fltVal val="0.5"/>
                                          </p:val>
                                        </p:tav>
                                        <p:tav tm="100000">
                                          <p:val>
                                            <p:strVal val="#ppt_x"/>
                                          </p:val>
                                        </p:tav>
                                      </p:tavLst>
                                    </p:anim>
                                    <p:anim calcmode="lin" valueType="num">
                                      <p:cBhvr>
                                        <p:cTn id="284" dur="7002" fill="hold"/>
                                        <p:tgtEl>
                                          <p:spTgt spid="384"/>
                                        </p:tgtEl>
                                        <p:attrNameLst>
                                          <p:attrName>ppt_y</p:attrName>
                                        </p:attrNameLst>
                                      </p:cBhvr>
                                      <p:tavLst>
                                        <p:tav tm="0">
                                          <p:val>
                                            <p:fltVal val="0.5"/>
                                          </p:val>
                                        </p:tav>
                                        <p:tav tm="100000">
                                          <p:val>
                                            <p:strVal val="#ppt_y"/>
                                          </p:val>
                                        </p:tav>
                                      </p:tavLst>
                                    </p:anim>
                                  </p:childTnLst>
                                </p:cTn>
                              </p:par>
                              <p:par>
                                <p:cTn id="285" presetID="53" presetClass="entr" presetSubtype="528" repeatCount="indefinite" fill="hold" grpId="0" nodeType="withEffect">
                                  <p:stCondLst>
                                    <p:cond delay="1739"/>
                                  </p:stCondLst>
                                  <p:childTnLst>
                                    <p:set>
                                      <p:cBhvr>
                                        <p:cTn id="286" dur="1" fill="hold">
                                          <p:stCondLst>
                                            <p:cond delay="0"/>
                                          </p:stCondLst>
                                        </p:cTn>
                                        <p:tgtEl>
                                          <p:spTgt spid="388"/>
                                        </p:tgtEl>
                                        <p:attrNameLst>
                                          <p:attrName>style.visibility</p:attrName>
                                        </p:attrNameLst>
                                      </p:cBhvr>
                                      <p:to>
                                        <p:strVal val="visible"/>
                                      </p:to>
                                    </p:set>
                                    <p:anim calcmode="lin" valueType="num">
                                      <p:cBhvr>
                                        <p:cTn id="287" dur="7370" fill="hold"/>
                                        <p:tgtEl>
                                          <p:spTgt spid="388"/>
                                        </p:tgtEl>
                                        <p:attrNameLst>
                                          <p:attrName>ppt_w</p:attrName>
                                        </p:attrNameLst>
                                      </p:cBhvr>
                                      <p:tavLst>
                                        <p:tav tm="0">
                                          <p:val>
                                            <p:fltVal val="0"/>
                                          </p:val>
                                        </p:tav>
                                        <p:tav tm="100000">
                                          <p:val>
                                            <p:strVal val="#ppt_w"/>
                                          </p:val>
                                        </p:tav>
                                      </p:tavLst>
                                    </p:anim>
                                    <p:anim calcmode="lin" valueType="num">
                                      <p:cBhvr>
                                        <p:cTn id="288" dur="7370" fill="hold"/>
                                        <p:tgtEl>
                                          <p:spTgt spid="388"/>
                                        </p:tgtEl>
                                        <p:attrNameLst>
                                          <p:attrName>ppt_h</p:attrName>
                                        </p:attrNameLst>
                                      </p:cBhvr>
                                      <p:tavLst>
                                        <p:tav tm="0">
                                          <p:val>
                                            <p:fltVal val="0"/>
                                          </p:val>
                                        </p:tav>
                                        <p:tav tm="100000">
                                          <p:val>
                                            <p:strVal val="#ppt_h"/>
                                          </p:val>
                                        </p:tav>
                                      </p:tavLst>
                                    </p:anim>
                                    <p:animEffect transition="in" filter="fade">
                                      <p:cBhvr>
                                        <p:cTn id="289" dur="7370"/>
                                        <p:tgtEl>
                                          <p:spTgt spid="388"/>
                                        </p:tgtEl>
                                      </p:cBhvr>
                                    </p:animEffect>
                                    <p:anim calcmode="lin" valueType="num">
                                      <p:cBhvr>
                                        <p:cTn id="290" dur="7370" fill="hold"/>
                                        <p:tgtEl>
                                          <p:spTgt spid="388"/>
                                        </p:tgtEl>
                                        <p:attrNameLst>
                                          <p:attrName>ppt_x</p:attrName>
                                        </p:attrNameLst>
                                      </p:cBhvr>
                                      <p:tavLst>
                                        <p:tav tm="0">
                                          <p:val>
                                            <p:fltVal val="0.5"/>
                                          </p:val>
                                        </p:tav>
                                        <p:tav tm="100000">
                                          <p:val>
                                            <p:strVal val="#ppt_x"/>
                                          </p:val>
                                        </p:tav>
                                      </p:tavLst>
                                    </p:anim>
                                    <p:anim calcmode="lin" valueType="num">
                                      <p:cBhvr>
                                        <p:cTn id="291" dur="7370" fill="hold"/>
                                        <p:tgtEl>
                                          <p:spTgt spid="388"/>
                                        </p:tgtEl>
                                        <p:attrNameLst>
                                          <p:attrName>ppt_y</p:attrName>
                                        </p:attrNameLst>
                                      </p:cBhvr>
                                      <p:tavLst>
                                        <p:tav tm="0">
                                          <p:val>
                                            <p:fltVal val="0.5"/>
                                          </p:val>
                                        </p:tav>
                                        <p:tav tm="100000">
                                          <p:val>
                                            <p:strVal val="#ppt_y"/>
                                          </p:val>
                                        </p:tav>
                                      </p:tavLst>
                                    </p:anim>
                                  </p:childTnLst>
                                </p:cTn>
                              </p:par>
                              <p:par>
                                <p:cTn id="292" presetID="53" presetClass="entr" presetSubtype="528" repeatCount="indefinite" fill="hold" grpId="0" nodeType="withEffect">
                                  <p:stCondLst>
                                    <p:cond delay="1018"/>
                                  </p:stCondLst>
                                  <p:childTnLst>
                                    <p:set>
                                      <p:cBhvr>
                                        <p:cTn id="293" dur="1" fill="hold">
                                          <p:stCondLst>
                                            <p:cond delay="0"/>
                                          </p:stCondLst>
                                        </p:cTn>
                                        <p:tgtEl>
                                          <p:spTgt spid="392"/>
                                        </p:tgtEl>
                                        <p:attrNameLst>
                                          <p:attrName>style.visibility</p:attrName>
                                        </p:attrNameLst>
                                      </p:cBhvr>
                                      <p:to>
                                        <p:strVal val="visible"/>
                                      </p:to>
                                    </p:set>
                                    <p:anim calcmode="lin" valueType="num">
                                      <p:cBhvr>
                                        <p:cTn id="294" dur="5261" fill="hold"/>
                                        <p:tgtEl>
                                          <p:spTgt spid="392"/>
                                        </p:tgtEl>
                                        <p:attrNameLst>
                                          <p:attrName>ppt_w</p:attrName>
                                        </p:attrNameLst>
                                      </p:cBhvr>
                                      <p:tavLst>
                                        <p:tav tm="0">
                                          <p:val>
                                            <p:fltVal val="0"/>
                                          </p:val>
                                        </p:tav>
                                        <p:tav tm="100000">
                                          <p:val>
                                            <p:strVal val="#ppt_w"/>
                                          </p:val>
                                        </p:tav>
                                      </p:tavLst>
                                    </p:anim>
                                    <p:anim calcmode="lin" valueType="num">
                                      <p:cBhvr>
                                        <p:cTn id="295" dur="5261" fill="hold"/>
                                        <p:tgtEl>
                                          <p:spTgt spid="392"/>
                                        </p:tgtEl>
                                        <p:attrNameLst>
                                          <p:attrName>ppt_h</p:attrName>
                                        </p:attrNameLst>
                                      </p:cBhvr>
                                      <p:tavLst>
                                        <p:tav tm="0">
                                          <p:val>
                                            <p:fltVal val="0"/>
                                          </p:val>
                                        </p:tav>
                                        <p:tav tm="100000">
                                          <p:val>
                                            <p:strVal val="#ppt_h"/>
                                          </p:val>
                                        </p:tav>
                                      </p:tavLst>
                                    </p:anim>
                                    <p:animEffect transition="in" filter="fade">
                                      <p:cBhvr>
                                        <p:cTn id="296" dur="5261"/>
                                        <p:tgtEl>
                                          <p:spTgt spid="392"/>
                                        </p:tgtEl>
                                      </p:cBhvr>
                                    </p:animEffect>
                                    <p:anim calcmode="lin" valueType="num">
                                      <p:cBhvr>
                                        <p:cTn id="297" dur="5261" fill="hold"/>
                                        <p:tgtEl>
                                          <p:spTgt spid="392"/>
                                        </p:tgtEl>
                                        <p:attrNameLst>
                                          <p:attrName>ppt_x</p:attrName>
                                        </p:attrNameLst>
                                      </p:cBhvr>
                                      <p:tavLst>
                                        <p:tav tm="0">
                                          <p:val>
                                            <p:fltVal val="0.5"/>
                                          </p:val>
                                        </p:tav>
                                        <p:tav tm="100000">
                                          <p:val>
                                            <p:strVal val="#ppt_x"/>
                                          </p:val>
                                        </p:tav>
                                      </p:tavLst>
                                    </p:anim>
                                    <p:anim calcmode="lin" valueType="num">
                                      <p:cBhvr>
                                        <p:cTn id="298" dur="5261" fill="hold"/>
                                        <p:tgtEl>
                                          <p:spTgt spid="392"/>
                                        </p:tgtEl>
                                        <p:attrNameLst>
                                          <p:attrName>ppt_y</p:attrName>
                                        </p:attrNameLst>
                                      </p:cBhvr>
                                      <p:tavLst>
                                        <p:tav tm="0">
                                          <p:val>
                                            <p:fltVal val="0.5"/>
                                          </p:val>
                                        </p:tav>
                                        <p:tav tm="100000">
                                          <p:val>
                                            <p:strVal val="#ppt_y"/>
                                          </p:val>
                                        </p:tav>
                                      </p:tavLst>
                                    </p:anim>
                                  </p:childTnLst>
                                </p:cTn>
                              </p:par>
                              <p:par>
                                <p:cTn id="299" presetID="53" presetClass="entr" presetSubtype="528" repeatCount="indefinite" fill="hold" grpId="0" nodeType="withEffect">
                                  <p:stCondLst>
                                    <p:cond delay="630"/>
                                  </p:stCondLst>
                                  <p:childTnLst>
                                    <p:set>
                                      <p:cBhvr>
                                        <p:cTn id="300" dur="1" fill="hold">
                                          <p:stCondLst>
                                            <p:cond delay="0"/>
                                          </p:stCondLst>
                                        </p:cTn>
                                        <p:tgtEl>
                                          <p:spTgt spid="397"/>
                                        </p:tgtEl>
                                        <p:attrNameLst>
                                          <p:attrName>style.visibility</p:attrName>
                                        </p:attrNameLst>
                                      </p:cBhvr>
                                      <p:to>
                                        <p:strVal val="visible"/>
                                      </p:to>
                                    </p:set>
                                    <p:anim calcmode="lin" valueType="num">
                                      <p:cBhvr>
                                        <p:cTn id="301" dur="6177" fill="hold"/>
                                        <p:tgtEl>
                                          <p:spTgt spid="397"/>
                                        </p:tgtEl>
                                        <p:attrNameLst>
                                          <p:attrName>ppt_w</p:attrName>
                                        </p:attrNameLst>
                                      </p:cBhvr>
                                      <p:tavLst>
                                        <p:tav tm="0">
                                          <p:val>
                                            <p:fltVal val="0"/>
                                          </p:val>
                                        </p:tav>
                                        <p:tav tm="100000">
                                          <p:val>
                                            <p:strVal val="#ppt_w"/>
                                          </p:val>
                                        </p:tav>
                                      </p:tavLst>
                                    </p:anim>
                                    <p:anim calcmode="lin" valueType="num">
                                      <p:cBhvr>
                                        <p:cTn id="302" dur="6177" fill="hold"/>
                                        <p:tgtEl>
                                          <p:spTgt spid="397"/>
                                        </p:tgtEl>
                                        <p:attrNameLst>
                                          <p:attrName>ppt_h</p:attrName>
                                        </p:attrNameLst>
                                      </p:cBhvr>
                                      <p:tavLst>
                                        <p:tav tm="0">
                                          <p:val>
                                            <p:fltVal val="0"/>
                                          </p:val>
                                        </p:tav>
                                        <p:tav tm="100000">
                                          <p:val>
                                            <p:strVal val="#ppt_h"/>
                                          </p:val>
                                        </p:tav>
                                      </p:tavLst>
                                    </p:anim>
                                    <p:animEffect transition="in" filter="fade">
                                      <p:cBhvr>
                                        <p:cTn id="303" dur="6177"/>
                                        <p:tgtEl>
                                          <p:spTgt spid="397"/>
                                        </p:tgtEl>
                                      </p:cBhvr>
                                    </p:animEffect>
                                    <p:anim calcmode="lin" valueType="num">
                                      <p:cBhvr>
                                        <p:cTn id="304" dur="6177" fill="hold"/>
                                        <p:tgtEl>
                                          <p:spTgt spid="397"/>
                                        </p:tgtEl>
                                        <p:attrNameLst>
                                          <p:attrName>ppt_x</p:attrName>
                                        </p:attrNameLst>
                                      </p:cBhvr>
                                      <p:tavLst>
                                        <p:tav tm="0">
                                          <p:val>
                                            <p:fltVal val="0.5"/>
                                          </p:val>
                                        </p:tav>
                                        <p:tav tm="100000">
                                          <p:val>
                                            <p:strVal val="#ppt_x"/>
                                          </p:val>
                                        </p:tav>
                                      </p:tavLst>
                                    </p:anim>
                                    <p:anim calcmode="lin" valueType="num">
                                      <p:cBhvr>
                                        <p:cTn id="305" dur="6177" fill="hold"/>
                                        <p:tgtEl>
                                          <p:spTgt spid="397"/>
                                        </p:tgtEl>
                                        <p:attrNameLst>
                                          <p:attrName>ppt_y</p:attrName>
                                        </p:attrNameLst>
                                      </p:cBhvr>
                                      <p:tavLst>
                                        <p:tav tm="0">
                                          <p:val>
                                            <p:fltVal val="0.5"/>
                                          </p:val>
                                        </p:tav>
                                        <p:tav tm="100000">
                                          <p:val>
                                            <p:strVal val="#ppt_y"/>
                                          </p:val>
                                        </p:tav>
                                      </p:tavLst>
                                    </p:anim>
                                  </p:childTnLst>
                                </p:cTn>
                              </p:par>
                              <p:par>
                                <p:cTn id="306" presetID="53" presetClass="entr" presetSubtype="528" repeatCount="indefinite" fill="hold" grpId="0" nodeType="withEffect">
                                  <p:stCondLst>
                                    <p:cond delay="1490"/>
                                  </p:stCondLst>
                                  <p:childTnLst>
                                    <p:set>
                                      <p:cBhvr>
                                        <p:cTn id="307" dur="1" fill="hold">
                                          <p:stCondLst>
                                            <p:cond delay="0"/>
                                          </p:stCondLst>
                                        </p:cTn>
                                        <p:tgtEl>
                                          <p:spTgt spid="402"/>
                                        </p:tgtEl>
                                        <p:attrNameLst>
                                          <p:attrName>style.visibility</p:attrName>
                                        </p:attrNameLst>
                                      </p:cBhvr>
                                      <p:to>
                                        <p:strVal val="visible"/>
                                      </p:to>
                                    </p:set>
                                    <p:anim calcmode="lin" valueType="num">
                                      <p:cBhvr>
                                        <p:cTn id="308" dur="5255" fill="hold"/>
                                        <p:tgtEl>
                                          <p:spTgt spid="402"/>
                                        </p:tgtEl>
                                        <p:attrNameLst>
                                          <p:attrName>ppt_w</p:attrName>
                                        </p:attrNameLst>
                                      </p:cBhvr>
                                      <p:tavLst>
                                        <p:tav tm="0">
                                          <p:val>
                                            <p:fltVal val="0"/>
                                          </p:val>
                                        </p:tav>
                                        <p:tav tm="100000">
                                          <p:val>
                                            <p:strVal val="#ppt_w"/>
                                          </p:val>
                                        </p:tav>
                                      </p:tavLst>
                                    </p:anim>
                                    <p:anim calcmode="lin" valueType="num">
                                      <p:cBhvr>
                                        <p:cTn id="309" dur="5255" fill="hold"/>
                                        <p:tgtEl>
                                          <p:spTgt spid="402"/>
                                        </p:tgtEl>
                                        <p:attrNameLst>
                                          <p:attrName>ppt_h</p:attrName>
                                        </p:attrNameLst>
                                      </p:cBhvr>
                                      <p:tavLst>
                                        <p:tav tm="0">
                                          <p:val>
                                            <p:fltVal val="0"/>
                                          </p:val>
                                        </p:tav>
                                        <p:tav tm="100000">
                                          <p:val>
                                            <p:strVal val="#ppt_h"/>
                                          </p:val>
                                        </p:tav>
                                      </p:tavLst>
                                    </p:anim>
                                    <p:animEffect transition="in" filter="fade">
                                      <p:cBhvr>
                                        <p:cTn id="310" dur="5255"/>
                                        <p:tgtEl>
                                          <p:spTgt spid="402"/>
                                        </p:tgtEl>
                                      </p:cBhvr>
                                    </p:animEffect>
                                    <p:anim calcmode="lin" valueType="num">
                                      <p:cBhvr>
                                        <p:cTn id="311" dur="5255" fill="hold"/>
                                        <p:tgtEl>
                                          <p:spTgt spid="402"/>
                                        </p:tgtEl>
                                        <p:attrNameLst>
                                          <p:attrName>ppt_x</p:attrName>
                                        </p:attrNameLst>
                                      </p:cBhvr>
                                      <p:tavLst>
                                        <p:tav tm="0">
                                          <p:val>
                                            <p:fltVal val="0.5"/>
                                          </p:val>
                                        </p:tav>
                                        <p:tav tm="100000">
                                          <p:val>
                                            <p:strVal val="#ppt_x"/>
                                          </p:val>
                                        </p:tav>
                                      </p:tavLst>
                                    </p:anim>
                                    <p:anim calcmode="lin" valueType="num">
                                      <p:cBhvr>
                                        <p:cTn id="312" dur="5255" fill="hold"/>
                                        <p:tgtEl>
                                          <p:spTgt spid="402"/>
                                        </p:tgtEl>
                                        <p:attrNameLst>
                                          <p:attrName>ppt_y</p:attrName>
                                        </p:attrNameLst>
                                      </p:cBhvr>
                                      <p:tavLst>
                                        <p:tav tm="0">
                                          <p:val>
                                            <p:fltVal val="0.5"/>
                                          </p:val>
                                        </p:tav>
                                        <p:tav tm="100000">
                                          <p:val>
                                            <p:strVal val="#ppt_y"/>
                                          </p:val>
                                        </p:tav>
                                      </p:tavLst>
                                    </p:anim>
                                  </p:childTnLst>
                                </p:cTn>
                              </p:par>
                              <p:par>
                                <p:cTn id="313" presetID="53" presetClass="entr" presetSubtype="528" repeatCount="indefinite" fill="hold" grpId="0" nodeType="withEffect">
                                  <p:stCondLst>
                                    <p:cond delay="633"/>
                                  </p:stCondLst>
                                  <p:childTnLst>
                                    <p:set>
                                      <p:cBhvr>
                                        <p:cTn id="314" dur="1" fill="hold">
                                          <p:stCondLst>
                                            <p:cond delay="0"/>
                                          </p:stCondLst>
                                        </p:cTn>
                                        <p:tgtEl>
                                          <p:spTgt spid="403"/>
                                        </p:tgtEl>
                                        <p:attrNameLst>
                                          <p:attrName>style.visibility</p:attrName>
                                        </p:attrNameLst>
                                      </p:cBhvr>
                                      <p:to>
                                        <p:strVal val="visible"/>
                                      </p:to>
                                    </p:set>
                                    <p:anim calcmode="lin" valueType="num">
                                      <p:cBhvr>
                                        <p:cTn id="315" dur="5534" fill="hold"/>
                                        <p:tgtEl>
                                          <p:spTgt spid="403"/>
                                        </p:tgtEl>
                                        <p:attrNameLst>
                                          <p:attrName>ppt_w</p:attrName>
                                        </p:attrNameLst>
                                      </p:cBhvr>
                                      <p:tavLst>
                                        <p:tav tm="0">
                                          <p:val>
                                            <p:fltVal val="0"/>
                                          </p:val>
                                        </p:tav>
                                        <p:tav tm="100000">
                                          <p:val>
                                            <p:strVal val="#ppt_w"/>
                                          </p:val>
                                        </p:tav>
                                      </p:tavLst>
                                    </p:anim>
                                    <p:anim calcmode="lin" valueType="num">
                                      <p:cBhvr>
                                        <p:cTn id="316" dur="5534" fill="hold"/>
                                        <p:tgtEl>
                                          <p:spTgt spid="403"/>
                                        </p:tgtEl>
                                        <p:attrNameLst>
                                          <p:attrName>ppt_h</p:attrName>
                                        </p:attrNameLst>
                                      </p:cBhvr>
                                      <p:tavLst>
                                        <p:tav tm="0">
                                          <p:val>
                                            <p:fltVal val="0"/>
                                          </p:val>
                                        </p:tav>
                                        <p:tav tm="100000">
                                          <p:val>
                                            <p:strVal val="#ppt_h"/>
                                          </p:val>
                                        </p:tav>
                                      </p:tavLst>
                                    </p:anim>
                                    <p:animEffect transition="in" filter="fade">
                                      <p:cBhvr>
                                        <p:cTn id="317" dur="5534"/>
                                        <p:tgtEl>
                                          <p:spTgt spid="403"/>
                                        </p:tgtEl>
                                      </p:cBhvr>
                                    </p:animEffect>
                                    <p:anim calcmode="lin" valueType="num">
                                      <p:cBhvr>
                                        <p:cTn id="318" dur="5534" fill="hold"/>
                                        <p:tgtEl>
                                          <p:spTgt spid="403"/>
                                        </p:tgtEl>
                                        <p:attrNameLst>
                                          <p:attrName>ppt_x</p:attrName>
                                        </p:attrNameLst>
                                      </p:cBhvr>
                                      <p:tavLst>
                                        <p:tav tm="0">
                                          <p:val>
                                            <p:fltVal val="0.5"/>
                                          </p:val>
                                        </p:tav>
                                        <p:tav tm="100000">
                                          <p:val>
                                            <p:strVal val="#ppt_x"/>
                                          </p:val>
                                        </p:tav>
                                      </p:tavLst>
                                    </p:anim>
                                    <p:anim calcmode="lin" valueType="num">
                                      <p:cBhvr>
                                        <p:cTn id="319" dur="5534" fill="hold"/>
                                        <p:tgtEl>
                                          <p:spTgt spid="403"/>
                                        </p:tgtEl>
                                        <p:attrNameLst>
                                          <p:attrName>ppt_y</p:attrName>
                                        </p:attrNameLst>
                                      </p:cBhvr>
                                      <p:tavLst>
                                        <p:tav tm="0">
                                          <p:val>
                                            <p:fltVal val="0.5"/>
                                          </p:val>
                                        </p:tav>
                                        <p:tav tm="100000">
                                          <p:val>
                                            <p:strVal val="#ppt_y"/>
                                          </p:val>
                                        </p:tav>
                                      </p:tavLst>
                                    </p:anim>
                                  </p:childTnLst>
                                </p:cTn>
                              </p:par>
                              <p:par>
                                <p:cTn id="320" presetID="53" presetClass="entr" presetSubtype="528" repeatCount="indefinite" fill="hold" grpId="0" nodeType="withEffect">
                                  <p:stCondLst>
                                    <p:cond delay="377"/>
                                  </p:stCondLst>
                                  <p:childTnLst>
                                    <p:set>
                                      <p:cBhvr>
                                        <p:cTn id="321" dur="1" fill="hold">
                                          <p:stCondLst>
                                            <p:cond delay="0"/>
                                          </p:stCondLst>
                                        </p:cTn>
                                        <p:tgtEl>
                                          <p:spTgt spid="404"/>
                                        </p:tgtEl>
                                        <p:attrNameLst>
                                          <p:attrName>style.visibility</p:attrName>
                                        </p:attrNameLst>
                                      </p:cBhvr>
                                      <p:to>
                                        <p:strVal val="visible"/>
                                      </p:to>
                                    </p:set>
                                    <p:anim calcmode="lin" valueType="num">
                                      <p:cBhvr>
                                        <p:cTn id="322" dur="6932" fill="hold"/>
                                        <p:tgtEl>
                                          <p:spTgt spid="404"/>
                                        </p:tgtEl>
                                        <p:attrNameLst>
                                          <p:attrName>ppt_w</p:attrName>
                                        </p:attrNameLst>
                                      </p:cBhvr>
                                      <p:tavLst>
                                        <p:tav tm="0">
                                          <p:val>
                                            <p:fltVal val="0"/>
                                          </p:val>
                                        </p:tav>
                                        <p:tav tm="100000">
                                          <p:val>
                                            <p:strVal val="#ppt_w"/>
                                          </p:val>
                                        </p:tav>
                                      </p:tavLst>
                                    </p:anim>
                                    <p:anim calcmode="lin" valueType="num">
                                      <p:cBhvr>
                                        <p:cTn id="323" dur="6932" fill="hold"/>
                                        <p:tgtEl>
                                          <p:spTgt spid="404"/>
                                        </p:tgtEl>
                                        <p:attrNameLst>
                                          <p:attrName>ppt_h</p:attrName>
                                        </p:attrNameLst>
                                      </p:cBhvr>
                                      <p:tavLst>
                                        <p:tav tm="0">
                                          <p:val>
                                            <p:fltVal val="0"/>
                                          </p:val>
                                        </p:tav>
                                        <p:tav tm="100000">
                                          <p:val>
                                            <p:strVal val="#ppt_h"/>
                                          </p:val>
                                        </p:tav>
                                      </p:tavLst>
                                    </p:anim>
                                    <p:animEffect transition="in" filter="fade">
                                      <p:cBhvr>
                                        <p:cTn id="324" dur="6932"/>
                                        <p:tgtEl>
                                          <p:spTgt spid="404"/>
                                        </p:tgtEl>
                                      </p:cBhvr>
                                    </p:animEffect>
                                    <p:anim calcmode="lin" valueType="num">
                                      <p:cBhvr>
                                        <p:cTn id="325" dur="6932" fill="hold"/>
                                        <p:tgtEl>
                                          <p:spTgt spid="404"/>
                                        </p:tgtEl>
                                        <p:attrNameLst>
                                          <p:attrName>ppt_x</p:attrName>
                                        </p:attrNameLst>
                                      </p:cBhvr>
                                      <p:tavLst>
                                        <p:tav tm="0">
                                          <p:val>
                                            <p:fltVal val="0.5"/>
                                          </p:val>
                                        </p:tav>
                                        <p:tav tm="100000">
                                          <p:val>
                                            <p:strVal val="#ppt_x"/>
                                          </p:val>
                                        </p:tav>
                                      </p:tavLst>
                                    </p:anim>
                                    <p:anim calcmode="lin" valueType="num">
                                      <p:cBhvr>
                                        <p:cTn id="326" dur="6932" fill="hold"/>
                                        <p:tgtEl>
                                          <p:spTgt spid="404"/>
                                        </p:tgtEl>
                                        <p:attrNameLst>
                                          <p:attrName>ppt_y</p:attrName>
                                        </p:attrNameLst>
                                      </p:cBhvr>
                                      <p:tavLst>
                                        <p:tav tm="0">
                                          <p:val>
                                            <p:fltVal val="0.5"/>
                                          </p:val>
                                        </p:tav>
                                        <p:tav tm="100000">
                                          <p:val>
                                            <p:strVal val="#ppt_y"/>
                                          </p:val>
                                        </p:tav>
                                      </p:tavLst>
                                    </p:anim>
                                  </p:childTnLst>
                                </p:cTn>
                              </p:par>
                              <p:par>
                                <p:cTn id="327" presetID="53" presetClass="entr" presetSubtype="528" repeatCount="indefinite" fill="hold" grpId="0" nodeType="withEffect">
                                  <p:stCondLst>
                                    <p:cond delay="1461"/>
                                  </p:stCondLst>
                                  <p:childTnLst>
                                    <p:set>
                                      <p:cBhvr>
                                        <p:cTn id="328" dur="1" fill="hold">
                                          <p:stCondLst>
                                            <p:cond delay="0"/>
                                          </p:stCondLst>
                                        </p:cTn>
                                        <p:tgtEl>
                                          <p:spTgt spid="405"/>
                                        </p:tgtEl>
                                        <p:attrNameLst>
                                          <p:attrName>style.visibility</p:attrName>
                                        </p:attrNameLst>
                                      </p:cBhvr>
                                      <p:to>
                                        <p:strVal val="visible"/>
                                      </p:to>
                                    </p:set>
                                    <p:anim calcmode="lin" valueType="num">
                                      <p:cBhvr>
                                        <p:cTn id="329" dur="7218" fill="hold"/>
                                        <p:tgtEl>
                                          <p:spTgt spid="405"/>
                                        </p:tgtEl>
                                        <p:attrNameLst>
                                          <p:attrName>ppt_w</p:attrName>
                                        </p:attrNameLst>
                                      </p:cBhvr>
                                      <p:tavLst>
                                        <p:tav tm="0">
                                          <p:val>
                                            <p:fltVal val="0"/>
                                          </p:val>
                                        </p:tav>
                                        <p:tav tm="100000">
                                          <p:val>
                                            <p:strVal val="#ppt_w"/>
                                          </p:val>
                                        </p:tav>
                                      </p:tavLst>
                                    </p:anim>
                                    <p:anim calcmode="lin" valueType="num">
                                      <p:cBhvr>
                                        <p:cTn id="330" dur="7218" fill="hold"/>
                                        <p:tgtEl>
                                          <p:spTgt spid="405"/>
                                        </p:tgtEl>
                                        <p:attrNameLst>
                                          <p:attrName>ppt_h</p:attrName>
                                        </p:attrNameLst>
                                      </p:cBhvr>
                                      <p:tavLst>
                                        <p:tav tm="0">
                                          <p:val>
                                            <p:fltVal val="0"/>
                                          </p:val>
                                        </p:tav>
                                        <p:tav tm="100000">
                                          <p:val>
                                            <p:strVal val="#ppt_h"/>
                                          </p:val>
                                        </p:tav>
                                      </p:tavLst>
                                    </p:anim>
                                    <p:animEffect transition="in" filter="fade">
                                      <p:cBhvr>
                                        <p:cTn id="331" dur="7218"/>
                                        <p:tgtEl>
                                          <p:spTgt spid="405"/>
                                        </p:tgtEl>
                                      </p:cBhvr>
                                    </p:animEffect>
                                    <p:anim calcmode="lin" valueType="num">
                                      <p:cBhvr>
                                        <p:cTn id="332" dur="7218" fill="hold"/>
                                        <p:tgtEl>
                                          <p:spTgt spid="405"/>
                                        </p:tgtEl>
                                        <p:attrNameLst>
                                          <p:attrName>ppt_x</p:attrName>
                                        </p:attrNameLst>
                                      </p:cBhvr>
                                      <p:tavLst>
                                        <p:tav tm="0">
                                          <p:val>
                                            <p:fltVal val="0.5"/>
                                          </p:val>
                                        </p:tav>
                                        <p:tav tm="100000">
                                          <p:val>
                                            <p:strVal val="#ppt_x"/>
                                          </p:val>
                                        </p:tav>
                                      </p:tavLst>
                                    </p:anim>
                                    <p:anim calcmode="lin" valueType="num">
                                      <p:cBhvr>
                                        <p:cTn id="333" dur="7218" fill="hold"/>
                                        <p:tgtEl>
                                          <p:spTgt spid="405"/>
                                        </p:tgtEl>
                                        <p:attrNameLst>
                                          <p:attrName>ppt_y</p:attrName>
                                        </p:attrNameLst>
                                      </p:cBhvr>
                                      <p:tavLst>
                                        <p:tav tm="0">
                                          <p:val>
                                            <p:fltVal val="0.5"/>
                                          </p:val>
                                        </p:tav>
                                        <p:tav tm="100000">
                                          <p:val>
                                            <p:strVal val="#ppt_y"/>
                                          </p:val>
                                        </p:tav>
                                      </p:tavLst>
                                    </p:anim>
                                  </p:childTnLst>
                                </p:cTn>
                              </p:par>
                              <p:par>
                                <p:cTn id="334" presetID="53" presetClass="entr" presetSubtype="528" repeatCount="indefinite" fill="hold" grpId="0" nodeType="withEffect">
                                  <p:stCondLst>
                                    <p:cond delay="1078"/>
                                  </p:stCondLst>
                                  <p:childTnLst>
                                    <p:set>
                                      <p:cBhvr>
                                        <p:cTn id="335" dur="1" fill="hold">
                                          <p:stCondLst>
                                            <p:cond delay="0"/>
                                          </p:stCondLst>
                                        </p:cTn>
                                        <p:tgtEl>
                                          <p:spTgt spid="406"/>
                                        </p:tgtEl>
                                        <p:attrNameLst>
                                          <p:attrName>style.visibility</p:attrName>
                                        </p:attrNameLst>
                                      </p:cBhvr>
                                      <p:to>
                                        <p:strVal val="visible"/>
                                      </p:to>
                                    </p:set>
                                    <p:anim calcmode="lin" valueType="num">
                                      <p:cBhvr>
                                        <p:cTn id="336" dur="6826" fill="hold"/>
                                        <p:tgtEl>
                                          <p:spTgt spid="406"/>
                                        </p:tgtEl>
                                        <p:attrNameLst>
                                          <p:attrName>ppt_w</p:attrName>
                                        </p:attrNameLst>
                                      </p:cBhvr>
                                      <p:tavLst>
                                        <p:tav tm="0">
                                          <p:val>
                                            <p:fltVal val="0"/>
                                          </p:val>
                                        </p:tav>
                                        <p:tav tm="100000">
                                          <p:val>
                                            <p:strVal val="#ppt_w"/>
                                          </p:val>
                                        </p:tav>
                                      </p:tavLst>
                                    </p:anim>
                                    <p:anim calcmode="lin" valueType="num">
                                      <p:cBhvr>
                                        <p:cTn id="337" dur="6826" fill="hold"/>
                                        <p:tgtEl>
                                          <p:spTgt spid="406"/>
                                        </p:tgtEl>
                                        <p:attrNameLst>
                                          <p:attrName>ppt_h</p:attrName>
                                        </p:attrNameLst>
                                      </p:cBhvr>
                                      <p:tavLst>
                                        <p:tav tm="0">
                                          <p:val>
                                            <p:fltVal val="0"/>
                                          </p:val>
                                        </p:tav>
                                        <p:tav tm="100000">
                                          <p:val>
                                            <p:strVal val="#ppt_h"/>
                                          </p:val>
                                        </p:tav>
                                      </p:tavLst>
                                    </p:anim>
                                    <p:animEffect transition="in" filter="fade">
                                      <p:cBhvr>
                                        <p:cTn id="338" dur="6826"/>
                                        <p:tgtEl>
                                          <p:spTgt spid="406"/>
                                        </p:tgtEl>
                                      </p:cBhvr>
                                    </p:animEffect>
                                    <p:anim calcmode="lin" valueType="num">
                                      <p:cBhvr>
                                        <p:cTn id="339" dur="6826" fill="hold"/>
                                        <p:tgtEl>
                                          <p:spTgt spid="406"/>
                                        </p:tgtEl>
                                        <p:attrNameLst>
                                          <p:attrName>ppt_x</p:attrName>
                                        </p:attrNameLst>
                                      </p:cBhvr>
                                      <p:tavLst>
                                        <p:tav tm="0">
                                          <p:val>
                                            <p:fltVal val="0.5"/>
                                          </p:val>
                                        </p:tav>
                                        <p:tav tm="100000">
                                          <p:val>
                                            <p:strVal val="#ppt_x"/>
                                          </p:val>
                                        </p:tav>
                                      </p:tavLst>
                                    </p:anim>
                                    <p:anim calcmode="lin" valueType="num">
                                      <p:cBhvr>
                                        <p:cTn id="340" dur="6826" fill="hold"/>
                                        <p:tgtEl>
                                          <p:spTgt spid="406"/>
                                        </p:tgtEl>
                                        <p:attrNameLst>
                                          <p:attrName>ppt_y</p:attrName>
                                        </p:attrNameLst>
                                      </p:cBhvr>
                                      <p:tavLst>
                                        <p:tav tm="0">
                                          <p:val>
                                            <p:fltVal val="0.5"/>
                                          </p:val>
                                        </p:tav>
                                        <p:tav tm="100000">
                                          <p:val>
                                            <p:strVal val="#ppt_y"/>
                                          </p:val>
                                        </p:tav>
                                      </p:tavLst>
                                    </p:anim>
                                  </p:childTnLst>
                                </p:cTn>
                              </p:par>
                              <p:par>
                                <p:cTn id="341" presetID="53" presetClass="entr" presetSubtype="528" repeatCount="indefinite" fill="hold" grpId="0" nodeType="withEffect">
                                  <p:stCondLst>
                                    <p:cond delay="1447"/>
                                  </p:stCondLst>
                                  <p:childTnLst>
                                    <p:set>
                                      <p:cBhvr>
                                        <p:cTn id="342" dur="1" fill="hold">
                                          <p:stCondLst>
                                            <p:cond delay="0"/>
                                          </p:stCondLst>
                                        </p:cTn>
                                        <p:tgtEl>
                                          <p:spTgt spid="408"/>
                                        </p:tgtEl>
                                        <p:attrNameLst>
                                          <p:attrName>style.visibility</p:attrName>
                                        </p:attrNameLst>
                                      </p:cBhvr>
                                      <p:to>
                                        <p:strVal val="visible"/>
                                      </p:to>
                                    </p:set>
                                    <p:anim calcmode="lin" valueType="num">
                                      <p:cBhvr>
                                        <p:cTn id="343" dur="5322" fill="hold"/>
                                        <p:tgtEl>
                                          <p:spTgt spid="408"/>
                                        </p:tgtEl>
                                        <p:attrNameLst>
                                          <p:attrName>ppt_w</p:attrName>
                                        </p:attrNameLst>
                                      </p:cBhvr>
                                      <p:tavLst>
                                        <p:tav tm="0">
                                          <p:val>
                                            <p:fltVal val="0"/>
                                          </p:val>
                                        </p:tav>
                                        <p:tav tm="100000">
                                          <p:val>
                                            <p:strVal val="#ppt_w"/>
                                          </p:val>
                                        </p:tav>
                                      </p:tavLst>
                                    </p:anim>
                                    <p:anim calcmode="lin" valueType="num">
                                      <p:cBhvr>
                                        <p:cTn id="344" dur="5322" fill="hold"/>
                                        <p:tgtEl>
                                          <p:spTgt spid="408"/>
                                        </p:tgtEl>
                                        <p:attrNameLst>
                                          <p:attrName>ppt_h</p:attrName>
                                        </p:attrNameLst>
                                      </p:cBhvr>
                                      <p:tavLst>
                                        <p:tav tm="0">
                                          <p:val>
                                            <p:fltVal val="0"/>
                                          </p:val>
                                        </p:tav>
                                        <p:tav tm="100000">
                                          <p:val>
                                            <p:strVal val="#ppt_h"/>
                                          </p:val>
                                        </p:tav>
                                      </p:tavLst>
                                    </p:anim>
                                    <p:animEffect transition="in" filter="fade">
                                      <p:cBhvr>
                                        <p:cTn id="345" dur="5322"/>
                                        <p:tgtEl>
                                          <p:spTgt spid="408"/>
                                        </p:tgtEl>
                                      </p:cBhvr>
                                    </p:animEffect>
                                    <p:anim calcmode="lin" valueType="num">
                                      <p:cBhvr>
                                        <p:cTn id="346" dur="5322" fill="hold"/>
                                        <p:tgtEl>
                                          <p:spTgt spid="408"/>
                                        </p:tgtEl>
                                        <p:attrNameLst>
                                          <p:attrName>ppt_x</p:attrName>
                                        </p:attrNameLst>
                                      </p:cBhvr>
                                      <p:tavLst>
                                        <p:tav tm="0">
                                          <p:val>
                                            <p:fltVal val="0.5"/>
                                          </p:val>
                                        </p:tav>
                                        <p:tav tm="100000">
                                          <p:val>
                                            <p:strVal val="#ppt_x"/>
                                          </p:val>
                                        </p:tav>
                                      </p:tavLst>
                                    </p:anim>
                                    <p:anim calcmode="lin" valueType="num">
                                      <p:cBhvr>
                                        <p:cTn id="347" dur="5322" fill="hold"/>
                                        <p:tgtEl>
                                          <p:spTgt spid="408"/>
                                        </p:tgtEl>
                                        <p:attrNameLst>
                                          <p:attrName>ppt_y</p:attrName>
                                        </p:attrNameLst>
                                      </p:cBhvr>
                                      <p:tavLst>
                                        <p:tav tm="0">
                                          <p:val>
                                            <p:fltVal val="0.5"/>
                                          </p:val>
                                        </p:tav>
                                        <p:tav tm="100000">
                                          <p:val>
                                            <p:strVal val="#ppt_y"/>
                                          </p:val>
                                        </p:tav>
                                      </p:tavLst>
                                    </p:anim>
                                  </p:childTnLst>
                                </p:cTn>
                              </p:par>
                              <p:par>
                                <p:cTn id="348" presetID="53" presetClass="entr" presetSubtype="528" repeatCount="indefinite" fill="hold" grpId="0" nodeType="withEffect">
                                  <p:stCondLst>
                                    <p:cond delay="1654"/>
                                  </p:stCondLst>
                                  <p:childTnLst>
                                    <p:set>
                                      <p:cBhvr>
                                        <p:cTn id="349" dur="1" fill="hold">
                                          <p:stCondLst>
                                            <p:cond delay="0"/>
                                          </p:stCondLst>
                                        </p:cTn>
                                        <p:tgtEl>
                                          <p:spTgt spid="409"/>
                                        </p:tgtEl>
                                        <p:attrNameLst>
                                          <p:attrName>style.visibility</p:attrName>
                                        </p:attrNameLst>
                                      </p:cBhvr>
                                      <p:to>
                                        <p:strVal val="visible"/>
                                      </p:to>
                                    </p:set>
                                    <p:anim calcmode="lin" valueType="num">
                                      <p:cBhvr>
                                        <p:cTn id="350" dur="6922" fill="hold"/>
                                        <p:tgtEl>
                                          <p:spTgt spid="409"/>
                                        </p:tgtEl>
                                        <p:attrNameLst>
                                          <p:attrName>ppt_w</p:attrName>
                                        </p:attrNameLst>
                                      </p:cBhvr>
                                      <p:tavLst>
                                        <p:tav tm="0">
                                          <p:val>
                                            <p:fltVal val="0"/>
                                          </p:val>
                                        </p:tav>
                                        <p:tav tm="100000">
                                          <p:val>
                                            <p:strVal val="#ppt_w"/>
                                          </p:val>
                                        </p:tav>
                                      </p:tavLst>
                                    </p:anim>
                                    <p:anim calcmode="lin" valueType="num">
                                      <p:cBhvr>
                                        <p:cTn id="351" dur="6922" fill="hold"/>
                                        <p:tgtEl>
                                          <p:spTgt spid="409"/>
                                        </p:tgtEl>
                                        <p:attrNameLst>
                                          <p:attrName>ppt_h</p:attrName>
                                        </p:attrNameLst>
                                      </p:cBhvr>
                                      <p:tavLst>
                                        <p:tav tm="0">
                                          <p:val>
                                            <p:fltVal val="0"/>
                                          </p:val>
                                        </p:tav>
                                        <p:tav tm="100000">
                                          <p:val>
                                            <p:strVal val="#ppt_h"/>
                                          </p:val>
                                        </p:tav>
                                      </p:tavLst>
                                    </p:anim>
                                    <p:animEffect transition="in" filter="fade">
                                      <p:cBhvr>
                                        <p:cTn id="352" dur="6922"/>
                                        <p:tgtEl>
                                          <p:spTgt spid="409"/>
                                        </p:tgtEl>
                                      </p:cBhvr>
                                    </p:animEffect>
                                    <p:anim calcmode="lin" valueType="num">
                                      <p:cBhvr>
                                        <p:cTn id="353" dur="6922" fill="hold"/>
                                        <p:tgtEl>
                                          <p:spTgt spid="409"/>
                                        </p:tgtEl>
                                        <p:attrNameLst>
                                          <p:attrName>ppt_x</p:attrName>
                                        </p:attrNameLst>
                                      </p:cBhvr>
                                      <p:tavLst>
                                        <p:tav tm="0">
                                          <p:val>
                                            <p:fltVal val="0.5"/>
                                          </p:val>
                                        </p:tav>
                                        <p:tav tm="100000">
                                          <p:val>
                                            <p:strVal val="#ppt_x"/>
                                          </p:val>
                                        </p:tav>
                                      </p:tavLst>
                                    </p:anim>
                                    <p:anim calcmode="lin" valueType="num">
                                      <p:cBhvr>
                                        <p:cTn id="354" dur="6922" fill="hold"/>
                                        <p:tgtEl>
                                          <p:spTgt spid="409"/>
                                        </p:tgtEl>
                                        <p:attrNameLst>
                                          <p:attrName>ppt_y</p:attrName>
                                        </p:attrNameLst>
                                      </p:cBhvr>
                                      <p:tavLst>
                                        <p:tav tm="0">
                                          <p:val>
                                            <p:fltVal val="0.5"/>
                                          </p:val>
                                        </p:tav>
                                        <p:tav tm="100000">
                                          <p:val>
                                            <p:strVal val="#ppt_y"/>
                                          </p:val>
                                        </p:tav>
                                      </p:tavLst>
                                    </p:anim>
                                  </p:childTnLst>
                                </p:cTn>
                              </p:par>
                              <p:par>
                                <p:cTn id="355" presetID="53" presetClass="entr" presetSubtype="528" repeatCount="indefinite" fill="hold" grpId="0" nodeType="withEffect">
                                  <p:stCondLst>
                                    <p:cond delay="487"/>
                                  </p:stCondLst>
                                  <p:childTnLst>
                                    <p:set>
                                      <p:cBhvr>
                                        <p:cTn id="356" dur="1" fill="hold">
                                          <p:stCondLst>
                                            <p:cond delay="0"/>
                                          </p:stCondLst>
                                        </p:cTn>
                                        <p:tgtEl>
                                          <p:spTgt spid="412"/>
                                        </p:tgtEl>
                                        <p:attrNameLst>
                                          <p:attrName>style.visibility</p:attrName>
                                        </p:attrNameLst>
                                      </p:cBhvr>
                                      <p:to>
                                        <p:strVal val="visible"/>
                                      </p:to>
                                    </p:set>
                                    <p:anim calcmode="lin" valueType="num">
                                      <p:cBhvr>
                                        <p:cTn id="357" dur="7039" fill="hold"/>
                                        <p:tgtEl>
                                          <p:spTgt spid="412"/>
                                        </p:tgtEl>
                                        <p:attrNameLst>
                                          <p:attrName>ppt_w</p:attrName>
                                        </p:attrNameLst>
                                      </p:cBhvr>
                                      <p:tavLst>
                                        <p:tav tm="0">
                                          <p:val>
                                            <p:fltVal val="0"/>
                                          </p:val>
                                        </p:tav>
                                        <p:tav tm="100000">
                                          <p:val>
                                            <p:strVal val="#ppt_w"/>
                                          </p:val>
                                        </p:tav>
                                      </p:tavLst>
                                    </p:anim>
                                    <p:anim calcmode="lin" valueType="num">
                                      <p:cBhvr>
                                        <p:cTn id="358" dur="7039" fill="hold"/>
                                        <p:tgtEl>
                                          <p:spTgt spid="412"/>
                                        </p:tgtEl>
                                        <p:attrNameLst>
                                          <p:attrName>ppt_h</p:attrName>
                                        </p:attrNameLst>
                                      </p:cBhvr>
                                      <p:tavLst>
                                        <p:tav tm="0">
                                          <p:val>
                                            <p:fltVal val="0"/>
                                          </p:val>
                                        </p:tav>
                                        <p:tav tm="100000">
                                          <p:val>
                                            <p:strVal val="#ppt_h"/>
                                          </p:val>
                                        </p:tav>
                                      </p:tavLst>
                                    </p:anim>
                                    <p:animEffect transition="in" filter="fade">
                                      <p:cBhvr>
                                        <p:cTn id="359" dur="7039"/>
                                        <p:tgtEl>
                                          <p:spTgt spid="412"/>
                                        </p:tgtEl>
                                      </p:cBhvr>
                                    </p:animEffect>
                                    <p:anim calcmode="lin" valueType="num">
                                      <p:cBhvr>
                                        <p:cTn id="360" dur="7039" fill="hold"/>
                                        <p:tgtEl>
                                          <p:spTgt spid="412"/>
                                        </p:tgtEl>
                                        <p:attrNameLst>
                                          <p:attrName>ppt_x</p:attrName>
                                        </p:attrNameLst>
                                      </p:cBhvr>
                                      <p:tavLst>
                                        <p:tav tm="0">
                                          <p:val>
                                            <p:fltVal val="0.5"/>
                                          </p:val>
                                        </p:tav>
                                        <p:tav tm="100000">
                                          <p:val>
                                            <p:strVal val="#ppt_x"/>
                                          </p:val>
                                        </p:tav>
                                      </p:tavLst>
                                    </p:anim>
                                    <p:anim calcmode="lin" valueType="num">
                                      <p:cBhvr>
                                        <p:cTn id="361" dur="7039" fill="hold"/>
                                        <p:tgtEl>
                                          <p:spTgt spid="412"/>
                                        </p:tgtEl>
                                        <p:attrNameLst>
                                          <p:attrName>ppt_y</p:attrName>
                                        </p:attrNameLst>
                                      </p:cBhvr>
                                      <p:tavLst>
                                        <p:tav tm="0">
                                          <p:val>
                                            <p:fltVal val="0.5"/>
                                          </p:val>
                                        </p:tav>
                                        <p:tav tm="100000">
                                          <p:val>
                                            <p:strVal val="#ppt_y"/>
                                          </p:val>
                                        </p:tav>
                                      </p:tavLst>
                                    </p:anim>
                                  </p:childTnLst>
                                </p:cTn>
                              </p:par>
                              <p:par>
                                <p:cTn id="362" presetID="53" presetClass="entr" presetSubtype="528" repeatCount="indefinite" fill="hold" grpId="0" nodeType="withEffect">
                                  <p:stCondLst>
                                    <p:cond delay="1043"/>
                                  </p:stCondLst>
                                  <p:childTnLst>
                                    <p:set>
                                      <p:cBhvr>
                                        <p:cTn id="363" dur="1" fill="hold">
                                          <p:stCondLst>
                                            <p:cond delay="0"/>
                                          </p:stCondLst>
                                        </p:cTn>
                                        <p:tgtEl>
                                          <p:spTgt spid="413"/>
                                        </p:tgtEl>
                                        <p:attrNameLst>
                                          <p:attrName>style.visibility</p:attrName>
                                        </p:attrNameLst>
                                      </p:cBhvr>
                                      <p:to>
                                        <p:strVal val="visible"/>
                                      </p:to>
                                    </p:set>
                                    <p:anim calcmode="lin" valueType="num">
                                      <p:cBhvr>
                                        <p:cTn id="364" dur="6539" fill="hold"/>
                                        <p:tgtEl>
                                          <p:spTgt spid="413"/>
                                        </p:tgtEl>
                                        <p:attrNameLst>
                                          <p:attrName>ppt_w</p:attrName>
                                        </p:attrNameLst>
                                      </p:cBhvr>
                                      <p:tavLst>
                                        <p:tav tm="0">
                                          <p:val>
                                            <p:fltVal val="0"/>
                                          </p:val>
                                        </p:tav>
                                        <p:tav tm="100000">
                                          <p:val>
                                            <p:strVal val="#ppt_w"/>
                                          </p:val>
                                        </p:tav>
                                      </p:tavLst>
                                    </p:anim>
                                    <p:anim calcmode="lin" valueType="num">
                                      <p:cBhvr>
                                        <p:cTn id="365" dur="6539" fill="hold"/>
                                        <p:tgtEl>
                                          <p:spTgt spid="413"/>
                                        </p:tgtEl>
                                        <p:attrNameLst>
                                          <p:attrName>ppt_h</p:attrName>
                                        </p:attrNameLst>
                                      </p:cBhvr>
                                      <p:tavLst>
                                        <p:tav tm="0">
                                          <p:val>
                                            <p:fltVal val="0"/>
                                          </p:val>
                                        </p:tav>
                                        <p:tav tm="100000">
                                          <p:val>
                                            <p:strVal val="#ppt_h"/>
                                          </p:val>
                                        </p:tav>
                                      </p:tavLst>
                                    </p:anim>
                                    <p:animEffect transition="in" filter="fade">
                                      <p:cBhvr>
                                        <p:cTn id="366" dur="6539"/>
                                        <p:tgtEl>
                                          <p:spTgt spid="413"/>
                                        </p:tgtEl>
                                      </p:cBhvr>
                                    </p:animEffect>
                                    <p:anim calcmode="lin" valueType="num">
                                      <p:cBhvr>
                                        <p:cTn id="367" dur="6539" fill="hold"/>
                                        <p:tgtEl>
                                          <p:spTgt spid="413"/>
                                        </p:tgtEl>
                                        <p:attrNameLst>
                                          <p:attrName>ppt_x</p:attrName>
                                        </p:attrNameLst>
                                      </p:cBhvr>
                                      <p:tavLst>
                                        <p:tav tm="0">
                                          <p:val>
                                            <p:fltVal val="0.5"/>
                                          </p:val>
                                        </p:tav>
                                        <p:tav tm="100000">
                                          <p:val>
                                            <p:strVal val="#ppt_x"/>
                                          </p:val>
                                        </p:tav>
                                      </p:tavLst>
                                    </p:anim>
                                    <p:anim calcmode="lin" valueType="num">
                                      <p:cBhvr>
                                        <p:cTn id="368" dur="6539" fill="hold"/>
                                        <p:tgtEl>
                                          <p:spTgt spid="413"/>
                                        </p:tgtEl>
                                        <p:attrNameLst>
                                          <p:attrName>ppt_y</p:attrName>
                                        </p:attrNameLst>
                                      </p:cBhvr>
                                      <p:tavLst>
                                        <p:tav tm="0">
                                          <p:val>
                                            <p:fltVal val="0.5"/>
                                          </p:val>
                                        </p:tav>
                                        <p:tav tm="100000">
                                          <p:val>
                                            <p:strVal val="#ppt_y"/>
                                          </p:val>
                                        </p:tav>
                                      </p:tavLst>
                                    </p:anim>
                                  </p:childTnLst>
                                </p:cTn>
                              </p:par>
                              <p:par>
                                <p:cTn id="369" presetID="53" presetClass="entr" presetSubtype="528" repeatCount="indefinite" fill="hold" grpId="0" nodeType="withEffect">
                                  <p:stCondLst>
                                    <p:cond delay="502"/>
                                  </p:stCondLst>
                                  <p:childTnLst>
                                    <p:set>
                                      <p:cBhvr>
                                        <p:cTn id="370" dur="1" fill="hold">
                                          <p:stCondLst>
                                            <p:cond delay="0"/>
                                          </p:stCondLst>
                                        </p:cTn>
                                        <p:tgtEl>
                                          <p:spTgt spid="415"/>
                                        </p:tgtEl>
                                        <p:attrNameLst>
                                          <p:attrName>style.visibility</p:attrName>
                                        </p:attrNameLst>
                                      </p:cBhvr>
                                      <p:to>
                                        <p:strVal val="visible"/>
                                      </p:to>
                                    </p:set>
                                    <p:anim calcmode="lin" valueType="num">
                                      <p:cBhvr>
                                        <p:cTn id="371" dur="5392" fill="hold"/>
                                        <p:tgtEl>
                                          <p:spTgt spid="415"/>
                                        </p:tgtEl>
                                        <p:attrNameLst>
                                          <p:attrName>ppt_w</p:attrName>
                                        </p:attrNameLst>
                                      </p:cBhvr>
                                      <p:tavLst>
                                        <p:tav tm="0">
                                          <p:val>
                                            <p:fltVal val="0"/>
                                          </p:val>
                                        </p:tav>
                                        <p:tav tm="100000">
                                          <p:val>
                                            <p:strVal val="#ppt_w"/>
                                          </p:val>
                                        </p:tav>
                                      </p:tavLst>
                                    </p:anim>
                                    <p:anim calcmode="lin" valueType="num">
                                      <p:cBhvr>
                                        <p:cTn id="372" dur="5392" fill="hold"/>
                                        <p:tgtEl>
                                          <p:spTgt spid="415"/>
                                        </p:tgtEl>
                                        <p:attrNameLst>
                                          <p:attrName>ppt_h</p:attrName>
                                        </p:attrNameLst>
                                      </p:cBhvr>
                                      <p:tavLst>
                                        <p:tav tm="0">
                                          <p:val>
                                            <p:fltVal val="0"/>
                                          </p:val>
                                        </p:tav>
                                        <p:tav tm="100000">
                                          <p:val>
                                            <p:strVal val="#ppt_h"/>
                                          </p:val>
                                        </p:tav>
                                      </p:tavLst>
                                    </p:anim>
                                    <p:animEffect transition="in" filter="fade">
                                      <p:cBhvr>
                                        <p:cTn id="373" dur="5392"/>
                                        <p:tgtEl>
                                          <p:spTgt spid="415"/>
                                        </p:tgtEl>
                                      </p:cBhvr>
                                    </p:animEffect>
                                    <p:anim calcmode="lin" valueType="num">
                                      <p:cBhvr>
                                        <p:cTn id="374" dur="5392" fill="hold"/>
                                        <p:tgtEl>
                                          <p:spTgt spid="415"/>
                                        </p:tgtEl>
                                        <p:attrNameLst>
                                          <p:attrName>ppt_x</p:attrName>
                                        </p:attrNameLst>
                                      </p:cBhvr>
                                      <p:tavLst>
                                        <p:tav tm="0">
                                          <p:val>
                                            <p:fltVal val="0.5"/>
                                          </p:val>
                                        </p:tav>
                                        <p:tav tm="100000">
                                          <p:val>
                                            <p:strVal val="#ppt_x"/>
                                          </p:val>
                                        </p:tav>
                                      </p:tavLst>
                                    </p:anim>
                                    <p:anim calcmode="lin" valueType="num">
                                      <p:cBhvr>
                                        <p:cTn id="375" dur="5392" fill="hold"/>
                                        <p:tgtEl>
                                          <p:spTgt spid="415"/>
                                        </p:tgtEl>
                                        <p:attrNameLst>
                                          <p:attrName>ppt_y</p:attrName>
                                        </p:attrNameLst>
                                      </p:cBhvr>
                                      <p:tavLst>
                                        <p:tav tm="0">
                                          <p:val>
                                            <p:fltVal val="0.5"/>
                                          </p:val>
                                        </p:tav>
                                        <p:tav tm="100000">
                                          <p:val>
                                            <p:strVal val="#ppt_y"/>
                                          </p:val>
                                        </p:tav>
                                      </p:tavLst>
                                    </p:anim>
                                  </p:childTnLst>
                                </p:cTn>
                              </p:par>
                              <p:par>
                                <p:cTn id="376" presetID="53" presetClass="entr" presetSubtype="528" repeatCount="indefinite" fill="hold" grpId="0" nodeType="withEffect">
                                  <p:stCondLst>
                                    <p:cond delay="820"/>
                                  </p:stCondLst>
                                  <p:childTnLst>
                                    <p:set>
                                      <p:cBhvr>
                                        <p:cTn id="377" dur="1" fill="hold">
                                          <p:stCondLst>
                                            <p:cond delay="0"/>
                                          </p:stCondLst>
                                        </p:cTn>
                                        <p:tgtEl>
                                          <p:spTgt spid="416"/>
                                        </p:tgtEl>
                                        <p:attrNameLst>
                                          <p:attrName>style.visibility</p:attrName>
                                        </p:attrNameLst>
                                      </p:cBhvr>
                                      <p:to>
                                        <p:strVal val="visible"/>
                                      </p:to>
                                    </p:set>
                                    <p:anim calcmode="lin" valueType="num">
                                      <p:cBhvr>
                                        <p:cTn id="378" dur="5326" fill="hold"/>
                                        <p:tgtEl>
                                          <p:spTgt spid="416"/>
                                        </p:tgtEl>
                                        <p:attrNameLst>
                                          <p:attrName>ppt_w</p:attrName>
                                        </p:attrNameLst>
                                      </p:cBhvr>
                                      <p:tavLst>
                                        <p:tav tm="0">
                                          <p:val>
                                            <p:fltVal val="0"/>
                                          </p:val>
                                        </p:tav>
                                        <p:tav tm="100000">
                                          <p:val>
                                            <p:strVal val="#ppt_w"/>
                                          </p:val>
                                        </p:tav>
                                      </p:tavLst>
                                    </p:anim>
                                    <p:anim calcmode="lin" valueType="num">
                                      <p:cBhvr>
                                        <p:cTn id="379" dur="5326" fill="hold"/>
                                        <p:tgtEl>
                                          <p:spTgt spid="416"/>
                                        </p:tgtEl>
                                        <p:attrNameLst>
                                          <p:attrName>ppt_h</p:attrName>
                                        </p:attrNameLst>
                                      </p:cBhvr>
                                      <p:tavLst>
                                        <p:tav tm="0">
                                          <p:val>
                                            <p:fltVal val="0"/>
                                          </p:val>
                                        </p:tav>
                                        <p:tav tm="100000">
                                          <p:val>
                                            <p:strVal val="#ppt_h"/>
                                          </p:val>
                                        </p:tav>
                                      </p:tavLst>
                                    </p:anim>
                                    <p:animEffect transition="in" filter="fade">
                                      <p:cBhvr>
                                        <p:cTn id="380" dur="5326"/>
                                        <p:tgtEl>
                                          <p:spTgt spid="416"/>
                                        </p:tgtEl>
                                      </p:cBhvr>
                                    </p:animEffect>
                                    <p:anim calcmode="lin" valueType="num">
                                      <p:cBhvr>
                                        <p:cTn id="381" dur="5326" fill="hold"/>
                                        <p:tgtEl>
                                          <p:spTgt spid="416"/>
                                        </p:tgtEl>
                                        <p:attrNameLst>
                                          <p:attrName>ppt_x</p:attrName>
                                        </p:attrNameLst>
                                      </p:cBhvr>
                                      <p:tavLst>
                                        <p:tav tm="0">
                                          <p:val>
                                            <p:fltVal val="0.5"/>
                                          </p:val>
                                        </p:tav>
                                        <p:tav tm="100000">
                                          <p:val>
                                            <p:strVal val="#ppt_x"/>
                                          </p:val>
                                        </p:tav>
                                      </p:tavLst>
                                    </p:anim>
                                    <p:anim calcmode="lin" valueType="num">
                                      <p:cBhvr>
                                        <p:cTn id="382" dur="5326" fill="hold"/>
                                        <p:tgtEl>
                                          <p:spTgt spid="416"/>
                                        </p:tgtEl>
                                        <p:attrNameLst>
                                          <p:attrName>ppt_y</p:attrName>
                                        </p:attrNameLst>
                                      </p:cBhvr>
                                      <p:tavLst>
                                        <p:tav tm="0">
                                          <p:val>
                                            <p:fltVal val="0.5"/>
                                          </p:val>
                                        </p:tav>
                                        <p:tav tm="100000">
                                          <p:val>
                                            <p:strVal val="#ppt_y"/>
                                          </p:val>
                                        </p:tav>
                                      </p:tavLst>
                                    </p:anim>
                                  </p:childTnLst>
                                </p:cTn>
                              </p:par>
                              <p:par>
                                <p:cTn id="383" presetID="53" presetClass="entr" presetSubtype="528" repeatCount="indefinite" fill="hold" grpId="0" nodeType="withEffect">
                                  <p:stCondLst>
                                    <p:cond delay="1436"/>
                                  </p:stCondLst>
                                  <p:childTnLst>
                                    <p:set>
                                      <p:cBhvr>
                                        <p:cTn id="384" dur="1" fill="hold">
                                          <p:stCondLst>
                                            <p:cond delay="0"/>
                                          </p:stCondLst>
                                        </p:cTn>
                                        <p:tgtEl>
                                          <p:spTgt spid="417"/>
                                        </p:tgtEl>
                                        <p:attrNameLst>
                                          <p:attrName>style.visibility</p:attrName>
                                        </p:attrNameLst>
                                      </p:cBhvr>
                                      <p:to>
                                        <p:strVal val="visible"/>
                                      </p:to>
                                    </p:set>
                                    <p:anim calcmode="lin" valueType="num">
                                      <p:cBhvr>
                                        <p:cTn id="385" dur="5561" fill="hold"/>
                                        <p:tgtEl>
                                          <p:spTgt spid="417"/>
                                        </p:tgtEl>
                                        <p:attrNameLst>
                                          <p:attrName>ppt_w</p:attrName>
                                        </p:attrNameLst>
                                      </p:cBhvr>
                                      <p:tavLst>
                                        <p:tav tm="0">
                                          <p:val>
                                            <p:fltVal val="0"/>
                                          </p:val>
                                        </p:tav>
                                        <p:tav tm="100000">
                                          <p:val>
                                            <p:strVal val="#ppt_w"/>
                                          </p:val>
                                        </p:tav>
                                      </p:tavLst>
                                    </p:anim>
                                    <p:anim calcmode="lin" valueType="num">
                                      <p:cBhvr>
                                        <p:cTn id="386" dur="5561" fill="hold"/>
                                        <p:tgtEl>
                                          <p:spTgt spid="417"/>
                                        </p:tgtEl>
                                        <p:attrNameLst>
                                          <p:attrName>ppt_h</p:attrName>
                                        </p:attrNameLst>
                                      </p:cBhvr>
                                      <p:tavLst>
                                        <p:tav tm="0">
                                          <p:val>
                                            <p:fltVal val="0"/>
                                          </p:val>
                                        </p:tav>
                                        <p:tav tm="100000">
                                          <p:val>
                                            <p:strVal val="#ppt_h"/>
                                          </p:val>
                                        </p:tav>
                                      </p:tavLst>
                                    </p:anim>
                                    <p:animEffect transition="in" filter="fade">
                                      <p:cBhvr>
                                        <p:cTn id="387" dur="5561"/>
                                        <p:tgtEl>
                                          <p:spTgt spid="417"/>
                                        </p:tgtEl>
                                      </p:cBhvr>
                                    </p:animEffect>
                                    <p:anim calcmode="lin" valueType="num">
                                      <p:cBhvr>
                                        <p:cTn id="388" dur="5561" fill="hold"/>
                                        <p:tgtEl>
                                          <p:spTgt spid="417"/>
                                        </p:tgtEl>
                                        <p:attrNameLst>
                                          <p:attrName>ppt_x</p:attrName>
                                        </p:attrNameLst>
                                      </p:cBhvr>
                                      <p:tavLst>
                                        <p:tav tm="0">
                                          <p:val>
                                            <p:fltVal val="0.5"/>
                                          </p:val>
                                        </p:tav>
                                        <p:tav tm="100000">
                                          <p:val>
                                            <p:strVal val="#ppt_x"/>
                                          </p:val>
                                        </p:tav>
                                      </p:tavLst>
                                    </p:anim>
                                    <p:anim calcmode="lin" valueType="num">
                                      <p:cBhvr>
                                        <p:cTn id="389" dur="5561" fill="hold"/>
                                        <p:tgtEl>
                                          <p:spTgt spid="417"/>
                                        </p:tgtEl>
                                        <p:attrNameLst>
                                          <p:attrName>ppt_y</p:attrName>
                                        </p:attrNameLst>
                                      </p:cBhvr>
                                      <p:tavLst>
                                        <p:tav tm="0">
                                          <p:val>
                                            <p:fltVal val="0.5"/>
                                          </p:val>
                                        </p:tav>
                                        <p:tav tm="100000">
                                          <p:val>
                                            <p:strVal val="#ppt_y"/>
                                          </p:val>
                                        </p:tav>
                                      </p:tavLst>
                                    </p:anim>
                                  </p:childTnLst>
                                </p:cTn>
                              </p:par>
                              <p:par>
                                <p:cTn id="390" presetID="53" presetClass="entr" presetSubtype="528" repeatCount="indefinite" fill="hold" grpId="0" nodeType="withEffect">
                                  <p:stCondLst>
                                    <p:cond delay="1228"/>
                                  </p:stCondLst>
                                  <p:childTnLst>
                                    <p:set>
                                      <p:cBhvr>
                                        <p:cTn id="391" dur="1" fill="hold">
                                          <p:stCondLst>
                                            <p:cond delay="0"/>
                                          </p:stCondLst>
                                        </p:cTn>
                                        <p:tgtEl>
                                          <p:spTgt spid="418"/>
                                        </p:tgtEl>
                                        <p:attrNameLst>
                                          <p:attrName>style.visibility</p:attrName>
                                        </p:attrNameLst>
                                      </p:cBhvr>
                                      <p:to>
                                        <p:strVal val="visible"/>
                                      </p:to>
                                    </p:set>
                                    <p:anim calcmode="lin" valueType="num">
                                      <p:cBhvr>
                                        <p:cTn id="392" dur="6911" fill="hold"/>
                                        <p:tgtEl>
                                          <p:spTgt spid="418"/>
                                        </p:tgtEl>
                                        <p:attrNameLst>
                                          <p:attrName>ppt_w</p:attrName>
                                        </p:attrNameLst>
                                      </p:cBhvr>
                                      <p:tavLst>
                                        <p:tav tm="0">
                                          <p:val>
                                            <p:fltVal val="0"/>
                                          </p:val>
                                        </p:tav>
                                        <p:tav tm="100000">
                                          <p:val>
                                            <p:strVal val="#ppt_w"/>
                                          </p:val>
                                        </p:tav>
                                      </p:tavLst>
                                    </p:anim>
                                    <p:anim calcmode="lin" valueType="num">
                                      <p:cBhvr>
                                        <p:cTn id="393" dur="6911" fill="hold"/>
                                        <p:tgtEl>
                                          <p:spTgt spid="418"/>
                                        </p:tgtEl>
                                        <p:attrNameLst>
                                          <p:attrName>ppt_h</p:attrName>
                                        </p:attrNameLst>
                                      </p:cBhvr>
                                      <p:tavLst>
                                        <p:tav tm="0">
                                          <p:val>
                                            <p:fltVal val="0"/>
                                          </p:val>
                                        </p:tav>
                                        <p:tav tm="100000">
                                          <p:val>
                                            <p:strVal val="#ppt_h"/>
                                          </p:val>
                                        </p:tav>
                                      </p:tavLst>
                                    </p:anim>
                                    <p:animEffect transition="in" filter="fade">
                                      <p:cBhvr>
                                        <p:cTn id="394" dur="6911"/>
                                        <p:tgtEl>
                                          <p:spTgt spid="418"/>
                                        </p:tgtEl>
                                      </p:cBhvr>
                                    </p:animEffect>
                                    <p:anim calcmode="lin" valueType="num">
                                      <p:cBhvr>
                                        <p:cTn id="395" dur="6911" fill="hold"/>
                                        <p:tgtEl>
                                          <p:spTgt spid="418"/>
                                        </p:tgtEl>
                                        <p:attrNameLst>
                                          <p:attrName>ppt_x</p:attrName>
                                        </p:attrNameLst>
                                      </p:cBhvr>
                                      <p:tavLst>
                                        <p:tav tm="0">
                                          <p:val>
                                            <p:fltVal val="0.5"/>
                                          </p:val>
                                        </p:tav>
                                        <p:tav tm="100000">
                                          <p:val>
                                            <p:strVal val="#ppt_x"/>
                                          </p:val>
                                        </p:tav>
                                      </p:tavLst>
                                    </p:anim>
                                    <p:anim calcmode="lin" valueType="num">
                                      <p:cBhvr>
                                        <p:cTn id="396" dur="6911" fill="hold"/>
                                        <p:tgtEl>
                                          <p:spTgt spid="418"/>
                                        </p:tgtEl>
                                        <p:attrNameLst>
                                          <p:attrName>ppt_y</p:attrName>
                                        </p:attrNameLst>
                                      </p:cBhvr>
                                      <p:tavLst>
                                        <p:tav tm="0">
                                          <p:val>
                                            <p:fltVal val="0.5"/>
                                          </p:val>
                                        </p:tav>
                                        <p:tav tm="100000">
                                          <p:val>
                                            <p:strVal val="#ppt_y"/>
                                          </p:val>
                                        </p:tav>
                                      </p:tavLst>
                                    </p:anim>
                                  </p:childTnLst>
                                </p:cTn>
                              </p:par>
                              <p:par>
                                <p:cTn id="397" presetID="53" presetClass="entr" presetSubtype="528" repeatCount="indefinite" fill="hold" grpId="0" nodeType="withEffect">
                                  <p:stCondLst>
                                    <p:cond delay="904"/>
                                  </p:stCondLst>
                                  <p:childTnLst>
                                    <p:set>
                                      <p:cBhvr>
                                        <p:cTn id="398" dur="1" fill="hold">
                                          <p:stCondLst>
                                            <p:cond delay="0"/>
                                          </p:stCondLst>
                                        </p:cTn>
                                        <p:tgtEl>
                                          <p:spTgt spid="423"/>
                                        </p:tgtEl>
                                        <p:attrNameLst>
                                          <p:attrName>style.visibility</p:attrName>
                                        </p:attrNameLst>
                                      </p:cBhvr>
                                      <p:to>
                                        <p:strVal val="visible"/>
                                      </p:to>
                                    </p:set>
                                    <p:anim calcmode="lin" valueType="num">
                                      <p:cBhvr>
                                        <p:cTn id="399" dur="5869" fill="hold"/>
                                        <p:tgtEl>
                                          <p:spTgt spid="423"/>
                                        </p:tgtEl>
                                        <p:attrNameLst>
                                          <p:attrName>ppt_w</p:attrName>
                                        </p:attrNameLst>
                                      </p:cBhvr>
                                      <p:tavLst>
                                        <p:tav tm="0">
                                          <p:val>
                                            <p:fltVal val="0"/>
                                          </p:val>
                                        </p:tav>
                                        <p:tav tm="100000">
                                          <p:val>
                                            <p:strVal val="#ppt_w"/>
                                          </p:val>
                                        </p:tav>
                                      </p:tavLst>
                                    </p:anim>
                                    <p:anim calcmode="lin" valueType="num">
                                      <p:cBhvr>
                                        <p:cTn id="400" dur="5869" fill="hold"/>
                                        <p:tgtEl>
                                          <p:spTgt spid="423"/>
                                        </p:tgtEl>
                                        <p:attrNameLst>
                                          <p:attrName>ppt_h</p:attrName>
                                        </p:attrNameLst>
                                      </p:cBhvr>
                                      <p:tavLst>
                                        <p:tav tm="0">
                                          <p:val>
                                            <p:fltVal val="0"/>
                                          </p:val>
                                        </p:tav>
                                        <p:tav tm="100000">
                                          <p:val>
                                            <p:strVal val="#ppt_h"/>
                                          </p:val>
                                        </p:tav>
                                      </p:tavLst>
                                    </p:anim>
                                    <p:animEffect transition="in" filter="fade">
                                      <p:cBhvr>
                                        <p:cTn id="401" dur="5869"/>
                                        <p:tgtEl>
                                          <p:spTgt spid="423"/>
                                        </p:tgtEl>
                                      </p:cBhvr>
                                    </p:animEffect>
                                    <p:anim calcmode="lin" valueType="num">
                                      <p:cBhvr>
                                        <p:cTn id="402" dur="5869" fill="hold"/>
                                        <p:tgtEl>
                                          <p:spTgt spid="423"/>
                                        </p:tgtEl>
                                        <p:attrNameLst>
                                          <p:attrName>ppt_x</p:attrName>
                                        </p:attrNameLst>
                                      </p:cBhvr>
                                      <p:tavLst>
                                        <p:tav tm="0">
                                          <p:val>
                                            <p:fltVal val="0.5"/>
                                          </p:val>
                                        </p:tav>
                                        <p:tav tm="100000">
                                          <p:val>
                                            <p:strVal val="#ppt_x"/>
                                          </p:val>
                                        </p:tav>
                                      </p:tavLst>
                                    </p:anim>
                                    <p:anim calcmode="lin" valueType="num">
                                      <p:cBhvr>
                                        <p:cTn id="403" dur="5869" fill="hold"/>
                                        <p:tgtEl>
                                          <p:spTgt spid="423"/>
                                        </p:tgtEl>
                                        <p:attrNameLst>
                                          <p:attrName>ppt_y</p:attrName>
                                        </p:attrNameLst>
                                      </p:cBhvr>
                                      <p:tavLst>
                                        <p:tav tm="0">
                                          <p:val>
                                            <p:fltVal val="0.5"/>
                                          </p:val>
                                        </p:tav>
                                        <p:tav tm="100000">
                                          <p:val>
                                            <p:strVal val="#ppt_y"/>
                                          </p:val>
                                        </p:tav>
                                      </p:tavLst>
                                    </p:anim>
                                  </p:childTnLst>
                                </p:cTn>
                              </p:par>
                              <p:par>
                                <p:cTn id="404" presetID="53" presetClass="entr" presetSubtype="528" repeatCount="indefinite" fill="hold" grpId="0" nodeType="withEffect">
                                  <p:stCondLst>
                                    <p:cond delay="603"/>
                                  </p:stCondLst>
                                  <p:childTnLst>
                                    <p:set>
                                      <p:cBhvr>
                                        <p:cTn id="405" dur="1" fill="hold">
                                          <p:stCondLst>
                                            <p:cond delay="0"/>
                                          </p:stCondLst>
                                        </p:cTn>
                                        <p:tgtEl>
                                          <p:spTgt spid="426"/>
                                        </p:tgtEl>
                                        <p:attrNameLst>
                                          <p:attrName>style.visibility</p:attrName>
                                        </p:attrNameLst>
                                      </p:cBhvr>
                                      <p:to>
                                        <p:strVal val="visible"/>
                                      </p:to>
                                    </p:set>
                                    <p:anim calcmode="lin" valueType="num">
                                      <p:cBhvr>
                                        <p:cTn id="406" dur="6813" fill="hold"/>
                                        <p:tgtEl>
                                          <p:spTgt spid="426"/>
                                        </p:tgtEl>
                                        <p:attrNameLst>
                                          <p:attrName>ppt_w</p:attrName>
                                        </p:attrNameLst>
                                      </p:cBhvr>
                                      <p:tavLst>
                                        <p:tav tm="0">
                                          <p:val>
                                            <p:fltVal val="0"/>
                                          </p:val>
                                        </p:tav>
                                        <p:tav tm="100000">
                                          <p:val>
                                            <p:strVal val="#ppt_w"/>
                                          </p:val>
                                        </p:tav>
                                      </p:tavLst>
                                    </p:anim>
                                    <p:anim calcmode="lin" valueType="num">
                                      <p:cBhvr>
                                        <p:cTn id="407" dur="6813" fill="hold"/>
                                        <p:tgtEl>
                                          <p:spTgt spid="426"/>
                                        </p:tgtEl>
                                        <p:attrNameLst>
                                          <p:attrName>ppt_h</p:attrName>
                                        </p:attrNameLst>
                                      </p:cBhvr>
                                      <p:tavLst>
                                        <p:tav tm="0">
                                          <p:val>
                                            <p:fltVal val="0"/>
                                          </p:val>
                                        </p:tav>
                                        <p:tav tm="100000">
                                          <p:val>
                                            <p:strVal val="#ppt_h"/>
                                          </p:val>
                                        </p:tav>
                                      </p:tavLst>
                                    </p:anim>
                                    <p:animEffect transition="in" filter="fade">
                                      <p:cBhvr>
                                        <p:cTn id="408" dur="6813"/>
                                        <p:tgtEl>
                                          <p:spTgt spid="426"/>
                                        </p:tgtEl>
                                      </p:cBhvr>
                                    </p:animEffect>
                                    <p:anim calcmode="lin" valueType="num">
                                      <p:cBhvr>
                                        <p:cTn id="409" dur="6813" fill="hold"/>
                                        <p:tgtEl>
                                          <p:spTgt spid="426"/>
                                        </p:tgtEl>
                                        <p:attrNameLst>
                                          <p:attrName>ppt_x</p:attrName>
                                        </p:attrNameLst>
                                      </p:cBhvr>
                                      <p:tavLst>
                                        <p:tav tm="0">
                                          <p:val>
                                            <p:fltVal val="0.5"/>
                                          </p:val>
                                        </p:tav>
                                        <p:tav tm="100000">
                                          <p:val>
                                            <p:strVal val="#ppt_x"/>
                                          </p:val>
                                        </p:tav>
                                      </p:tavLst>
                                    </p:anim>
                                    <p:anim calcmode="lin" valueType="num">
                                      <p:cBhvr>
                                        <p:cTn id="410" dur="6813" fill="hold"/>
                                        <p:tgtEl>
                                          <p:spTgt spid="426"/>
                                        </p:tgtEl>
                                        <p:attrNameLst>
                                          <p:attrName>ppt_y</p:attrName>
                                        </p:attrNameLst>
                                      </p:cBhvr>
                                      <p:tavLst>
                                        <p:tav tm="0">
                                          <p:val>
                                            <p:fltVal val="0.5"/>
                                          </p:val>
                                        </p:tav>
                                        <p:tav tm="100000">
                                          <p:val>
                                            <p:strVal val="#ppt_y"/>
                                          </p:val>
                                        </p:tav>
                                      </p:tavLst>
                                    </p:anim>
                                  </p:childTnLst>
                                </p:cTn>
                              </p:par>
                              <p:par>
                                <p:cTn id="411" presetID="53" presetClass="entr" presetSubtype="528" repeatCount="indefinite" fill="hold" grpId="0" nodeType="withEffect">
                                  <p:stCondLst>
                                    <p:cond delay="857"/>
                                  </p:stCondLst>
                                  <p:childTnLst>
                                    <p:set>
                                      <p:cBhvr>
                                        <p:cTn id="412" dur="1" fill="hold">
                                          <p:stCondLst>
                                            <p:cond delay="0"/>
                                          </p:stCondLst>
                                        </p:cTn>
                                        <p:tgtEl>
                                          <p:spTgt spid="427"/>
                                        </p:tgtEl>
                                        <p:attrNameLst>
                                          <p:attrName>style.visibility</p:attrName>
                                        </p:attrNameLst>
                                      </p:cBhvr>
                                      <p:to>
                                        <p:strVal val="visible"/>
                                      </p:to>
                                    </p:set>
                                    <p:anim calcmode="lin" valueType="num">
                                      <p:cBhvr>
                                        <p:cTn id="413" dur="5399" fill="hold"/>
                                        <p:tgtEl>
                                          <p:spTgt spid="427"/>
                                        </p:tgtEl>
                                        <p:attrNameLst>
                                          <p:attrName>ppt_w</p:attrName>
                                        </p:attrNameLst>
                                      </p:cBhvr>
                                      <p:tavLst>
                                        <p:tav tm="0">
                                          <p:val>
                                            <p:fltVal val="0"/>
                                          </p:val>
                                        </p:tav>
                                        <p:tav tm="100000">
                                          <p:val>
                                            <p:strVal val="#ppt_w"/>
                                          </p:val>
                                        </p:tav>
                                      </p:tavLst>
                                    </p:anim>
                                    <p:anim calcmode="lin" valueType="num">
                                      <p:cBhvr>
                                        <p:cTn id="414" dur="5399" fill="hold"/>
                                        <p:tgtEl>
                                          <p:spTgt spid="427"/>
                                        </p:tgtEl>
                                        <p:attrNameLst>
                                          <p:attrName>ppt_h</p:attrName>
                                        </p:attrNameLst>
                                      </p:cBhvr>
                                      <p:tavLst>
                                        <p:tav tm="0">
                                          <p:val>
                                            <p:fltVal val="0"/>
                                          </p:val>
                                        </p:tav>
                                        <p:tav tm="100000">
                                          <p:val>
                                            <p:strVal val="#ppt_h"/>
                                          </p:val>
                                        </p:tav>
                                      </p:tavLst>
                                    </p:anim>
                                    <p:animEffect transition="in" filter="fade">
                                      <p:cBhvr>
                                        <p:cTn id="415" dur="5399"/>
                                        <p:tgtEl>
                                          <p:spTgt spid="427"/>
                                        </p:tgtEl>
                                      </p:cBhvr>
                                    </p:animEffect>
                                    <p:anim calcmode="lin" valueType="num">
                                      <p:cBhvr>
                                        <p:cTn id="416" dur="5399" fill="hold"/>
                                        <p:tgtEl>
                                          <p:spTgt spid="427"/>
                                        </p:tgtEl>
                                        <p:attrNameLst>
                                          <p:attrName>ppt_x</p:attrName>
                                        </p:attrNameLst>
                                      </p:cBhvr>
                                      <p:tavLst>
                                        <p:tav tm="0">
                                          <p:val>
                                            <p:fltVal val="0.5"/>
                                          </p:val>
                                        </p:tav>
                                        <p:tav tm="100000">
                                          <p:val>
                                            <p:strVal val="#ppt_x"/>
                                          </p:val>
                                        </p:tav>
                                      </p:tavLst>
                                    </p:anim>
                                    <p:anim calcmode="lin" valueType="num">
                                      <p:cBhvr>
                                        <p:cTn id="417" dur="5399" fill="hold"/>
                                        <p:tgtEl>
                                          <p:spTgt spid="427"/>
                                        </p:tgtEl>
                                        <p:attrNameLst>
                                          <p:attrName>ppt_y</p:attrName>
                                        </p:attrNameLst>
                                      </p:cBhvr>
                                      <p:tavLst>
                                        <p:tav tm="0">
                                          <p:val>
                                            <p:fltVal val="0.5"/>
                                          </p:val>
                                        </p:tav>
                                        <p:tav tm="100000">
                                          <p:val>
                                            <p:strVal val="#ppt_y"/>
                                          </p:val>
                                        </p:tav>
                                      </p:tavLst>
                                    </p:anim>
                                  </p:childTnLst>
                                </p:cTn>
                              </p:par>
                              <p:par>
                                <p:cTn id="418" presetID="53" presetClass="entr" presetSubtype="528" repeatCount="indefinite" fill="hold" grpId="0" nodeType="withEffect">
                                  <p:stCondLst>
                                    <p:cond delay="1332"/>
                                  </p:stCondLst>
                                  <p:childTnLst>
                                    <p:set>
                                      <p:cBhvr>
                                        <p:cTn id="419" dur="1" fill="hold">
                                          <p:stCondLst>
                                            <p:cond delay="0"/>
                                          </p:stCondLst>
                                        </p:cTn>
                                        <p:tgtEl>
                                          <p:spTgt spid="428"/>
                                        </p:tgtEl>
                                        <p:attrNameLst>
                                          <p:attrName>style.visibility</p:attrName>
                                        </p:attrNameLst>
                                      </p:cBhvr>
                                      <p:to>
                                        <p:strVal val="visible"/>
                                      </p:to>
                                    </p:set>
                                    <p:anim calcmode="lin" valueType="num">
                                      <p:cBhvr>
                                        <p:cTn id="420" dur="6980" fill="hold"/>
                                        <p:tgtEl>
                                          <p:spTgt spid="428"/>
                                        </p:tgtEl>
                                        <p:attrNameLst>
                                          <p:attrName>ppt_w</p:attrName>
                                        </p:attrNameLst>
                                      </p:cBhvr>
                                      <p:tavLst>
                                        <p:tav tm="0">
                                          <p:val>
                                            <p:fltVal val="0"/>
                                          </p:val>
                                        </p:tav>
                                        <p:tav tm="100000">
                                          <p:val>
                                            <p:strVal val="#ppt_w"/>
                                          </p:val>
                                        </p:tav>
                                      </p:tavLst>
                                    </p:anim>
                                    <p:anim calcmode="lin" valueType="num">
                                      <p:cBhvr>
                                        <p:cTn id="421" dur="6980" fill="hold"/>
                                        <p:tgtEl>
                                          <p:spTgt spid="428"/>
                                        </p:tgtEl>
                                        <p:attrNameLst>
                                          <p:attrName>ppt_h</p:attrName>
                                        </p:attrNameLst>
                                      </p:cBhvr>
                                      <p:tavLst>
                                        <p:tav tm="0">
                                          <p:val>
                                            <p:fltVal val="0"/>
                                          </p:val>
                                        </p:tav>
                                        <p:tav tm="100000">
                                          <p:val>
                                            <p:strVal val="#ppt_h"/>
                                          </p:val>
                                        </p:tav>
                                      </p:tavLst>
                                    </p:anim>
                                    <p:animEffect transition="in" filter="fade">
                                      <p:cBhvr>
                                        <p:cTn id="422" dur="6980"/>
                                        <p:tgtEl>
                                          <p:spTgt spid="428"/>
                                        </p:tgtEl>
                                      </p:cBhvr>
                                    </p:animEffect>
                                    <p:anim calcmode="lin" valueType="num">
                                      <p:cBhvr>
                                        <p:cTn id="423" dur="6980" fill="hold"/>
                                        <p:tgtEl>
                                          <p:spTgt spid="428"/>
                                        </p:tgtEl>
                                        <p:attrNameLst>
                                          <p:attrName>ppt_x</p:attrName>
                                        </p:attrNameLst>
                                      </p:cBhvr>
                                      <p:tavLst>
                                        <p:tav tm="0">
                                          <p:val>
                                            <p:fltVal val="0.5"/>
                                          </p:val>
                                        </p:tav>
                                        <p:tav tm="100000">
                                          <p:val>
                                            <p:strVal val="#ppt_x"/>
                                          </p:val>
                                        </p:tav>
                                      </p:tavLst>
                                    </p:anim>
                                    <p:anim calcmode="lin" valueType="num">
                                      <p:cBhvr>
                                        <p:cTn id="424" dur="6980" fill="hold"/>
                                        <p:tgtEl>
                                          <p:spTgt spid="428"/>
                                        </p:tgtEl>
                                        <p:attrNameLst>
                                          <p:attrName>ppt_y</p:attrName>
                                        </p:attrNameLst>
                                      </p:cBhvr>
                                      <p:tavLst>
                                        <p:tav tm="0">
                                          <p:val>
                                            <p:fltVal val="0.5"/>
                                          </p:val>
                                        </p:tav>
                                        <p:tav tm="100000">
                                          <p:val>
                                            <p:strVal val="#ppt_y"/>
                                          </p:val>
                                        </p:tav>
                                      </p:tavLst>
                                    </p:anim>
                                  </p:childTnLst>
                                </p:cTn>
                              </p:par>
                              <p:par>
                                <p:cTn id="425" presetID="53" presetClass="entr" presetSubtype="528" repeatCount="indefinite" fill="hold" grpId="0" nodeType="withEffect">
                                  <p:stCondLst>
                                    <p:cond delay="1850"/>
                                  </p:stCondLst>
                                  <p:childTnLst>
                                    <p:set>
                                      <p:cBhvr>
                                        <p:cTn id="426" dur="1" fill="hold">
                                          <p:stCondLst>
                                            <p:cond delay="0"/>
                                          </p:stCondLst>
                                        </p:cTn>
                                        <p:tgtEl>
                                          <p:spTgt spid="429"/>
                                        </p:tgtEl>
                                        <p:attrNameLst>
                                          <p:attrName>style.visibility</p:attrName>
                                        </p:attrNameLst>
                                      </p:cBhvr>
                                      <p:to>
                                        <p:strVal val="visible"/>
                                      </p:to>
                                    </p:set>
                                    <p:anim calcmode="lin" valueType="num">
                                      <p:cBhvr>
                                        <p:cTn id="427" dur="5960" fill="hold"/>
                                        <p:tgtEl>
                                          <p:spTgt spid="429"/>
                                        </p:tgtEl>
                                        <p:attrNameLst>
                                          <p:attrName>ppt_w</p:attrName>
                                        </p:attrNameLst>
                                      </p:cBhvr>
                                      <p:tavLst>
                                        <p:tav tm="0">
                                          <p:val>
                                            <p:fltVal val="0"/>
                                          </p:val>
                                        </p:tav>
                                        <p:tav tm="100000">
                                          <p:val>
                                            <p:strVal val="#ppt_w"/>
                                          </p:val>
                                        </p:tav>
                                      </p:tavLst>
                                    </p:anim>
                                    <p:anim calcmode="lin" valueType="num">
                                      <p:cBhvr>
                                        <p:cTn id="428" dur="5960" fill="hold"/>
                                        <p:tgtEl>
                                          <p:spTgt spid="429"/>
                                        </p:tgtEl>
                                        <p:attrNameLst>
                                          <p:attrName>ppt_h</p:attrName>
                                        </p:attrNameLst>
                                      </p:cBhvr>
                                      <p:tavLst>
                                        <p:tav tm="0">
                                          <p:val>
                                            <p:fltVal val="0"/>
                                          </p:val>
                                        </p:tav>
                                        <p:tav tm="100000">
                                          <p:val>
                                            <p:strVal val="#ppt_h"/>
                                          </p:val>
                                        </p:tav>
                                      </p:tavLst>
                                    </p:anim>
                                    <p:animEffect transition="in" filter="fade">
                                      <p:cBhvr>
                                        <p:cTn id="429" dur="5960"/>
                                        <p:tgtEl>
                                          <p:spTgt spid="429"/>
                                        </p:tgtEl>
                                      </p:cBhvr>
                                    </p:animEffect>
                                    <p:anim calcmode="lin" valueType="num">
                                      <p:cBhvr>
                                        <p:cTn id="430" dur="5960" fill="hold"/>
                                        <p:tgtEl>
                                          <p:spTgt spid="429"/>
                                        </p:tgtEl>
                                        <p:attrNameLst>
                                          <p:attrName>ppt_x</p:attrName>
                                        </p:attrNameLst>
                                      </p:cBhvr>
                                      <p:tavLst>
                                        <p:tav tm="0">
                                          <p:val>
                                            <p:fltVal val="0.5"/>
                                          </p:val>
                                        </p:tav>
                                        <p:tav tm="100000">
                                          <p:val>
                                            <p:strVal val="#ppt_x"/>
                                          </p:val>
                                        </p:tav>
                                      </p:tavLst>
                                    </p:anim>
                                    <p:anim calcmode="lin" valueType="num">
                                      <p:cBhvr>
                                        <p:cTn id="431" dur="5960" fill="hold"/>
                                        <p:tgtEl>
                                          <p:spTgt spid="429"/>
                                        </p:tgtEl>
                                        <p:attrNameLst>
                                          <p:attrName>ppt_y</p:attrName>
                                        </p:attrNameLst>
                                      </p:cBhvr>
                                      <p:tavLst>
                                        <p:tav tm="0">
                                          <p:val>
                                            <p:fltVal val="0.5"/>
                                          </p:val>
                                        </p:tav>
                                        <p:tav tm="100000">
                                          <p:val>
                                            <p:strVal val="#ppt_y"/>
                                          </p:val>
                                        </p:tav>
                                      </p:tavLst>
                                    </p:anim>
                                  </p:childTnLst>
                                </p:cTn>
                              </p:par>
                              <p:par>
                                <p:cTn id="432" presetID="53" presetClass="entr" presetSubtype="528" repeatCount="indefinite" fill="hold" grpId="0" nodeType="withEffect">
                                  <p:stCondLst>
                                    <p:cond delay="464"/>
                                  </p:stCondLst>
                                  <p:childTnLst>
                                    <p:set>
                                      <p:cBhvr>
                                        <p:cTn id="433" dur="1" fill="hold">
                                          <p:stCondLst>
                                            <p:cond delay="0"/>
                                          </p:stCondLst>
                                        </p:cTn>
                                        <p:tgtEl>
                                          <p:spTgt spid="430"/>
                                        </p:tgtEl>
                                        <p:attrNameLst>
                                          <p:attrName>style.visibility</p:attrName>
                                        </p:attrNameLst>
                                      </p:cBhvr>
                                      <p:to>
                                        <p:strVal val="visible"/>
                                      </p:to>
                                    </p:set>
                                    <p:anim calcmode="lin" valueType="num">
                                      <p:cBhvr>
                                        <p:cTn id="434" dur="6406" fill="hold"/>
                                        <p:tgtEl>
                                          <p:spTgt spid="430"/>
                                        </p:tgtEl>
                                        <p:attrNameLst>
                                          <p:attrName>ppt_w</p:attrName>
                                        </p:attrNameLst>
                                      </p:cBhvr>
                                      <p:tavLst>
                                        <p:tav tm="0">
                                          <p:val>
                                            <p:fltVal val="0"/>
                                          </p:val>
                                        </p:tav>
                                        <p:tav tm="100000">
                                          <p:val>
                                            <p:strVal val="#ppt_w"/>
                                          </p:val>
                                        </p:tav>
                                      </p:tavLst>
                                    </p:anim>
                                    <p:anim calcmode="lin" valueType="num">
                                      <p:cBhvr>
                                        <p:cTn id="435" dur="6406" fill="hold"/>
                                        <p:tgtEl>
                                          <p:spTgt spid="430"/>
                                        </p:tgtEl>
                                        <p:attrNameLst>
                                          <p:attrName>ppt_h</p:attrName>
                                        </p:attrNameLst>
                                      </p:cBhvr>
                                      <p:tavLst>
                                        <p:tav tm="0">
                                          <p:val>
                                            <p:fltVal val="0"/>
                                          </p:val>
                                        </p:tav>
                                        <p:tav tm="100000">
                                          <p:val>
                                            <p:strVal val="#ppt_h"/>
                                          </p:val>
                                        </p:tav>
                                      </p:tavLst>
                                    </p:anim>
                                    <p:animEffect transition="in" filter="fade">
                                      <p:cBhvr>
                                        <p:cTn id="436" dur="6406"/>
                                        <p:tgtEl>
                                          <p:spTgt spid="430"/>
                                        </p:tgtEl>
                                      </p:cBhvr>
                                    </p:animEffect>
                                    <p:anim calcmode="lin" valueType="num">
                                      <p:cBhvr>
                                        <p:cTn id="437" dur="6406" fill="hold"/>
                                        <p:tgtEl>
                                          <p:spTgt spid="430"/>
                                        </p:tgtEl>
                                        <p:attrNameLst>
                                          <p:attrName>ppt_x</p:attrName>
                                        </p:attrNameLst>
                                      </p:cBhvr>
                                      <p:tavLst>
                                        <p:tav tm="0">
                                          <p:val>
                                            <p:fltVal val="0.5"/>
                                          </p:val>
                                        </p:tav>
                                        <p:tav tm="100000">
                                          <p:val>
                                            <p:strVal val="#ppt_x"/>
                                          </p:val>
                                        </p:tav>
                                      </p:tavLst>
                                    </p:anim>
                                    <p:anim calcmode="lin" valueType="num">
                                      <p:cBhvr>
                                        <p:cTn id="438" dur="6406" fill="hold"/>
                                        <p:tgtEl>
                                          <p:spTgt spid="430"/>
                                        </p:tgtEl>
                                        <p:attrNameLst>
                                          <p:attrName>ppt_y</p:attrName>
                                        </p:attrNameLst>
                                      </p:cBhvr>
                                      <p:tavLst>
                                        <p:tav tm="0">
                                          <p:val>
                                            <p:fltVal val="0.5"/>
                                          </p:val>
                                        </p:tav>
                                        <p:tav tm="100000">
                                          <p:val>
                                            <p:strVal val="#ppt_y"/>
                                          </p:val>
                                        </p:tav>
                                      </p:tavLst>
                                    </p:anim>
                                  </p:childTnLst>
                                </p:cTn>
                              </p:par>
                              <p:par>
                                <p:cTn id="439" presetID="53" presetClass="entr" presetSubtype="528" repeatCount="indefinite" fill="hold" grpId="0" nodeType="withEffect">
                                  <p:stCondLst>
                                    <p:cond delay="1093"/>
                                  </p:stCondLst>
                                  <p:childTnLst>
                                    <p:set>
                                      <p:cBhvr>
                                        <p:cTn id="440" dur="1" fill="hold">
                                          <p:stCondLst>
                                            <p:cond delay="0"/>
                                          </p:stCondLst>
                                        </p:cTn>
                                        <p:tgtEl>
                                          <p:spTgt spid="431"/>
                                        </p:tgtEl>
                                        <p:attrNameLst>
                                          <p:attrName>style.visibility</p:attrName>
                                        </p:attrNameLst>
                                      </p:cBhvr>
                                      <p:to>
                                        <p:strVal val="visible"/>
                                      </p:to>
                                    </p:set>
                                    <p:anim calcmode="lin" valueType="num">
                                      <p:cBhvr>
                                        <p:cTn id="441" dur="6713" fill="hold"/>
                                        <p:tgtEl>
                                          <p:spTgt spid="431"/>
                                        </p:tgtEl>
                                        <p:attrNameLst>
                                          <p:attrName>ppt_w</p:attrName>
                                        </p:attrNameLst>
                                      </p:cBhvr>
                                      <p:tavLst>
                                        <p:tav tm="0">
                                          <p:val>
                                            <p:fltVal val="0"/>
                                          </p:val>
                                        </p:tav>
                                        <p:tav tm="100000">
                                          <p:val>
                                            <p:strVal val="#ppt_w"/>
                                          </p:val>
                                        </p:tav>
                                      </p:tavLst>
                                    </p:anim>
                                    <p:anim calcmode="lin" valueType="num">
                                      <p:cBhvr>
                                        <p:cTn id="442" dur="6713" fill="hold"/>
                                        <p:tgtEl>
                                          <p:spTgt spid="431"/>
                                        </p:tgtEl>
                                        <p:attrNameLst>
                                          <p:attrName>ppt_h</p:attrName>
                                        </p:attrNameLst>
                                      </p:cBhvr>
                                      <p:tavLst>
                                        <p:tav tm="0">
                                          <p:val>
                                            <p:fltVal val="0"/>
                                          </p:val>
                                        </p:tav>
                                        <p:tav tm="100000">
                                          <p:val>
                                            <p:strVal val="#ppt_h"/>
                                          </p:val>
                                        </p:tav>
                                      </p:tavLst>
                                    </p:anim>
                                    <p:animEffect transition="in" filter="fade">
                                      <p:cBhvr>
                                        <p:cTn id="443" dur="6713"/>
                                        <p:tgtEl>
                                          <p:spTgt spid="431"/>
                                        </p:tgtEl>
                                      </p:cBhvr>
                                    </p:animEffect>
                                    <p:anim calcmode="lin" valueType="num">
                                      <p:cBhvr>
                                        <p:cTn id="444" dur="6713" fill="hold"/>
                                        <p:tgtEl>
                                          <p:spTgt spid="431"/>
                                        </p:tgtEl>
                                        <p:attrNameLst>
                                          <p:attrName>ppt_x</p:attrName>
                                        </p:attrNameLst>
                                      </p:cBhvr>
                                      <p:tavLst>
                                        <p:tav tm="0">
                                          <p:val>
                                            <p:fltVal val="0.5"/>
                                          </p:val>
                                        </p:tav>
                                        <p:tav tm="100000">
                                          <p:val>
                                            <p:strVal val="#ppt_x"/>
                                          </p:val>
                                        </p:tav>
                                      </p:tavLst>
                                    </p:anim>
                                    <p:anim calcmode="lin" valueType="num">
                                      <p:cBhvr>
                                        <p:cTn id="445" dur="6713" fill="hold"/>
                                        <p:tgtEl>
                                          <p:spTgt spid="431"/>
                                        </p:tgtEl>
                                        <p:attrNameLst>
                                          <p:attrName>ppt_y</p:attrName>
                                        </p:attrNameLst>
                                      </p:cBhvr>
                                      <p:tavLst>
                                        <p:tav tm="0">
                                          <p:val>
                                            <p:fltVal val="0.5"/>
                                          </p:val>
                                        </p:tav>
                                        <p:tav tm="100000">
                                          <p:val>
                                            <p:strVal val="#ppt_y"/>
                                          </p:val>
                                        </p:tav>
                                      </p:tavLst>
                                    </p:anim>
                                  </p:childTnLst>
                                </p:cTn>
                              </p:par>
                              <p:par>
                                <p:cTn id="446" presetID="53" presetClass="entr" presetSubtype="528" repeatCount="indefinite" fill="hold" grpId="0" nodeType="withEffect">
                                  <p:stCondLst>
                                    <p:cond delay="1754"/>
                                  </p:stCondLst>
                                  <p:childTnLst>
                                    <p:set>
                                      <p:cBhvr>
                                        <p:cTn id="447" dur="1" fill="hold">
                                          <p:stCondLst>
                                            <p:cond delay="0"/>
                                          </p:stCondLst>
                                        </p:cTn>
                                        <p:tgtEl>
                                          <p:spTgt spid="432"/>
                                        </p:tgtEl>
                                        <p:attrNameLst>
                                          <p:attrName>style.visibility</p:attrName>
                                        </p:attrNameLst>
                                      </p:cBhvr>
                                      <p:to>
                                        <p:strVal val="visible"/>
                                      </p:to>
                                    </p:set>
                                    <p:anim calcmode="lin" valueType="num">
                                      <p:cBhvr>
                                        <p:cTn id="448" dur="6271" fill="hold"/>
                                        <p:tgtEl>
                                          <p:spTgt spid="432"/>
                                        </p:tgtEl>
                                        <p:attrNameLst>
                                          <p:attrName>ppt_w</p:attrName>
                                        </p:attrNameLst>
                                      </p:cBhvr>
                                      <p:tavLst>
                                        <p:tav tm="0">
                                          <p:val>
                                            <p:fltVal val="0"/>
                                          </p:val>
                                        </p:tav>
                                        <p:tav tm="100000">
                                          <p:val>
                                            <p:strVal val="#ppt_w"/>
                                          </p:val>
                                        </p:tav>
                                      </p:tavLst>
                                    </p:anim>
                                    <p:anim calcmode="lin" valueType="num">
                                      <p:cBhvr>
                                        <p:cTn id="449" dur="6271" fill="hold"/>
                                        <p:tgtEl>
                                          <p:spTgt spid="432"/>
                                        </p:tgtEl>
                                        <p:attrNameLst>
                                          <p:attrName>ppt_h</p:attrName>
                                        </p:attrNameLst>
                                      </p:cBhvr>
                                      <p:tavLst>
                                        <p:tav tm="0">
                                          <p:val>
                                            <p:fltVal val="0"/>
                                          </p:val>
                                        </p:tav>
                                        <p:tav tm="100000">
                                          <p:val>
                                            <p:strVal val="#ppt_h"/>
                                          </p:val>
                                        </p:tav>
                                      </p:tavLst>
                                    </p:anim>
                                    <p:animEffect transition="in" filter="fade">
                                      <p:cBhvr>
                                        <p:cTn id="450" dur="6271"/>
                                        <p:tgtEl>
                                          <p:spTgt spid="432"/>
                                        </p:tgtEl>
                                      </p:cBhvr>
                                    </p:animEffect>
                                    <p:anim calcmode="lin" valueType="num">
                                      <p:cBhvr>
                                        <p:cTn id="451" dur="6271" fill="hold"/>
                                        <p:tgtEl>
                                          <p:spTgt spid="432"/>
                                        </p:tgtEl>
                                        <p:attrNameLst>
                                          <p:attrName>ppt_x</p:attrName>
                                        </p:attrNameLst>
                                      </p:cBhvr>
                                      <p:tavLst>
                                        <p:tav tm="0">
                                          <p:val>
                                            <p:fltVal val="0.5"/>
                                          </p:val>
                                        </p:tav>
                                        <p:tav tm="100000">
                                          <p:val>
                                            <p:strVal val="#ppt_x"/>
                                          </p:val>
                                        </p:tav>
                                      </p:tavLst>
                                    </p:anim>
                                    <p:anim calcmode="lin" valueType="num">
                                      <p:cBhvr>
                                        <p:cTn id="452" dur="6271" fill="hold"/>
                                        <p:tgtEl>
                                          <p:spTgt spid="432"/>
                                        </p:tgtEl>
                                        <p:attrNameLst>
                                          <p:attrName>ppt_y</p:attrName>
                                        </p:attrNameLst>
                                      </p:cBhvr>
                                      <p:tavLst>
                                        <p:tav tm="0">
                                          <p:val>
                                            <p:fltVal val="0.5"/>
                                          </p:val>
                                        </p:tav>
                                        <p:tav tm="100000">
                                          <p:val>
                                            <p:strVal val="#ppt_y"/>
                                          </p:val>
                                        </p:tav>
                                      </p:tavLst>
                                    </p:anim>
                                  </p:childTnLst>
                                </p:cTn>
                              </p:par>
                              <p:par>
                                <p:cTn id="453" presetID="53" presetClass="entr" presetSubtype="528" repeatCount="indefinite" fill="hold" grpId="0" nodeType="withEffect">
                                  <p:stCondLst>
                                    <p:cond delay="331"/>
                                  </p:stCondLst>
                                  <p:childTnLst>
                                    <p:set>
                                      <p:cBhvr>
                                        <p:cTn id="454" dur="1" fill="hold">
                                          <p:stCondLst>
                                            <p:cond delay="0"/>
                                          </p:stCondLst>
                                        </p:cTn>
                                        <p:tgtEl>
                                          <p:spTgt spid="433"/>
                                        </p:tgtEl>
                                        <p:attrNameLst>
                                          <p:attrName>style.visibility</p:attrName>
                                        </p:attrNameLst>
                                      </p:cBhvr>
                                      <p:to>
                                        <p:strVal val="visible"/>
                                      </p:to>
                                    </p:set>
                                    <p:anim calcmode="lin" valueType="num">
                                      <p:cBhvr>
                                        <p:cTn id="455" dur="6081" fill="hold"/>
                                        <p:tgtEl>
                                          <p:spTgt spid="433"/>
                                        </p:tgtEl>
                                        <p:attrNameLst>
                                          <p:attrName>ppt_w</p:attrName>
                                        </p:attrNameLst>
                                      </p:cBhvr>
                                      <p:tavLst>
                                        <p:tav tm="0">
                                          <p:val>
                                            <p:fltVal val="0"/>
                                          </p:val>
                                        </p:tav>
                                        <p:tav tm="100000">
                                          <p:val>
                                            <p:strVal val="#ppt_w"/>
                                          </p:val>
                                        </p:tav>
                                      </p:tavLst>
                                    </p:anim>
                                    <p:anim calcmode="lin" valueType="num">
                                      <p:cBhvr>
                                        <p:cTn id="456" dur="6081" fill="hold"/>
                                        <p:tgtEl>
                                          <p:spTgt spid="433"/>
                                        </p:tgtEl>
                                        <p:attrNameLst>
                                          <p:attrName>ppt_h</p:attrName>
                                        </p:attrNameLst>
                                      </p:cBhvr>
                                      <p:tavLst>
                                        <p:tav tm="0">
                                          <p:val>
                                            <p:fltVal val="0"/>
                                          </p:val>
                                        </p:tav>
                                        <p:tav tm="100000">
                                          <p:val>
                                            <p:strVal val="#ppt_h"/>
                                          </p:val>
                                        </p:tav>
                                      </p:tavLst>
                                    </p:anim>
                                    <p:animEffect transition="in" filter="fade">
                                      <p:cBhvr>
                                        <p:cTn id="457" dur="6081"/>
                                        <p:tgtEl>
                                          <p:spTgt spid="433"/>
                                        </p:tgtEl>
                                      </p:cBhvr>
                                    </p:animEffect>
                                    <p:anim calcmode="lin" valueType="num">
                                      <p:cBhvr>
                                        <p:cTn id="458" dur="6081" fill="hold"/>
                                        <p:tgtEl>
                                          <p:spTgt spid="433"/>
                                        </p:tgtEl>
                                        <p:attrNameLst>
                                          <p:attrName>ppt_x</p:attrName>
                                        </p:attrNameLst>
                                      </p:cBhvr>
                                      <p:tavLst>
                                        <p:tav tm="0">
                                          <p:val>
                                            <p:fltVal val="0.5"/>
                                          </p:val>
                                        </p:tav>
                                        <p:tav tm="100000">
                                          <p:val>
                                            <p:strVal val="#ppt_x"/>
                                          </p:val>
                                        </p:tav>
                                      </p:tavLst>
                                    </p:anim>
                                    <p:anim calcmode="lin" valueType="num">
                                      <p:cBhvr>
                                        <p:cTn id="459" dur="6081" fill="hold"/>
                                        <p:tgtEl>
                                          <p:spTgt spid="433"/>
                                        </p:tgtEl>
                                        <p:attrNameLst>
                                          <p:attrName>ppt_y</p:attrName>
                                        </p:attrNameLst>
                                      </p:cBhvr>
                                      <p:tavLst>
                                        <p:tav tm="0">
                                          <p:val>
                                            <p:fltVal val="0.5"/>
                                          </p:val>
                                        </p:tav>
                                        <p:tav tm="100000">
                                          <p:val>
                                            <p:strVal val="#ppt_y"/>
                                          </p:val>
                                        </p:tav>
                                      </p:tavLst>
                                    </p:anim>
                                  </p:childTnLst>
                                </p:cTn>
                              </p:par>
                              <p:par>
                                <p:cTn id="460" presetID="53" presetClass="entr" presetSubtype="528" repeatCount="indefinite" fill="hold" grpId="0" nodeType="withEffect">
                                  <p:stCondLst>
                                    <p:cond delay="52"/>
                                  </p:stCondLst>
                                  <p:childTnLst>
                                    <p:set>
                                      <p:cBhvr>
                                        <p:cTn id="461" dur="1" fill="hold">
                                          <p:stCondLst>
                                            <p:cond delay="0"/>
                                          </p:stCondLst>
                                        </p:cTn>
                                        <p:tgtEl>
                                          <p:spTgt spid="434"/>
                                        </p:tgtEl>
                                        <p:attrNameLst>
                                          <p:attrName>style.visibility</p:attrName>
                                        </p:attrNameLst>
                                      </p:cBhvr>
                                      <p:to>
                                        <p:strVal val="visible"/>
                                      </p:to>
                                    </p:set>
                                    <p:anim calcmode="lin" valueType="num">
                                      <p:cBhvr>
                                        <p:cTn id="462" dur="6712" fill="hold"/>
                                        <p:tgtEl>
                                          <p:spTgt spid="434"/>
                                        </p:tgtEl>
                                        <p:attrNameLst>
                                          <p:attrName>ppt_w</p:attrName>
                                        </p:attrNameLst>
                                      </p:cBhvr>
                                      <p:tavLst>
                                        <p:tav tm="0">
                                          <p:val>
                                            <p:fltVal val="0"/>
                                          </p:val>
                                        </p:tav>
                                        <p:tav tm="100000">
                                          <p:val>
                                            <p:strVal val="#ppt_w"/>
                                          </p:val>
                                        </p:tav>
                                      </p:tavLst>
                                    </p:anim>
                                    <p:anim calcmode="lin" valueType="num">
                                      <p:cBhvr>
                                        <p:cTn id="463" dur="6712" fill="hold"/>
                                        <p:tgtEl>
                                          <p:spTgt spid="434"/>
                                        </p:tgtEl>
                                        <p:attrNameLst>
                                          <p:attrName>ppt_h</p:attrName>
                                        </p:attrNameLst>
                                      </p:cBhvr>
                                      <p:tavLst>
                                        <p:tav tm="0">
                                          <p:val>
                                            <p:fltVal val="0"/>
                                          </p:val>
                                        </p:tav>
                                        <p:tav tm="100000">
                                          <p:val>
                                            <p:strVal val="#ppt_h"/>
                                          </p:val>
                                        </p:tav>
                                      </p:tavLst>
                                    </p:anim>
                                    <p:animEffect transition="in" filter="fade">
                                      <p:cBhvr>
                                        <p:cTn id="464" dur="6712"/>
                                        <p:tgtEl>
                                          <p:spTgt spid="434"/>
                                        </p:tgtEl>
                                      </p:cBhvr>
                                    </p:animEffect>
                                    <p:anim calcmode="lin" valueType="num">
                                      <p:cBhvr>
                                        <p:cTn id="465" dur="6712" fill="hold"/>
                                        <p:tgtEl>
                                          <p:spTgt spid="434"/>
                                        </p:tgtEl>
                                        <p:attrNameLst>
                                          <p:attrName>ppt_x</p:attrName>
                                        </p:attrNameLst>
                                      </p:cBhvr>
                                      <p:tavLst>
                                        <p:tav tm="0">
                                          <p:val>
                                            <p:fltVal val="0.5"/>
                                          </p:val>
                                        </p:tav>
                                        <p:tav tm="100000">
                                          <p:val>
                                            <p:strVal val="#ppt_x"/>
                                          </p:val>
                                        </p:tav>
                                      </p:tavLst>
                                    </p:anim>
                                    <p:anim calcmode="lin" valueType="num">
                                      <p:cBhvr>
                                        <p:cTn id="466" dur="6712" fill="hold"/>
                                        <p:tgtEl>
                                          <p:spTgt spid="434"/>
                                        </p:tgtEl>
                                        <p:attrNameLst>
                                          <p:attrName>ppt_y</p:attrName>
                                        </p:attrNameLst>
                                      </p:cBhvr>
                                      <p:tavLst>
                                        <p:tav tm="0">
                                          <p:val>
                                            <p:fltVal val="0.5"/>
                                          </p:val>
                                        </p:tav>
                                        <p:tav tm="100000">
                                          <p:val>
                                            <p:strVal val="#ppt_y"/>
                                          </p:val>
                                        </p:tav>
                                      </p:tavLst>
                                    </p:anim>
                                  </p:childTnLst>
                                </p:cTn>
                              </p:par>
                              <p:par>
                                <p:cTn id="467" presetID="53" presetClass="entr" presetSubtype="528" repeatCount="indefinite" fill="hold" grpId="0" nodeType="withEffect">
                                  <p:stCondLst>
                                    <p:cond delay="35"/>
                                  </p:stCondLst>
                                  <p:childTnLst>
                                    <p:set>
                                      <p:cBhvr>
                                        <p:cTn id="468" dur="1" fill="hold">
                                          <p:stCondLst>
                                            <p:cond delay="0"/>
                                          </p:stCondLst>
                                        </p:cTn>
                                        <p:tgtEl>
                                          <p:spTgt spid="435"/>
                                        </p:tgtEl>
                                        <p:attrNameLst>
                                          <p:attrName>style.visibility</p:attrName>
                                        </p:attrNameLst>
                                      </p:cBhvr>
                                      <p:to>
                                        <p:strVal val="visible"/>
                                      </p:to>
                                    </p:set>
                                    <p:anim calcmode="lin" valueType="num">
                                      <p:cBhvr>
                                        <p:cTn id="469" dur="5135" fill="hold"/>
                                        <p:tgtEl>
                                          <p:spTgt spid="435"/>
                                        </p:tgtEl>
                                        <p:attrNameLst>
                                          <p:attrName>ppt_w</p:attrName>
                                        </p:attrNameLst>
                                      </p:cBhvr>
                                      <p:tavLst>
                                        <p:tav tm="0">
                                          <p:val>
                                            <p:fltVal val="0"/>
                                          </p:val>
                                        </p:tav>
                                        <p:tav tm="100000">
                                          <p:val>
                                            <p:strVal val="#ppt_w"/>
                                          </p:val>
                                        </p:tav>
                                      </p:tavLst>
                                    </p:anim>
                                    <p:anim calcmode="lin" valueType="num">
                                      <p:cBhvr>
                                        <p:cTn id="470" dur="5135" fill="hold"/>
                                        <p:tgtEl>
                                          <p:spTgt spid="435"/>
                                        </p:tgtEl>
                                        <p:attrNameLst>
                                          <p:attrName>ppt_h</p:attrName>
                                        </p:attrNameLst>
                                      </p:cBhvr>
                                      <p:tavLst>
                                        <p:tav tm="0">
                                          <p:val>
                                            <p:fltVal val="0"/>
                                          </p:val>
                                        </p:tav>
                                        <p:tav tm="100000">
                                          <p:val>
                                            <p:strVal val="#ppt_h"/>
                                          </p:val>
                                        </p:tav>
                                      </p:tavLst>
                                    </p:anim>
                                    <p:animEffect transition="in" filter="fade">
                                      <p:cBhvr>
                                        <p:cTn id="471" dur="5135"/>
                                        <p:tgtEl>
                                          <p:spTgt spid="435"/>
                                        </p:tgtEl>
                                      </p:cBhvr>
                                    </p:animEffect>
                                    <p:anim calcmode="lin" valueType="num">
                                      <p:cBhvr>
                                        <p:cTn id="472" dur="5135" fill="hold"/>
                                        <p:tgtEl>
                                          <p:spTgt spid="435"/>
                                        </p:tgtEl>
                                        <p:attrNameLst>
                                          <p:attrName>ppt_x</p:attrName>
                                        </p:attrNameLst>
                                      </p:cBhvr>
                                      <p:tavLst>
                                        <p:tav tm="0">
                                          <p:val>
                                            <p:fltVal val="0.5"/>
                                          </p:val>
                                        </p:tav>
                                        <p:tav tm="100000">
                                          <p:val>
                                            <p:strVal val="#ppt_x"/>
                                          </p:val>
                                        </p:tav>
                                      </p:tavLst>
                                    </p:anim>
                                    <p:anim calcmode="lin" valueType="num">
                                      <p:cBhvr>
                                        <p:cTn id="473" dur="5135" fill="hold"/>
                                        <p:tgtEl>
                                          <p:spTgt spid="435"/>
                                        </p:tgtEl>
                                        <p:attrNameLst>
                                          <p:attrName>ppt_y</p:attrName>
                                        </p:attrNameLst>
                                      </p:cBhvr>
                                      <p:tavLst>
                                        <p:tav tm="0">
                                          <p:val>
                                            <p:fltVal val="0.5"/>
                                          </p:val>
                                        </p:tav>
                                        <p:tav tm="100000">
                                          <p:val>
                                            <p:strVal val="#ppt_y"/>
                                          </p:val>
                                        </p:tav>
                                      </p:tavLst>
                                    </p:anim>
                                  </p:childTnLst>
                                </p:cTn>
                              </p:par>
                              <p:par>
                                <p:cTn id="474" presetID="53" presetClass="entr" presetSubtype="528" repeatCount="indefinite" fill="hold" grpId="0" nodeType="withEffect">
                                  <p:stCondLst>
                                    <p:cond delay="1810"/>
                                  </p:stCondLst>
                                  <p:childTnLst>
                                    <p:set>
                                      <p:cBhvr>
                                        <p:cTn id="475" dur="1" fill="hold">
                                          <p:stCondLst>
                                            <p:cond delay="0"/>
                                          </p:stCondLst>
                                        </p:cTn>
                                        <p:tgtEl>
                                          <p:spTgt spid="436"/>
                                        </p:tgtEl>
                                        <p:attrNameLst>
                                          <p:attrName>style.visibility</p:attrName>
                                        </p:attrNameLst>
                                      </p:cBhvr>
                                      <p:to>
                                        <p:strVal val="visible"/>
                                      </p:to>
                                    </p:set>
                                    <p:anim calcmode="lin" valueType="num">
                                      <p:cBhvr>
                                        <p:cTn id="476" dur="5463" fill="hold"/>
                                        <p:tgtEl>
                                          <p:spTgt spid="436"/>
                                        </p:tgtEl>
                                        <p:attrNameLst>
                                          <p:attrName>ppt_w</p:attrName>
                                        </p:attrNameLst>
                                      </p:cBhvr>
                                      <p:tavLst>
                                        <p:tav tm="0">
                                          <p:val>
                                            <p:fltVal val="0"/>
                                          </p:val>
                                        </p:tav>
                                        <p:tav tm="100000">
                                          <p:val>
                                            <p:strVal val="#ppt_w"/>
                                          </p:val>
                                        </p:tav>
                                      </p:tavLst>
                                    </p:anim>
                                    <p:anim calcmode="lin" valueType="num">
                                      <p:cBhvr>
                                        <p:cTn id="477" dur="5463" fill="hold"/>
                                        <p:tgtEl>
                                          <p:spTgt spid="436"/>
                                        </p:tgtEl>
                                        <p:attrNameLst>
                                          <p:attrName>ppt_h</p:attrName>
                                        </p:attrNameLst>
                                      </p:cBhvr>
                                      <p:tavLst>
                                        <p:tav tm="0">
                                          <p:val>
                                            <p:fltVal val="0"/>
                                          </p:val>
                                        </p:tav>
                                        <p:tav tm="100000">
                                          <p:val>
                                            <p:strVal val="#ppt_h"/>
                                          </p:val>
                                        </p:tav>
                                      </p:tavLst>
                                    </p:anim>
                                    <p:animEffect transition="in" filter="fade">
                                      <p:cBhvr>
                                        <p:cTn id="478" dur="5463"/>
                                        <p:tgtEl>
                                          <p:spTgt spid="436"/>
                                        </p:tgtEl>
                                      </p:cBhvr>
                                    </p:animEffect>
                                    <p:anim calcmode="lin" valueType="num">
                                      <p:cBhvr>
                                        <p:cTn id="479" dur="5463" fill="hold"/>
                                        <p:tgtEl>
                                          <p:spTgt spid="436"/>
                                        </p:tgtEl>
                                        <p:attrNameLst>
                                          <p:attrName>ppt_x</p:attrName>
                                        </p:attrNameLst>
                                      </p:cBhvr>
                                      <p:tavLst>
                                        <p:tav tm="0">
                                          <p:val>
                                            <p:fltVal val="0.5"/>
                                          </p:val>
                                        </p:tav>
                                        <p:tav tm="100000">
                                          <p:val>
                                            <p:strVal val="#ppt_x"/>
                                          </p:val>
                                        </p:tav>
                                      </p:tavLst>
                                    </p:anim>
                                    <p:anim calcmode="lin" valueType="num">
                                      <p:cBhvr>
                                        <p:cTn id="480" dur="5463" fill="hold"/>
                                        <p:tgtEl>
                                          <p:spTgt spid="436"/>
                                        </p:tgtEl>
                                        <p:attrNameLst>
                                          <p:attrName>ppt_y</p:attrName>
                                        </p:attrNameLst>
                                      </p:cBhvr>
                                      <p:tavLst>
                                        <p:tav tm="0">
                                          <p:val>
                                            <p:fltVal val="0.5"/>
                                          </p:val>
                                        </p:tav>
                                        <p:tav tm="100000">
                                          <p:val>
                                            <p:strVal val="#ppt_y"/>
                                          </p:val>
                                        </p:tav>
                                      </p:tavLst>
                                    </p:anim>
                                  </p:childTnLst>
                                </p:cTn>
                              </p:par>
                              <p:par>
                                <p:cTn id="481" presetID="53" presetClass="entr" presetSubtype="528" repeatCount="indefinite" fill="hold" grpId="0" nodeType="withEffect">
                                  <p:stCondLst>
                                    <p:cond delay="207"/>
                                  </p:stCondLst>
                                  <p:childTnLst>
                                    <p:set>
                                      <p:cBhvr>
                                        <p:cTn id="482" dur="1" fill="hold">
                                          <p:stCondLst>
                                            <p:cond delay="0"/>
                                          </p:stCondLst>
                                        </p:cTn>
                                        <p:tgtEl>
                                          <p:spTgt spid="437"/>
                                        </p:tgtEl>
                                        <p:attrNameLst>
                                          <p:attrName>style.visibility</p:attrName>
                                        </p:attrNameLst>
                                      </p:cBhvr>
                                      <p:to>
                                        <p:strVal val="visible"/>
                                      </p:to>
                                    </p:set>
                                    <p:anim calcmode="lin" valueType="num">
                                      <p:cBhvr>
                                        <p:cTn id="483" dur="5327" fill="hold"/>
                                        <p:tgtEl>
                                          <p:spTgt spid="437"/>
                                        </p:tgtEl>
                                        <p:attrNameLst>
                                          <p:attrName>ppt_w</p:attrName>
                                        </p:attrNameLst>
                                      </p:cBhvr>
                                      <p:tavLst>
                                        <p:tav tm="0">
                                          <p:val>
                                            <p:fltVal val="0"/>
                                          </p:val>
                                        </p:tav>
                                        <p:tav tm="100000">
                                          <p:val>
                                            <p:strVal val="#ppt_w"/>
                                          </p:val>
                                        </p:tav>
                                      </p:tavLst>
                                    </p:anim>
                                    <p:anim calcmode="lin" valueType="num">
                                      <p:cBhvr>
                                        <p:cTn id="484" dur="5327" fill="hold"/>
                                        <p:tgtEl>
                                          <p:spTgt spid="437"/>
                                        </p:tgtEl>
                                        <p:attrNameLst>
                                          <p:attrName>ppt_h</p:attrName>
                                        </p:attrNameLst>
                                      </p:cBhvr>
                                      <p:tavLst>
                                        <p:tav tm="0">
                                          <p:val>
                                            <p:fltVal val="0"/>
                                          </p:val>
                                        </p:tav>
                                        <p:tav tm="100000">
                                          <p:val>
                                            <p:strVal val="#ppt_h"/>
                                          </p:val>
                                        </p:tav>
                                      </p:tavLst>
                                    </p:anim>
                                    <p:animEffect transition="in" filter="fade">
                                      <p:cBhvr>
                                        <p:cTn id="485" dur="5327"/>
                                        <p:tgtEl>
                                          <p:spTgt spid="437"/>
                                        </p:tgtEl>
                                      </p:cBhvr>
                                    </p:animEffect>
                                    <p:anim calcmode="lin" valueType="num">
                                      <p:cBhvr>
                                        <p:cTn id="486" dur="5327" fill="hold"/>
                                        <p:tgtEl>
                                          <p:spTgt spid="437"/>
                                        </p:tgtEl>
                                        <p:attrNameLst>
                                          <p:attrName>ppt_x</p:attrName>
                                        </p:attrNameLst>
                                      </p:cBhvr>
                                      <p:tavLst>
                                        <p:tav tm="0">
                                          <p:val>
                                            <p:fltVal val="0.5"/>
                                          </p:val>
                                        </p:tav>
                                        <p:tav tm="100000">
                                          <p:val>
                                            <p:strVal val="#ppt_x"/>
                                          </p:val>
                                        </p:tav>
                                      </p:tavLst>
                                    </p:anim>
                                    <p:anim calcmode="lin" valueType="num">
                                      <p:cBhvr>
                                        <p:cTn id="487" dur="5327" fill="hold"/>
                                        <p:tgtEl>
                                          <p:spTgt spid="437"/>
                                        </p:tgtEl>
                                        <p:attrNameLst>
                                          <p:attrName>ppt_y</p:attrName>
                                        </p:attrNameLst>
                                      </p:cBhvr>
                                      <p:tavLst>
                                        <p:tav tm="0">
                                          <p:val>
                                            <p:fltVal val="0.5"/>
                                          </p:val>
                                        </p:tav>
                                        <p:tav tm="100000">
                                          <p:val>
                                            <p:strVal val="#ppt_y"/>
                                          </p:val>
                                        </p:tav>
                                      </p:tavLst>
                                    </p:anim>
                                  </p:childTnLst>
                                </p:cTn>
                              </p:par>
                              <p:par>
                                <p:cTn id="488" presetID="53" presetClass="entr" presetSubtype="528" repeatCount="indefinite" fill="hold" grpId="0" nodeType="withEffect">
                                  <p:stCondLst>
                                    <p:cond delay="852"/>
                                  </p:stCondLst>
                                  <p:childTnLst>
                                    <p:set>
                                      <p:cBhvr>
                                        <p:cTn id="489" dur="1" fill="hold">
                                          <p:stCondLst>
                                            <p:cond delay="0"/>
                                          </p:stCondLst>
                                        </p:cTn>
                                        <p:tgtEl>
                                          <p:spTgt spid="438"/>
                                        </p:tgtEl>
                                        <p:attrNameLst>
                                          <p:attrName>style.visibility</p:attrName>
                                        </p:attrNameLst>
                                      </p:cBhvr>
                                      <p:to>
                                        <p:strVal val="visible"/>
                                      </p:to>
                                    </p:set>
                                    <p:anim calcmode="lin" valueType="num">
                                      <p:cBhvr>
                                        <p:cTn id="490" dur="5099" fill="hold"/>
                                        <p:tgtEl>
                                          <p:spTgt spid="438"/>
                                        </p:tgtEl>
                                        <p:attrNameLst>
                                          <p:attrName>ppt_w</p:attrName>
                                        </p:attrNameLst>
                                      </p:cBhvr>
                                      <p:tavLst>
                                        <p:tav tm="0">
                                          <p:val>
                                            <p:fltVal val="0"/>
                                          </p:val>
                                        </p:tav>
                                        <p:tav tm="100000">
                                          <p:val>
                                            <p:strVal val="#ppt_w"/>
                                          </p:val>
                                        </p:tav>
                                      </p:tavLst>
                                    </p:anim>
                                    <p:anim calcmode="lin" valueType="num">
                                      <p:cBhvr>
                                        <p:cTn id="491" dur="5099" fill="hold"/>
                                        <p:tgtEl>
                                          <p:spTgt spid="438"/>
                                        </p:tgtEl>
                                        <p:attrNameLst>
                                          <p:attrName>ppt_h</p:attrName>
                                        </p:attrNameLst>
                                      </p:cBhvr>
                                      <p:tavLst>
                                        <p:tav tm="0">
                                          <p:val>
                                            <p:fltVal val="0"/>
                                          </p:val>
                                        </p:tav>
                                        <p:tav tm="100000">
                                          <p:val>
                                            <p:strVal val="#ppt_h"/>
                                          </p:val>
                                        </p:tav>
                                      </p:tavLst>
                                    </p:anim>
                                    <p:animEffect transition="in" filter="fade">
                                      <p:cBhvr>
                                        <p:cTn id="492" dur="5099"/>
                                        <p:tgtEl>
                                          <p:spTgt spid="438"/>
                                        </p:tgtEl>
                                      </p:cBhvr>
                                    </p:animEffect>
                                    <p:anim calcmode="lin" valueType="num">
                                      <p:cBhvr>
                                        <p:cTn id="493" dur="5099" fill="hold"/>
                                        <p:tgtEl>
                                          <p:spTgt spid="438"/>
                                        </p:tgtEl>
                                        <p:attrNameLst>
                                          <p:attrName>ppt_x</p:attrName>
                                        </p:attrNameLst>
                                      </p:cBhvr>
                                      <p:tavLst>
                                        <p:tav tm="0">
                                          <p:val>
                                            <p:fltVal val="0.5"/>
                                          </p:val>
                                        </p:tav>
                                        <p:tav tm="100000">
                                          <p:val>
                                            <p:strVal val="#ppt_x"/>
                                          </p:val>
                                        </p:tav>
                                      </p:tavLst>
                                    </p:anim>
                                    <p:anim calcmode="lin" valueType="num">
                                      <p:cBhvr>
                                        <p:cTn id="494" dur="5099" fill="hold"/>
                                        <p:tgtEl>
                                          <p:spTgt spid="438"/>
                                        </p:tgtEl>
                                        <p:attrNameLst>
                                          <p:attrName>ppt_y</p:attrName>
                                        </p:attrNameLst>
                                      </p:cBhvr>
                                      <p:tavLst>
                                        <p:tav tm="0">
                                          <p:val>
                                            <p:fltVal val="0.5"/>
                                          </p:val>
                                        </p:tav>
                                        <p:tav tm="100000">
                                          <p:val>
                                            <p:strVal val="#ppt_y"/>
                                          </p:val>
                                        </p:tav>
                                      </p:tavLst>
                                    </p:anim>
                                  </p:childTnLst>
                                </p:cTn>
                              </p:par>
                              <p:par>
                                <p:cTn id="495" presetID="53" presetClass="entr" presetSubtype="528" repeatCount="indefinite" fill="hold" grpId="0" nodeType="withEffect">
                                  <p:stCondLst>
                                    <p:cond delay="1482"/>
                                  </p:stCondLst>
                                  <p:childTnLst>
                                    <p:set>
                                      <p:cBhvr>
                                        <p:cTn id="496" dur="1" fill="hold">
                                          <p:stCondLst>
                                            <p:cond delay="0"/>
                                          </p:stCondLst>
                                        </p:cTn>
                                        <p:tgtEl>
                                          <p:spTgt spid="439"/>
                                        </p:tgtEl>
                                        <p:attrNameLst>
                                          <p:attrName>style.visibility</p:attrName>
                                        </p:attrNameLst>
                                      </p:cBhvr>
                                      <p:to>
                                        <p:strVal val="visible"/>
                                      </p:to>
                                    </p:set>
                                    <p:anim calcmode="lin" valueType="num">
                                      <p:cBhvr>
                                        <p:cTn id="497" dur="7073" fill="hold"/>
                                        <p:tgtEl>
                                          <p:spTgt spid="439"/>
                                        </p:tgtEl>
                                        <p:attrNameLst>
                                          <p:attrName>ppt_w</p:attrName>
                                        </p:attrNameLst>
                                      </p:cBhvr>
                                      <p:tavLst>
                                        <p:tav tm="0">
                                          <p:val>
                                            <p:fltVal val="0"/>
                                          </p:val>
                                        </p:tav>
                                        <p:tav tm="100000">
                                          <p:val>
                                            <p:strVal val="#ppt_w"/>
                                          </p:val>
                                        </p:tav>
                                      </p:tavLst>
                                    </p:anim>
                                    <p:anim calcmode="lin" valueType="num">
                                      <p:cBhvr>
                                        <p:cTn id="498" dur="7073" fill="hold"/>
                                        <p:tgtEl>
                                          <p:spTgt spid="439"/>
                                        </p:tgtEl>
                                        <p:attrNameLst>
                                          <p:attrName>ppt_h</p:attrName>
                                        </p:attrNameLst>
                                      </p:cBhvr>
                                      <p:tavLst>
                                        <p:tav tm="0">
                                          <p:val>
                                            <p:fltVal val="0"/>
                                          </p:val>
                                        </p:tav>
                                        <p:tav tm="100000">
                                          <p:val>
                                            <p:strVal val="#ppt_h"/>
                                          </p:val>
                                        </p:tav>
                                      </p:tavLst>
                                    </p:anim>
                                    <p:animEffect transition="in" filter="fade">
                                      <p:cBhvr>
                                        <p:cTn id="499" dur="7073"/>
                                        <p:tgtEl>
                                          <p:spTgt spid="439"/>
                                        </p:tgtEl>
                                      </p:cBhvr>
                                    </p:animEffect>
                                    <p:anim calcmode="lin" valueType="num">
                                      <p:cBhvr>
                                        <p:cTn id="500" dur="7073" fill="hold"/>
                                        <p:tgtEl>
                                          <p:spTgt spid="439"/>
                                        </p:tgtEl>
                                        <p:attrNameLst>
                                          <p:attrName>ppt_x</p:attrName>
                                        </p:attrNameLst>
                                      </p:cBhvr>
                                      <p:tavLst>
                                        <p:tav tm="0">
                                          <p:val>
                                            <p:fltVal val="0.5"/>
                                          </p:val>
                                        </p:tav>
                                        <p:tav tm="100000">
                                          <p:val>
                                            <p:strVal val="#ppt_x"/>
                                          </p:val>
                                        </p:tav>
                                      </p:tavLst>
                                    </p:anim>
                                    <p:anim calcmode="lin" valueType="num">
                                      <p:cBhvr>
                                        <p:cTn id="501" dur="7073" fill="hold"/>
                                        <p:tgtEl>
                                          <p:spTgt spid="439"/>
                                        </p:tgtEl>
                                        <p:attrNameLst>
                                          <p:attrName>ppt_y</p:attrName>
                                        </p:attrNameLst>
                                      </p:cBhvr>
                                      <p:tavLst>
                                        <p:tav tm="0">
                                          <p:val>
                                            <p:fltVal val="0.5"/>
                                          </p:val>
                                        </p:tav>
                                        <p:tav tm="100000">
                                          <p:val>
                                            <p:strVal val="#ppt_y"/>
                                          </p:val>
                                        </p:tav>
                                      </p:tavLst>
                                    </p:anim>
                                  </p:childTnLst>
                                </p:cTn>
                              </p:par>
                              <p:par>
                                <p:cTn id="502" presetID="53" presetClass="entr" presetSubtype="528" repeatCount="indefinite" fill="hold" grpId="0" nodeType="withEffect">
                                  <p:stCondLst>
                                    <p:cond delay="176"/>
                                  </p:stCondLst>
                                  <p:childTnLst>
                                    <p:set>
                                      <p:cBhvr>
                                        <p:cTn id="503" dur="1" fill="hold">
                                          <p:stCondLst>
                                            <p:cond delay="0"/>
                                          </p:stCondLst>
                                        </p:cTn>
                                        <p:tgtEl>
                                          <p:spTgt spid="440"/>
                                        </p:tgtEl>
                                        <p:attrNameLst>
                                          <p:attrName>style.visibility</p:attrName>
                                        </p:attrNameLst>
                                      </p:cBhvr>
                                      <p:to>
                                        <p:strVal val="visible"/>
                                      </p:to>
                                    </p:set>
                                    <p:anim calcmode="lin" valueType="num">
                                      <p:cBhvr>
                                        <p:cTn id="504" dur="7201" fill="hold"/>
                                        <p:tgtEl>
                                          <p:spTgt spid="440"/>
                                        </p:tgtEl>
                                        <p:attrNameLst>
                                          <p:attrName>ppt_w</p:attrName>
                                        </p:attrNameLst>
                                      </p:cBhvr>
                                      <p:tavLst>
                                        <p:tav tm="0">
                                          <p:val>
                                            <p:fltVal val="0"/>
                                          </p:val>
                                        </p:tav>
                                        <p:tav tm="100000">
                                          <p:val>
                                            <p:strVal val="#ppt_w"/>
                                          </p:val>
                                        </p:tav>
                                      </p:tavLst>
                                    </p:anim>
                                    <p:anim calcmode="lin" valueType="num">
                                      <p:cBhvr>
                                        <p:cTn id="505" dur="7201" fill="hold"/>
                                        <p:tgtEl>
                                          <p:spTgt spid="440"/>
                                        </p:tgtEl>
                                        <p:attrNameLst>
                                          <p:attrName>ppt_h</p:attrName>
                                        </p:attrNameLst>
                                      </p:cBhvr>
                                      <p:tavLst>
                                        <p:tav tm="0">
                                          <p:val>
                                            <p:fltVal val="0"/>
                                          </p:val>
                                        </p:tav>
                                        <p:tav tm="100000">
                                          <p:val>
                                            <p:strVal val="#ppt_h"/>
                                          </p:val>
                                        </p:tav>
                                      </p:tavLst>
                                    </p:anim>
                                    <p:animEffect transition="in" filter="fade">
                                      <p:cBhvr>
                                        <p:cTn id="506" dur="7201"/>
                                        <p:tgtEl>
                                          <p:spTgt spid="440"/>
                                        </p:tgtEl>
                                      </p:cBhvr>
                                    </p:animEffect>
                                    <p:anim calcmode="lin" valueType="num">
                                      <p:cBhvr>
                                        <p:cTn id="507" dur="7201" fill="hold"/>
                                        <p:tgtEl>
                                          <p:spTgt spid="440"/>
                                        </p:tgtEl>
                                        <p:attrNameLst>
                                          <p:attrName>ppt_x</p:attrName>
                                        </p:attrNameLst>
                                      </p:cBhvr>
                                      <p:tavLst>
                                        <p:tav tm="0">
                                          <p:val>
                                            <p:fltVal val="0.5"/>
                                          </p:val>
                                        </p:tav>
                                        <p:tav tm="100000">
                                          <p:val>
                                            <p:strVal val="#ppt_x"/>
                                          </p:val>
                                        </p:tav>
                                      </p:tavLst>
                                    </p:anim>
                                    <p:anim calcmode="lin" valueType="num">
                                      <p:cBhvr>
                                        <p:cTn id="508" dur="7201" fill="hold"/>
                                        <p:tgtEl>
                                          <p:spTgt spid="440"/>
                                        </p:tgtEl>
                                        <p:attrNameLst>
                                          <p:attrName>ppt_y</p:attrName>
                                        </p:attrNameLst>
                                      </p:cBhvr>
                                      <p:tavLst>
                                        <p:tav tm="0">
                                          <p:val>
                                            <p:fltVal val="0.5"/>
                                          </p:val>
                                        </p:tav>
                                        <p:tav tm="100000">
                                          <p:val>
                                            <p:strVal val="#ppt_y"/>
                                          </p:val>
                                        </p:tav>
                                      </p:tavLst>
                                    </p:anim>
                                  </p:childTnLst>
                                </p:cTn>
                              </p:par>
                              <p:par>
                                <p:cTn id="509" presetID="53" presetClass="entr" presetSubtype="528" repeatCount="indefinite" fill="hold" grpId="0" nodeType="withEffect">
                                  <p:stCondLst>
                                    <p:cond delay="157"/>
                                  </p:stCondLst>
                                  <p:childTnLst>
                                    <p:set>
                                      <p:cBhvr>
                                        <p:cTn id="510" dur="1" fill="hold">
                                          <p:stCondLst>
                                            <p:cond delay="0"/>
                                          </p:stCondLst>
                                        </p:cTn>
                                        <p:tgtEl>
                                          <p:spTgt spid="441"/>
                                        </p:tgtEl>
                                        <p:attrNameLst>
                                          <p:attrName>style.visibility</p:attrName>
                                        </p:attrNameLst>
                                      </p:cBhvr>
                                      <p:to>
                                        <p:strVal val="visible"/>
                                      </p:to>
                                    </p:set>
                                    <p:anim calcmode="lin" valueType="num">
                                      <p:cBhvr>
                                        <p:cTn id="511" dur="7468" fill="hold"/>
                                        <p:tgtEl>
                                          <p:spTgt spid="441"/>
                                        </p:tgtEl>
                                        <p:attrNameLst>
                                          <p:attrName>ppt_w</p:attrName>
                                        </p:attrNameLst>
                                      </p:cBhvr>
                                      <p:tavLst>
                                        <p:tav tm="0">
                                          <p:val>
                                            <p:fltVal val="0"/>
                                          </p:val>
                                        </p:tav>
                                        <p:tav tm="100000">
                                          <p:val>
                                            <p:strVal val="#ppt_w"/>
                                          </p:val>
                                        </p:tav>
                                      </p:tavLst>
                                    </p:anim>
                                    <p:anim calcmode="lin" valueType="num">
                                      <p:cBhvr>
                                        <p:cTn id="512" dur="7468" fill="hold"/>
                                        <p:tgtEl>
                                          <p:spTgt spid="441"/>
                                        </p:tgtEl>
                                        <p:attrNameLst>
                                          <p:attrName>ppt_h</p:attrName>
                                        </p:attrNameLst>
                                      </p:cBhvr>
                                      <p:tavLst>
                                        <p:tav tm="0">
                                          <p:val>
                                            <p:fltVal val="0"/>
                                          </p:val>
                                        </p:tav>
                                        <p:tav tm="100000">
                                          <p:val>
                                            <p:strVal val="#ppt_h"/>
                                          </p:val>
                                        </p:tav>
                                      </p:tavLst>
                                    </p:anim>
                                    <p:animEffect transition="in" filter="fade">
                                      <p:cBhvr>
                                        <p:cTn id="513" dur="7468"/>
                                        <p:tgtEl>
                                          <p:spTgt spid="441"/>
                                        </p:tgtEl>
                                      </p:cBhvr>
                                    </p:animEffect>
                                    <p:anim calcmode="lin" valueType="num">
                                      <p:cBhvr>
                                        <p:cTn id="514" dur="7468" fill="hold"/>
                                        <p:tgtEl>
                                          <p:spTgt spid="441"/>
                                        </p:tgtEl>
                                        <p:attrNameLst>
                                          <p:attrName>ppt_x</p:attrName>
                                        </p:attrNameLst>
                                      </p:cBhvr>
                                      <p:tavLst>
                                        <p:tav tm="0">
                                          <p:val>
                                            <p:fltVal val="0.5"/>
                                          </p:val>
                                        </p:tav>
                                        <p:tav tm="100000">
                                          <p:val>
                                            <p:strVal val="#ppt_x"/>
                                          </p:val>
                                        </p:tav>
                                      </p:tavLst>
                                    </p:anim>
                                    <p:anim calcmode="lin" valueType="num">
                                      <p:cBhvr>
                                        <p:cTn id="515" dur="7468" fill="hold"/>
                                        <p:tgtEl>
                                          <p:spTgt spid="441"/>
                                        </p:tgtEl>
                                        <p:attrNameLst>
                                          <p:attrName>ppt_y</p:attrName>
                                        </p:attrNameLst>
                                      </p:cBhvr>
                                      <p:tavLst>
                                        <p:tav tm="0">
                                          <p:val>
                                            <p:fltVal val="0.5"/>
                                          </p:val>
                                        </p:tav>
                                        <p:tav tm="100000">
                                          <p:val>
                                            <p:strVal val="#ppt_y"/>
                                          </p:val>
                                        </p:tav>
                                      </p:tavLst>
                                    </p:anim>
                                  </p:childTnLst>
                                </p:cTn>
                              </p:par>
                              <p:par>
                                <p:cTn id="516" presetID="53" presetClass="entr" presetSubtype="528" repeatCount="indefinite" fill="hold" grpId="0" nodeType="withEffect">
                                  <p:stCondLst>
                                    <p:cond delay="234"/>
                                  </p:stCondLst>
                                  <p:childTnLst>
                                    <p:set>
                                      <p:cBhvr>
                                        <p:cTn id="517" dur="1" fill="hold">
                                          <p:stCondLst>
                                            <p:cond delay="0"/>
                                          </p:stCondLst>
                                        </p:cTn>
                                        <p:tgtEl>
                                          <p:spTgt spid="457"/>
                                        </p:tgtEl>
                                        <p:attrNameLst>
                                          <p:attrName>style.visibility</p:attrName>
                                        </p:attrNameLst>
                                      </p:cBhvr>
                                      <p:to>
                                        <p:strVal val="visible"/>
                                      </p:to>
                                    </p:set>
                                    <p:anim calcmode="lin" valueType="num">
                                      <p:cBhvr>
                                        <p:cTn id="518" dur="7485" fill="hold"/>
                                        <p:tgtEl>
                                          <p:spTgt spid="457"/>
                                        </p:tgtEl>
                                        <p:attrNameLst>
                                          <p:attrName>ppt_w</p:attrName>
                                        </p:attrNameLst>
                                      </p:cBhvr>
                                      <p:tavLst>
                                        <p:tav tm="0">
                                          <p:val>
                                            <p:fltVal val="0"/>
                                          </p:val>
                                        </p:tav>
                                        <p:tav tm="100000">
                                          <p:val>
                                            <p:strVal val="#ppt_w"/>
                                          </p:val>
                                        </p:tav>
                                      </p:tavLst>
                                    </p:anim>
                                    <p:anim calcmode="lin" valueType="num">
                                      <p:cBhvr>
                                        <p:cTn id="519" dur="7485" fill="hold"/>
                                        <p:tgtEl>
                                          <p:spTgt spid="457"/>
                                        </p:tgtEl>
                                        <p:attrNameLst>
                                          <p:attrName>ppt_h</p:attrName>
                                        </p:attrNameLst>
                                      </p:cBhvr>
                                      <p:tavLst>
                                        <p:tav tm="0">
                                          <p:val>
                                            <p:fltVal val="0"/>
                                          </p:val>
                                        </p:tav>
                                        <p:tav tm="100000">
                                          <p:val>
                                            <p:strVal val="#ppt_h"/>
                                          </p:val>
                                        </p:tav>
                                      </p:tavLst>
                                    </p:anim>
                                    <p:animEffect transition="in" filter="fade">
                                      <p:cBhvr>
                                        <p:cTn id="520" dur="7485"/>
                                        <p:tgtEl>
                                          <p:spTgt spid="457"/>
                                        </p:tgtEl>
                                      </p:cBhvr>
                                    </p:animEffect>
                                    <p:anim calcmode="lin" valueType="num">
                                      <p:cBhvr>
                                        <p:cTn id="521" dur="7485" fill="hold"/>
                                        <p:tgtEl>
                                          <p:spTgt spid="457"/>
                                        </p:tgtEl>
                                        <p:attrNameLst>
                                          <p:attrName>ppt_x</p:attrName>
                                        </p:attrNameLst>
                                      </p:cBhvr>
                                      <p:tavLst>
                                        <p:tav tm="0">
                                          <p:val>
                                            <p:fltVal val="0.5"/>
                                          </p:val>
                                        </p:tav>
                                        <p:tav tm="100000">
                                          <p:val>
                                            <p:strVal val="#ppt_x"/>
                                          </p:val>
                                        </p:tav>
                                      </p:tavLst>
                                    </p:anim>
                                    <p:anim calcmode="lin" valueType="num">
                                      <p:cBhvr>
                                        <p:cTn id="522" dur="7485" fill="hold"/>
                                        <p:tgtEl>
                                          <p:spTgt spid="457"/>
                                        </p:tgtEl>
                                        <p:attrNameLst>
                                          <p:attrName>ppt_y</p:attrName>
                                        </p:attrNameLst>
                                      </p:cBhvr>
                                      <p:tavLst>
                                        <p:tav tm="0">
                                          <p:val>
                                            <p:fltVal val="0.5"/>
                                          </p:val>
                                        </p:tav>
                                        <p:tav tm="100000">
                                          <p:val>
                                            <p:strVal val="#ppt_y"/>
                                          </p:val>
                                        </p:tav>
                                      </p:tavLst>
                                    </p:anim>
                                  </p:childTnLst>
                                </p:cTn>
                              </p:par>
                              <p:par>
                                <p:cTn id="523" presetID="53" presetClass="entr" presetSubtype="528" repeatCount="indefinite" fill="hold" grpId="0" nodeType="withEffect">
                                  <p:stCondLst>
                                    <p:cond delay="1802"/>
                                  </p:stCondLst>
                                  <p:childTnLst>
                                    <p:set>
                                      <p:cBhvr>
                                        <p:cTn id="524" dur="1" fill="hold">
                                          <p:stCondLst>
                                            <p:cond delay="0"/>
                                          </p:stCondLst>
                                        </p:cTn>
                                        <p:tgtEl>
                                          <p:spTgt spid="463"/>
                                        </p:tgtEl>
                                        <p:attrNameLst>
                                          <p:attrName>style.visibility</p:attrName>
                                        </p:attrNameLst>
                                      </p:cBhvr>
                                      <p:to>
                                        <p:strVal val="visible"/>
                                      </p:to>
                                    </p:set>
                                    <p:anim calcmode="lin" valueType="num">
                                      <p:cBhvr>
                                        <p:cTn id="525" dur="6432" fill="hold"/>
                                        <p:tgtEl>
                                          <p:spTgt spid="463"/>
                                        </p:tgtEl>
                                        <p:attrNameLst>
                                          <p:attrName>ppt_w</p:attrName>
                                        </p:attrNameLst>
                                      </p:cBhvr>
                                      <p:tavLst>
                                        <p:tav tm="0">
                                          <p:val>
                                            <p:fltVal val="0"/>
                                          </p:val>
                                        </p:tav>
                                        <p:tav tm="100000">
                                          <p:val>
                                            <p:strVal val="#ppt_w"/>
                                          </p:val>
                                        </p:tav>
                                      </p:tavLst>
                                    </p:anim>
                                    <p:anim calcmode="lin" valueType="num">
                                      <p:cBhvr>
                                        <p:cTn id="526" dur="6432" fill="hold"/>
                                        <p:tgtEl>
                                          <p:spTgt spid="463"/>
                                        </p:tgtEl>
                                        <p:attrNameLst>
                                          <p:attrName>ppt_h</p:attrName>
                                        </p:attrNameLst>
                                      </p:cBhvr>
                                      <p:tavLst>
                                        <p:tav tm="0">
                                          <p:val>
                                            <p:fltVal val="0"/>
                                          </p:val>
                                        </p:tav>
                                        <p:tav tm="100000">
                                          <p:val>
                                            <p:strVal val="#ppt_h"/>
                                          </p:val>
                                        </p:tav>
                                      </p:tavLst>
                                    </p:anim>
                                    <p:animEffect transition="in" filter="fade">
                                      <p:cBhvr>
                                        <p:cTn id="527" dur="6432"/>
                                        <p:tgtEl>
                                          <p:spTgt spid="463"/>
                                        </p:tgtEl>
                                      </p:cBhvr>
                                    </p:animEffect>
                                    <p:anim calcmode="lin" valueType="num">
                                      <p:cBhvr>
                                        <p:cTn id="528" dur="6432" fill="hold"/>
                                        <p:tgtEl>
                                          <p:spTgt spid="463"/>
                                        </p:tgtEl>
                                        <p:attrNameLst>
                                          <p:attrName>ppt_x</p:attrName>
                                        </p:attrNameLst>
                                      </p:cBhvr>
                                      <p:tavLst>
                                        <p:tav tm="0">
                                          <p:val>
                                            <p:fltVal val="0.5"/>
                                          </p:val>
                                        </p:tav>
                                        <p:tav tm="100000">
                                          <p:val>
                                            <p:strVal val="#ppt_x"/>
                                          </p:val>
                                        </p:tav>
                                      </p:tavLst>
                                    </p:anim>
                                    <p:anim calcmode="lin" valueType="num">
                                      <p:cBhvr>
                                        <p:cTn id="529" dur="6432" fill="hold"/>
                                        <p:tgtEl>
                                          <p:spTgt spid="463"/>
                                        </p:tgtEl>
                                        <p:attrNameLst>
                                          <p:attrName>ppt_y</p:attrName>
                                        </p:attrNameLst>
                                      </p:cBhvr>
                                      <p:tavLst>
                                        <p:tav tm="0">
                                          <p:val>
                                            <p:fltVal val="0.5"/>
                                          </p:val>
                                        </p:tav>
                                        <p:tav tm="100000">
                                          <p:val>
                                            <p:strVal val="#ppt_y"/>
                                          </p:val>
                                        </p:tav>
                                      </p:tavLst>
                                    </p:anim>
                                  </p:childTnLst>
                                </p:cTn>
                              </p:par>
                              <p:par>
                                <p:cTn id="530" presetID="53" presetClass="entr" presetSubtype="528" repeatCount="indefinite" fill="hold" grpId="0" nodeType="withEffect">
                                  <p:stCondLst>
                                    <p:cond delay="736"/>
                                  </p:stCondLst>
                                  <p:childTnLst>
                                    <p:set>
                                      <p:cBhvr>
                                        <p:cTn id="531" dur="1" fill="hold">
                                          <p:stCondLst>
                                            <p:cond delay="0"/>
                                          </p:stCondLst>
                                        </p:cTn>
                                        <p:tgtEl>
                                          <p:spTgt spid="465"/>
                                        </p:tgtEl>
                                        <p:attrNameLst>
                                          <p:attrName>style.visibility</p:attrName>
                                        </p:attrNameLst>
                                      </p:cBhvr>
                                      <p:to>
                                        <p:strVal val="visible"/>
                                      </p:to>
                                    </p:set>
                                    <p:anim calcmode="lin" valueType="num">
                                      <p:cBhvr>
                                        <p:cTn id="532" dur="5423" fill="hold"/>
                                        <p:tgtEl>
                                          <p:spTgt spid="465"/>
                                        </p:tgtEl>
                                        <p:attrNameLst>
                                          <p:attrName>ppt_w</p:attrName>
                                        </p:attrNameLst>
                                      </p:cBhvr>
                                      <p:tavLst>
                                        <p:tav tm="0">
                                          <p:val>
                                            <p:fltVal val="0"/>
                                          </p:val>
                                        </p:tav>
                                        <p:tav tm="100000">
                                          <p:val>
                                            <p:strVal val="#ppt_w"/>
                                          </p:val>
                                        </p:tav>
                                      </p:tavLst>
                                    </p:anim>
                                    <p:anim calcmode="lin" valueType="num">
                                      <p:cBhvr>
                                        <p:cTn id="533" dur="5423" fill="hold"/>
                                        <p:tgtEl>
                                          <p:spTgt spid="465"/>
                                        </p:tgtEl>
                                        <p:attrNameLst>
                                          <p:attrName>ppt_h</p:attrName>
                                        </p:attrNameLst>
                                      </p:cBhvr>
                                      <p:tavLst>
                                        <p:tav tm="0">
                                          <p:val>
                                            <p:fltVal val="0"/>
                                          </p:val>
                                        </p:tav>
                                        <p:tav tm="100000">
                                          <p:val>
                                            <p:strVal val="#ppt_h"/>
                                          </p:val>
                                        </p:tav>
                                      </p:tavLst>
                                    </p:anim>
                                    <p:animEffect transition="in" filter="fade">
                                      <p:cBhvr>
                                        <p:cTn id="534" dur="5423"/>
                                        <p:tgtEl>
                                          <p:spTgt spid="465"/>
                                        </p:tgtEl>
                                      </p:cBhvr>
                                    </p:animEffect>
                                    <p:anim calcmode="lin" valueType="num">
                                      <p:cBhvr>
                                        <p:cTn id="535" dur="5423" fill="hold"/>
                                        <p:tgtEl>
                                          <p:spTgt spid="465"/>
                                        </p:tgtEl>
                                        <p:attrNameLst>
                                          <p:attrName>ppt_x</p:attrName>
                                        </p:attrNameLst>
                                      </p:cBhvr>
                                      <p:tavLst>
                                        <p:tav tm="0">
                                          <p:val>
                                            <p:fltVal val="0.5"/>
                                          </p:val>
                                        </p:tav>
                                        <p:tav tm="100000">
                                          <p:val>
                                            <p:strVal val="#ppt_x"/>
                                          </p:val>
                                        </p:tav>
                                      </p:tavLst>
                                    </p:anim>
                                    <p:anim calcmode="lin" valueType="num">
                                      <p:cBhvr>
                                        <p:cTn id="536" dur="5423" fill="hold"/>
                                        <p:tgtEl>
                                          <p:spTgt spid="465"/>
                                        </p:tgtEl>
                                        <p:attrNameLst>
                                          <p:attrName>ppt_y</p:attrName>
                                        </p:attrNameLst>
                                      </p:cBhvr>
                                      <p:tavLst>
                                        <p:tav tm="0">
                                          <p:val>
                                            <p:fltVal val="0.5"/>
                                          </p:val>
                                        </p:tav>
                                        <p:tav tm="100000">
                                          <p:val>
                                            <p:strVal val="#ppt_y"/>
                                          </p:val>
                                        </p:tav>
                                      </p:tavLst>
                                    </p:anim>
                                  </p:childTnLst>
                                </p:cTn>
                              </p:par>
                              <p:par>
                                <p:cTn id="537" presetID="53" presetClass="entr" presetSubtype="528" repeatCount="indefinite" fill="hold" grpId="0" nodeType="withEffect">
                                  <p:stCondLst>
                                    <p:cond delay="482"/>
                                  </p:stCondLst>
                                  <p:childTnLst>
                                    <p:set>
                                      <p:cBhvr>
                                        <p:cTn id="538" dur="1" fill="hold">
                                          <p:stCondLst>
                                            <p:cond delay="0"/>
                                          </p:stCondLst>
                                        </p:cTn>
                                        <p:tgtEl>
                                          <p:spTgt spid="466"/>
                                        </p:tgtEl>
                                        <p:attrNameLst>
                                          <p:attrName>style.visibility</p:attrName>
                                        </p:attrNameLst>
                                      </p:cBhvr>
                                      <p:to>
                                        <p:strVal val="visible"/>
                                      </p:to>
                                    </p:set>
                                    <p:anim calcmode="lin" valueType="num">
                                      <p:cBhvr>
                                        <p:cTn id="539" dur="5102" fill="hold"/>
                                        <p:tgtEl>
                                          <p:spTgt spid="466"/>
                                        </p:tgtEl>
                                        <p:attrNameLst>
                                          <p:attrName>ppt_w</p:attrName>
                                        </p:attrNameLst>
                                      </p:cBhvr>
                                      <p:tavLst>
                                        <p:tav tm="0">
                                          <p:val>
                                            <p:fltVal val="0"/>
                                          </p:val>
                                        </p:tav>
                                        <p:tav tm="100000">
                                          <p:val>
                                            <p:strVal val="#ppt_w"/>
                                          </p:val>
                                        </p:tav>
                                      </p:tavLst>
                                    </p:anim>
                                    <p:anim calcmode="lin" valueType="num">
                                      <p:cBhvr>
                                        <p:cTn id="540" dur="5102" fill="hold"/>
                                        <p:tgtEl>
                                          <p:spTgt spid="466"/>
                                        </p:tgtEl>
                                        <p:attrNameLst>
                                          <p:attrName>ppt_h</p:attrName>
                                        </p:attrNameLst>
                                      </p:cBhvr>
                                      <p:tavLst>
                                        <p:tav tm="0">
                                          <p:val>
                                            <p:fltVal val="0"/>
                                          </p:val>
                                        </p:tav>
                                        <p:tav tm="100000">
                                          <p:val>
                                            <p:strVal val="#ppt_h"/>
                                          </p:val>
                                        </p:tav>
                                      </p:tavLst>
                                    </p:anim>
                                    <p:animEffect transition="in" filter="fade">
                                      <p:cBhvr>
                                        <p:cTn id="541" dur="5102"/>
                                        <p:tgtEl>
                                          <p:spTgt spid="466"/>
                                        </p:tgtEl>
                                      </p:cBhvr>
                                    </p:animEffect>
                                    <p:anim calcmode="lin" valueType="num">
                                      <p:cBhvr>
                                        <p:cTn id="542" dur="5102" fill="hold"/>
                                        <p:tgtEl>
                                          <p:spTgt spid="466"/>
                                        </p:tgtEl>
                                        <p:attrNameLst>
                                          <p:attrName>ppt_x</p:attrName>
                                        </p:attrNameLst>
                                      </p:cBhvr>
                                      <p:tavLst>
                                        <p:tav tm="0">
                                          <p:val>
                                            <p:fltVal val="0.5"/>
                                          </p:val>
                                        </p:tav>
                                        <p:tav tm="100000">
                                          <p:val>
                                            <p:strVal val="#ppt_x"/>
                                          </p:val>
                                        </p:tav>
                                      </p:tavLst>
                                    </p:anim>
                                    <p:anim calcmode="lin" valueType="num">
                                      <p:cBhvr>
                                        <p:cTn id="543" dur="5102" fill="hold"/>
                                        <p:tgtEl>
                                          <p:spTgt spid="466"/>
                                        </p:tgtEl>
                                        <p:attrNameLst>
                                          <p:attrName>ppt_y</p:attrName>
                                        </p:attrNameLst>
                                      </p:cBhvr>
                                      <p:tavLst>
                                        <p:tav tm="0">
                                          <p:val>
                                            <p:fltVal val="0.5"/>
                                          </p:val>
                                        </p:tav>
                                        <p:tav tm="100000">
                                          <p:val>
                                            <p:strVal val="#ppt_y"/>
                                          </p:val>
                                        </p:tav>
                                      </p:tavLst>
                                    </p:anim>
                                  </p:childTnLst>
                                </p:cTn>
                              </p:par>
                              <p:par>
                                <p:cTn id="544" presetID="53" presetClass="entr" presetSubtype="528" repeatCount="indefinite" fill="hold" grpId="0" nodeType="withEffect">
                                  <p:stCondLst>
                                    <p:cond delay="399"/>
                                  </p:stCondLst>
                                  <p:childTnLst>
                                    <p:set>
                                      <p:cBhvr>
                                        <p:cTn id="545" dur="1" fill="hold">
                                          <p:stCondLst>
                                            <p:cond delay="0"/>
                                          </p:stCondLst>
                                        </p:cTn>
                                        <p:tgtEl>
                                          <p:spTgt spid="468"/>
                                        </p:tgtEl>
                                        <p:attrNameLst>
                                          <p:attrName>style.visibility</p:attrName>
                                        </p:attrNameLst>
                                      </p:cBhvr>
                                      <p:to>
                                        <p:strVal val="visible"/>
                                      </p:to>
                                    </p:set>
                                    <p:anim calcmode="lin" valueType="num">
                                      <p:cBhvr>
                                        <p:cTn id="546" dur="5819" fill="hold"/>
                                        <p:tgtEl>
                                          <p:spTgt spid="468"/>
                                        </p:tgtEl>
                                        <p:attrNameLst>
                                          <p:attrName>ppt_w</p:attrName>
                                        </p:attrNameLst>
                                      </p:cBhvr>
                                      <p:tavLst>
                                        <p:tav tm="0">
                                          <p:val>
                                            <p:fltVal val="0"/>
                                          </p:val>
                                        </p:tav>
                                        <p:tav tm="100000">
                                          <p:val>
                                            <p:strVal val="#ppt_w"/>
                                          </p:val>
                                        </p:tav>
                                      </p:tavLst>
                                    </p:anim>
                                    <p:anim calcmode="lin" valueType="num">
                                      <p:cBhvr>
                                        <p:cTn id="547" dur="5819" fill="hold"/>
                                        <p:tgtEl>
                                          <p:spTgt spid="468"/>
                                        </p:tgtEl>
                                        <p:attrNameLst>
                                          <p:attrName>ppt_h</p:attrName>
                                        </p:attrNameLst>
                                      </p:cBhvr>
                                      <p:tavLst>
                                        <p:tav tm="0">
                                          <p:val>
                                            <p:fltVal val="0"/>
                                          </p:val>
                                        </p:tav>
                                        <p:tav tm="100000">
                                          <p:val>
                                            <p:strVal val="#ppt_h"/>
                                          </p:val>
                                        </p:tav>
                                      </p:tavLst>
                                    </p:anim>
                                    <p:animEffect transition="in" filter="fade">
                                      <p:cBhvr>
                                        <p:cTn id="548" dur="5819"/>
                                        <p:tgtEl>
                                          <p:spTgt spid="468"/>
                                        </p:tgtEl>
                                      </p:cBhvr>
                                    </p:animEffect>
                                    <p:anim calcmode="lin" valueType="num">
                                      <p:cBhvr>
                                        <p:cTn id="549" dur="5819" fill="hold"/>
                                        <p:tgtEl>
                                          <p:spTgt spid="468"/>
                                        </p:tgtEl>
                                        <p:attrNameLst>
                                          <p:attrName>ppt_x</p:attrName>
                                        </p:attrNameLst>
                                      </p:cBhvr>
                                      <p:tavLst>
                                        <p:tav tm="0">
                                          <p:val>
                                            <p:fltVal val="0.5"/>
                                          </p:val>
                                        </p:tav>
                                        <p:tav tm="100000">
                                          <p:val>
                                            <p:strVal val="#ppt_x"/>
                                          </p:val>
                                        </p:tav>
                                      </p:tavLst>
                                    </p:anim>
                                    <p:anim calcmode="lin" valueType="num">
                                      <p:cBhvr>
                                        <p:cTn id="550" dur="5819" fill="hold"/>
                                        <p:tgtEl>
                                          <p:spTgt spid="468"/>
                                        </p:tgtEl>
                                        <p:attrNameLst>
                                          <p:attrName>ppt_y</p:attrName>
                                        </p:attrNameLst>
                                      </p:cBhvr>
                                      <p:tavLst>
                                        <p:tav tm="0">
                                          <p:val>
                                            <p:fltVal val="0.5"/>
                                          </p:val>
                                        </p:tav>
                                        <p:tav tm="100000">
                                          <p:val>
                                            <p:strVal val="#ppt_y"/>
                                          </p:val>
                                        </p:tav>
                                      </p:tavLst>
                                    </p:anim>
                                  </p:childTnLst>
                                </p:cTn>
                              </p:par>
                              <p:par>
                                <p:cTn id="551" presetID="53" presetClass="entr" presetSubtype="528" repeatCount="indefinite" fill="hold" grpId="0" nodeType="withEffect">
                                  <p:stCondLst>
                                    <p:cond delay="1338"/>
                                  </p:stCondLst>
                                  <p:childTnLst>
                                    <p:set>
                                      <p:cBhvr>
                                        <p:cTn id="552" dur="1" fill="hold">
                                          <p:stCondLst>
                                            <p:cond delay="0"/>
                                          </p:stCondLst>
                                        </p:cTn>
                                        <p:tgtEl>
                                          <p:spTgt spid="469"/>
                                        </p:tgtEl>
                                        <p:attrNameLst>
                                          <p:attrName>style.visibility</p:attrName>
                                        </p:attrNameLst>
                                      </p:cBhvr>
                                      <p:to>
                                        <p:strVal val="visible"/>
                                      </p:to>
                                    </p:set>
                                    <p:anim calcmode="lin" valueType="num">
                                      <p:cBhvr>
                                        <p:cTn id="553" dur="6554" fill="hold"/>
                                        <p:tgtEl>
                                          <p:spTgt spid="469"/>
                                        </p:tgtEl>
                                        <p:attrNameLst>
                                          <p:attrName>ppt_w</p:attrName>
                                        </p:attrNameLst>
                                      </p:cBhvr>
                                      <p:tavLst>
                                        <p:tav tm="0">
                                          <p:val>
                                            <p:fltVal val="0"/>
                                          </p:val>
                                        </p:tav>
                                        <p:tav tm="100000">
                                          <p:val>
                                            <p:strVal val="#ppt_w"/>
                                          </p:val>
                                        </p:tav>
                                      </p:tavLst>
                                    </p:anim>
                                    <p:anim calcmode="lin" valueType="num">
                                      <p:cBhvr>
                                        <p:cTn id="554" dur="6554" fill="hold"/>
                                        <p:tgtEl>
                                          <p:spTgt spid="469"/>
                                        </p:tgtEl>
                                        <p:attrNameLst>
                                          <p:attrName>ppt_h</p:attrName>
                                        </p:attrNameLst>
                                      </p:cBhvr>
                                      <p:tavLst>
                                        <p:tav tm="0">
                                          <p:val>
                                            <p:fltVal val="0"/>
                                          </p:val>
                                        </p:tav>
                                        <p:tav tm="100000">
                                          <p:val>
                                            <p:strVal val="#ppt_h"/>
                                          </p:val>
                                        </p:tav>
                                      </p:tavLst>
                                    </p:anim>
                                    <p:animEffect transition="in" filter="fade">
                                      <p:cBhvr>
                                        <p:cTn id="555" dur="6554"/>
                                        <p:tgtEl>
                                          <p:spTgt spid="469"/>
                                        </p:tgtEl>
                                      </p:cBhvr>
                                    </p:animEffect>
                                    <p:anim calcmode="lin" valueType="num">
                                      <p:cBhvr>
                                        <p:cTn id="556" dur="6554" fill="hold"/>
                                        <p:tgtEl>
                                          <p:spTgt spid="469"/>
                                        </p:tgtEl>
                                        <p:attrNameLst>
                                          <p:attrName>ppt_x</p:attrName>
                                        </p:attrNameLst>
                                      </p:cBhvr>
                                      <p:tavLst>
                                        <p:tav tm="0">
                                          <p:val>
                                            <p:fltVal val="0.5"/>
                                          </p:val>
                                        </p:tav>
                                        <p:tav tm="100000">
                                          <p:val>
                                            <p:strVal val="#ppt_x"/>
                                          </p:val>
                                        </p:tav>
                                      </p:tavLst>
                                    </p:anim>
                                    <p:anim calcmode="lin" valueType="num">
                                      <p:cBhvr>
                                        <p:cTn id="557" dur="6554" fill="hold"/>
                                        <p:tgtEl>
                                          <p:spTgt spid="469"/>
                                        </p:tgtEl>
                                        <p:attrNameLst>
                                          <p:attrName>ppt_y</p:attrName>
                                        </p:attrNameLst>
                                      </p:cBhvr>
                                      <p:tavLst>
                                        <p:tav tm="0">
                                          <p:val>
                                            <p:fltVal val="0.5"/>
                                          </p:val>
                                        </p:tav>
                                        <p:tav tm="100000">
                                          <p:val>
                                            <p:strVal val="#ppt_y"/>
                                          </p:val>
                                        </p:tav>
                                      </p:tavLst>
                                    </p:anim>
                                  </p:childTnLst>
                                </p:cTn>
                              </p:par>
                              <p:par>
                                <p:cTn id="558" presetID="53" presetClass="entr" presetSubtype="528" repeatCount="indefinite" fill="hold" grpId="0" nodeType="withEffect">
                                  <p:stCondLst>
                                    <p:cond delay="245"/>
                                  </p:stCondLst>
                                  <p:childTnLst>
                                    <p:set>
                                      <p:cBhvr>
                                        <p:cTn id="559" dur="1" fill="hold">
                                          <p:stCondLst>
                                            <p:cond delay="0"/>
                                          </p:stCondLst>
                                        </p:cTn>
                                        <p:tgtEl>
                                          <p:spTgt spid="470"/>
                                        </p:tgtEl>
                                        <p:attrNameLst>
                                          <p:attrName>style.visibility</p:attrName>
                                        </p:attrNameLst>
                                      </p:cBhvr>
                                      <p:to>
                                        <p:strVal val="visible"/>
                                      </p:to>
                                    </p:set>
                                    <p:anim calcmode="lin" valueType="num">
                                      <p:cBhvr>
                                        <p:cTn id="560" dur="5853" fill="hold"/>
                                        <p:tgtEl>
                                          <p:spTgt spid="470"/>
                                        </p:tgtEl>
                                        <p:attrNameLst>
                                          <p:attrName>ppt_w</p:attrName>
                                        </p:attrNameLst>
                                      </p:cBhvr>
                                      <p:tavLst>
                                        <p:tav tm="0">
                                          <p:val>
                                            <p:fltVal val="0"/>
                                          </p:val>
                                        </p:tav>
                                        <p:tav tm="100000">
                                          <p:val>
                                            <p:strVal val="#ppt_w"/>
                                          </p:val>
                                        </p:tav>
                                      </p:tavLst>
                                    </p:anim>
                                    <p:anim calcmode="lin" valueType="num">
                                      <p:cBhvr>
                                        <p:cTn id="561" dur="5853" fill="hold"/>
                                        <p:tgtEl>
                                          <p:spTgt spid="470"/>
                                        </p:tgtEl>
                                        <p:attrNameLst>
                                          <p:attrName>ppt_h</p:attrName>
                                        </p:attrNameLst>
                                      </p:cBhvr>
                                      <p:tavLst>
                                        <p:tav tm="0">
                                          <p:val>
                                            <p:fltVal val="0"/>
                                          </p:val>
                                        </p:tav>
                                        <p:tav tm="100000">
                                          <p:val>
                                            <p:strVal val="#ppt_h"/>
                                          </p:val>
                                        </p:tav>
                                      </p:tavLst>
                                    </p:anim>
                                    <p:animEffect transition="in" filter="fade">
                                      <p:cBhvr>
                                        <p:cTn id="562" dur="5853"/>
                                        <p:tgtEl>
                                          <p:spTgt spid="470"/>
                                        </p:tgtEl>
                                      </p:cBhvr>
                                    </p:animEffect>
                                    <p:anim calcmode="lin" valueType="num">
                                      <p:cBhvr>
                                        <p:cTn id="563" dur="5853" fill="hold"/>
                                        <p:tgtEl>
                                          <p:spTgt spid="470"/>
                                        </p:tgtEl>
                                        <p:attrNameLst>
                                          <p:attrName>ppt_x</p:attrName>
                                        </p:attrNameLst>
                                      </p:cBhvr>
                                      <p:tavLst>
                                        <p:tav tm="0">
                                          <p:val>
                                            <p:fltVal val="0.5"/>
                                          </p:val>
                                        </p:tav>
                                        <p:tav tm="100000">
                                          <p:val>
                                            <p:strVal val="#ppt_x"/>
                                          </p:val>
                                        </p:tav>
                                      </p:tavLst>
                                    </p:anim>
                                    <p:anim calcmode="lin" valueType="num">
                                      <p:cBhvr>
                                        <p:cTn id="564" dur="5853" fill="hold"/>
                                        <p:tgtEl>
                                          <p:spTgt spid="470"/>
                                        </p:tgtEl>
                                        <p:attrNameLst>
                                          <p:attrName>ppt_y</p:attrName>
                                        </p:attrNameLst>
                                      </p:cBhvr>
                                      <p:tavLst>
                                        <p:tav tm="0">
                                          <p:val>
                                            <p:fltVal val="0.5"/>
                                          </p:val>
                                        </p:tav>
                                        <p:tav tm="100000">
                                          <p:val>
                                            <p:strVal val="#ppt_y"/>
                                          </p:val>
                                        </p:tav>
                                      </p:tavLst>
                                    </p:anim>
                                  </p:childTnLst>
                                </p:cTn>
                              </p:par>
                              <p:par>
                                <p:cTn id="565" presetID="53" presetClass="entr" presetSubtype="528" repeatCount="indefinite" fill="hold" grpId="0" nodeType="withEffect">
                                  <p:stCondLst>
                                    <p:cond delay="1555"/>
                                  </p:stCondLst>
                                  <p:childTnLst>
                                    <p:set>
                                      <p:cBhvr>
                                        <p:cTn id="566" dur="1" fill="hold">
                                          <p:stCondLst>
                                            <p:cond delay="0"/>
                                          </p:stCondLst>
                                        </p:cTn>
                                        <p:tgtEl>
                                          <p:spTgt spid="472"/>
                                        </p:tgtEl>
                                        <p:attrNameLst>
                                          <p:attrName>style.visibility</p:attrName>
                                        </p:attrNameLst>
                                      </p:cBhvr>
                                      <p:to>
                                        <p:strVal val="visible"/>
                                      </p:to>
                                    </p:set>
                                    <p:anim calcmode="lin" valueType="num">
                                      <p:cBhvr>
                                        <p:cTn id="567" dur="5653" fill="hold"/>
                                        <p:tgtEl>
                                          <p:spTgt spid="472"/>
                                        </p:tgtEl>
                                        <p:attrNameLst>
                                          <p:attrName>ppt_w</p:attrName>
                                        </p:attrNameLst>
                                      </p:cBhvr>
                                      <p:tavLst>
                                        <p:tav tm="0">
                                          <p:val>
                                            <p:fltVal val="0"/>
                                          </p:val>
                                        </p:tav>
                                        <p:tav tm="100000">
                                          <p:val>
                                            <p:strVal val="#ppt_w"/>
                                          </p:val>
                                        </p:tav>
                                      </p:tavLst>
                                    </p:anim>
                                    <p:anim calcmode="lin" valueType="num">
                                      <p:cBhvr>
                                        <p:cTn id="568" dur="5653" fill="hold"/>
                                        <p:tgtEl>
                                          <p:spTgt spid="472"/>
                                        </p:tgtEl>
                                        <p:attrNameLst>
                                          <p:attrName>ppt_h</p:attrName>
                                        </p:attrNameLst>
                                      </p:cBhvr>
                                      <p:tavLst>
                                        <p:tav tm="0">
                                          <p:val>
                                            <p:fltVal val="0"/>
                                          </p:val>
                                        </p:tav>
                                        <p:tav tm="100000">
                                          <p:val>
                                            <p:strVal val="#ppt_h"/>
                                          </p:val>
                                        </p:tav>
                                      </p:tavLst>
                                    </p:anim>
                                    <p:animEffect transition="in" filter="fade">
                                      <p:cBhvr>
                                        <p:cTn id="569" dur="5653"/>
                                        <p:tgtEl>
                                          <p:spTgt spid="472"/>
                                        </p:tgtEl>
                                      </p:cBhvr>
                                    </p:animEffect>
                                    <p:anim calcmode="lin" valueType="num">
                                      <p:cBhvr>
                                        <p:cTn id="570" dur="5653" fill="hold"/>
                                        <p:tgtEl>
                                          <p:spTgt spid="472"/>
                                        </p:tgtEl>
                                        <p:attrNameLst>
                                          <p:attrName>ppt_x</p:attrName>
                                        </p:attrNameLst>
                                      </p:cBhvr>
                                      <p:tavLst>
                                        <p:tav tm="0">
                                          <p:val>
                                            <p:fltVal val="0.5"/>
                                          </p:val>
                                        </p:tav>
                                        <p:tav tm="100000">
                                          <p:val>
                                            <p:strVal val="#ppt_x"/>
                                          </p:val>
                                        </p:tav>
                                      </p:tavLst>
                                    </p:anim>
                                    <p:anim calcmode="lin" valueType="num">
                                      <p:cBhvr>
                                        <p:cTn id="571" dur="5653" fill="hold"/>
                                        <p:tgtEl>
                                          <p:spTgt spid="472"/>
                                        </p:tgtEl>
                                        <p:attrNameLst>
                                          <p:attrName>ppt_y</p:attrName>
                                        </p:attrNameLst>
                                      </p:cBhvr>
                                      <p:tavLst>
                                        <p:tav tm="0">
                                          <p:val>
                                            <p:fltVal val="0.5"/>
                                          </p:val>
                                        </p:tav>
                                        <p:tav tm="100000">
                                          <p:val>
                                            <p:strVal val="#ppt_y"/>
                                          </p:val>
                                        </p:tav>
                                      </p:tavLst>
                                    </p:anim>
                                  </p:childTnLst>
                                </p:cTn>
                              </p:par>
                              <p:par>
                                <p:cTn id="572" presetID="53" presetClass="entr" presetSubtype="528" repeatCount="indefinite" fill="hold" grpId="0" nodeType="withEffect">
                                  <p:stCondLst>
                                    <p:cond delay="1065"/>
                                  </p:stCondLst>
                                  <p:childTnLst>
                                    <p:set>
                                      <p:cBhvr>
                                        <p:cTn id="573" dur="1" fill="hold">
                                          <p:stCondLst>
                                            <p:cond delay="0"/>
                                          </p:stCondLst>
                                        </p:cTn>
                                        <p:tgtEl>
                                          <p:spTgt spid="473"/>
                                        </p:tgtEl>
                                        <p:attrNameLst>
                                          <p:attrName>style.visibility</p:attrName>
                                        </p:attrNameLst>
                                      </p:cBhvr>
                                      <p:to>
                                        <p:strVal val="visible"/>
                                      </p:to>
                                    </p:set>
                                    <p:anim calcmode="lin" valueType="num">
                                      <p:cBhvr>
                                        <p:cTn id="574" dur="7301" fill="hold"/>
                                        <p:tgtEl>
                                          <p:spTgt spid="473"/>
                                        </p:tgtEl>
                                        <p:attrNameLst>
                                          <p:attrName>ppt_w</p:attrName>
                                        </p:attrNameLst>
                                      </p:cBhvr>
                                      <p:tavLst>
                                        <p:tav tm="0">
                                          <p:val>
                                            <p:fltVal val="0"/>
                                          </p:val>
                                        </p:tav>
                                        <p:tav tm="100000">
                                          <p:val>
                                            <p:strVal val="#ppt_w"/>
                                          </p:val>
                                        </p:tav>
                                      </p:tavLst>
                                    </p:anim>
                                    <p:anim calcmode="lin" valueType="num">
                                      <p:cBhvr>
                                        <p:cTn id="575" dur="7301" fill="hold"/>
                                        <p:tgtEl>
                                          <p:spTgt spid="473"/>
                                        </p:tgtEl>
                                        <p:attrNameLst>
                                          <p:attrName>ppt_h</p:attrName>
                                        </p:attrNameLst>
                                      </p:cBhvr>
                                      <p:tavLst>
                                        <p:tav tm="0">
                                          <p:val>
                                            <p:fltVal val="0"/>
                                          </p:val>
                                        </p:tav>
                                        <p:tav tm="100000">
                                          <p:val>
                                            <p:strVal val="#ppt_h"/>
                                          </p:val>
                                        </p:tav>
                                      </p:tavLst>
                                    </p:anim>
                                    <p:animEffect transition="in" filter="fade">
                                      <p:cBhvr>
                                        <p:cTn id="576" dur="7301"/>
                                        <p:tgtEl>
                                          <p:spTgt spid="473"/>
                                        </p:tgtEl>
                                      </p:cBhvr>
                                    </p:animEffect>
                                    <p:anim calcmode="lin" valueType="num">
                                      <p:cBhvr>
                                        <p:cTn id="577" dur="7301" fill="hold"/>
                                        <p:tgtEl>
                                          <p:spTgt spid="473"/>
                                        </p:tgtEl>
                                        <p:attrNameLst>
                                          <p:attrName>ppt_x</p:attrName>
                                        </p:attrNameLst>
                                      </p:cBhvr>
                                      <p:tavLst>
                                        <p:tav tm="0">
                                          <p:val>
                                            <p:fltVal val="0.5"/>
                                          </p:val>
                                        </p:tav>
                                        <p:tav tm="100000">
                                          <p:val>
                                            <p:strVal val="#ppt_x"/>
                                          </p:val>
                                        </p:tav>
                                      </p:tavLst>
                                    </p:anim>
                                    <p:anim calcmode="lin" valueType="num">
                                      <p:cBhvr>
                                        <p:cTn id="578" dur="7301" fill="hold"/>
                                        <p:tgtEl>
                                          <p:spTgt spid="473"/>
                                        </p:tgtEl>
                                        <p:attrNameLst>
                                          <p:attrName>ppt_y</p:attrName>
                                        </p:attrNameLst>
                                      </p:cBhvr>
                                      <p:tavLst>
                                        <p:tav tm="0">
                                          <p:val>
                                            <p:fltVal val="0.5"/>
                                          </p:val>
                                        </p:tav>
                                        <p:tav tm="100000">
                                          <p:val>
                                            <p:strVal val="#ppt_y"/>
                                          </p:val>
                                        </p:tav>
                                      </p:tavLst>
                                    </p:anim>
                                  </p:childTnLst>
                                </p:cTn>
                              </p:par>
                              <p:par>
                                <p:cTn id="579" presetID="53" presetClass="entr" presetSubtype="528" repeatCount="indefinite" fill="hold" grpId="0" nodeType="withEffect">
                                  <p:stCondLst>
                                    <p:cond delay="1298"/>
                                  </p:stCondLst>
                                  <p:childTnLst>
                                    <p:set>
                                      <p:cBhvr>
                                        <p:cTn id="580" dur="1" fill="hold">
                                          <p:stCondLst>
                                            <p:cond delay="0"/>
                                          </p:stCondLst>
                                        </p:cTn>
                                        <p:tgtEl>
                                          <p:spTgt spid="474"/>
                                        </p:tgtEl>
                                        <p:attrNameLst>
                                          <p:attrName>style.visibility</p:attrName>
                                        </p:attrNameLst>
                                      </p:cBhvr>
                                      <p:to>
                                        <p:strVal val="visible"/>
                                      </p:to>
                                    </p:set>
                                    <p:anim calcmode="lin" valueType="num">
                                      <p:cBhvr>
                                        <p:cTn id="581" dur="7173" fill="hold"/>
                                        <p:tgtEl>
                                          <p:spTgt spid="474"/>
                                        </p:tgtEl>
                                        <p:attrNameLst>
                                          <p:attrName>ppt_w</p:attrName>
                                        </p:attrNameLst>
                                      </p:cBhvr>
                                      <p:tavLst>
                                        <p:tav tm="0">
                                          <p:val>
                                            <p:fltVal val="0"/>
                                          </p:val>
                                        </p:tav>
                                        <p:tav tm="100000">
                                          <p:val>
                                            <p:strVal val="#ppt_w"/>
                                          </p:val>
                                        </p:tav>
                                      </p:tavLst>
                                    </p:anim>
                                    <p:anim calcmode="lin" valueType="num">
                                      <p:cBhvr>
                                        <p:cTn id="582" dur="7173" fill="hold"/>
                                        <p:tgtEl>
                                          <p:spTgt spid="474"/>
                                        </p:tgtEl>
                                        <p:attrNameLst>
                                          <p:attrName>ppt_h</p:attrName>
                                        </p:attrNameLst>
                                      </p:cBhvr>
                                      <p:tavLst>
                                        <p:tav tm="0">
                                          <p:val>
                                            <p:fltVal val="0"/>
                                          </p:val>
                                        </p:tav>
                                        <p:tav tm="100000">
                                          <p:val>
                                            <p:strVal val="#ppt_h"/>
                                          </p:val>
                                        </p:tav>
                                      </p:tavLst>
                                    </p:anim>
                                    <p:animEffect transition="in" filter="fade">
                                      <p:cBhvr>
                                        <p:cTn id="583" dur="7173"/>
                                        <p:tgtEl>
                                          <p:spTgt spid="474"/>
                                        </p:tgtEl>
                                      </p:cBhvr>
                                    </p:animEffect>
                                    <p:anim calcmode="lin" valueType="num">
                                      <p:cBhvr>
                                        <p:cTn id="584" dur="7173" fill="hold"/>
                                        <p:tgtEl>
                                          <p:spTgt spid="474"/>
                                        </p:tgtEl>
                                        <p:attrNameLst>
                                          <p:attrName>ppt_x</p:attrName>
                                        </p:attrNameLst>
                                      </p:cBhvr>
                                      <p:tavLst>
                                        <p:tav tm="0">
                                          <p:val>
                                            <p:fltVal val="0.5"/>
                                          </p:val>
                                        </p:tav>
                                        <p:tav tm="100000">
                                          <p:val>
                                            <p:strVal val="#ppt_x"/>
                                          </p:val>
                                        </p:tav>
                                      </p:tavLst>
                                    </p:anim>
                                    <p:anim calcmode="lin" valueType="num">
                                      <p:cBhvr>
                                        <p:cTn id="585" dur="7173" fill="hold"/>
                                        <p:tgtEl>
                                          <p:spTgt spid="474"/>
                                        </p:tgtEl>
                                        <p:attrNameLst>
                                          <p:attrName>ppt_y</p:attrName>
                                        </p:attrNameLst>
                                      </p:cBhvr>
                                      <p:tavLst>
                                        <p:tav tm="0">
                                          <p:val>
                                            <p:fltVal val="0.5"/>
                                          </p:val>
                                        </p:tav>
                                        <p:tav tm="100000">
                                          <p:val>
                                            <p:strVal val="#ppt_y"/>
                                          </p:val>
                                        </p:tav>
                                      </p:tavLst>
                                    </p:anim>
                                  </p:childTnLst>
                                </p:cTn>
                              </p:par>
                              <p:par>
                                <p:cTn id="586" presetID="53" presetClass="entr" presetSubtype="528" repeatCount="indefinite" fill="hold" grpId="0" nodeType="withEffect">
                                  <p:stCondLst>
                                    <p:cond delay="1367"/>
                                  </p:stCondLst>
                                  <p:childTnLst>
                                    <p:set>
                                      <p:cBhvr>
                                        <p:cTn id="587" dur="1" fill="hold">
                                          <p:stCondLst>
                                            <p:cond delay="0"/>
                                          </p:stCondLst>
                                        </p:cTn>
                                        <p:tgtEl>
                                          <p:spTgt spid="481"/>
                                        </p:tgtEl>
                                        <p:attrNameLst>
                                          <p:attrName>style.visibility</p:attrName>
                                        </p:attrNameLst>
                                      </p:cBhvr>
                                      <p:to>
                                        <p:strVal val="visible"/>
                                      </p:to>
                                    </p:set>
                                    <p:anim calcmode="lin" valueType="num">
                                      <p:cBhvr>
                                        <p:cTn id="588" dur="6011" fill="hold"/>
                                        <p:tgtEl>
                                          <p:spTgt spid="481"/>
                                        </p:tgtEl>
                                        <p:attrNameLst>
                                          <p:attrName>ppt_w</p:attrName>
                                        </p:attrNameLst>
                                      </p:cBhvr>
                                      <p:tavLst>
                                        <p:tav tm="0">
                                          <p:val>
                                            <p:fltVal val="0"/>
                                          </p:val>
                                        </p:tav>
                                        <p:tav tm="100000">
                                          <p:val>
                                            <p:strVal val="#ppt_w"/>
                                          </p:val>
                                        </p:tav>
                                      </p:tavLst>
                                    </p:anim>
                                    <p:anim calcmode="lin" valueType="num">
                                      <p:cBhvr>
                                        <p:cTn id="589" dur="6011" fill="hold"/>
                                        <p:tgtEl>
                                          <p:spTgt spid="481"/>
                                        </p:tgtEl>
                                        <p:attrNameLst>
                                          <p:attrName>ppt_h</p:attrName>
                                        </p:attrNameLst>
                                      </p:cBhvr>
                                      <p:tavLst>
                                        <p:tav tm="0">
                                          <p:val>
                                            <p:fltVal val="0"/>
                                          </p:val>
                                        </p:tav>
                                        <p:tav tm="100000">
                                          <p:val>
                                            <p:strVal val="#ppt_h"/>
                                          </p:val>
                                        </p:tav>
                                      </p:tavLst>
                                    </p:anim>
                                    <p:animEffect transition="in" filter="fade">
                                      <p:cBhvr>
                                        <p:cTn id="590" dur="6011"/>
                                        <p:tgtEl>
                                          <p:spTgt spid="481"/>
                                        </p:tgtEl>
                                      </p:cBhvr>
                                    </p:animEffect>
                                    <p:anim calcmode="lin" valueType="num">
                                      <p:cBhvr>
                                        <p:cTn id="591" dur="6011" fill="hold"/>
                                        <p:tgtEl>
                                          <p:spTgt spid="481"/>
                                        </p:tgtEl>
                                        <p:attrNameLst>
                                          <p:attrName>ppt_x</p:attrName>
                                        </p:attrNameLst>
                                      </p:cBhvr>
                                      <p:tavLst>
                                        <p:tav tm="0">
                                          <p:val>
                                            <p:fltVal val="0.5"/>
                                          </p:val>
                                        </p:tav>
                                        <p:tav tm="100000">
                                          <p:val>
                                            <p:strVal val="#ppt_x"/>
                                          </p:val>
                                        </p:tav>
                                      </p:tavLst>
                                    </p:anim>
                                    <p:anim calcmode="lin" valueType="num">
                                      <p:cBhvr>
                                        <p:cTn id="592" dur="6011" fill="hold"/>
                                        <p:tgtEl>
                                          <p:spTgt spid="481"/>
                                        </p:tgtEl>
                                        <p:attrNameLst>
                                          <p:attrName>ppt_y</p:attrName>
                                        </p:attrNameLst>
                                      </p:cBhvr>
                                      <p:tavLst>
                                        <p:tav tm="0">
                                          <p:val>
                                            <p:fltVal val="0.5"/>
                                          </p:val>
                                        </p:tav>
                                        <p:tav tm="100000">
                                          <p:val>
                                            <p:strVal val="#ppt_y"/>
                                          </p:val>
                                        </p:tav>
                                      </p:tavLst>
                                    </p:anim>
                                  </p:childTnLst>
                                </p:cTn>
                              </p:par>
                              <p:par>
                                <p:cTn id="593" presetID="53" presetClass="entr" presetSubtype="528" repeatCount="indefinite" fill="hold" grpId="0" nodeType="withEffect">
                                  <p:stCondLst>
                                    <p:cond delay="1243"/>
                                  </p:stCondLst>
                                  <p:childTnLst>
                                    <p:set>
                                      <p:cBhvr>
                                        <p:cTn id="594" dur="1" fill="hold">
                                          <p:stCondLst>
                                            <p:cond delay="0"/>
                                          </p:stCondLst>
                                        </p:cTn>
                                        <p:tgtEl>
                                          <p:spTgt spid="482"/>
                                        </p:tgtEl>
                                        <p:attrNameLst>
                                          <p:attrName>style.visibility</p:attrName>
                                        </p:attrNameLst>
                                      </p:cBhvr>
                                      <p:to>
                                        <p:strVal val="visible"/>
                                      </p:to>
                                    </p:set>
                                    <p:anim calcmode="lin" valueType="num">
                                      <p:cBhvr>
                                        <p:cTn id="595" dur="5785" fill="hold"/>
                                        <p:tgtEl>
                                          <p:spTgt spid="482"/>
                                        </p:tgtEl>
                                        <p:attrNameLst>
                                          <p:attrName>ppt_w</p:attrName>
                                        </p:attrNameLst>
                                      </p:cBhvr>
                                      <p:tavLst>
                                        <p:tav tm="0">
                                          <p:val>
                                            <p:fltVal val="0"/>
                                          </p:val>
                                        </p:tav>
                                        <p:tav tm="100000">
                                          <p:val>
                                            <p:strVal val="#ppt_w"/>
                                          </p:val>
                                        </p:tav>
                                      </p:tavLst>
                                    </p:anim>
                                    <p:anim calcmode="lin" valueType="num">
                                      <p:cBhvr>
                                        <p:cTn id="596" dur="5785" fill="hold"/>
                                        <p:tgtEl>
                                          <p:spTgt spid="482"/>
                                        </p:tgtEl>
                                        <p:attrNameLst>
                                          <p:attrName>ppt_h</p:attrName>
                                        </p:attrNameLst>
                                      </p:cBhvr>
                                      <p:tavLst>
                                        <p:tav tm="0">
                                          <p:val>
                                            <p:fltVal val="0"/>
                                          </p:val>
                                        </p:tav>
                                        <p:tav tm="100000">
                                          <p:val>
                                            <p:strVal val="#ppt_h"/>
                                          </p:val>
                                        </p:tav>
                                      </p:tavLst>
                                    </p:anim>
                                    <p:animEffect transition="in" filter="fade">
                                      <p:cBhvr>
                                        <p:cTn id="597" dur="5785"/>
                                        <p:tgtEl>
                                          <p:spTgt spid="482"/>
                                        </p:tgtEl>
                                      </p:cBhvr>
                                    </p:animEffect>
                                    <p:anim calcmode="lin" valueType="num">
                                      <p:cBhvr>
                                        <p:cTn id="598" dur="5785" fill="hold"/>
                                        <p:tgtEl>
                                          <p:spTgt spid="482"/>
                                        </p:tgtEl>
                                        <p:attrNameLst>
                                          <p:attrName>ppt_x</p:attrName>
                                        </p:attrNameLst>
                                      </p:cBhvr>
                                      <p:tavLst>
                                        <p:tav tm="0">
                                          <p:val>
                                            <p:fltVal val="0.5"/>
                                          </p:val>
                                        </p:tav>
                                        <p:tav tm="100000">
                                          <p:val>
                                            <p:strVal val="#ppt_x"/>
                                          </p:val>
                                        </p:tav>
                                      </p:tavLst>
                                    </p:anim>
                                    <p:anim calcmode="lin" valueType="num">
                                      <p:cBhvr>
                                        <p:cTn id="599" dur="5785" fill="hold"/>
                                        <p:tgtEl>
                                          <p:spTgt spid="482"/>
                                        </p:tgtEl>
                                        <p:attrNameLst>
                                          <p:attrName>ppt_y</p:attrName>
                                        </p:attrNameLst>
                                      </p:cBhvr>
                                      <p:tavLst>
                                        <p:tav tm="0">
                                          <p:val>
                                            <p:fltVal val="0.5"/>
                                          </p:val>
                                        </p:tav>
                                        <p:tav tm="100000">
                                          <p:val>
                                            <p:strVal val="#ppt_y"/>
                                          </p:val>
                                        </p:tav>
                                      </p:tavLst>
                                    </p:anim>
                                  </p:childTnLst>
                                </p:cTn>
                              </p:par>
                              <p:par>
                                <p:cTn id="600" presetID="53" presetClass="entr" presetSubtype="528" repeatCount="indefinite" fill="hold" grpId="0" nodeType="withEffect">
                                  <p:stCondLst>
                                    <p:cond delay="273"/>
                                  </p:stCondLst>
                                  <p:childTnLst>
                                    <p:set>
                                      <p:cBhvr>
                                        <p:cTn id="601" dur="1" fill="hold">
                                          <p:stCondLst>
                                            <p:cond delay="0"/>
                                          </p:stCondLst>
                                        </p:cTn>
                                        <p:tgtEl>
                                          <p:spTgt spid="483"/>
                                        </p:tgtEl>
                                        <p:attrNameLst>
                                          <p:attrName>style.visibility</p:attrName>
                                        </p:attrNameLst>
                                      </p:cBhvr>
                                      <p:to>
                                        <p:strVal val="visible"/>
                                      </p:to>
                                    </p:set>
                                    <p:anim calcmode="lin" valueType="num">
                                      <p:cBhvr>
                                        <p:cTn id="602" dur="6234" fill="hold"/>
                                        <p:tgtEl>
                                          <p:spTgt spid="483"/>
                                        </p:tgtEl>
                                        <p:attrNameLst>
                                          <p:attrName>ppt_w</p:attrName>
                                        </p:attrNameLst>
                                      </p:cBhvr>
                                      <p:tavLst>
                                        <p:tav tm="0">
                                          <p:val>
                                            <p:fltVal val="0"/>
                                          </p:val>
                                        </p:tav>
                                        <p:tav tm="100000">
                                          <p:val>
                                            <p:strVal val="#ppt_w"/>
                                          </p:val>
                                        </p:tav>
                                      </p:tavLst>
                                    </p:anim>
                                    <p:anim calcmode="lin" valueType="num">
                                      <p:cBhvr>
                                        <p:cTn id="603" dur="6234" fill="hold"/>
                                        <p:tgtEl>
                                          <p:spTgt spid="483"/>
                                        </p:tgtEl>
                                        <p:attrNameLst>
                                          <p:attrName>ppt_h</p:attrName>
                                        </p:attrNameLst>
                                      </p:cBhvr>
                                      <p:tavLst>
                                        <p:tav tm="0">
                                          <p:val>
                                            <p:fltVal val="0"/>
                                          </p:val>
                                        </p:tav>
                                        <p:tav tm="100000">
                                          <p:val>
                                            <p:strVal val="#ppt_h"/>
                                          </p:val>
                                        </p:tav>
                                      </p:tavLst>
                                    </p:anim>
                                    <p:animEffect transition="in" filter="fade">
                                      <p:cBhvr>
                                        <p:cTn id="604" dur="6234"/>
                                        <p:tgtEl>
                                          <p:spTgt spid="483"/>
                                        </p:tgtEl>
                                      </p:cBhvr>
                                    </p:animEffect>
                                    <p:anim calcmode="lin" valueType="num">
                                      <p:cBhvr>
                                        <p:cTn id="605" dur="6234" fill="hold"/>
                                        <p:tgtEl>
                                          <p:spTgt spid="483"/>
                                        </p:tgtEl>
                                        <p:attrNameLst>
                                          <p:attrName>ppt_x</p:attrName>
                                        </p:attrNameLst>
                                      </p:cBhvr>
                                      <p:tavLst>
                                        <p:tav tm="0">
                                          <p:val>
                                            <p:fltVal val="0.5"/>
                                          </p:val>
                                        </p:tav>
                                        <p:tav tm="100000">
                                          <p:val>
                                            <p:strVal val="#ppt_x"/>
                                          </p:val>
                                        </p:tav>
                                      </p:tavLst>
                                    </p:anim>
                                    <p:anim calcmode="lin" valueType="num">
                                      <p:cBhvr>
                                        <p:cTn id="606" dur="6234" fill="hold"/>
                                        <p:tgtEl>
                                          <p:spTgt spid="483"/>
                                        </p:tgtEl>
                                        <p:attrNameLst>
                                          <p:attrName>ppt_y</p:attrName>
                                        </p:attrNameLst>
                                      </p:cBhvr>
                                      <p:tavLst>
                                        <p:tav tm="0">
                                          <p:val>
                                            <p:fltVal val="0.5"/>
                                          </p:val>
                                        </p:tav>
                                        <p:tav tm="100000">
                                          <p:val>
                                            <p:strVal val="#ppt_y"/>
                                          </p:val>
                                        </p:tav>
                                      </p:tavLst>
                                    </p:anim>
                                  </p:childTnLst>
                                </p:cTn>
                              </p:par>
                              <p:par>
                                <p:cTn id="607" presetID="53" presetClass="entr" presetSubtype="528" repeatCount="indefinite" fill="hold" grpId="0" nodeType="withEffect">
                                  <p:stCondLst>
                                    <p:cond delay="1910"/>
                                  </p:stCondLst>
                                  <p:childTnLst>
                                    <p:set>
                                      <p:cBhvr>
                                        <p:cTn id="608" dur="1" fill="hold">
                                          <p:stCondLst>
                                            <p:cond delay="0"/>
                                          </p:stCondLst>
                                        </p:cTn>
                                        <p:tgtEl>
                                          <p:spTgt spid="502"/>
                                        </p:tgtEl>
                                        <p:attrNameLst>
                                          <p:attrName>style.visibility</p:attrName>
                                        </p:attrNameLst>
                                      </p:cBhvr>
                                      <p:to>
                                        <p:strVal val="visible"/>
                                      </p:to>
                                    </p:set>
                                    <p:anim calcmode="lin" valueType="num">
                                      <p:cBhvr>
                                        <p:cTn id="609" dur="7063" fill="hold"/>
                                        <p:tgtEl>
                                          <p:spTgt spid="502"/>
                                        </p:tgtEl>
                                        <p:attrNameLst>
                                          <p:attrName>ppt_w</p:attrName>
                                        </p:attrNameLst>
                                      </p:cBhvr>
                                      <p:tavLst>
                                        <p:tav tm="0">
                                          <p:val>
                                            <p:fltVal val="0"/>
                                          </p:val>
                                        </p:tav>
                                        <p:tav tm="100000">
                                          <p:val>
                                            <p:strVal val="#ppt_w"/>
                                          </p:val>
                                        </p:tav>
                                      </p:tavLst>
                                    </p:anim>
                                    <p:anim calcmode="lin" valueType="num">
                                      <p:cBhvr>
                                        <p:cTn id="610" dur="7063" fill="hold"/>
                                        <p:tgtEl>
                                          <p:spTgt spid="502"/>
                                        </p:tgtEl>
                                        <p:attrNameLst>
                                          <p:attrName>ppt_h</p:attrName>
                                        </p:attrNameLst>
                                      </p:cBhvr>
                                      <p:tavLst>
                                        <p:tav tm="0">
                                          <p:val>
                                            <p:fltVal val="0"/>
                                          </p:val>
                                        </p:tav>
                                        <p:tav tm="100000">
                                          <p:val>
                                            <p:strVal val="#ppt_h"/>
                                          </p:val>
                                        </p:tav>
                                      </p:tavLst>
                                    </p:anim>
                                    <p:animEffect transition="in" filter="fade">
                                      <p:cBhvr>
                                        <p:cTn id="611" dur="7063"/>
                                        <p:tgtEl>
                                          <p:spTgt spid="502"/>
                                        </p:tgtEl>
                                      </p:cBhvr>
                                    </p:animEffect>
                                    <p:anim calcmode="lin" valueType="num">
                                      <p:cBhvr>
                                        <p:cTn id="612" dur="7063" fill="hold"/>
                                        <p:tgtEl>
                                          <p:spTgt spid="502"/>
                                        </p:tgtEl>
                                        <p:attrNameLst>
                                          <p:attrName>ppt_x</p:attrName>
                                        </p:attrNameLst>
                                      </p:cBhvr>
                                      <p:tavLst>
                                        <p:tav tm="0">
                                          <p:val>
                                            <p:fltVal val="0.5"/>
                                          </p:val>
                                        </p:tav>
                                        <p:tav tm="100000">
                                          <p:val>
                                            <p:strVal val="#ppt_x"/>
                                          </p:val>
                                        </p:tav>
                                      </p:tavLst>
                                    </p:anim>
                                    <p:anim calcmode="lin" valueType="num">
                                      <p:cBhvr>
                                        <p:cTn id="613" dur="7063" fill="hold"/>
                                        <p:tgtEl>
                                          <p:spTgt spid="502"/>
                                        </p:tgtEl>
                                        <p:attrNameLst>
                                          <p:attrName>ppt_y</p:attrName>
                                        </p:attrNameLst>
                                      </p:cBhvr>
                                      <p:tavLst>
                                        <p:tav tm="0">
                                          <p:val>
                                            <p:fltVal val="0.5"/>
                                          </p:val>
                                        </p:tav>
                                        <p:tav tm="100000">
                                          <p:val>
                                            <p:strVal val="#ppt_y"/>
                                          </p:val>
                                        </p:tav>
                                      </p:tavLst>
                                    </p:anim>
                                  </p:childTnLst>
                                </p:cTn>
                              </p:par>
                              <p:par>
                                <p:cTn id="614" presetID="53" presetClass="entr" presetSubtype="528" repeatCount="indefinite" fill="hold" grpId="0" nodeType="withEffect">
                                  <p:stCondLst>
                                    <p:cond delay="633"/>
                                  </p:stCondLst>
                                  <p:childTnLst>
                                    <p:set>
                                      <p:cBhvr>
                                        <p:cTn id="615" dur="1" fill="hold">
                                          <p:stCondLst>
                                            <p:cond delay="0"/>
                                          </p:stCondLst>
                                        </p:cTn>
                                        <p:tgtEl>
                                          <p:spTgt spid="503"/>
                                        </p:tgtEl>
                                        <p:attrNameLst>
                                          <p:attrName>style.visibility</p:attrName>
                                        </p:attrNameLst>
                                      </p:cBhvr>
                                      <p:to>
                                        <p:strVal val="visible"/>
                                      </p:to>
                                    </p:set>
                                    <p:anim calcmode="lin" valueType="num">
                                      <p:cBhvr>
                                        <p:cTn id="616" dur="5494" fill="hold"/>
                                        <p:tgtEl>
                                          <p:spTgt spid="503"/>
                                        </p:tgtEl>
                                        <p:attrNameLst>
                                          <p:attrName>ppt_w</p:attrName>
                                        </p:attrNameLst>
                                      </p:cBhvr>
                                      <p:tavLst>
                                        <p:tav tm="0">
                                          <p:val>
                                            <p:fltVal val="0"/>
                                          </p:val>
                                        </p:tav>
                                        <p:tav tm="100000">
                                          <p:val>
                                            <p:strVal val="#ppt_w"/>
                                          </p:val>
                                        </p:tav>
                                      </p:tavLst>
                                    </p:anim>
                                    <p:anim calcmode="lin" valueType="num">
                                      <p:cBhvr>
                                        <p:cTn id="617" dur="5494" fill="hold"/>
                                        <p:tgtEl>
                                          <p:spTgt spid="503"/>
                                        </p:tgtEl>
                                        <p:attrNameLst>
                                          <p:attrName>ppt_h</p:attrName>
                                        </p:attrNameLst>
                                      </p:cBhvr>
                                      <p:tavLst>
                                        <p:tav tm="0">
                                          <p:val>
                                            <p:fltVal val="0"/>
                                          </p:val>
                                        </p:tav>
                                        <p:tav tm="100000">
                                          <p:val>
                                            <p:strVal val="#ppt_h"/>
                                          </p:val>
                                        </p:tav>
                                      </p:tavLst>
                                    </p:anim>
                                    <p:animEffect transition="in" filter="fade">
                                      <p:cBhvr>
                                        <p:cTn id="618" dur="5494"/>
                                        <p:tgtEl>
                                          <p:spTgt spid="503"/>
                                        </p:tgtEl>
                                      </p:cBhvr>
                                    </p:animEffect>
                                    <p:anim calcmode="lin" valueType="num">
                                      <p:cBhvr>
                                        <p:cTn id="619" dur="5494" fill="hold"/>
                                        <p:tgtEl>
                                          <p:spTgt spid="503"/>
                                        </p:tgtEl>
                                        <p:attrNameLst>
                                          <p:attrName>ppt_x</p:attrName>
                                        </p:attrNameLst>
                                      </p:cBhvr>
                                      <p:tavLst>
                                        <p:tav tm="0">
                                          <p:val>
                                            <p:fltVal val="0.5"/>
                                          </p:val>
                                        </p:tav>
                                        <p:tav tm="100000">
                                          <p:val>
                                            <p:strVal val="#ppt_x"/>
                                          </p:val>
                                        </p:tav>
                                      </p:tavLst>
                                    </p:anim>
                                    <p:anim calcmode="lin" valueType="num">
                                      <p:cBhvr>
                                        <p:cTn id="620" dur="5494" fill="hold"/>
                                        <p:tgtEl>
                                          <p:spTgt spid="503"/>
                                        </p:tgtEl>
                                        <p:attrNameLst>
                                          <p:attrName>ppt_y</p:attrName>
                                        </p:attrNameLst>
                                      </p:cBhvr>
                                      <p:tavLst>
                                        <p:tav tm="0">
                                          <p:val>
                                            <p:fltVal val="0.5"/>
                                          </p:val>
                                        </p:tav>
                                        <p:tav tm="100000">
                                          <p:val>
                                            <p:strVal val="#ppt_y"/>
                                          </p:val>
                                        </p:tav>
                                      </p:tavLst>
                                    </p:anim>
                                  </p:childTnLst>
                                </p:cTn>
                              </p:par>
                              <p:par>
                                <p:cTn id="621" presetID="53" presetClass="entr" presetSubtype="528" repeatCount="indefinite" fill="hold" grpId="0" nodeType="withEffect">
                                  <p:stCondLst>
                                    <p:cond delay="1769"/>
                                  </p:stCondLst>
                                  <p:childTnLst>
                                    <p:set>
                                      <p:cBhvr>
                                        <p:cTn id="622" dur="1" fill="hold">
                                          <p:stCondLst>
                                            <p:cond delay="0"/>
                                          </p:stCondLst>
                                        </p:cTn>
                                        <p:tgtEl>
                                          <p:spTgt spid="504"/>
                                        </p:tgtEl>
                                        <p:attrNameLst>
                                          <p:attrName>style.visibility</p:attrName>
                                        </p:attrNameLst>
                                      </p:cBhvr>
                                      <p:to>
                                        <p:strVal val="visible"/>
                                      </p:to>
                                    </p:set>
                                    <p:anim calcmode="lin" valueType="num">
                                      <p:cBhvr>
                                        <p:cTn id="623" dur="7135" fill="hold"/>
                                        <p:tgtEl>
                                          <p:spTgt spid="504"/>
                                        </p:tgtEl>
                                        <p:attrNameLst>
                                          <p:attrName>ppt_w</p:attrName>
                                        </p:attrNameLst>
                                      </p:cBhvr>
                                      <p:tavLst>
                                        <p:tav tm="0">
                                          <p:val>
                                            <p:fltVal val="0"/>
                                          </p:val>
                                        </p:tav>
                                        <p:tav tm="100000">
                                          <p:val>
                                            <p:strVal val="#ppt_w"/>
                                          </p:val>
                                        </p:tav>
                                      </p:tavLst>
                                    </p:anim>
                                    <p:anim calcmode="lin" valueType="num">
                                      <p:cBhvr>
                                        <p:cTn id="624" dur="7135" fill="hold"/>
                                        <p:tgtEl>
                                          <p:spTgt spid="504"/>
                                        </p:tgtEl>
                                        <p:attrNameLst>
                                          <p:attrName>ppt_h</p:attrName>
                                        </p:attrNameLst>
                                      </p:cBhvr>
                                      <p:tavLst>
                                        <p:tav tm="0">
                                          <p:val>
                                            <p:fltVal val="0"/>
                                          </p:val>
                                        </p:tav>
                                        <p:tav tm="100000">
                                          <p:val>
                                            <p:strVal val="#ppt_h"/>
                                          </p:val>
                                        </p:tav>
                                      </p:tavLst>
                                    </p:anim>
                                    <p:animEffect transition="in" filter="fade">
                                      <p:cBhvr>
                                        <p:cTn id="625" dur="7135"/>
                                        <p:tgtEl>
                                          <p:spTgt spid="504"/>
                                        </p:tgtEl>
                                      </p:cBhvr>
                                    </p:animEffect>
                                    <p:anim calcmode="lin" valueType="num">
                                      <p:cBhvr>
                                        <p:cTn id="626" dur="7135" fill="hold"/>
                                        <p:tgtEl>
                                          <p:spTgt spid="504"/>
                                        </p:tgtEl>
                                        <p:attrNameLst>
                                          <p:attrName>ppt_x</p:attrName>
                                        </p:attrNameLst>
                                      </p:cBhvr>
                                      <p:tavLst>
                                        <p:tav tm="0">
                                          <p:val>
                                            <p:fltVal val="0.5"/>
                                          </p:val>
                                        </p:tav>
                                        <p:tav tm="100000">
                                          <p:val>
                                            <p:strVal val="#ppt_x"/>
                                          </p:val>
                                        </p:tav>
                                      </p:tavLst>
                                    </p:anim>
                                    <p:anim calcmode="lin" valueType="num">
                                      <p:cBhvr>
                                        <p:cTn id="627" dur="7135" fill="hold"/>
                                        <p:tgtEl>
                                          <p:spTgt spid="504"/>
                                        </p:tgtEl>
                                        <p:attrNameLst>
                                          <p:attrName>ppt_y</p:attrName>
                                        </p:attrNameLst>
                                      </p:cBhvr>
                                      <p:tavLst>
                                        <p:tav tm="0">
                                          <p:val>
                                            <p:fltVal val="0.5"/>
                                          </p:val>
                                        </p:tav>
                                        <p:tav tm="100000">
                                          <p:val>
                                            <p:strVal val="#ppt_y"/>
                                          </p:val>
                                        </p:tav>
                                      </p:tavLst>
                                    </p:anim>
                                  </p:childTnLst>
                                </p:cTn>
                              </p:par>
                              <p:par>
                                <p:cTn id="628" presetID="53" presetClass="entr" presetSubtype="528" repeatCount="indefinite" fill="hold" grpId="0" nodeType="withEffect">
                                  <p:stCondLst>
                                    <p:cond delay="552"/>
                                  </p:stCondLst>
                                  <p:childTnLst>
                                    <p:set>
                                      <p:cBhvr>
                                        <p:cTn id="629" dur="1" fill="hold">
                                          <p:stCondLst>
                                            <p:cond delay="0"/>
                                          </p:stCondLst>
                                        </p:cTn>
                                        <p:tgtEl>
                                          <p:spTgt spid="505"/>
                                        </p:tgtEl>
                                        <p:attrNameLst>
                                          <p:attrName>style.visibility</p:attrName>
                                        </p:attrNameLst>
                                      </p:cBhvr>
                                      <p:to>
                                        <p:strVal val="visible"/>
                                      </p:to>
                                    </p:set>
                                    <p:anim calcmode="lin" valueType="num">
                                      <p:cBhvr>
                                        <p:cTn id="630" dur="7132" fill="hold"/>
                                        <p:tgtEl>
                                          <p:spTgt spid="505"/>
                                        </p:tgtEl>
                                        <p:attrNameLst>
                                          <p:attrName>ppt_w</p:attrName>
                                        </p:attrNameLst>
                                      </p:cBhvr>
                                      <p:tavLst>
                                        <p:tav tm="0">
                                          <p:val>
                                            <p:fltVal val="0"/>
                                          </p:val>
                                        </p:tav>
                                        <p:tav tm="100000">
                                          <p:val>
                                            <p:strVal val="#ppt_w"/>
                                          </p:val>
                                        </p:tav>
                                      </p:tavLst>
                                    </p:anim>
                                    <p:anim calcmode="lin" valueType="num">
                                      <p:cBhvr>
                                        <p:cTn id="631" dur="7132" fill="hold"/>
                                        <p:tgtEl>
                                          <p:spTgt spid="505"/>
                                        </p:tgtEl>
                                        <p:attrNameLst>
                                          <p:attrName>ppt_h</p:attrName>
                                        </p:attrNameLst>
                                      </p:cBhvr>
                                      <p:tavLst>
                                        <p:tav tm="0">
                                          <p:val>
                                            <p:fltVal val="0"/>
                                          </p:val>
                                        </p:tav>
                                        <p:tav tm="100000">
                                          <p:val>
                                            <p:strVal val="#ppt_h"/>
                                          </p:val>
                                        </p:tav>
                                      </p:tavLst>
                                    </p:anim>
                                    <p:animEffect transition="in" filter="fade">
                                      <p:cBhvr>
                                        <p:cTn id="632" dur="7132"/>
                                        <p:tgtEl>
                                          <p:spTgt spid="505"/>
                                        </p:tgtEl>
                                      </p:cBhvr>
                                    </p:animEffect>
                                    <p:anim calcmode="lin" valueType="num">
                                      <p:cBhvr>
                                        <p:cTn id="633" dur="7132" fill="hold"/>
                                        <p:tgtEl>
                                          <p:spTgt spid="505"/>
                                        </p:tgtEl>
                                        <p:attrNameLst>
                                          <p:attrName>ppt_x</p:attrName>
                                        </p:attrNameLst>
                                      </p:cBhvr>
                                      <p:tavLst>
                                        <p:tav tm="0">
                                          <p:val>
                                            <p:fltVal val="0.5"/>
                                          </p:val>
                                        </p:tav>
                                        <p:tav tm="100000">
                                          <p:val>
                                            <p:strVal val="#ppt_x"/>
                                          </p:val>
                                        </p:tav>
                                      </p:tavLst>
                                    </p:anim>
                                    <p:anim calcmode="lin" valueType="num">
                                      <p:cBhvr>
                                        <p:cTn id="634" dur="7132" fill="hold"/>
                                        <p:tgtEl>
                                          <p:spTgt spid="505"/>
                                        </p:tgtEl>
                                        <p:attrNameLst>
                                          <p:attrName>ppt_y</p:attrName>
                                        </p:attrNameLst>
                                      </p:cBhvr>
                                      <p:tavLst>
                                        <p:tav tm="0">
                                          <p:val>
                                            <p:fltVal val="0.5"/>
                                          </p:val>
                                        </p:tav>
                                        <p:tav tm="100000">
                                          <p:val>
                                            <p:strVal val="#ppt_y"/>
                                          </p:val>
                                        </p:tav>
                                      </p:tavLst>
                                    </p:anim>
                                  </p:childTnLst>
                                </p:cTn>
                              </p:par>
                              <p:par>
                                <p:cTn id="635" presetID="53" presetClass="entr" presetSubtype="528" repeatCount="indefinite" fill="hold" grpId="0" nodeType="withEffect">
                                  <p:stCondLst>
                                    <p:cond delay="1645"/>
                                  </p:stCondLst>
                                  <p:childTnLst>
                                    <p:set>
                                      <p:cBhvr>
                                        <p:cTn id="636" dur="1" fill="hold">
                                          <p:stCondLst>
                                            <p:cond delay="0"/>
                                          </p:stCondLst>
                                        </p:cTn>
                                        <p:tgtEl>
                                          <p:spTgt spid="529"/>
                                        </p:tgtEl>
                                        <p:attrNameLst>
                                          <p:attrName>style.visibility</p:attrName>
                                        </p:attrNameLst>
                                      </p:cBhvr>
                                      <p:to>
                                        <p:strVal val="visible"/>
                                      </p:to>
                                    </p:set>
                                    <p:anim calcmode="lin" valueType="num">
                                      <p:cBhvr>
                                        <p:cTn id="637" dur="5041" fill="hold"/>
                                        <p:tgtEl>
                                          <p:spTgt spid="529"/>
                                        </p:tgtEl>
                                        <p:attrNameLst>
                                          <p:attrName>ppt_w</p:attrName>
                                        </p:attrNameLst>
                                      </p:cBhvr>
                                      <p:tavLst>
                                        <p:tav tm="0">
                                          <p:val>
                                            <p:fltVal val="0"/>
                                          </p:val>
                                        </p:tav>
                                        <p:tav tm="100000">
                                          <p:val>
                                            <p:strVal val="#ppt_w"/>
                                          </p:val>
                                        </p:tav>
                                      </p:tavLst>
                                    </p:anim>
                                    <p:anim calcmode="lin" valueType="num">
                                      <p:cBhvr>
                                        <p:cTn id="638" dur="5041" fill="hold"/>
                                        <p:tgtEl>
                                          <p:spTgt spid="529"/>
                                        </p:tgtEl>
                                        <p:attrNameLst>
                                          <p:attrName>ppt_h</p:attrName>
                                        </p:attrNameLst>
                                      </p:cBhvr>
                                      <p:tavLst>
                                        <p:tav tm="0">
                                          <p:val>
                                            <p:fltVal val="0"/>
                                          </p:val>
                                        </p:tav>
                                        <p:tav tm="100000">
                                          <p:val>
                                            <p:strVal val="#ppt_h"/>
                                          </p:val>
                                        </p:tav>
                                      </p:tavLst>
                                    </p:anim>
                                    <p:animEffect transition="in" filter="fade">
                                      <p:cBhvr>
                                        <p:cTn id="639" dur="5041"/>
                                        <p:tgtEl>
                                          <p:spTgt spid="529"/>
                                        </p:tgtEl>
                                      </p:cBhvr>
                                    </p:animEffect>
                                    <p:anim calcmode="lin" valueType="num">
                                      <p:cBhvr>
                                        <p:cTn id="640" dur="5041" fill="hold"/>
                                        <p:tgtEl>
                                          <p:spTgt spid="529"/>
                                        </p:tgtEl>
                                        <p:attrNameLst>
                                          <p:attrName>ppt_x</p:attrName>
                                        </p:attrNameLst>
                                      </p:cBhvr>
                                      <p:tavLst>
                                        <p:tav tm="0">
                                          <p:val>
                                            <p:fltVal val="0.5"/>
                                          </p:val>
                                        </p:tav>
                                        <p:tav tm="100000">
                                          <p:val>
                                            <p:strVal val="#ppt_x"/>
                                          </p:val>
                                        </p:tav>
                                      </p:tavLst>
                                    </p:anim>
                                    <p:anim calcmode="lin" valueType="num">
                                      <p:cBhvr>
                                        <p:cTn id="641" dur="5041" fill="hold"/>
                                        <p:tgtEl>
                                          <p:spTgt spid="529"/>
                                        </p:tgtEl>
                                        <p:attrNameLst>
                                          <p:attrName>ppt_y</p:attrName>
                                        </p:attrNameLst>
                                      </p:cBhvr>
                                      <p:tavLst>
                                        <p:tav tm="0">
                                          <p:val>
                                            <p:fltVal val="0.5"/>
                                          </p:val>
                                        </p:tav>
                                        <p:tav tm="100000">
                                          <p:val>
                                            <p:strVal val="#ppt_y"/>
                                          </p:val>
                                        </p:tav>
                                      </p:tavLst>
                                    </p:anim>
                                  </p:childTnLst>
                                </p:cTn>
                              </p:par>
                              <p:par>
                                <p:cTn id="642" presetID="53" presetClass="entr" presetSubtype="528" repeatCount="indefinite" fill="hold" grpId="0" nodeType="withEffect">
                                  <p:stCondLst>
                                    <p:cond delay="1934"/>
                                  </p:stCondLst>
                                  <p:childTnLst>
                                    <p:set>
                                      <p:cBhvr>
                                        <p:cTn id="643" dur="1" fill="hold">
                                          <p:stCondLst>
                                            <p:cond delay="0"/>
                                          </p:stCondLst>
                                        </p:cTn>
                                        <p:tgtEl>
                                          <p:spTgt spid="531"/>
                                        </p:tgtEl>
                                        <p:attrNameLst>
                                          <p:attrName>style.visibility</p:attrName>
                                        </p:attrNameLst>
                                      </p:cBhvr>
                                      <p:to>
                                        <p:strVal val="visible"/>
                                      </p:to>
                                    </p:set>
                                    <p:anim calcmode="lin" valueType="num">
                                      <p:cBhvr>
                                        <p:cTn id="644" dur="6965" fill="hold"/>
                                        <p:tgtEl>
                                          <p:spTgt spid="531"/>
                                        </p:tgtEl>
                                        <p:attrNameLst>
                                          <p:attrName>ppt_w</p:attrName>
                                        </p:attrNameLst>
                                      </p:cBhvr>
                                      <p:tavLst>
                                        <p:tav tm="0">
                                          <p:val>
                                            <p:fltVal val="0"/>
                                          </p:val>
                                        </p:tav>
                                        <p:tav tm="100000">
                                          <p:val>
                                            <p:strVal val="#ppt_w"/>
                                          </p:val>
                                        </p:tav>
                                      </p:tavLst>
                                    </p:anim>
                                    <p:anim calcmode="lin" valueType="num">
                                      <p:cBhvr>
                                        <p:cTn id="645" dur="6965" fill="hold"/>
                                        <p:tgtEl>
                                          <p:spTgt spid="531"/>
                                        </p:tgtEl>
                                        <p:attrNameLst>
                                          <p:attrName>ppt_h</p:attrName>
                                        </p:attrNameLst>
                                      </p:cBhvr>
                                      <p:tavLst>
                                        <p:tav tm="0">
                                          <p:val>
                                            <p:fltVal val="0"/>
                                          </p:val>
                                        </p:tav>
                                        <p:tav tm="100000">
                                          <p:val>
                                            <p:strVal val="#ppt_h"/>
                                          </p:val>
                                        </p:tav>
                                      </p:tavLst>
                                    </p:anim>
                                    <p:animEffect transition="in" filter="fade">
                                      <p:cBhvr>
                                        <p:cTn id="646" dur="6965"/>
                                        <p:tgtEl>
                                          <p:spTgt spid="531"/>
                                        </p:tgtEl>
                                      </p:cBhvr>
                                    </p:animEffect>
                                    <p:anim calcmode="lin" valueType="num">
                                      <p:cBhvr>
                                        <p:cTn id="647" dur="6965" fill="hold"/>
                                        <p:tgtEl>
                                          <p:spTgt spid="531"/>
                                        </p:tgtEl>
                                        <p:attrNameLst>
                                          <p:attrName>ppt_x</p:attrName>
                                        </p:attrNameLst>
                                      </p:cBhvr>
                                      <p:tavLst>
                                        <p:tav tm="0">
                                          <p:val>
                                            <p:fltVal val="0.5"/>
                                          </p:val>
                                        </p:tav>
                                        <p:tav tm="100000">
                                          <p:val>
                                            <p:strVal val="#ppt_x"/>
                                          </p:val>
                                        </p:tav>
                                      </p:tavLst>
                                    </p:anim>
                                    <p:anim calcmode="lin" valueType="num">
                                      <p:cBhvr>
                                        <p:cTn id="648" dur="6965" fill="hold"/>
                                        <p:tgtEl>
                                          <p:spTgt spid="531"/>
                                        </p:tgtEl>
                                        <p:attrNameLst>
                                          <p:attrName>ppt_y</p:attrName>
                                        </p:attrNameLst>
                                      </p:cBhvr>
                                      <p:tavLst>
                                        <p:tav tm="0">
                                          <p:val>
                                            <p:fltVal val="0.5"/>
                                          </p:val>
                                        </p:tav>
                                        <p:tav tm="100000">
                                          <p:val>
                                            <p:strVal val="#ppt_y"/>
                                          </p:val>
                                        </p:tav>
                                      </p:tavLst>
                                    </p:anim>
                                  </p:childTnLst>
                                </p:cTn>
                              </p:par>
                              <p:par>
                                <p:cTn id="649" presetID="53" presetClass="entr" presetSubtype="528" repeatCount="indefinite" fill="hold" grpId="0" nodeType="withEffect">
                                  <p:stCondLst>
                                    <p:cond delay="775"/>
                                  </p:stCondLst>
                                  <p:childTnLst>
                                    <p:set>
                                      <p:cBhvr>
                                        <p:cTn id="650" dur="1" fill="hold">
                                          <p:stCondLst>
                                            <p:cond delay="0"/>
                                          </p:stCondLst>
                                        </p:cTn>
                                        <p:tgtEl>
                                          <p:spTgt spid="532"/>
                                        </p:tgtEl>
                                        <p:attrNameLst>
                                          <p:attrName>style.visibility</p:attrName>
                                        </p:attrNameLst>
                                      </p:cBhvr>
                                      <p:to>
                                        <p:strVal val="visible"/>
                                      </p:to>
                                    </p:set>
                                    <p:anim calcmode="lin" valueType="num">
                                      <p:cBhvr>
                                        <p:cTn id="651" dur="5313" fill="hold"/>
                                        <p:tgtEl>
                                          <p:spTgt spid="532"/>
                                        </p:tgtEl>
                                        <p:attrNameLst>
                                          <p:attrName>ppt_w</p:attrName>
                                        </p:attrNameLst>
                                      </p:cBhvr>
                                      <p:tavLst>
                                        <p:tav tm="0">
                                          <p:val>
                                            <p:fltVal val="0"/>
                                          </p:val>
                                        </p:tav>
                                        <p:tav tm="100000">
                                          <p:val>
                                            <p:strVal val="#ppt_w"/>
                                          </p:val>
                                        </p:tav>
                                      </p:tavLst>
                                    </p:anim>
                                    <p:anim calcmode="lin" valueType="num">
                                      <p:cBhvr>
                                        <p:cTn id="652" dur="5313" fill="hold"/>
                                        <p:tgtEl>
                                          <p:spTgt spid="532"/>
                                        </p:tgtEl>
                                        <p:attrNameLst>
                                          <p:attrName>ppt_h</p:attrName>
                                        </p:attrNameLst>
                                      </p:cBhvr>
                                      <p:tavLst>
                                        <p:tav tm="0">
                                          <p:val>
                                            <p:fltVal val="0"/>
                                          </p:val>
                                        </p:tav>
                                        <p:tav tm="100000">
                                          <p:val>
                                            <p:strVal val="#ppt_h"/>
                                          </p:val>
                                        </p:tav>
                                      </p:tavLst>
                                    </p:anim>
                                    <p:animEffect transition="in" filter="fade">
                                      <p:cBhvr>
                                        <p:cTn id="653" dur="5313"/>
                                        <p:tgtEl>
                                          <p:spTgt spid="532"/>
                                        </p:tgtEl>
                                      </p:cBhvr>
                                    </p:animEffect>
                                    <p:anim calcmode="lin" valueType="num">
                                      <p:cBhvr>
                                        <p:cTn id="654" dur="5313" fill="hold"/>
                                        <p:tgtEl>
                                          <p:spTgt spid="532"/>
                                        </p:tgtEl>
                                        <p:attrNameLst>
                                          <p:attrName>ppt_x</p:attrName>
                                        </p:attrNameLst>
                                      </p:cBhvr>
                                      <p:tavLst>
                                        <p:tav tm="0">
                                          <p:val>
                                            <p:fltVal val="0.5"/>
                                          </p:val>
                                        </p:tav>
                                        <p:tav tm="100000">
                                          <p:val>
                                            <p:strVal val="#ppt_x"/>
                                          </p:val>
                                        </p:tav>
                                      </p:tavLst>
                                    </p:anim>
                                    <p:anim calcmode="lin" valueType="num">
                                      <p:cBhvr>
                                        <p:cTn id="655" dur="5313" fill="hold"/>
                                        <p:tgtEl>
                                          <p:spTgt spid="532"/>
                                        </p:tgtEl>
                                        <p:attrNameLst>
                                          <p:attrName>ppt_y</p:attrName>
                                        </p:attrNameLst>
                                      </p:cBhvr>
                                      <p:tavLst>
                                        <p:tav tm="0">
                                          <p:val>
                                            <p:fltVal val="0.5"/>
                                          </p:val>
                                        </p:tav>
                                        <p:tav tm="100000">
                                          <p:val>
                                            <p:strVal val="#ppt_y"/>
                                          </p:val>
                                        </p:tav>
                                      </p:tavLst>
                                    </p:anim>
                                  </p:childTnLst>
                                </p:cTn>
                              </p:par>
                              <p:par>
                                <p:cTn id="656" presetID="53" presetClass="entr" presetSubtype="528" repeatCount="indefinite" fill="hold" grpId="0" nodeType="withEffect">
                                  <p:stCondLst>
                                    <p:cond delay="178"/>
                                  </p:stCondLst>
                                  <p:childTnLst>
                                    <p:set>
                                      <p:cBhvr>
                                        <p:cTn id="657" dur="1" fill="hold">
                                          <p:stCondLst>
                                            <p:cond delay="0"/>
                                          </p:stCondLst>
                                        </p:cTn>
                                        <p:tgtEl>
                                          <p:spTgt spid="533"/>
                                        </p:tgtEl>
                                        <p:attrNameLst>
                                          <p:attrName>style.visibility</p:attrName>
                                        </p:attrNameLst>
                                      </p:cBhvr>
                                      <p:to>
                                        <p:strVal val="visible"/>
                                      </p:to>
                                    </p:set>
                                    <p:anim calcmode="lin" valueType="num">
                                      <p:cBhvr>
                                        <p:cTn id="658" dur="5630" fill="hold"/>
                                        <p:tgtEl>
                                          <p:spTgt spid="533"/>
                                        </p:tgtEl>
                                        <p:attrNameLst>
                                          <p:attrName>ppt_w</p:attrName>
                                        </p:attrNameLst>
                                      </p:cBhvr>
                                      <p:tavLst>
                                        <p:tav tm="0">
                                          <p:val>
                                            <p:fltVal val="0"/>
                                          </p:val>
                                        </p:tav>
                                        <p:tav tm="100000">
                                          <p:val>
                                            <p:strVal val="#ppt_w"/>
                                          </p:val>
                                        </p:tav>
                                      </p:tavLst>
                                    </p:anim>
                                    <p:anim calcmode="lin" valueType="num">
                                      <p:cBhvr>
                                        <p:cTn id="659" dur="5630" fill="hold"/>
                                        <p:tgtEl>
                                          <p:spTgt spid="533"/>
                                        </p:tgtEl>
                                        <p:attrNameLst>
                                          <p:attrName>ppt_h</p:attrName>
                                        </p:attrNameLst>
                                      </p:cBhvr>
                                      <p:tavLst>
                                        <p:tav tm="0">
                                          <p:val>
                                            <p:fltVal val="0"/>
                                          </p:val>
                                        </p:tav>
                                        <p:tav tm="100000">
                                          <p:val>
                                            <p:strVal val="#ppt_h"/>
                                          </p:val>
                                        </p:tav>
                                      </p:tavLst>
                                    </p:anim>
                                    <p:animEffect transition="in" filter="fade">
                                      <p:cBhvr>
                                        <p:cTn id="660" dur="5630"/>
                                        <p:tgtEl>
                                          <p:spTgt spid="533"/>
                                        </p:tgtEl>
                                      </p:cBhvr>
                                    </p:animEffect>
                                    <p:anim calcmode="lin" valueType="num">
                                      <p:cBhvr>
                                        <p:cTn id="661" dur="5630" fill="hold"/>
                                        <p:tgtEl>
                                          <p:spTgt spid="533"/>
                                        </p:tgtEl>
                                        <p:attrNameLst>
                                          <p:attrName>ppt_x</p:attrName>
                                        </p:attrNameLst>
                                      </p:cBhvr>
                                      <p:tavLst>
                                        <p:tav tm="0">
                                          <p:val>
                                            <p:fltVal val="0.5"/>
                                          </p:val>
                                        </p:tav>
                                        <p:tav tm="100000">
                                          <p:val>
                                            <p:strVal val="#ppt_x"/>
                                          </p:val>
                                        </p:tav>
                                      </p:tavLst>
                                    </p:anim>
                                    <p:anim calcmode="lin" valueType="num">
                                      <p:cBhvr>
                                        <p:cTn id="662" dur="5630" fill="hold"/>
                                        <p:tgtEl>
                                          <p:spTgt spid="533"/>
                                        </p:tgtEl>
                                        <p:attrNameLst>
                                          <p:attrName>ppt_y</p:attrName>
                                        </p:attrNameLst>
                                      </p:cBhvr>
                                      <p:tavLst>
                                        <p:tav tm="0">
                                          <p:val>
                                            <p:fltVal val="0.5"/>
                                          </p:val>
                                        </p:tav>
                                        <p:tav tm="100000">
                                          <p:val>
                                            <p:strVal val="#ppt_y"/>
                                          </p:val>
                                        </p:tav>
                                      </p:tavLst>
                                    </p:anim>
                                  </p:childTnLst>
                                </p:cTn>
                              </p:par>
                              <p:par>
                                <p:cTn id="663" presetID="53" presetClass="entr" presetSubtype="528" repeatCount="indefinite" fill="hold" grpId="0" nodeType="withEffect">
                                  <p:stCondLst>
                                    <p:cond delay="1402"/>
                                  </p:stCondLst>
                                  <p:childTnLst>
                                    <p:set>
                                      <p:cBhvr>
                                        <p:cTn id="664" dur="1" fill="hold">
                                          <p:stCondLst>
                                            <p:cond delay="0"/>
                                          </p:stCondLst>
                                        </p:cTn>
                                        <p:tgtEl>
                                          <p:spTgt spid="534"/>
                                        </p:tgtEl>
                                        <p:attrNameLst>
                                          <p:attrName>style.visibility</p:attrName>
                                        </p:attrNameLst>
                                      </p:cBhvr>
                                      <p:to>
                                        <p:strVal val="visible"/>
                                      </p:to>
                                    </p:set>
                                    <p:anim calcmode="lin" valueType="num">
                                      <p:cBhvr>
                                        <p:cTn id="665" dur="5437" fill="hold"/>
                                        <p:tgtEl>
                                          <p:spTgt spid="534"/>
                                        </p:tgtEl>
                                        <p:attrNameLst>
                                          <p:attrName>ppt_w</p:attrName>
                                        </p:attrNameLst>
                                      </p:cBhvr>
                                      <p:tavLst>
                                        <p:tav tm="0">
                                          <p:val>
                                            <p:fltVal val="0"/>
                                          </p:val>
                                        </p:tav>
                                        <p:tav tm="100000">
                                          <p:val>
                                            <p:strVal val="#ppt_w"/>
                                          </p:val>
                                        </p:tav>
                                      </p:tavLst>
                                    </p:anim>
                                    <p:anim calcmode="lin" valueType="num">
                                      <p:cBhvr>
                                        <p:cTn id="666" dur="5437" fill="hold"/>
                                        <p:tgtEl>
                                          <p:spTgt spid="534"/>
                                        </p:tgtEl>
                                        <p:attrNameLst>
                                          <p:attrName>ppt_h</p:attrName>
                                        </p:attrNameLst>
                                      </p:cBhvr>
                                      <p:tavLst>
                                        <p:tav tm="0">
                                          <p:val>
                                            <p:fltVal val="0"/>
                                          </p:val>
                                        </p:tav>
                                        <p:tav tm="100000">
                                          <p:val>
                                            <p:strVal val="#ppt_h"/>
                                          </p:val>
                                        </p:tav>
                                      </p:tavLst>
                                    </p:anim>
                                    <p:animEffect transition="in" filter="fade">
                                      <p:cBhvr>
                                        <p:cTn id="667" dur="5437"/>
                                        <p:tgtEl>
                                          <p:spTgt spid="534"/>
                                        </p:tgtEl>
                                      </p:cBhvr>
                                    </p:animEffect>
                                    <p:anim calcmode="lin" valueType="num">
                                      <p:cBhvr>
                                        <p:cTn id="668" dur="5437" fill="hold"/>
                                        <p:tgtEl>
                                          <p:spTgt spid="534"/>
                                        </p:tgtEl>
                                        <p:attrNameLst>
                                          <p:attrName>ppt_x</p:attrName>
                                        </p:attrNameLst>
                                      </p:cBhvr>
                                      <p:tavLst>
                                        <p:tav tm="0">
                                          <p:val>
                                            <p:fltVal val="0.5"/>
                                          </p:val>
                                        </p:tav>
                                        <p:tav tm="100000">
                                          <p:val>
                                            <p:strVal val="#ppt_x"/>
                                          </p:val>
                                        </p:tav>
                                      </p:tavLst>
                                    </p:anim>
                                    <p:anim calcmode="lin" valueType="num">
                                      <p:cBhvr>
                                        <p:cTn id="669" dur="5437" fill="hold"/>
                                        <p:tgtEl>
                                          <p:spTgt spid="534"/>
                                        </p:tgtEl>
                                        <p:attrNameLst>
                                          <p:attrName>ppt_y</p:attrName>
                                        </p:attrNameLst>
                                      </p:cBhvr>
                                      <p:tavLst>
                                        <p:tav tm="0">
                                          <p:val>
                                            <p:fltVal val="0.5"/>
                                          </p:val>
                                        </p:tav>
                                        <p:tav tm="100000">
                                          <p:val>
                                            <p:strVal val="#ppt_y"/>
                                          </p:val>
                                        </p:tav>
                                      </p:tavLst>
                                    </p:anim>
                                  </p:childTnLst>
                                </p:cTn>
                              </p:par>
                              <p:par>
                                <p:cTn id="670" presetID="53" presetClass="entr" presetSubtype="528" repeatCount="indefinite" fill="hold" grpId="0" nodeType="withEffect">
                                  <p:stCondLst>
                                    <p:cond delay="441"/>
                                  </p:stCondLst>
                                  <p:childTnLst>
                                    <p:set>
                                      <p:cBhvr>
                                        <p:cTn id="671" dur="1" fill="hold">
                                          <p:stCondLst>
                                            <p:cond delay="0"/>
                                          </p:stCondLst>
                                        </p:cTn>
                                        <p:tgtEl>
                                          <p:spTgt spid="535"/>
                                        </p:tgtEl>
                                        <p:attrNameLst>
                                          <p:attrName>style.visibility</p:attrName>
                                        </p:attrNameLst>
                                      </p:cBhvr>
                                      <p:to>
                                        <p:strVal val="visible"/>
                                      </p:to>
                                    </p:set>
                                    <p:anim calcmode="lin" valueType="num">
                                      <p:cBhvr>
                                        <p:cTn id="672" dur="5660" fill="hold"/>
                                        <p:tgtEl>
                                          <p:spTgt spid="535"/>
                                        </p:tgtEl>
                                        <p:attrNameLst>
                                          <p:attrName>ppt_w</p:attrName>
                                        </p:attrNameLst>
                                      </p:cBhvr>
                                      <p:tavLst>
                                        <p:tav tm="0">
                                          <p:val>
                                            <p:fltVal val="0"/>
                                          </p:val>
                                        </p:tav>
                                        <p:tav tm="100000">
                                          <p:val>
                                            <p:strVal val="#ppt_w"/>
                                          </p:val>
                                        </p:tav>
                                      </p:tavLst>
                                    </p:anim>
                                    <p:anim calcmode="lin" valueType="num">
                                      <p:cBhvr>
                                        <p:cTn id="673" dur="5660" fill="hold"/>
                                        <p:tgtEl>
                                          <p:spTgt spid="535"/>
                                        </p:tgtEl>
                                        <p:attrNameLst>
                                          <p:attrName>ppt_h</p:attrName>
                                        </p:attrNameLst>
                                      </p:cBhvr>
                                      <p:tavLst>
                                        <p:tav tm="0">
                                          <p:val>
                                            <p:fltVal val="0"/>
                                          </p:val>
                                        </p:tav>
                                        <p:tav tm="100000">
                                          <p:val>
                                            <p:strVal val="#ppt_h"/>
                                          </p:val>
                                        </p:tav>
                                      </p:tavLst>
                                    </p:anim>
                                    <p:animEffect transition="in" filter="fade">
                                      <p:cBhvr>
                                        <p:cTn id="674" dur="5660"/>
                                        <p:tgtEl>
                                          <p:spTgt spid="535"/>
                                        </p:tgtEl>
                                      </p:cBhvr>
                                    </p:animEffect>
                                    <p:anim calcmode="lin" valueType="num">
                                      <p:cBhvr>
                                        <p:cTn id="675" dur="5660" fill="hold"/>
                                        <p:tgtEl>
                                          <p:spTgt spid="535"/>
                                        </p:tgtEl>
                                        <p:attrNameLst>
                                          <p:attrName>ppt_x</p:attrName>
                                        </p:attrNameLst>
                                      </p:cBhvr>
                                      <p:tavLst>
                                        <p:tav tm="0">
                                          <p:val>
                                            <p:fltVal val="0.5"/>
                                          </p:val>
                                        </p:tav>
                                        <p:tav tm="100000">
                                          <p:val>
                                            <p:strVal val="#ppt_x"/>
                                          </p:val>
                                        </p:tav>
                                      </p:tavLst>
                                    </p:anim>
                                    <p:anim calcmode="lin" valueType="num">
                                      <p:cBhvr>
                                        <p:cTn id="676" dur="5660" fill="hold"/>
                                        <p:tgtEl>
                                          <p:spTgt spid="535"/>
                                        </p:tgtEl>
                                        <p:attrNameLst>
                                          <p:attrName>ppt_y</p:attrName>
                                        </p:attrNameLst>
                                      </p:cBhvr>
                                      <p:tavLst>
                                        <p:tav tm="0">
                                          <p:val>
                                            <p:fltVal val="0.5"/>
                                          </p:val>
                                        </p:tav>
                                        <p:tav tm="100000">
                                          <p:val>
                                            <p:strVal val="#ppt_y"/>
                                          </p:val>
                                        </p:tav>
                                      </p:tavLst>
                                    </p:anim>
                                  </p:childTnLst>
                                </p:cTn>
                              </p:par>
                              <p:par>
                                <p:cTn id="677" presetID="53" presetClass="entr" presetSubtype="528" repeatCount="indefinite" fill="hold" grpId="0" nodeType="withEffect">
                                  <p:stCondLst>
                                    <p:cond delay="1747"/>
                                  </p:stCondLst>
                                  <p:childTnLst>
                                    <p:set>
                                      <p:cBhvr>
                                        <p:cTn id="678" dur="1" fill="hold">
                                          <p:stCondLst>
                                            <p:cond delay="0"/>
                                          </p:stCondLst>
                                        </p:cTn>
                                        <p:tgtEl>
                                          <p:spTgt spid="539"/>
                                        </p:tgtEl>
                                        <p:attrNameLst>
                                          <p:attrName>style.visibility</p:attrName>
                                        </p:attrNameLst>
                                      </p:cBhvr>
                                      <p:to>
                                        <p:strVal val="visible"/>
                                      </p:to>
                                    </p:set>
                                    <p:anim calcmode="lin" valueType="num">
                                      <p:cBhvr>
                                        <p:cTn id="679" dur="6723" fill="hold"/>
                                        <p:tgtEl>
                                          <p:spTgt spid="539"/>
                                        </p:tgtEl>
                                        <p:attrNameLst>
                                          <p:attrName>ppt_w</p:attrName>
                                        </p:attrNameLst>
                                      </p:cBhvr>
                                      <p:tavLst>
                                        <p:tav tm="0">
                                          <p:val>
                                            <p:fltVal val="0"/>
                                          </p:val>
                                        </p:tav>
                                        <p:tav tm="100000">
                                          <p:val>
                                            <p:strVal val="#ppt_w"/>
                                          </p:val>
                                        </p:tav>
                                      </p:tavLst>
                                    </p:anim>
                                    <p:anim calcmode="lin" valueType="num">
                                      <p:cBhvr>
                                        <p:cTn id="680" dur="6723" fill="hold"/>
                                        <p:tgtEl>
                                          <p:spTgt spid="539"/>
                                        </p:tgtEl>
                                        <p:attrNameLst>
                                          <p:attrName>ppt_h</p:attrName>
                                        </p:attrNameLst>
                                      </p:cBhvr>
                                      <p:tavLst>
                                        <p:tav tm="0">
                                          <p:val>
                                            <p:fltVal val="0"/>
                                          </p:val>
                                        </p:tav>
                                        <p:tav tm="100000">
                                          <p:val>
                                            <p:strVal val="#ppt_h"/>
                                          </p:val>
                                        </p:tav>
                                      </p:tavLst>
                                    </p:anim>
                                    <p:animEffect transition="in" filter="fade">
                                      <p:cBhvr>
                                        <p:cTn id="681" dur="6723"/>
                                        <p:tgtEl>
                                          <p:spTgt spid="539"/>
                                        </p:tgtEl>
                                      </p:cBhvr>
                                    </p:animEffect>
                                    <p:anim calcmode="lin" valueType="num">
                                      <p:cBhvr>
                                        <p:cTn id="682" dur="6723" fill="hold"/>
                                        <p:tgtEl>
                                          <p:spTgt spid="539"/>
                                        </p:tgtEl>
                                        <p:attrNameLst>
                                          <p:attrName>ppt_x</p:attrName>
                                        </p:attrNameLst>
                                      </p:cBhvr>
                                      <p:tavLst>
                                        <p:tav tm="0">
                                          <p:val>
                                            <p:fltVal val="0.5"/>
                                          </p:val>
                                        </p:tav>
                                        <p:tav tm="100000">
                                          <p:val>
                                            <p:strVal val="#ppt_x"/>
                                          </p:val>
                                        </p:tav>
                                      </p:tavLst>
                                    </p:anim>
                                    <p:anim calcmode="lin" valueType="num">
                                      <p:cBhvr>
                                        <p:cTn id="683" dur="6723" fill="hold"/>
                                        <p:tgtEl>
                                          <p:spTgt spid="539"/>
                                        </p:tgtEl>
                                        <p:attrNameLst>
                                          <p:attrName>ppt_y</p:attrName>
                                        </p:attrNameLst>
                                      </p:cBhvr>
                                      <p:tavLst>
                                        <p:tav tm="0">
                                          <p:val>
                                            <p:fltVal val="0.5"/>
                                          </p:val>
                                        </p:tav>
                                        <p:tav tm="100000">
                                          <p:val>
                                            <p:strVal val="#ppt_y"/>
                                          </p:val>
                                        </p:tav>
                                      </p:tavLst>
                                    </p:anim>
                                  </p:childTnLst>
                                </p:cTn>
                              </p:par>
                              <p:par>
                                <p:cTn id="684" presetID="53" presetClass="entr" presetSubtype="528" repeatCount="indefinite" fill="hold" grpId="0" nodeType="withEffect">
                                  <p:stCondLst>
                                    <p:cond delay="1402"/>
                                  </p:stCondLst>
                                  <p:childTnLst>
                                    <p:set>
                                      <p:cBhvr>
                                        <p:cTn id="685" dur="1" fill="hold">
                                          <p:stCondLst>
                                            <p:cond delay="0"/>
                                          </p:stCondLst>
                                        </p:cTn>
                                        <p:tgtEl>
                                          <p:spTgt spid="542"/>
                                        </p:tgtEl>
                                        <p:attrNameLst>
                                          <p:attrName>style.visibility</p:attrName>
                                        </p:attrNameLst>
                                      </p:cBhvr>
                                      <p:to>
                                        <p:strVal val="visible"/>
                                      </p:to>
                                    </p:set>
                                    <p:anim calcmode="lin" valueType="num">
                                      <p:cBhvr>
                                        <p:cTn id="686" dur="5888" fill="hold"/>
                                        <p:tgtEl>
                                          <p:spTgt spid="542"/>
                                        </p:tgtEl>
                                        <p:attrNameLst>
                                          <p:attrName>ppt_w</p:attrName>
                                        </p:attrNameLst>
                                      </p:cBhvr>
                                      <p:tavLst>
                                        <p:tav tm="0">
                                          <p:val>
                                            <p:fltVal val="0"/>
                                          </p:val>
                                        </p:tav>
                                        <p:tav tm="100000">
                                          <p:val>
                                            <p:strVal val="#ppt_w"/>
                                          </p:val>
                                        </p:tav>
                                      </p:tavLst>
                                    </p:anim>
                                    <p:anim calcmode="lin" valueType="num">
                                      <p:cBhvr>
                                        <p:cTn id="687" dur="5888" fill="hold"/>
                                        <p:tgtEl>
                                          <p:spTgt spid="542"/>
                                        </p:tgtEl>
                                        <p:attrNameLst>
                                          <p:attrName>ppt_h</p:attrName>
                                        </p:attrNameLst>
                                      </p:cBhvr>
                                      <p:tavLst>
                                        <p:tav tm="0">
                                          <p:val>
                                            <p:fltVal val="0"/>
                                          </p:val>
                                        </p:tav>
                                        <p:tav tm="100000">
                                          <p:val>
                                            <p:strVal val="#ppt_h"/>
                                          </p:val>
                                        </p:tav>
                                      </p:tavLst>
                                    </p:anim>
                                    <p:animEffect transition="in" filter="fade">
                                      <p:cBhvr>
                                        <p:cTn id="688" dur="5888"/>
                                        <p:tgtEl>
                                          <p:spTgt spid="542"/>
                                        </p:tgtEl>
                                      </p:cBhvr>
                                    </p:animEffect>
                                    <p:anim calcmode="lin" valueType="num">
                                      <p:cBhvr>
                                        <p:cTn id="689" dur="5888" fill="hold"/>
                                        <p:tgtEl>
                                          <p:spTgt spid="542"/>
                                        </p:tgtEl>
                                        <p:attrNameLst>
                                          <p:attrName>ppt_x</p:attrName>
                                        </p:attrNameLst>
                                      </p:cBhvr>
                                      <p:tavLst>
                                        <p:tav tm="0">
                                          <p:val>
                                            <p:fltVal val="0.5"/>
                                          </p:val>
                                        </p:tav>
                                        <p:tav tm="100000">
                                          <p:val>
                                            <p:strVal val="#ppt_x"/>
                                          </p:val>
                                        </p:tav>
                                      </p:tavLst>
                                    </p:anim>
                                    <p:anim calcmode="lin" valueType="num">
                                      <p:cBhvr>
                                        <p:cTn id="690" dur="5888" fill="hold"/>
                                        <p:tgtEl>
                                          <p:spTgt spid="542"/>
                                        </p:tgtEl>
                                        <p:attrNameLst>
                                          <p:attrName>ppt_y</p:attrName>
                                        </p:attrNameLst>
                                      </p:cBhvr>
                                      <p:tavLst>
                                        <p:tav tm="0">
                                          <p:val>
                                            <p:fltVal val="0.5"/>
                                          </p:val>
                                        </p:tav>
                                        <p:tav tm="100000">
                                          <p:val>
                                            <p:strVal val="#ppt_y"/>
                                          </p:val>
                                        </p:tav>
                                      </p:tavLst>
                                    </p:anim>
                                  </p:childTnLst>
                                </p:cTn>
                              </p:par>
                              <p:par>
                                <p:cTn id="691" presetID="53" presetClass="entr" presetSubtype="528" repeatCount="indefinite" fill="hold" grpId="0" nodeType="withEffect">
                                  <p:stCondLst>
                                    <p:cond delay="809"/>
                                  </p:stCondLst>
                                  <p:childTnLst>
                                    <p:set>
                                      <p:cBhvr>
                                        <p:cTn id="692" dur="1" fill="hold">
                                          <p:stCondLst>
                                            <p:cond delay="0"/>
                                          </p:stCondLst>
                                        </p:cTn>
                                        <p:tgtEl>
                                          <p:spTgt spid="543"/>
                                        </p:tgtEl>
                                        <p:attrNameLst>
                                          <p:attrName>style.visibility</p:attrName>
                                        </p:attrNameLst>
                                      </p:cBhvr>
                                      <p:to>
                                        <p:strVal val="visible"/>
                                      </p:to>
                                    </p:set>
                                    <p:anim calcmode="lin" valueType="num">
                                      <p:cBhvr>
                                        <p:cTn id="693" dur="5356" fill="hold"/>
                                        <p:tgtEl>
                                          <p:spTgt spid="543"/>
                                        </p:tgtEl>
                                        <p:attrNameLst>
                                          <p:attrName>ppt_w</p:attrName>
                                        </p:attrNameLst>
                                      </p:cBhvr>
                                      <p:tavLst>
                                        <p:tav tm="0">
                                          <p:val>
                                            <p:fltVal val="0"/>
                                          </p:val>
                                        </p:tav>
                                        <p:tav tm="100000">
                                          <p:val>
                                            <p:strVal val="#ppt_w"/>
                                          </p:val>
                                        </p:tav>
                                      </p:tavLst>
                                    </p:anim>
                                    <p:anim calcmode="lin" valueType="num">
                                      <p:cBhvr>
                                        <p:cTn id="694" dur="5356" fill="hold"/>
                                        <p:tgtEl>
                                          <p:spTgt spid="543"/>
                                        </p:tgtEl>
                                        <p:attrNameLst>
                                          <p:attrName>ppt_h</p:attrName>
                                        </p:attrNameLst>
                                      </p:cBhvr>
                                      <p:tavLst>
                                        <p:tav tm="0">
                                          <p:val>
                                            <p:fltVal val="0"/>
                                          </p:val>
                                        </p:tav>
                                        <p:tav tm="100000">
                                          <p:val>
                                            <p:strVal val="#ppt_h"/>
                                          </p:val>
                                        </p:tav>
                                      </p:tavLst>
                                    </p:anim>
                                    <p:animEffect transition="in" filter="fade">
                                      <p:cBhvr>
                                        <p:cTn id="695" dur="5356"/>
                                        <p:tgtEl>
                                          <p:spTgt spid="543"/>
                                        </p:tgtEl>
                                      </p:cBhvr>
                                    </p:animEffect>
                                    <p:anim calcmode="lin" valueType="num">
                                      <p:cBhvr>
                                        <p:cTn id="696" dur="5356" fill="hold"/>
                                        <p:tgtEl>
                                          <p:spTgt spid="543"/>
                                        </p:tgtEl>
                                        <p:attrNameLst>
                                          <p:attrName>ppt_x</p:attrName>
                                        </p:attrNameLst>
                                      </p:cBhvr>
                                      <p:tavLst>
                                        <p:tav tm="0">
                                          <p:val>
                                            <p:fltVal val="0.5"/>
                                          </p:val>
                                        </p:tav>
                                        <p:tav tm="100000">
                                          <p:val>
                                            <p:strVal val="#ppt_x"/>
                                          </p:val>
                                        </p:tav>
                                      </p:tavLst>
                                    </p:anim>
                                    <p:anim calcmode="lin" valueType="num">
                                      <p:cBhvr>
                                        <p:cTn id="697" dur="5356" fill="hold"/>
                                        <p:tgtEl>
                                          <p:spTgt spid="543"/>
                                        </p:tgtEl>
                                        <p:attrNameLst>
                                          <p:attrName>ppt_y</p:attrName>
                                        </p:attrNameLst>
                                      </p:cBhvr>
                                      <p:tavLst>
                                        <p:tav tm="0">
                                          <p:val>
                                            <p:fltVal val="0.5"/>
                                          </p:val>
                                        </p:tav>
                                        <p:tav tm="100000">
                                          <p:val>
                                            <p:strVal val="#ppt_y"/>
                                          </p:val>
                                        </p:tav>
                                      </p:tavLst>
                                    </p:anim>
                                  </p:childTnLst>
                                </p:cTn>
                              </p:par>
                              <p:par>
                                <p:cTn id="698" presetID="53" presetClass="entr" presetSubtype="528" repeatCount="indefinite" fill="hold" grpId="0" nodeType="withEffect">
                                  <p:stCondLst>
                                    <p:cond delay="351"/>
                                  </p:stCondLst>
                                  <p:childTnLst>
                                    <p:set>
                                      <p:cBhvr>
                                        <p:cTn id="699" dur="1" fill="hold">
                                          <p:stCondLst>
                                            <p:cond delay="0"/>
                                          </p:stCondLst>
                                        </p:cTn>
                                        <p:tgtEl>
                                          <p:spTgt spid="545"/>
                                        </p:tgtEl>
                                        <p:attrNameLst>
                                          <p:attrName>style.visibility</p:attrName>
                                        </p:attrNameLst>
                                      </p:cBhvr>
                                      <p:to>
                                        <p:strVal val="visible"/>
                                      </p:to>
                                    </p:set>
                                    <p:anim calcmode="lin" valueType="num">
                                      <p:cBhvr>
                                        <p:cTn id="700" dur="7274" fill="hold"/>
                                        <p:tgtEl>
                                          <p:spTgt spid="545"/>
                                        </p:tgtEl>
                                        <p:attrNameLst>
                                          <p:attrName>ppt_w</p:attrName>
                                        </p:attrNameLst>
                                      </p:cBhvr>
                                      <p:tavLst>
                                        <p:tav tm="0">
                                          <p:val>
                                            <p:fltVal val="0"/>
                                          </p:val>
                                        </p:tav>
                                        <p:tav tm="100000">
                                          <p:val>
                                            <p:strVal val="#ppt_w"/>
                                          </p:val>
                                        </p:tav>
                                      </p:tavLst>
                                    </p:anim>
                                    <p:anim calcmode="lin" valueType="num">
                                      <p:cBhvr>
                                        <p:cTn id="701" dur="7274" fill="hold"/>
                                        <p:tgtEl>
                                          <p:spTgt spid="545"/>
                                        </p:tgtEl>
                                        <p:attrNameLst>
                                          <p:attrName>ppt_h</p:attrName>
                                        </p:attrNameLst>
                                      </p:cBhvr>
                                      <p:tavLst>
                                        <p:tav tm="0">
                                          <p:val>
                                            <p:fltVal val="0"/>
                                          </p:val>
                                        </p:tav>
                                        <p:tav tm="100000">
                                          <p:val>
                                            <p:strVal val="#ppt_h"/>
                                          </p:val>
                                        </p:tav>
                                      </p:tavLst>
                                    </p:anim>
                                    <p:animEffect transition="in" filter="fade">
                                      <p:cBhvr>
                                        <p:cTn id="702" dur="7274"/>
                                        <p:tgtEl>
                                          <p:spTgt spid="545"/>
                                        </p:tgtEl>
                                      </p:cBhvr>
                                    </p:animEffect>
                                    <p:anim calcmode="lin" valueType="num">
                                      <p:cBhvr>
                                        <p:cTn id="703" dur="7274" fill="hold"/>
                                        <p:tgtEl>
                                          <p:spTgt spid="545"/>
                                        </p:tgtEl>
                                        <p:attrNameLst>
                                          <p:attrName>ppt_x</p:attrName>
                                        </p:attrNameLst>
                                      </p:cBhvr>
                                      <p:tavLst>
                                        <p:tav tm="0">
                                          <p:val>
                                            <p:fltVal val="0.5"/>
                                          </p:val>
                                        </p:tav>
                                        <p:tav tm="100000">
                                          <p:val>
                                            <p:strVal val="#ppt_x"/>
                                          </p:val>
                                        </p:tav>
                                      </p:tavLst>
                                    </p:anim>
                                    <p:anim calcmode="lin" valueType="num">
                                      <p:cBhvr>
                                        <p:cTn id="704" dur="7274" fill="hold"/>
                                        <p:tgtEl>
                                          <p:spTgt spid="545"/>
                                        </p:tgtEl>
                                        <p:attrNameLst>
                                          <p:attrName>ppt_y</p:attrName>
                                        </p:attrNameLst>
                                      </p:cBhvr>
                                      <p:tavLst>
                                        <p:tav tm="0">
                                          <p:val>
                                            <p:fltVal val="0.5"/>
                                          </p:val>
                                        </p:tav>
                                        <p:tav tm="100000">
                                          <p:val>
                                            <p:strVal val="#ppt_y"/>
                                          </p:val>
                                        </p:tav>
                                      </p:tavLst>
                                    </p:anim>
                                  </p:childTnLst>
                                </p:cTn>
                              </p:par>
                              <p:par>
                                <p:cTn id="705" presetID="53" presetClass="entr" presetSubtype="528" repeatCount="indefinite" fill="hold" grpId="0" nodeType="withEffect">
                                  <p:stCondLst>
                                    <p:cond delay="1594"/>
                                  </p:stCondLst>
                                  <p:childTnLst>
                                    <p:set>
                                      <p:cBhvr>
                                        <p:cTn id="706" dur="1" fill="hold">
                                          <p:stCondLst>
                                            <p:cond delay="0"/>
                                          </p:stCondLst>
                                        </p:cTn>
                                        <p:tgtEl>
                                          <p:spTgt spid="560"/>
                                        </p:tgtEl>
                                        <p:attrNameLst>
                                          <p:attrName>style.visibility</p:attrName>
                                        </p:attrNameLst>
                                      </p:cBhvr>
                                      <p:to>
                                        <p:strVal val="visible"/>
                                      </p:to>
                                    </p:set>
                                    <p:anim calcmode="lin" valueType="num">
                                      <p:cBhvr>
                                        <p:cTn id="707" dur="5069" fill="hold"/>
                                        <p:tgtEl>
                                          <p:spTgt spid="560"/>
                                        </p:tgtEl>
                                        <p:attrNameLst>
                                          <p:attrName>ppt_w</p:attrName>
                                        </p:attrNameLst>
                                      </p:cBhvr>
                                      <p:tavLst>
                                        <p:tav tm="0">
                                          <p:val>
                                            <p:fltVal val="0"/>
                                          </p:val>
                                        </p:tav>
                                        <p:tav tm="100000">
                                          <p:val>
                                            <p:strVal val="#ppt_w"/>
                                          </p:val>
                                        </p:tav>
                                      </p:tavLst>
                                    </p:anim>
                                    <p:anim calcmode="lin" valueType="num">
                                      <p:cBhvr>
                                        <p:cTn id="708" dur="5069" fill="hold"/>
                                        <p:tgtEl>
                                          <p:spTgt spid="560"/>
                                        </p:tgtEl>
                                        <p:attrNameLst>
                                          <p:attrName>ppt_h</p:attrName>
                                        </p:attrNameLst>
                                      </p:cBhvr>
                                      <p:tavLst>
                                        <p:tav tm="0">
                                          <p:val>
                                            <p:fltVal val="0"/>
                                          </p:val>
                                        </p:tav>
                                        <p:tav tm="100000">
                                          <p:val>
                                            <p:strVal val="#ppt_h"/>
                                          </p:val>
                                        </p:tav>
                                      </p:tavLst>
                                    </p:anim>
                                    <p:animEffect transition="in" filter="fade">
                                      <p:cBhvr>
                                        <p:cTn id="709" dur="5069"/>
                                        <p:tgtEl>
                                          <p:spTgt spid="560"/>
                                        </p:tgtEl>
                                      </p:cBhvr>
                                    </p:animEffect>
                                    <p:anim calcmode="lin" valueType="num">
                                      <p:cBhvr>
                                        <p:cTn id="710" dur="5069" fill="hold"/>
                                        <p:tgtEl>
                                          <p:spTgt spid="560"/>
                                        </p:tgtEl>
                                        <p:attrNameLst>
                                          <p:attrName>ppt_x</p:attrName>
                                        </p:attrNameLst>
                                      </p:cBhvr>
                                      <p:tavLst>
                                        <p:tav tm="0">
                                          <p:val>
                                            <p:fltVal val="0.5"/>
                                          </p:val>
                                        </p:tav>
                                        <p:tav tm="100000">
                                          <p:val>
                                            <p:strVal val="#ppt_x"/>
                                          </p:val>
                                        </p:tav>
                                      </p:tavLst>
                                    </p:anim>
                                    <p:anim calcmode="lin" valueType="num">
                                      <p:cBhvr>
                                        <p:cTn id="711" dur="5069" fill="hold"/>
                                        <p:tgtEl>
                                          <p:spTgt spid="560"/>
                                        </p:tgtEl>
                                        <p:attrNameLst>
                                          <p:attrName>ppt_y</p:attrName>
                                        </p:attrNameLst>
                                      </p:cBhvr>
                                      <p:tavLst>
                                        <p:tav tm="0">
                                          <p:val>
                                            <p:fltVal val="0.5"/>
                                          </p:val>
                                        </p:tav>
                                        <p:tav tm="100000">
                                          <p:val>
                                            <p:strVal val="#ppt_y"/>
                                          </p:val>
                                        </p:tav>
                                      </p:tavLst>
                                    </p:anim>
                                  </p:childTnLst>
                                </p:cTn>
                              </p:par>
                              <p:par>
                                <p:cTn id="712" presetID="53" presetClass="entr" presetSubtype="528" repeatCount="indefinite" fill="hold" grpId="0" nodeType="withEffect">
                                  <p:stCondLst>
                                    <p:cond delay="380"/>
                                  </p:stCondLst>
                                  <p:childTnLst>
                                    <p:set>
                                      <p:cBhvr>
                                        <p:cTn id="713" dur="1" fill="hold">
                                          <p:stCondLst>
                                            <p:cond delay="0"/>
                                          </p:stCondLst>
                                        </p:cTn>
                                        <p:tgtEl>
                                          <p:spTgt spid="561"/>
                                        </p:tgtEl>
                                        <p:attrNameLst>
                                          <p:attrName>style.visibility</p:attrName>
                                        </p:attrNameLst>
                                      </p:cBhvr>
                                      <p:to>
                                        <p:strVal val="visible"/>
                                      </p:to>
                                    </p:set>
                                    <p:anim calcmode="lin" valueType="num">
                                      <p:cBhvr>
                                        <p:cTn id="714" dur="5443" fill="hold"/>
                                        <p:tgtEl>
                                          <p:spTgt spid="561"/>
                                        </p:tgtEl>
                                        <p:attrNameLst>
                                          <p:attrName>ppt_w</p:attrName>
                                        </p:attrNameLst>
                                      </p:cBhvr>
                                      <p:tavLst>
                                        <p:tav tm="0">
                                          <p:val>
                                            <p:fltVal val="0"/>
                                          </p:val>
                                        </p:tav>
                                        <p:tav tm="100000">
                                          <p:val>
                                            <p:strVal val="#ppt_w"/>
                                          </p:val>
                                        </p:tav>
                                      </p:tavLst>
                                    </p:anim>
                                    <p:anim calcmode="lin" valueType="num">
                                      <p:cBhvr>
                                        <p:cTn id="715" dur="5443" fill="hold"/>
                                        <p:tgtEl>
                                          <p:spTgt spid="561"/>
                                        </p:tgtEl>
                                        <p:attrNameLst>
                                          <p:attrName>ppt_h</p:attrName>
                                        </p:attrNameLst>
                                      </p:cBhvr>
                                      <p:tavLst>
                                        <p:tav tm="0">
                                          <p:val>
                                            <p:fltVal val="0"/>
                                          </p:val>
                                        </p:tav>
                                        <p:tav tm="100000">
                                          <p:val>
                                            <p:strVal val="#ppt_h"/>
                                          </p:val>
                                        </p:tav>
                                      </p:tavLst>
                                    </p:anim>
                                    <p:animEffect transition="in" filter="fade">
                                      <p:cBhvr>
                                        <p:cTn id="716" dur="5443"/>
                                        <p:tgtEl>
                                          <p:spTgt spid="561"/>
                                        </p:tgtEl>
                                      </p:cBhvr>
                                    </p:animEffect>
                                    <p:anim calcmode="lin" valueType="num">
                                      <p:cBhvr>
                                        <p:cTn id="717" dur="5443" fill="hold"/>
                                        <p:tgtEl>
                                          <p:spTgt spid="561"/>
                                        </p:tgtEl>
                                        <p:attrNameLst>
                                          <p:attrName>ppt_x</p:attrName>
                                        </p:attrNameLst>
                                      </p:cBhvr>
                                      <p:tavLst>
                                        <p:tav tm="0">
                                          <p:val>
                                            <p:fltVal val="0.5"/>
                                          </p:val>
                                        </p:tav>
                                        <p:tav tm="100000">
                                          <p:val>
                                            <p:strVal val="#ppt_x"/>
                                          </p:val>
                                        </p:tav>
                                      </p:tavLst>
                                    </p:anim>
                                    <p:anim calcmode="lin" valueType="num">
                                      <p:cBhvr>
                                        <p:cTn id="718" dur="5443" fill="hold"/>
                                        <p:tgtEl>
                                          <p:spTgt spid="561"/>
                                        </p:tgtEl>
                                        <p:attrNameLst>
                                          <p:attrName>ppt_y</p:attrName>
                                        </p:attrNameLst>
                                      </p:cBhvr>
                                      <p:tavLst>
                                        <p:tav tm="0">
                                          <p:val>
                                            <p:fltVal val="0.5"/>
                                          </p:val>
                                        </p:tav>
                                        <p:tav tm="100000">
                                          <p:val>
                                            <p:strVal val="#ppt_y"/>
                                          </p:val>
                                        </p:tav>
                                      </p:tavLst>
                                    </p:anim>
                                  </p:childTnLst>
                                </p:cTn>
                              </p:par>
                              <p:par>
                                <p:cTn id="719" presetID="53" presetClass="entr" presetSubtype="528" repeatCount="indefinite" fill="hold" grpId="0" nodeType="withEffect">
                                  <p:stCondLst>
                                    <p:cond delay="1243"/>
                                  </p:stCondLst>
                                  <p:childTnLst>
                                    <p:set>
                                      <p:cBhvr>
                                        <p:cTn id="720" dur="1" fill="hold">
                                          <p:stCondLst>
                                            <p:cond delay="0"/>
                                          </p:stCondLst>
                                        </p:cTn>
                                        <p:tgtEl>
                                          <p:spTgt spid="562"/>
                                        </p:tgtEl>
                                        <p:attrNameLst>
                                          <p:attrName>style.visibility</p:attrName>
                                        </p:attrNameLst>
                                      </p:cBhvr>
                                      <p:to>
                                        <p:strVal val="visible"/>
                                      </p:to>
                                    </p:set>
                                    <p:anim calcmode="lin" valueType="num">
                                      <p:cBhvr>
                                        <p:cTn id="721" dur="6959" fill="hold"/>
                                        <p:tgtEl>
                                          <p:spTgt spid="562"/>
                                        </p:tgtEl>
                                        <p:attrNameLst>
                                          <p:attrName>ppt_w</p:attrName>
                                        </p:attrNameLst>
                                      </p:cBhvr>
                                      <p:tavLst>
                                        <p:tav tm="0">
                                          <p:val>
                                            <p:fltVal val="0"/>
                                          </p:val>
                                        </p:tav>
                                        <p:tav tm="100000">
                                          <p:val>
                                            <p:strVal val="#ppt_w"/>
                                          </p:val>
                                        </p:tav>
                                      </p:tavLst>
                                    </p:anim>
                                    <p:anim calcmode="lin" valueType="num">
                                      <p:cBhvr>
                                        <p:cTn id="722" dur="6959" fill="hold"/>
                                        <p:tgtEl>
                                          <p:spTgt spid="562"/>
                                        </p:tgtEl>
                                        <p:attrNameLst>
                                          <p:attrName>ppt_h</p:attrName>
                                        </p:attrNameLst>
                                      </p:cBhvr>
                                      <p:tavLst>
                                        <p:tav tm="0">
                                          <p:val>
                                            <p:fltVal val="0"/>
                                          </p:val>
                                        </p:tav>
                                        <p:tav tm="100000">
                                          <p:val>
                                            <p:strVal val="#ppt_h"/>
                                          </p:val>
                                        </p:tav>
                                      </p:tavLst>
                                    </p:anim>
                                    <p:animEffect transition="in" filter="fade">
                                      <p:cBhvr>
                                        <p:cTn id="723" dur="6959"/>
                                        <p:tgtEl>
                                          <p:spTgt spid="562"/>
                                        </p:tgtEl>
                                      </p:cBhvr>
                                    </p:animEffect>
                                    <p:anim calcmode="lin" valueType="num">
                                      <p:cBhvr>
                                        <p:cTn id="724" dur="6959" fill="hold"/>
                                        <p:tgtEl>
                                          <p:spTgt spid="562"/>
                                        </p:tgtEl>
                                        <p:attrNameLst>
                                          <p:attrName>ppt_x</p:attrName>
                                        </p:attrNameLst>
                                      </p:cBhvr>
                                      <p:tavLst>
                                        <p:tav tm="0">
                                          <p:val>
                                            <p:fltVal val="0.5"/>
                                          </p:val>
                                        </p:tav>
                                        <p:tav tm="100000">
                                          <p:val>
                                            <p:strVal val="#ppt_x"/>
                                          </p:val>
                                        </p:tav>
                                      </p:tavLst>
                                    </p:anim>
                                    <p:anim calcmode="lin" valueType="num">
                                      <p:cBhvr>
                                        <p:cTn id="725" dur="6959" fill="hold"/>
                                        <p:tgtEl>
                                          <p:spTgt spid="562"/>
                                        </p:tgtEl>
                                        <p:attrNameLst>
                                          <p:attrName>ppt_y</p:attrName>
                                        </p:attrNameLst>
                                      </p:cBhvr>
                                      <p:tavLst>
                                        <p:tav tm="0">
                                          <p:val>
                                            <p:fltVal val="0.5"/>
                                          </p:val>
                                        </p:tav>
                                        <p:tav tm="100000">
                                          <p:val>
                                            <p:strVal val="#ppt_y"/>
                                          </p:val>
                                        </p:tav>
                                      </p:tavLst>
                                    </p:anim>
                                  </p:childTnLst>
                                </p:cTn>
                              </p:par>
                              <p:par>
                                <p:cTn id="726" presetID="53" presetClass="entr" presetSubtype="528" repeatCount="indefinite" fill="hold" grpId="0" nodeType="withEffect">
                                  <p:stCondLst>
                                    <p:cond delay="1388"/>
                                  </p:stCondLst>
                                  <p:childTnLst>
                                    <p:set>
                                      <p:cBhvr>
                                        <p:cTn id="727" dur="1" fill="hold">
                                          <p:stCondLst>
                                            <p:cond delay="0"/>
                                          </p:stCondLst>
                                        </p:cTn>
                                        <p:tgtEl>
                                          <p:spTgt spid="568"/>
                                        </p:tgtEl>
                                        <p:attrNameLst>
                                          <p:attrName>style.visibility</p:attrName>
                                        </p:attrNameLst>
                                      </p:cBhvr>
                                      <p:to>
                                        <p:strVal val="visible"/>
                                      </p:to>
                                    </p:set>
                                    <p:anim calcmode="lin" valueType="num">
                                      <p:cBhvr>
                                        <p:cTn id="728" dur="5861" fill="hold"/>
                                        <p:tgtEl>
                                          <p:spTgt spid="568"/>
                                        </p:tgtEl>
                                        <p:attrNameLst>
                                          <p:attrName>ppt_w</p:attrName>
                                        </p:attrNameLst>
                                      </p:cBhvr>
                                      <p:tavLst>
                                        <p:tav tm="0">
                                          <p:val>
                                            <p:fltVal val="0"/>
                                          </p:val>
                                        </p:tav>
                                        <p:tav tm="100000">
                                          <p:val>
                                            <p:strVal val="#ppt_w"/>
                                          </p:val>
                                        </p:tav>
                                      </p:tavLst>
                                    </p:anim>
                                    <p:anim calcmode="lin" valueType="num">
                                      <p:cBhvr>
                                        <p:cTn id="729" dur="5861" fill="hold"/>
                                        <p:tgtEl>
                                          <p:spTgt spid="568"/>
                                        </p:tgtEl>
                                        <p:attrNameLst>
                                          <p:attrName>ppt_h</p:attrName>
                                        </p:attrNameLst>
                                      </p:cBhvr>
                                      <p:tavLst>
                                        <p:tav tm="0">
                                          <p:val>
                                            <p:fltVal val="0"/>
                                          </p:val>
                                        </p:tav>
                                        <p:tav tm="100000">
                                          <p:val>
                                            <p:strVal val="#ppt_h"/>
                                          </p:val>
                                        </p:tav>
                                      </p:tavLst>
                                    </p:anim>
                                    <p:animEffect transition="in" filter="fade">
                                      <p:cBhvr>
                                        <p:cTn id="730" dur="5861"/>
                                        <p:tgtEl>
                                          <p:spTgt spid="568"/>
                                        </p:tgtEl>
                                      </p:cBhvr>
                                    </p:animEffect>
                                    <p:anim calcmode="lin" valueType="num">
                                      <p:cBhvr>
                                        <p:cTn id="731" dur="5861" fill="hold"/>
                                        <p:tgtEl>
                                          <p:spTgt spid="568"/>
                                        </p:tgtEl>
                                        <p:attrNameLst>
                                          <p:attrName>ppt_x</p:attrName>
                                        </p:attrNameLst>
                                      </p:cBhvr>
                                      <p:tavLst>
                                        <p:tav tm="0">
                                          <p:val>
                                            <p:fltVal val="0.5"/>
                                          </p:val>
                                        </p:tav>
                                        <p:tav tm="100000">
                                          <p:val>
                                            <p:strVal val="#ppt_x"/>
                                          </p:val>
                                        </p:tav>
                                      </p:tavLst>
                                    </p:anim>
                                    <p:anim calcmode="lin" valueType="num">
                                      <p:cBhvr>
                                        <p:cTn id="732" dur="5861" fill="hold"/>
                                        <p:tgtEl>
                                          <p:spTgt spid="568"/>
                                        </p:tgtEl>
                                        <p:attrNameLst>
                                          <p:attrName>ppt_y</p:attrName>
                                        </p:attrNameLst>
                                      </p:cBhvr>
                                      <p:tavLst>
                                        <p:tav tm="0">
                                          <p:val>
                                            <p:fltVal val="0.5"/>
                                          </p:val>
                                        </p:tav>
                                        <p:tav tm="100000">
                                          <p:val>
                                            <p:strVal val="#ppt_y"/>
                                          </p:val>
                                        </p:tav>
                                      </p:tavLst>
                                    </p:anim>
                                  </p:childTnLst>
                                </p:cTn>
                              </p:par>
                              <p:par>
                                <p:cTn id="733" presetID="53" presetClass="entr" presetSubtype="528" repeatCount="indefinite" fill="hold" grpId="0" nodeType="withEffect">
                                  <p:stCondLst>
                                    <p:cond delay="278"/>
                                  </p:stCondLst>
                                  <p:childTnLst>
                                    <p:set>
                                      <p:cBhvr>
                                        <p:cTn id="734" dur="1" fill="hold">
                                          <p:stCondLst>
                                            <p:cond delay="0"/>
                                          </p:stCondLst>
                                        </p:cTn>
                                        <p:tgtEl>
                                          <p:spTgt spid="570"/>
                                        </p:tgtEl>
                                        <p:attrNameLst>
                                          <p:attrName>style.visibility</p:attrName>
                                        </p:attrNameLst>
                                      </p:cBhvr>
                                      <p:to>
                                        <p:strVal val="visible"/>
                                      </p:to>
                                    </p:set>
                                    <p:anim calcmode="lin" valueType="num">
                                      <p:cBhvr>
                                        <p:cTn id="735" dur="5961" fill="hold"/>
                                        <p:tgtEl>
                                          <p:spTgt spid="570"/>
                                        </p:tgtEl>
                                        <p:attrNameLst>
                                          <p:attrName>ppt_w</p:attrName>
                                        </p:attrNameLst>
                                      </p:cBhvr>
                                      <p:tavLst>
                                        <p:tav tm="0">
                                          <p:val>
                                            <p:fltVal val="0"/>
                                          </p:val>
                                        </p:tav>
                                        <p:tav tm="100000">
                                          <p:val>
                                            <p:strVal val="#ppt_w"/>
                                          </p:val>
                                        </p:tav>
                                      </p:tavLst>
                                    </p:anim>
                                    <p:anim calcmode="lin" valueType="num">
                                      <p:cBhvr>
                                        <p:cTn id="736" dur="5961" fill="hold"/>
                                        <p:tgtEl>
                                          <p:spTgt spid="570"/>
                                        </p:tgtEl>
                                        <p:attrNameLst>
                                          <p:attrName>ppt_h</p:attrName>
                                        </p:attrNameLst>
                                      </p:cBhvr>
                                      <p:tavLst>
                                        <p:tav tm="0">
                                          <p:val>
                                            <p:fltVal val="0"/>
                                          </p:val>
                                        </p:tav>
                                        <p:tav tm="100000">
                                          <p:val>
                                            <p:strVal val="#ppt_h"/>
                                          </p:val>
                                        </p:tav>
                                      </p:tavLst>
                                    </p:anim>
                                    <p:animEffect transition="in" filter="fade">
                                      <p:cBhvr>
                                        <p:cTn id="737" dur="5961"/>
                                        <p:tgtEl>
                                          <p:spTgt spid="570"/>
                                        </p:tgtEl>
                                      </p:cBhvr>
                                    </p:animEffect>
                                    <p:anim calcmode="lin" valueType="num">
                                      <p:cBhvr>
                                        <p:cTn id="738" dur="5961" fill="hold"/>
                                        <p:tgtEl>
                                          <p:spTgt spid="570"/>
                                        </p:tgtEl>
                                        <p:attrNameLst>
                                          <p:attrName>ppt_x</p:attrName>
                                        </p:attrNameLst>
                                      </p:cBhvr>
                                      <p:tavLst>
                                        <p:tav tm="0">
                                          <p:val>
                                            <p:fltVal val="0.5"/>
                                          </p:val>
                                        </p:tav>
                                        <p:tav tm="100000">
                                          <p:val>
                                            <p:strVal val="#ppt_x"/>
                                          </p:val>
                                        </p:tav>
                                      </p:tavLst>
                                    </p:anim>
                                    <p:anim calcmode="lin" valueType="num">
                                      <p:cBhvr>
                                        <p:cTn id="739" dur="5961" fill="hold"/>
                                        <p:tgtEl>
                                          <p:spTgt spid="570"/>
                                        </p:tgtEl>
                                        <p:attrNameLst>
                                          <p:attrName>ppt_y</p:attrName>
                                        </p:attrNameLst>
                                      </p:cBhvr>
                                      <p:tavLst>
                                        <p:tav tm="0">
                                          <p:val>
                                            <p:fltVal val="0.5"/>
                                          </p:val>
                                        </p:tav>
                                        <p:tav tm="100000">
                                          <p:val>
                                            <p:strVal val="#ppt_y"/>
                                          </p:val>
                                        </p:tav>
                                      </p:tavLst>
                                    </p:anim>
                                  </p:childTnLst>
                                </p:cTn>
                              </p:par>
                              <p:par>
                                <p:cTn id="740" presetID="53" presetClass="entr" presetSubtype="528" repeatCount="indefinite" fill="hold" grpId="0" nodeType="withEffect">
                                  <p:stCondLst>
                                    <p:cond delay="954"/>
                                  </p:stCondLst>
                                  <p:childTnLst>
                                    <p:set>
                                      <p:cBhvr>
                                        <p:cTn id="741" dur="1" fill="hold">
                                          <p:stCondLst>
                                            <p:cond delay="0"/>
                                          </p:stCondLst>
                                        </p:cTn>
                                        <p:tgtEl>
                                          <p:spTgt spid="571"/>
                                        </p:tgtEl>
                                        <p:attrNameLst>
                                          <p:attrName>style.visibility</p:attrName>
                                        </p:attrNameLst>
                                      </p:cBhvr>
                                      <p:to>
                                        <p:strVal val="visible"/>
                                      </p:to>
                                    </p:set>
                                    <p:anim calcmode="lin" valueType="num">
                                      <p:cBhvr>
                                        <p:cTn id="742" dur="5261" fill="hold"/>
                                        <p:tgtEl>
                                          <p:spTgt spid="571"/>
                                        </p:tgtEl>
                                        <p:attrNameLst>
                                          <p:attrName>ppt_w</p:attrName>
                                        </p:attrNameLst>
                                      </p:cBhvr>
                                      <p:tavLst>
                                        <p:tav tm="0">
                                          <p:val>
                                            <p:fltVal val="0"/>
                                          </p:val>
                                        </p:tav>
                                        <p:tav tm="100000">
                                          <p:val>
                                            <p:strVal val="#ppt_w"/>
                                          </p:val>
                                        </p:tav>
                                      </p:tavLst>
                                    </p:anim>
                                    <p:anim calcmode="lin" valueType="num">
                                      <p:cBhvr>
                                        <p:cTn id="743" dur="5261" fill="hold"/>
                                        <p:tgtEl>
                                          <p:spTgt spid="571"/>
                                        </p:tgtEl>
                                        <p:attrNameLst>
                                          <p:attrName>ppt_h</p:attrName>
                                        </p:attrNameLst>
                                      </p:cBhvr>
                                      <p:tavLst>
                                        <p:tav tm="0">
                                          <p:val>
                                            <p:fltVal val="0"/>
                                          </p:val>
                                        </p:tav>
                                        <p:tav tm="100000">
                                          <p:val>
                                            <p:strVal val="#ppt_h"/>
                                          </p:val>
                                        </p:tav>
                                      </p:tavLst>
                                    </p:anim>
                                    <p:animEffect transition="in" filter="fade">
                                      <p:cBhvr>
                                        <p:cTn id="744" dur="5261"/>
                                        <p:tgtEl>
                                          <p:spTgt spid="571"/>
                                        </p:tgtEl>
                                      </p:cBhvr>
                                    </p:animEffect>
                                    <p:anim calcmode="lin" valueType="num">
                                      <p:cBhvr>
                                        <p:cTn id="745" dur="5261" fill="hold"/>
                                        <p:tgtEl>
                                          <p:spTgt spid="571"/>
                                        </p:tgtEl>
                                        <p:attrNameLst>
                                          <p:attrName>ppt_x</p:attrName>
                                        </p:attrNameLst>
                                      </p:cBhvr>
                                      <p:tavLst>
                                        <p:tav tm="0">
                                          <p:val>
                                            <p:fltVal val="0.5"/>
                                          </p:val>
                                        </p:tav>
                                        <p:tav tm="100000">
                                          <p:val>
                                            <p:strVal val="#ppt_x"/>
                                          </p:val>
                                        </p:tav>
                                      </p:tavLst>
                                    </p:anim>
                                    <p:anim calcmode="lin" valueType="num">
                                      <p:cBhvr>
                                        <p:cTn id="746" dur="5261" fill="hold"/>
                                        <p:tgtEl>
                                          <p:spTgt spid="571"/>
                                        </p:tgtEl>
                                        <p:attrNameLst>
                                          <p:attrName>ppt_y</p:attrName>
                                        </p:attrNameLst>
                                      </p:cBhvr>
                                      <p:tavLst>
                                        <p:tav tm="0">
                                          <p:val>
                                            <p:fltVal val="0.5"/>
                                          </p:val>
                                        </p:tav>
                                        <p:tav tm="100000">
                                          <p:val>
                                            <p:strVal val="#ppt_y"/>
                                          </p:val>
                                        </p:tav>
                                      </p:tavLst>
                                    </p:anim>
                                  </p:childTnLst>
                                </p:cTn>
                              </p:par>
                              <p:par>
                                <p:cTn id="747" presetID="53" presetClass="entr" presetSubtype="528" repeatCount="indefinite" fill="hold" grpId="0" nodeType="withEffect">
                                  <p:stCondLst>
                                    <p:cond delay="494"/>
                                  </p:stCondLst>
                                  <p:childTnLst>
                                    <p:set>
                                      <p:cBhvr>
                                        <p:cTn id="748" dur="1" fill="hold">
                                          <p:stCondLst>
                                            <p:cond delay="0"/>
                                          </p:stCondLst>
                                        </p:cTn>
                                        <p:tgtEl>
                                          <p:spTgt spid="572"/>
                                        </p:tgtEl>
                                        <p:attrNameLst>
                                          <p:attrName>style.visibility</p:attrName>
                                        </p:attrNameLst>
                                      </p:cBhvr>
                                      <p:to>
                                        <p:strVal val="visible"/>
                                      </p:to>
                                    </p:set>
                                    <p:anim calcmode="lin" valueType="num">
                                      <p:cBhvr>
                                        <p:cTn id="749" dur="6404" fill="hold"/>
                                        <p:tgtEl>
                                          <p:spTgt spid="572"/>
                                        </p:tgtEl>
                                        <p:attrNameLst>
                                          <p:attrName>ppt_w</p:attrName>
                                        </p:attrNameLst>
                                      </p:cBhvr>
                                      <p:tavLst>
                                        <p:tav tm="0">
                                          <p:val>
                                            <p:fltVal val="0"/>
                                          </p:val>
                                        </p:tav>
                                        <p:tav tm="100000">
                                          <p:val>
                                            <p:strVal val="#ppt_w"/>
                                          </p:val>
                                        </p:tav>
                                      </p:tavLst>
                                    </p:anim>
                                    <p:anim calcmode="lin" valueType="num">
                                      <p:cBhvr>
                                        <p:cTn id="750" dur="6404" fill="hold"/>
                                        <p:tgtEl>
                                          <p:spTgt spid="572"/>
                                        </p:tgtEl>
                                        <p:attrNameLst>
                                          <p:attrName>ppt_h</p:attrName>
                                        </p:attrNameLst>
                                      </p:cBhvr>
                                      <p:tavLst>
                                        <p:tav tm="0">
                                          <p:val>
                                            <p:fltVal val="0"/>
                                          </p:val>
                                        </p:tav>
                                        <p:tav tm="100000">
                                          <p:val>
                                            <p:strVal val="#ppt_h"/>
                                          </p:val>
                                        </p:tav>
                                      </p:tavLst>
                                    </p:anim>
                                    <p:animEffect transition="in" filter="fade">
                                      <p:cBhvr>
                                        <p:cTn id="751" dur="6404"/>
                                        <p:tgtEl>
                                          <p:spTgt spid="572"/>
                                        </p:tgtEl>
                                      </p:cBhvr>
                                    </p:animEffect>
                                    <p:anim calcmode="lin" valueType="num">
                                      <p:cBhvr>
                                        <p:cTn id="752" dur="6404" fill="hold"/>
                                        <p:tgtEl>
                                          <p:spTgt spid="572"/>
                                        </p:tgtEl>
                                        <p:attrNameLst>
                                          <p:attrName>ppt_x</p:attrName>
                                        </p:attrNameLst>
                                      </p:cBhvr>
                                      <p:tavLst>
                                        <p:tav tm="0">
                                          <p:val>
                                            <p:fltVal val="0.5"/>
                                          </p:val>
                                        </p:tav>
                                        <p:tav tm="100000">
                                          <p:val>
                                            <p:strVal val="#ppt_x"/>
                                          </p:val>
                                        </p:tav>
                                      </p:tavLst>
                                    </p:anim>
                                    <p:anim calcmode="lin" valueType="num">
                                      <p:cBhvr>
                                        <p:cTn id="753" dur="6404" fill="hold"/>
                                        <p:tgtEl>
                                          <p:spTgt spid="572"/>
                                        </p:tgtEl>
                                        <p:attrNameLst>
                                          <p:attrName>ppt_y</p:attrName>
                                        </p:attrNameLst>
                                      </p:cBhvr>
                                      <p:tavLst>
                                        <p:tav tm="0">
                                          <p:val>
                                            <p:fltVal val="0.5"/>
                                          </p:val>
                                        </p:tav>
                                        <p:tav tm="100000">
                                          <p:val>
                                            <p:strVal val="#ppt_y"/>
                                          </p:val>
                                        </p:tav>
                                      </p:tavLst>
                                    </p:anim>
                                  </p:childTnLst>
                                </p:cTn>
                              </p:par>
                              <p:par>
                                <p:cTn id="754" presetID="53" presetClass="entr" presetSubtype="528" repeatCount="indefinite" fill="hold" grpId="0" nodeType="withEffect">
                                  <p:stCondLst>
                                    <p:cond delay="1901"/>
                                  </p:stCondLst>
                                  <p:childTnLst>
                                    <p:set>
                                      <p:cBhvr>
                                        <p:cTn id="755" dur="1" fill="hold">
                                          <p:stCondLst>
                                            <p:cond delay="0"/>
                                          </p:stCondLst>
                                        </p:cTn>
                                        <p:tgtEl>
                                          <p:spTgt spid="573"/>
                                        </p:tgtEl>
                                        <p:attrNameLst>
                                          <p:attrName>style.visibility</p:attrName>
                                        </p:attrNameLst>
                                      </p:cBhvr>
                                      <p:to>
                                        <p:strVal val="visible"/>
                                      </p:to>
                                    </p:set>
                                    <p:anim calcmode="lin" valueType="num">
                                      <p:cBhvr>
                                        <p:cTn id="756" dur="6419" fill="hold"/>
                                        <p:tgtEl>
                                          <p:spTgt spid="573"/>
                                        </p:tgtEl>
                                        <p:attrNameLst>
                                          <p:attrName>ppt_w</p:attrName>
                                        </p:attrNameLst>
                                      </p:cBhvr>
                                      <p:tavLst>
                                        <p:tav tm="0">
                                          <p:val>
                                            <p:fltVal val="0"/>
                                          </p:val>
                                        </p:tav>
                                        <p:tav tm="100000">
                                          <p:val>
                                            <p:strVal val="#ppt_w"/>
                                          </p:val>
                                        </p:tav>
                                      </p:tavLst>
                                    </p:anim>
                                    <p:anim calcmode="lin" valueType="num">
                                      <p:cBhvr>
                                        <p:cTn id="757" dur="6419" fill="hold"/>
                                        <p:tgtEl>
                                          <p:spTgt spid="573"/>
                                        </p:tgtEl>
                                        <p:attrNameLst>
                                          <p:attrName>ppt_h</p:attrName>
                                        </p:attrNameLst>
                                      </p:cBhvr>
                                      <p:tavLst>
                                        <p:tav tm="0">
                                          <p:val>
                                            <p:fltVal val="0"/>
                                          </p:val>
                                        </p:tav>
                                        <p:tav tm="100000">
                                          <p:val>
                                            <p:strVal val="#ppt_h"/>
                                          </p:val>
                                        </p:tav>
                                      </p:tavLst>
                                    </p:anim>
                                    <p:animEffect transition="in" filter="fade">
                                      <p:cBhvr>
                                        <p:cTn id="758" dur="6419"/>
                                        <p:tgtEl>
                                          <p:spTgt spid="573"/>
                                        </p:tgtEl>
                                      </p:cBhvr>
                                    </p:animEffect>
                                    <p:anim calcmode="lin" valueType="num">
                                      <p:cBhvr>
                                        <p:cTn id="759" dur="6419" fill="hold"/>
                                        <p:tgtEl>
                                          <p:spTgt spid="573"/>
                                        </p:tgtEl>
                                        <p:attrNameLst>
                                          <p:attrName>ppt_x</p:attrName>
                                        </p:attrNameLst>
                                      </p:cBhvr>
                                      <p:tavLst>
                                        <p:tav tm="0">
                                          <p:val>
                                            <p:fltVal val="0.5"/>
                                          </p:val>
                                        </p:tav>
                                        <p:tav tm="100000">
                                          <p:val>
                                            <p:strVal val="#ppt_x"/>
                                          </p:val>
                                        </p:tav>
                                      </p:tavLst>
                                    </p:anim>
                                    <p:anim calcmode="lin" valueType="num">
                                      <p:cBhvr>
                                        <p:cTn id="760" dur="6419" fill="hold"/>
                                        <p:tgtEl>
                                          <p:spTgt spid="573"/>
                                        </p:tgtEl>
                                        <p:attrNameLst>
                                          <p:attrName>ppt_y</p:attrName>
                                        </p:attrNameLst>
                                      </p:cBhvr>
                                      <p:tavLst>
                                        <p:tav tm="0">
                                          <p:val>
                                            <p:fltVal val="0.5"/>
                                          </p:val>
                                        </p:tav>
                                        <p:tav tm="100000">
                                          <p:val>
                                            <p:strVal val="#ppt_y"/>
                                          </p:val>
                                        </p:tav>
                                      </p:tavLst>
                                    </p:anim>
                                  </p:childTnLst>
                                </p:cTn>
                              </p:par>
                              <p:par>
                                <p:cTn id="761" presetID="53" presetClass="entr" presetSubtype="528" repeatCount="indefinite" fill="hold" grpId="0" nodeType="withEffect">
                                  <p:stCondLst>
                                    <p:cond delay="367"/>
                                  </p:stCondLst>
                                  <p:childTnLst>
                                    <p:set>
                                      <p:cBhvr>
                                        <p:cTn id="762" dur="1" fill="hold">
                                          <p:stCondLst>
                                            <p:cond delay="0"/>
                                          </p:stCondLst>
                                        </p:cTn>
                                        <p:tgtEl>
                                          <p:spTgt spid="587"/>
                                        </p:tgtEl>
                                        <p:attrNameLst>
                                          <p:attrName>style.visibility</p:attrName>
                                        </p:attrNameLst>
                                      </p:cBhvr>
                                      <p:to>
                                        <p:strVal val="visible"/>
                                      </p:to>
                                    </p:set>
                                    <p:anim calcmode="lin" valueType="num">
                                      <p:cBhvr>
                                        <p:cTn id="763" dur="7266" fill="hold"/>
                                        <p:tgtEl>
                                          <p:spTgt spid="587"/>
                                        </p:tgtEl>
                                        <p:attrNameLst>
                                          <p:attrName>ppt_w</p:attrName>
                                        </p:attrNameLst>
                                      </p:cBhvr>
                                      <p:tavLst>
                                        <p:tav tm="0">
                                          <p:val>
                                            <p:fltVal val="0"/>
                                          </p:val>
                                        </p:tav>
                                        <p:tav tm="100000">
                                          <p:val>
                                            <p:strVal val="#ppt_w"/>
                                          </p:val>
                                        </p:tav>
                                      </p:tavLst>
                                    </p:anim>
                                    <p:anim calcmode="lin" valueType="num">
                                      <p:cBhvr>
                                        <p:cTn id="764" dur="7266" fill="hold"/>
                                        <p:tgtEl>
                                          <p:spTgt spid="587"/>
                                        </p:tgtEl>
                                        <p:attrNameLst>
                                          <p:attrName>ppt_h</p:attrName>
                                        </p:attrNameLst>
                                      </p:cBhvr>
                                      <p:tavLst>
                                        <p:tav tm="0">
                                          <p:val>
                                            <p:fltVal val="0"/>
                                          </p:val>
                                        </p:tav>
                                        <p:tav tm="100000">
                                          <p:val>
                                            <p:strVal val="#ppt_h"/>
                                          </p:val>
                                        </p:tav>
                                      </p:tavLst>
                                    </p:anim>
                                    <p:animEffect transition="in" filter="fade">
                                      <p:cBhvr>
                                        <p:cTn id="765" dur="7266"/>
                                        <p:tgtEl>
                                          <p:spTgt spid="587"/>
                                        </p:tgtEl>
                                      </p:cBhvr>
                                    </p:animEffect>
                                    <p:anim calcmode="lin" valueType="num">
                                      <p:cBhvr>
                                        <p:cTn id="766" dur="7266" fill="hold"/>
                                        <p:tgtEl>
                                          <p:spTgt spid="587"/>
                                        </p:tgtEl>
                                        <p:attrNameLst>
                                          <p:attrName>ppt_x</p:attrName>
                                        </p:attrNameLst>
                                      </p:cBhvr>
                                      <p:tavLst>
                                        <p:tav tm="0">
                                          <p:val>
                                            <p:fltVal val="0.5"/>
                                          </p:val>
                                        </p:tav>
                                        <p:tav tm="100000">
                                          <p:val>
                                            <p:strVal val="#ppt_x"/>
                                          </p:val>
                                        </p:tav>
                                      </p:tavLst>
                                    </p:anim>
                                    <p:anim calcmode="lin" valueType="num">
                                      <p:cBhvr>
                                        <p:cTn id="767" dur="7266" fill="hold"/>
                                        <p:tgtEl>
                                          <p:spTgt spid="587"/>
                                        </p:tgtEl>
                                        <p:attrNameLst>
                                          <p:attrName>ppt_y</p:attrName>
                                        </p:attrNameLst>
                                      </p:cBhvr>
                                      <p:tavLst>
                                        <p:tav tm="0">
                                          <p:val>
                                            <p:fltVal val="0.5"/>
                                          </p:val>
                                        </p:tav>
                                        <p:tav tm="100000">
                                          <p:val>
                                            <p:strVal val="#ppt_y"/>
                                          </p:val>
                                        </p:tav>
                                      </p:tavLst>
                                    </p:anim>
                                  </p:childTnLst>
                                </p:cTn>
                              </p:par>
                              <p:par>
                                <p:cTn id="768" presetID="53" presetClass="entr" presetSubtype="528" repeatCount="indefinite" fill="hold" grpId="0" nodeType="withEffect">
                                  <p:stCondLst>
                                    <p:cond delay="961"/>
                                  </p:stCondLst>
                                  <p:childTnLst>
                                    <p:set>
                                      <p:cBhvr>
                                        <p:cTn id="769" dur="1" fill="hold">
                                          <p:stCondLst>
                                            <p:cond delay="0"/>
                                          </p:stCondLst>
                                        </p:cTn>
                                        <p:tgtEl>
                                          <p:spTgt spid="590"/>
                                        </p:tgtEl>
                                        <p:attrNameLst>
                                          <p:attrName>style.visibility</p:attrName>
                                        </p:attrNameLst>
                                      </p:cBhvr>
                                      <p:to>
                                        <p:strVal val="visible"/>
                                      </p:to>
                                    </p:set>
                                    <p:anim calcmode="lin" valueType="num">
                                      <p:cBhvr>
                                        <p:cTn id="770" dur="6578" fill="hold"/>
                                        <p:tgtEl>
                                          <p:spTgt spid="590"/>
                                        </p:tgtEl>
                                        <p:attrNameLst>
                                          <p:attrName>ppt_w</p:attrName>
                                        </p:attrNameLst>
                                      </p:cBhvr>
                                      <p:tavLst>
                                        <p:tav tm="0">
                                          <p:val>
                                            <p:fltVal val="0"/>
                                          </p:val>
                                        </p:tav>
                                        <p:tav tm="100000">
                                          <p:val>
                                            <p:strVal val="#ppt_w"/>
                                          </p:val>
                                        </p:tav>
                                      </p:tavLst>
                                    </p:anim>
                                    <p:anim calcmode="lin" valueType="num">
                                      <p:cBhvr>
                                        <p:cTn id="771" dur="6578" fill="hold"/>
                                        <p:tgtEl>
                                          <p:spTgt spid="590"/>
                                        </p:tgtEl>
                                        <p:attrNameLst>
                                          <p:attrName>ppt_h</p:attrName>
                                        </p:attrNameLst>
                                      </p:cBhvr>
                                      <p:tavLst>
                                        <p:tav tm="0">
                                          <p:val>
                                            <p:fltVal val="0"/>
                                          </p:val>
                                        </p:tav>
                                        <p:tav tm="100000">
                                          <p:val>
                                            <p:strVal val="#ppt_h"/>
                                          </p:val>
                                        </p:tav>
                                      </p:tavLst>
                                    </p:anim>
                                    <p:animEffect transition="in" filter="fade">
                                      <p:cBhvr>
                                        <p:cTn id="772" dur="6578"/>
                                        <p:tgtEl>
                                          <p:spTgt spid="590"/>
                                        </p:tgtEl>
                                      </p:cBhvr>
                                    </p:animEffect>
                                    <p:anim calcmode="lin" valueType="num">
                                      <p:cBhvr>
                                        <p:cTn id="773" dur="6578" fill="hold"/>
                                        <p:tgtEl>
                                          <p:spTgt spid="590"/>
                                        </p:tgtEl>
                                        <p:attrNameLst>
                                          <p:attrName>ppt_x</p:attrName>
                                        </p:attrNameLst>
                                      </p:cBhvr>
                                      <p:tavLst>
                                        <p:tav tm="0">
                                          <p:val>
                                            <p:fltVal val="0.5"/>
                                          </p:val>
                                        </p:tav>
                                        <p:tav tm="100000">
                                          <p:val>
                                            <p:strVal val="#ppt_x"/>
                                          </p:val>
                                        </p:tav>
                                      </p:tavLst>
                                    </p:anim>
                                    <p:anim calcmode="lin" valueType="num">
                                      <p:cBhvr>
                                        <p:cTn id="774" dur="6578" fill="hold"/>
                                        <p:tgtEl>
                                          <p:spTgt spid="590"/>
                                        </p:tgtEl>
                                        <p:attrNameLst>
                                          <p:attrName>ppt_y</p:attrName>
                                        </p:attrNameLst>
                                      </p:cBhvr>
                                      <p:tavLst>
                                        <p:tav tm="0">
                                          <p:val>
                                            <p:fltVal val="0.5"/>
                                          </p:val>
                                        </p:tav>
                                        <p:tav tm="100000">
                                          <p:val>
                                            <p:strVal val="#ppt_y"/>
                                          </p:val>
                                        </p:tav>
                                      </p:tavLst>
                                    </p:anim>
                                  </p:childTnLst>
                                </p:cTn>
                              </p:par>
                              <p:par>
                                <p:cTn id="775" presetID="53" presetClass="entr" presetSubtype="528" repeatCount="indefinite" fill="hold" grpId="0" nodeType="withEffect">
                                  <p:stCondLst>
                                    <p:cond delay="640"/>
                                  </p:stCondLst>
                                  <p:childTnLst>
                                    <p:set>
                                      <p:cBhvr>
                                        <p:cTn id="776" dur="1" fill="hold">
                                          <p:stCondLst>
                                            <p:cond delay="0"/>
                                          </p:stCondLst>
                                        </p:cTn>
                                        <p:tgtEl>
                                          <p:spTgt spid="591"/>
                                        </p:tgtEl>
                                        <p:attrNameLst>
                                          <p:attrName>style.visibility</p:attrName>
                                        </p:attrNameLst>
                                      </p:cBhvr>
                                      <p:to>
                                        <p:strVal val="visible"/>
                                      </p:to>
                                    </p:set>
                                    <p:anim calcmode="lin" valueType="num">
                                      <p:cBhvr>
                                        <p:cTn id="777" dur="5112" fill="hold"/>
                                        <p:tgtEl>
                                          <p:spTgt spid="591"/>
                                        </p:tgtEl>
                                        <p:attrNameLst>
                                          <p:attrName>ppt_w</p:attrName>
                                        </p:attrNameLst>
                                      </p:cBhvr>
                                      <p:tavLst>
                                        <p:tav tm="0">
                                          <p:val>
                                            <p:fltVal val="0"/>
                                          </p:val>
                                        </p:tav>
                                        <p:tav tm="100000">
                                          <p:val>
                                            <p:strVal val="#ppt_w"/>
                                          </p:val>
                                        </p:tav>
                                      </p:tavLst>
                                    </p:anim>
                                    <p:anim calcmode="lin" valueType="num">
                                      <p:cBhvr>
                                        <p:cTn id="778" dur="5112" fill="hold"/>
                                        <p:tgtEl>
                                          <p:spTgt spid="591"/>
                                        </p:tgtEl>
                                        <p:attrNameLst>
                                          <p:attrName>ppt_h</p:attrName>
                                        </p:attrNameLst>
                                      </p:cBhvr>
                                      <p:tavLst>
                                        <p:tav tm="0">
                                          <p:val>
                                            <p:fltVal val="0"/>
                                          </p:val>
                                        </p:tav>
                                        <p:tav tm="100000">
                                          <p:val>
                                            <p:strVal val="#ppt_h"/>
                                          </p:val>
                                        </p:tav>
                                      </p:tavLst>
                                    </p:anim>
                                    <p:animEffect transition="in" filter="fade">
                                      <p:cBhvr>
                                        <p:cTn id="779" dur="5112"/>
                                        <p:tgtEl>
                                          <p:spTgt spid="591"/>
                                        </p:tgtEl>
                                      </p:cBhvr>
                                    </p:animEffect>
                                    <p:anim calcmode="lin" valueType="num">
                                      <p:cBhvr>
                                        <p:cTn id="780" dur="5112" fill="hold"/>
                                        <p:tgtEl>
                                          <p:spTgt spid="591"/>
                                        </p:tgtEl>
                                        <p:attrNameLst>
                                          <p:attrName>ppt_x</p:attrName>
                                        </p:attrNameLst>
                                      </p:cBhvr>
                                      <p:tavLst>
                                        <p:tav tm="0">
                                          <p:val>
                                            <p:fltVal val="0.5"/>
                                          </p:val>
                                        </p:tav>
                                        <p:tav tm="100000">
                                          <p:val>
                                            <p:strVal val="#ppt_x"/>
                                          </p:val>
                                        </p:tav>
                                      </p:tavLst>
                                    </p:anim>
                                    <p:anim calcmode="lin" valueType="num">
                                      <p:cBhvr>
                                        <p:cTn id="781" dur="5112" fill="hold"/>
                                        <p:tgtEl>
                                          <p:spTgt spid="591"/>
                                        </p:tgtEl>
                                        <p:attrNameLst>
                                          <p:attrName>ppt_y</p:attrName>
                                        </p:attrNameLst>
                                      </p:cBhvr>
                                      <p:tavLst>
                                        <p:tav tm="0">
                                          <p:val>
                                            <p:fltVal val="0.5"/>
                                          </p:val>
                                        </p:tav>
                                        <p:tav tm="100000">
                                          <p:val>
                                            <p:strVal val="#ppt_y"/>
                                          </p:val>
                                        </p:tav>
                                      </p:tavLst>
                                    </p:anim>
                                  </p:childTnLst>
                                </p:cTn>
                              </p:par>
                              <p:par>
                                <p:cTn id="782" presetID="53" presetClass="entr" presetSubtype="528" repeatCount="indefinite" fill="hold" grpId="0" nodeType="withEffect">
                                  <p:stCondLst>
                                    <p:cond delay="1664"/>
                                  </p:stCondLst>
                                  <p:childTnLst>
                                    <p:set>
                                      <p:cBhvr>
                                        <p:cTn id="783" dur="1" fill="hold">
                                          <p:stCondLst>
                                            <p:cond delay="0"/>
                                          </p:stCondLst>
                                        </p:cTn>
                                        <p:tgtEl>
                                          <p:spTgt spid="592"/>
                                        </p:tgtEl>
                                        <p:attrNameLst>
                                          <p:attrName>style.visibility</p:attrName>
                                        </p:attrNameLst>
                                      </p:cBhvr>
                                      <p:to>
                                        <p:strVal val="visible"/>
                                      </p:to>
                                    </p:set>
                                    <p:anim calcmode="lin" valueType="num">
                                      <p:cBhvr>
                                        <p:cTn id="784" dur="5239" fill="hold"/>
                                        <p:tgtEl>
                                          <p:spTgt spid="592"/>
                                        </p:tgtEl>
                                        <p:attrNameLst>
                                          <p:attrName>ppt_w</p:attrName>
                                        </p:attrNameLst>
                                      </p:cBhvr>
                                      <p:tavLst>
                                        <p:tav tm="0">
                                          <p:val>
                                            <p:fltVal val="0"/>
                                          </p:val>
                                        </p:tav>
                                        <p:tav tm="100000">
                                          <p:val>
                                            <p:strVal val="#ppt_w"/>
                                          </p:val>
                                        </p:tav>
                                      </p:tavLst>
                                    </p:anim>
                                    <p:anim calcmode="lin" valueType="num">
                                      <p:cBhvr>
                                        <p:cTn id="785" dur="5239" fill="hold"/>
                                        <p:tgtEl>
                                          <p:spTgt spid="592"/>
                                        </p:tgtEl>
                                        <p:attrNameLst>
                                          <p:attrName>ppt_h</p:attrName>
                                        </p:attrNameLst>
                                      </p:cBhvr>
                                      <p:tavLst>
                                        <p:tav tm="0">
                                          <p:val>
                                            <p:fltVal val="0"/>
                                          </p:val>
                                        </p:tav>
                                        <p:tav tm="100000">
                                          <p:val>
                                            <p:strVal val="#ppt_h"/>
                                          </p:val>
                                        </p:tav>
                                      </p:tavLst>
                                    </p:anim>
                                    <p:animEffect transition="in" filter="fade">
                                      <p:cBhvr>
                                        <p:cTn id="786" dur="5239"/>
                                        <p:tgtEl>
                                          <p:spTgt spid="592"/>
                                        </p:tgtEl>
                                      </p:cBhvr>
                                    </p:animEffect>
                                    <p:anim calcmode="lin" valueType="num">
                                      <p:cBhvr>
                                        <p:cTn id="787" dur="5239" fill="hold"/>
                                        <p:tgtEl>
                                          <p:spTgt spid="592"/>
                                        </p:tgtEl>
                                        <p:attrNameLst>
                                          <p:attrName>ppt_x</p:attrName>
                                        </p:attrNameLst>
                                      </p:cBhvr>
                                      <p:tavLst>
                                        <p:tav tm="0">
                                          <p:val>
                                            <p:fltVal val="0.5"/>
                                          </p:val>
                                        </p:tav>
                                        <p:tav tm="100000">
                                          <p:val>
                                            <p:strVal val="#ppt_x"/>
                                          </p:val>
                                        </p:tav>
                                      </p:tavLst>
                                    </p:anim>
                                    <p:anim calcmode="lin" valueType="num">
                                      <p:cBhvr>
                                        <p:cTn id="788" dur="5239" fill="hold"/>
                                        <p:tgtEl>
                                          <p:spTgt spid="592"/>
                                        </p:tgtEl>
                                        <p:attrNameLst>
                                          <p:attrName>ppt_y</p:attrName>
                                        </p:attrNameLst>
                                      </p:cBhvr>
                                      <p:tavLst>
                                        <p:tav tm="0">
                                          <p:val>
                                            <p:fltVal val="0.5"/>
                                          </p:val>
                                        </p:tav>
                                        <p:tav tm="100000">
                                          <p:val>
                                            <p:strVal val="#ppt_y"/>
                                          </p:val>
                                        </p:tav>
                                      </p:tavLst>
                                    </p:anim>
                                  </p:childTnLst>
                                </p:cTn>
                              </p:par>
                              <p:par>
                                <p:cTn id="789" presetID="53" presetClass="entr" presetSubtype="528" repeatCount="indefinite" fill="hold" grpId="0" nodeType="withEffect">
                                  <p:stCondLst>
                                    <p:cond delay="385"/>
                                  </p:stCondLst>
                                  <p:childTnLst>
                                    <p:set>
                                      <p:cBhvr>
                                        <p:cTn id="790" dur="1" fill="hold">
                                          <p:stCondLst>
                                            <p:cond delay="0"/>
                                          </p:stCondLst>
                                        </p:cTn>
                                        <p:tgtEl>
                                          <p:spTgt spid="596"/>
                                        </p:tgtEl>
                                        <p:attrNameLst>
                                          <p:attrName>style.visibility</p:attrName>
                                        </p:attrNameLst>
                                      </p:cBhvr>
                                      <p:to>
                                        <p:strVal val="visible"/>
                                      </p:to>
                                    </p:set>
                                    <p:anim calcmode="lin" valueType="num">
                                      <p:cBhvr>
                                        <p:cTn id="791" dur="5535" fill="hold"/>
                                        <p:tgtEl>
                                          <p:spTgt spid="596"/>
                                        </p:tgtEl>
                                        <p:attrNameLst>
                                          <p:attrName>ppt_w</p:attrName>
                                        </p:attrNameLst>
                                      </p:cBhvr>
                                      <p:tavLst>
                                        <p:tav tm="0">
                                          <p:val>
                                            <p:fltVal val="0"/>
                                          </p:val>
                                        </p:tav>
                                        <p:tav tm="100000">
                                          <p:val>
                                            <p:strVal val="#ppt_w"/>
                                          </p:val>
                                        </p:tav>
                                      </p:tavLst>
                                    </p:anim>
                                    <p:anim calcmode="lin" valueType="num">
                                      <p:cBhvr>
                                        <p:cTn id="792" dur="5535" fill="hold"/>
                                        <p:tgtEl>
                                          <p:spTgt spid="596"/>
                                        </p:tgtEl>
                                        <p:attrNameLst>
                                          <p:attrName>ppt_h</p:attrName>
                                        </p:attrNameLst>
                                      </p:cBhvr>
                                      <p:tavLst>
                                        <p:tav tm="0">
                                          <p:val>
                                            <p:fltVal val="0"/>
                                          </p:val>
                                        </p:tav>
                                        <p:tav tm="100000">
                                          <p:val>
                                            <p:strVal val="#ppt_h"/>
                                          </p:val>
                                        </p:tav>
                                      </p:tavLst>
                                    </p:anim>
                                    <p:animEffect transition="in" filter="fade">
                                      <p:cBhvr>
                                        <p:cTn id="793" dur="5535"/>
                                        <p:tgtEl>
                                          <p:spTgt spid="596"/>
                                        </p:tgtEl>
                                      </p:cBhvr>
                                    </p:animEffect>
                                    <p:anim calcmode="lin" valueType="num">
                                      <p:cBhvr>
                                        <p:cTn id="794" dur="5535" fill="hold"/>
                                        <p:tgtEl>
                                          <p:spTgt spid="596"/>
                                        </p:tgtEl>
                                        <p:attrNameLst>
                                          <p:attrName>ppt_x</p:attrName>
                                        </p:attrNameLst>
                                      </p:cBhvr>
                                      <p:tavLst>
                                        <p:tav tm="0">
                                          <p:val>
                                            <p:fltVal val="0.5"/>
                                          </p:val>
                                        </p:tav>
                                        <p:tav tm="100000">
                                          <p:val>
                                            <p:strVal val="#ppt_x"/>
                                          </p:val>
                                        </p:tav>
                                      </p:tavLst>
                                    </p:anim>
                                    <p:anim calcmode="lin" valueType="num">
                                      <p:cBhvr>
                                        <p:cTn id="795" dur="5535" fill="hold"/>
                                        <p:tgtEl>
                                          <p:spTgt spid="596"/>
                                        </p:tgtEl>
                                        <p:attrNameLst>
                                          <p:attrName>ppt_y</p:attrName>
                                        </p:attrNameLst>
                                      </p:cBhvr>
                                      <p:tavLst>
                                        <p:tav tm="0">
                                          <p:val>
                                            <p:fltVal val="0.5"/>
                                          </p:val>
                                        </p:tav>
                                        <p:tav tm="100000">
                                          <p:val>
                                            <p:strVal val="#ppt_y"/>
                                          </p:val>
                                        </p:tav>
                                      </p:tavLst>
                                    </p:anim>
                                  </p:childTnLst>
                                </p:cTn>
                              </p:par>
                              <p:par>
                                <p:cTn id="796" presetID="53" presetClass="entr" presetSubtype="528" repeatCount="indefinite" fill="hold" grpId="0" nodeType="withEffect">
                                  <p:stCondLst>
                                    <p:cond delay="430"/>
                                  </p:stCondLst>
                                  <p:childTnLst>
                                    <p:set>
                                      <p:cBhvr>
                                        <p:cTn id="797" dur="1" fill="hold">
                                          <p:stCondLst>
                                            <p:cond delay="0"/>
                                          </p:stCondLst>
                                        </p:cTn>
                                        <p:tgtEl>
                                          <p:spTgt spid="597"/>
                                        </p:tgtEl>
                                        <p:attrNameLst>
                                          <p:attrName>style.visibility</p:attrName>
                                        </p:attrNameLst>
                                      </p:cBhvr>
                                      <p:to>
                                        <p:strVal val="visible"/>
                                      </p:to>
                                    </p:set>
                                    <p:anim calcmode="lin" valueType="num">
                                      <p:cBhvr>
                                        <p:cTn id="798" dur="5003" fill="hold"/>
                                        <p:tgtEl>
                                          <p:spTgt spid="597"/>
                                        </p:tgtEl>
                                        <p:attrNameLst>
                                          <p:attrName>ppt_w</p:attrName>
                                        </p:attrNameLst>
                                      </p:cBhvr>
                                      <p:tavLst>
                                        <p:tav tm="0">
                                          <p:val>
                                            <p:fltVal val="0"/>
                                          </p:val>
                                        </p:tav>
                                        <p:tav tm="100000">
                                          <p:val>
                                            <p:strVal val="#ppt_w"/>
                                          </p:val>
                                        </p:tav>
                                      </p:tavLst>
                                    </p:anim>
                                    <p:anim calcmode="lin" valueType="num">
                                      <p:cBhvr>
                                        <p:cTn id="799" dur="5003" fill="hold"/>
                                        <p:tgtEl>
                                          <p:spTgt spid="597"/>
                                        </p:tgtEl>
                                        <p:attrNameLst>
                                          <p:attrName>ppt_h</p:attrName>
                                        </p:attrNameLst>
                                      </p:cBhvr>
                                      <p:tavLst>
                                        <p:tav tm="0">
                                          <p:val>
                                            <p:fltVal val="0"/>
                                          </p:val>
                                        </p:tav>
                                        <p:tav tm="100000">
                                          <p:val>
                                            <p:strVal val="#ppt_h"/>
                                          </p:val>
                                        </p:tav>
                                      </p:tavLst>
                                    </p:anim>
                                    <p:animEffect transition="in" filter="fade">
                                      <p:cBhvr>
                                        <p:cTn id="800" dur="5003"/>
                                        <p:tgtEl>
                                          <p:spTgt spid="597"/>
                                        </p:tgtEl>
                                      </p:cBhvr>
                                    </p:animEffect>
                                    <p:anim calcmode="lin" valueType="num">
                                      <p:cBhvr>
                                        <p:cTn id="801" dur="5003" fill="hold"/>
                                        <p:tgtEl>
                                          <p:spTgt spid="597"/>
                                        </p:tgtEl>
                                        <p:attrNameLst>
                                          <p:attrName>ppt_x</p:attrName>
                                        </p:attrNameLst>
                                      </p:cBhvr>
                                      <p:tavLst>
                                        <p:tav tm="0">
                                          <p:val>
                                            <p:fltVal val="0.5"/>
                                          </p:val>
                                        </p:tav>
                                        <p:tav tm="100000">
                                          <p:val>
                                            <p:strVal val="#ppt_x"/>
                                          </p:val>
                                        </p:tav>
                                      </p:tavLst>
                                    </p:anim>
                                    <p:anim calcmode="lin" valueType="num">
                                      <p:cBhvr>
                                        <p:cTn id="802" dur="5003" fill="hold"/>
                                        <p:tgtEl>
                                          <p:spTgt spid="597"/>
                                        </p:tgtEl>
                                        <p:attrNameLst>
                                          <p:attrName>ppt_y</p:attrName>
                                        </p:attrNameLst>
                                      </p:cBhvr>
                                      <p:tavLst>
                                        <p:tav tm="0">
                                          <p:val>
                                            <p:fltVal val="0.5"/>
                                          </p:val>
                                        </p:tav>
                                        <p:tav tm="100000">
                                          <p:val>
                                            <p:strVal val="#ppt_y"/>
                                          </p:val>
                                        </p:tav>
                                      </p:tavLst>
                                    </p:anim>
                                  </p:childTnLst>
                                </p:cTn>
                              </p:par>
                              <p:par>
                                <p:cTn id="803" presetID="53" presetClass="entr" presetSubtype="528" repeatCount="indefinite" fill="hold" grpId="0" nodeType="withEffect">
                                  <p:stCondLst>
                                    <p:cond delay="1048"/>
                                  </p:stCondLst>
                                  <p:childTnLst>
                                    <p:set>
                                      <p:cBhvr>
                                        <p:cTn id="804" dur="1" fill="hold">
                                          <p:stCondLst>
                                            <p:cond delay="0"/>
                                          </p:stCondLst>
                                        </p:cTn>
                                        <p:tgtEl>
                                          <p:spTgt spid="598"/>
                                        </p:tgtEl>
                                        <p:attrNameLst>
                                          <p:attrName>style.visibility</p:attrName>
                                        </p:attrNameLst>
                                      </p:cBhvr>
                                      <p:to>
                                        <p:strVal val="visible"/>
                                      </p:to>
                                    </p:set>
                                    <p:anim calcmode="lin" valueType="num">
                                      <p:cBhvr>
                                        <p:cTn id="805" dur="5033" fill="hold"/>
                                        <p:tgtEl>
                                          <p:spTgt spid="598"/>
                                        </p:tgtEl>
                                        <p:attrNameLst>
                                          <p:attrName>ppt_w</p:attrName>
                                        </p:attrNameLst>
                                      </p:cBhvr>
                                      <p:tavLst>
                                        <p:tav tm="0">
                                          <p:val>
                                            <p:fltVal val="0"/>
                                          </p:val>
                                        </p:tav>
                                        <p:tav tm="100000">
                                          <p:val>
                                            <p:strVal val="#ppt_w"/>
                                          </p:val>
                                        </p:tav>
                                      </p:tavLst>
                                    </p:anim>
                                    <p:anim calcmode="lin" valueType="num">
                                      <p:cBhvr>
                                        <p:cTn id="806" dur="5033" fill="hold"/>
                                        <p:tgtEl>
                                          <p:spTgt spid="598"/>
                                        </p:tgtEl>
                                        <p:attrNameLst>
                                          <p:attrName>ppt_h</p:attrName>
                                        </p:attrNameLst>
                                      </p:cBhvr>
                                      <p:tavLst>
                                        <p:tav tm="0">
                                          <p:val>
                                            <p:fltVal val="0"/>
                                          </p:val>
                                        </p:tav>
                                        <p:tav tm="100000">
                                          <p:val>
                                            <p:strVal val="#ppt_h"/>
                                          </p:val>
                                        </p:tav>
                                      </p:tavLst>
                                    </p:anim>
                                    <p:animEffect transition="in" filter="fade">
                                      <p:cBhvr>
                                        <p:cTn id="807" dur="5033"/>
                                        <p:tgtEl>
                                          <p:spTgt spid="598"/>
                                        </p:tgtEl>
                                      </p:cBhvr>
                                    </p:animEffect>
                                    <p:anim calcmode="lin" valueType="num">
                                      <p:cBhvr>
                                        <p:cTn id="808" dur="5033" fill="hold"/>
                                        <p:tgtEl>
                                          <p:spTgt spid="598"/>
                                        </p:tgtEl>
                                        <p:attrNameLst>
                                          <p:attrName>ppt_x</p:attrName>
                                        </p:attrNameLst>
                                      </p:cBhvr>
                                      <p:tavLst>
                                        <p:tav tm="0">
                                          <p:val>
                                            <p:fltVal val="0.5"/>
                                          </p:val>
                                        </p:tav>
                                        <p:tav tm="100000">
                                          <p:val>
                                            <p:strVal val="#ppt_x"/>
                                          </p:val>
                                        </p:tav>
                                      </p:tavLst>
                                    </p:anim>
                                    <p:anim calcmode="lin" valueType="num">
                                      <p:cBhvr>
                                        <p:cTn id="809" dur="5033" fill="hold"/>
                                        <p:tgtEl>
                                          <p:spTgt spid="598"/>
                                        </p:tgtEl>
                                        <p:attrNameLst>
                                          <p:attrName>ppt_y</p:attrName>
                                        </p:attrNameLst>
                                      </p:cBhvr>
                                      <p:tavLst>
                                        <p:tav tm="0">
                                          <p:val>
                                            <p:fltVal val="0.5"/>
                                          </p:val>
                                        </p:tav>
                                        <p:tav tm="100000">
                                          <p:val>
                                            <p:strVal val="#ppt_y"/>
                                          </p:val>
                                        </p:tav>
                                      </p:tavLst>
                                    </p:anim>
                                  </p:childTnLst>
                                </p:cTn>
                              </p:par>
                              <p:par>
                                <p:cTn id="810" presetID="53" presetClass="entr" presetSubtype="528" repeatCount="indefinite" fill="hold" grpId="0" nodeType="withEffect">
                                  <p:stCondLst>
                                    <p:cond delay="1359"/>
                                  </p:stCondLst>
                                  <p:childTnLst>
                                    <p:set>
                                      <p:cBhvr>
                                        <p:cTn id="811" dur="1" fill="hold">
                                          <p:stCondLst>
                                            <p:cond delay="0"/>
                                          </p:stCondLst>
                                        </p:cTn>
                                        <p:tgtEl>
                                          <p:spTgt spid="599"/>
                                        </p:tgtEl>
                                        <p:attrNameLst>
                                          <p:attrName>style.visibility</p:attrName>
                                        </p:attrNameLst>
                                      </p:cBhvr>
                                      <p:to>
                                        <p:strVal val="visible"/>
                                      </p:to>
                                    </p:set>
                                    <p:anim calcmode="lin" valueType="num">
                                      <p:cBhvr>
                                        <p:cTn id="812" dur="6787" fill="hold"/>
                                        <p:tgtEl>
                                          <p:spTgt spid="599"/>
                                        </p:tgtEl>
                                        <p:attrNameLst>
                                          <p:attrName>ppt_w</p:attrName>
                                        </p:attrNameLst>
                                      </p:cBhvr>
                                      <p:tavLst>
                                        <p:tav tm="0">
                                          <p:val>
                                            <p:fltVal val="0"/>
                                          </p:val>
                                        </p:tav>
                                        <p:tav tm="100000">
                                          <p:val>
                                            <p:strVal val="#ppt_w"/>
                                          </p:val>
                                        </p:tav>
                                      </p:tavLst>
                                    </p:anim>
                                    <p:anim calcmode="lin" valueType="num">
                                      <p:cBhvr>
                                        <p:cTn id="813" dur="6787" fill="hold"/>
                                        <p:tgtEl>
                                          <p:spTgt spid="599"/>
                                        </p:tgtEl>
                                        <p:attrNameLst>
                                          <p:attrName>ppt_h</p:attrName>
                                        </p:attrNameLst>
                                      </p:cBhvr>
                                      <p:tavLst>
                                        <p:tav tm="0">
                                          <p:val>
                                            <p:fltVal val="0"/>
                                          </p:val>
                                        </p:tav>
                                        <p:tav tm="100000">
                                          <p:val>
                                            <p:strVal val="#ppt_h"/>
                                          </p:val>
                                        </p:tav>
                                      </p:tavLst>
                                    </p:anim>
                                    <p:animEffect transition="in" filter="fade">
                                      <p:cBhvr>
                                        <p:cTn id="814" dur="6787"/>
                                        <p:tgtEl>
                                          <p:spTgt spid="599"/>
                                        </p:tgtEl>
                                      </p:cBhvr>
                                    </p:animEffect>
                                    <p:anim calcmode="lin" valueType="num">
                                      <p:cBhvr>
                                        <p:cTn id="815" dur="6787" fill="hold"/>
                                        <p:tgtEl>
                                          <p:spTgt spid="599"/>
                                        </p:tgtEl>
                                        <p:attrNameLst>
                                          <p:attrName>ppt_x</p:attrName>
                                        </p:attrNameLst>
                                      </p:cBhvr>
                                      <p:tavLst>
                                        <p:tav tm="0">
                                          <p:val>
                                            <p:fltVal val="0.5"/>
                                          </p:val>
                                        </p:tav>
                                        <p:tav tm="100000">
                                          <p:val>
                                            <p:strVal val="#ppt_x"/>
                                          </p:val>
                                        </p:tav>
                                      </p:tavLst>
                                    </p:anim>
                                    <p:anim calcmode="lin" valueType="num">
                                      <p:cBhvr>
                                        <p:cTn id="816" dur="6787" fill="hold"/>
                                        <p:tgtEl>
                                          <p:spTgt spid="599"/>
                                        </p:tgtEl>
                                        <p:attrNameLst>
                                          <p:attrName>ppt_y</p:attrName>
                                        </p:attrNameLst>
                                      </p:cBhvr>
                                      <p:tavLst>
                                        <p:tav tm="0">
                                          <p:val>
                                            <p:fltVal val="0.5"/>
                                          </p:val>
                                        </p:tav>
                                        <p:tav tm="100000">
                                          <p:val>
                                            <p:strVal val="#ppt_y"/>
                                          </p:val>
                                        </p:tav>
                                      </p:tavLst>
                                    </p:anim>
                                  </p:childTnLst>
                                </p:cTn>
                              </p:par>
                              <p:par>
                                <p:cTn id="817" presetID="23" presetClass="entr" presetSubtype="528" fill="hold" nodeType="withEffect">
                                  <p:stCondLst>
                                    <p:cond delay="0"/>
                                  </p:stCondLst>
                                  <p:childTnLst>
                                    <p:set>
                                      <p:cBhvr>
                                        <p:cTn id="818" dur="3000" fill="hold">
                                          <p:stCondLst>
                                            <p:cond delay="0"/>
                                          </p:stCondLst>
                                        </p:cTn>
                                        <p:tgtEl>
                                          <p:spTgt spid="11"/>
                                        </p:tgtEl>
                                        <p:attrNameLst>
                                          <p:attrName>style.visibility</p:attrName>
                                        </p:attrNameLst>
                                      </p:cBhvr>
                                      <p:to>
                                        <p:strVal val="visible"/>
                                      </p:to>
                                    </p:set>
                                    <p:anim calcmode="lin" valueType="num">
                                      <p:cBhvr>
                                        <p:cTn id="819" dur="3000" fill="hold"/>
                                        <p:tgtEl>
                                          <p:spTgt spid="11"/>
                                        </p:tgtEl>
                                        <p:attrNameLst>
                                          <p:attrName>ppt_w</p:attrName>
                                        </p:attrNameLst>
                                      </p:cBhvr>
                                      <p:tavLst>
                                        <p:tav tm="0">
                                          <p:val>
                                            <p:fltVal val="0"/>
                                          </p:val>
                                        </p:tav>
                                        <p:tav tm="100000">
                                          <p:val>
                                            <p:strVal val="#ppt_w"/>
                                          </p:val>
                                        </p:tav>
                                      </p:tavLst>
                                    </p:anim>
                                    <p:anim calcmode="lin" valueType="num">
                                      <p:cBhvr>
                                        <p:cTn id="820" dur="3000" fill="hold"/>
                                        <p:tgtEl>
                                          <p:spTgt spid="11"/>
                                        </p:tgtEl>
                                        <p:attrNameLst>
                                          <p:attrName>ppt_h</p:attrName>
                                        </p:attrNameLst>
                                      </p:cBhvr>
                                      <p:tavLst>
                                        <p:tav tm="0">
                                          <p:val>
                                            <p:fltVal val="0"/>
                                          </p:val>
                                        </p:tav>
                                        <p:tav tm="100000">
                                          <p:val>
                                            <p:strVal val="#ppt_h"/>
                                          </p:val>
                                        </p:tav>
                                      </p:tavLst>
                                    </p:anim>
                                    <p:anim calcmode="lin" valueType="num">
                                      <p:cBhvr>
                                        <p:cTn id="821" dur="3000" fill="hold"/>
                                        <p:tgtEl>
                                          <p:spTgt spid="11"/>
                                        </p:tgtEl>
                                        <p:attrNameLst>
                                          <p:attrName>ppt_x</p:attrName>
                                        </p:attrNameLst>
                                      </p:cBhvr>
                                      <p:tavLst>
                                        <p:tav tm="0">
                                          <p:val>
                                            <p:fltVal val="0.5"/>
                                          </p:val>
                                        </p:tav>
                                        <p:tav tm="100000">
                                          <p:val>
                                            <p:strVal val="#ppt_x"/>
                                          </p:val>
                                        </p:tav>
                                      </p:tavLst>
                                    </p:anim>
                                    <p:anim calcmode="lin" valueType="num">
                                      <p:cBhvr>
                                        <p:cTn id="822" dur="3000" fill="hold"/>
                                        <p:tgtEl>
                                          <p:spTgt spid="11"/>
                                        </p:tgtEl>
                                        <p:attrNameLst>
                                          <p:attrName>ppt_y</p:attrName>
                                        </p:attrNameLst>
                                      </p:cBhvr>
                                      <p:tavLst>
                                        <p:tav tm="0">
                                          <p:val>
                                            <p:fltVal val="0.5"/>
                                          </p:val>
                                        </p:tav>
                                        <p:tav tm="100000">
                                          <p:val>
                                            <p:strVal val="#ppt_y"/>
                                          </p:val>
                                        </p:tav>
                                      </p:tavLst>
                                    </p:anim>
                                  </p:childTnLst>
                                </p:cTn>
                              </p:par>
                              <p:par>
                                <p:cTn id="823" presetID="64" presetClass="path" presetSubtype="0" accel="50000" decel="50000" fill="hold" nodeType="withEffect">
                                  <p:stCondLst>
                                    <p:cond delay="0"/>
                                  </p:stCondLst>
                                  <p:childTnLst>
                                    <p:animMotion origin="layout" path="M 0.000625 0.0564815 L -0.000833333 -0.258611 " pathEditMode="relative" rAng="0" ptsTypes="">
                                      <p:cBhvr>
                                        <p:cTn id="824" dur="5000" fill="hold"/>
                                        <p:tgtEl>
                                          <p:spTgt spid="1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5" grpId="0" bldLvl="0" animBg="1"/>
      <p:bldP spid="36" grpId="0" bldLvl="0" animBg="1"/>
      <p:bldP spid="37" grpId="0" bldLvl="0" animBg="1"/>
      <p:bldP spid="78" grpId="0" bldLvl="0" animBg="1"/>
      <p:bldP spid="97" grpId="0" bldLvl="0" animBg="1"/>
      <p:bldP spid="98" grpId="0" bldLvl="0" animBg="1"/>
      <p:bldP spid="109" grpId="0" bldLvl="0" animBg="1"/>
      <p:bldP spid="134" grpId="0" bldLvl="0" animBg="1"/>
      <p:bldP spid="135" grpId="0" bldLvl="0" animBg="1"/>
      <p:bldP spid="136" grpId="0" bldLvl="0" animBg="1"/>
      <p:bldP spid="137" grpId="0" bldLvl="0" animBg="1"/>
      <p:bldP spid="139" grpId="0" bldLvl="0" animBg="1"/>
      <p:bldP spid="140" grpId="0" bldLvl="0" animBg="1"/>
      <p:bldP spid="141" grpId="0" bldLvl="0" animBg="1"/>
      <p:bldP spid="142" grpId="0" bldLvl="0" animBg="1"/>
      <p:bldP spid="154" grpId="0" bldLvl="0" animBg="1"/>
      <p:bldP spid="155" grpId="0" bldLvl="0" animBg="1"/>
      <p:bldP spid="156" grpId="0" bldLvl="0" animBg="1"/>
      <p:bldP spid="226" grpId="0" bldLvl="0" animBg="1"/>
      <p:bldP spid="237" grpId="0" bldLvl="0" animBg="1"/>
      <p:bldP spid="238" grpId="0" bldLvl="0" animBg="1"/>
      <p:bldP spid="239" grpId="0" bldLvl="0" animBg="1"/>
      <p:bldP spid="240" grpId="0" bldLvl="0" animBg="1"/>
      <p:bldP spid="242" grpId="0" bldLvl="0" animBg="1"/>
      <p:bldP spid="243" grpId="0" bldLvl="0" animBg="1"/>
      <p:bldP spid="244" grpId="0" bldLvl="0" animBg="1"/>
      <p:bldP spid="245" grpId="0" bldLvl="0" animBg="1"/>
      <p:bldP spid="246" grpId="0" bldLvl="0" animBg="1"/>
      <p:bldP spid="247" grpId="0" bldLvl="0" animBg="1"/>
      <p:bldP spid="248" grpId="0" bldLvl="0" animBg="1"/>
      <p:bldP spid="252" grpId="0" bldLvl="0" animBg="1"/>
      <p:bldP spid="257" grpId="0" bldLvl="0" animBg="1"/>
      <p:bldP spid="262" grpId="0" bldLvl="0" animBg="1"/>
      <p:bldP spid="265" grpId="0" bldLvl="0" animBg="1"/>
      <p:bldP spid="266" grpId="0" bldLvl="0" animBg="1"/>
      <p:bldP spid="267" grpId="0" bldLvl="0" animBg="1"/>
      <p:bldP spid="268" grpId="0" bldLvl="0" animBg="1"/>
      <p:bldP spid="269" grpId="0" bldLvl="0" animBg="1"/>
      <p:bldP spid="384" grpId="0" bldLvl="0" animBg="1"/>
      <p:bldP spid="388" grpId="0" bldLvl="0" animBg="1"/>
      <p:bldP spid="392" grpId="0" bldLvl="0" animBg="1"/>
      <p:bldP spid="397" grpId="0" bldLvl="0" animBg="1"/>
      <p:bldP spid="402" grpId="0" bldLvl="0" animBg="1"/>
      <p:bldP spid="403" grpId="0" bldLvl="0" animBg="1"/>
      <p:bldP spid="404" grpId="0" bldLvl="0" animBg="1"/>
      <p:bldP spid="405" grpId="0" bldLvl="0" animBg="1"/>
      <p:bldP spid="406" grpId="0" bldLvl="0" animBg="1"/>
      <p:bldP spid="408" grpId="0" bldLvl="0" animBg="1"/>
      <p:bldP spid="409" grpId="0" bldLvl="0" animBg="1"/>
      <p:bldP spid="412" grpId="0" bldLvl="0" animBg="1"/>
      <p:bldP spid="413" grpId="0" bldLvl="0" animBg="1"/>
      <p:bldP spid="415" grpId="0" bldLvl="0" animBg="1"/>
      <p:bldP spid="416" grpId="0" bldLvl="0" animBg="1"/>
      <p:bldP spid="417" grpId="0" bldLvl="0" animBg="1"/>
      <p:bldP spid="418" grpId="0" bldLvl="0" animBg="1"/>
      <p:bldP spid="423" grpId="0" bldLvl="0" animBg="1"/>
      <p:bldP spid="426" grpId="0" bldLvl="0" animBg="1"/>
      <p:bldP spid="427" grpId="0" bldLvl="0" animBg="1"/>
      <p:bldP spid="428" grpId="0" bldLvl="0" animBg="1"/>
      <p:bldP spid="429" grpId="0" bldLvl="0" animBg="1"/>
      <p:bldP spid="430" grpId="0" bldLvl="0" animBg="1"/>
      <p:bldP spid="431" grpId="0" bldLvl="0" animBg="1"/>
      <p:bldP spid="432" grpId="0" bldLvl="0" animBg="1"/>
      <p:bldP spid="433" grpId="0" bldLvl="0" animBg="1"/>
      <p:bldP spid="434" grpId="0" bldLvl="0" animBg="1"/>
      <p:bldP spid="435" grpId="0" bldLvl="0" animBg="1"/>
      <p:bldP spid="436" grpId="0" bldLvl="0" animBg="1"/>
      <p:bldP spid="437" grpId="0" bldLvl="0" animBg="1"/>
      <p:bldP spid="438" grpId="0" bldLvl="0" animBg="1"/>
      <p:bldP spid="439" grpId="0" bldLvl="0" animBg="1"/>
      <p:bldP spid="440" grpId="0" bldLvl="0" animBg="1"/>
      <p:bldP spid="441" grpId="0" bldLvl="0" animBg="1"/>
      <p:bldP spid="457" grpId="0" bldLvl="0" animBg="1"/>
      <p:bldP spid="463" grpId="0" bldLvl="0" animBg="1"/>
      <p:bldP spid="465" grpId="0" bldLvl="0" animBg="1"/>
      <p:bldP spid="466" grpId="0" bldLvl="0" animBg="1"/>
      <p:bldP spid="468" grpId="0" bldLvl="0" animBg="1"/>
      <p:bldP spid="469" grpId="0" bldLvl="0" animBg="1"/>
      <p:bldP spid="470" grpId="0" bldLvl="0" animBg="1"/>
      <p:bldP spid="472" grpId="0" bldLvl="0" animBg="1"/>
      <p:bldP spid="473" grpId="0" bldLvl="0" animBg="1"/>
      <p:bldP spid="474" grpId="0" bldLvl="0" animBg="1"/>
      <p:bldP spid="481" grpId="0" bldLvl="0" animBg="1"/>
      <p:bldP spid="482" grpId="0" bldLvl="0" animBg="1"/>
      <p:bldP spid="483" grpId="0" bldLvl="0" animBg="1"/>
      <p:bldP spid="502" grpId="0" bldLvl="0" animBg="1"/>
      <p:bldP spid="503" grpId="0" bldLvl="0" animBg="1"/>
      <p:bldP spid="504" grpId="0" bldLvl="0" animBg="1"/>
      <p:bldP spid="505" grpId="0" bldLvl="0" animBg="1"/>
      <p:bldP spid="529" grpId="0" bldLvl="0" animBg="1"/>
      <p:bldP spid="531" grpId="0" bldLvl="0" animBg="1"/>
      <p:bldP spid="532" grpId="0" bldLvl="0" animBg="1"/>
      <p:bldP spid="533" grpId="0" bldLvl="0" animBg="1"/>
      <p:bldP spid="534" grpId="0" bldLvl="0" animBg="1"/>
      <p:bldP spid="535" grpId="0" bldLvl="0" animBg="1"/>
      <p:bldP spid="539" grpId="0" bldLvl="0" animBg="1"/>
      <p:bldP spid="542" grpId="0" bldLvl="0" animBg="1"/>
      <p:bldP spid="543" grpId="0" bldLvl="0" animBg="1"/>
      <p:bldP spid="545" grpId="0" bldLvl="0" animBg="1"/>
      <p:bldP spid="560" grpId="0" bldLvl="0" animBg="1"/>
      <p:bldP spid="561" grpId="0" bldLvl="0" animBg="1"/>
      <p:bldP spid="562" grpId="0" bldLvl="0" animBg="1"/>
      <p:bldP spid="568" grpId="0" bldLvl="0" animBg="1"/>
      <p:bldP spid="570" grpId="0" bldLvl="0" animBg="1"/>
      <p:bldP spid="571" grpId="0" bldLvl="0" animBg="1"/>
      <p:bldP spid="572" grpId="0" bldLvl="0" animBg="1"/>
      <p:bldP spid="573" grpId="0" bldLvl="0" animBg="1"/>
      <p:bldP spid="587" grpId="0" bldLvl="0" animBg="1"/>
      <p:bldP spid="590" grpId="0" bldLvl="0" animBg="1"/>
      <p:bldP spid="591" grpId="0" bldLvl="0" animBg="1"/>
      <p:bldP spid="592" grpId="0" bldLvl="0" animBg="1"/>
      <p:bldP spid="596" grpId="0" bldLvl="0" animBg="1"/>
      <p:bldP spid="597" grpId="0" bldLvl="0" animBg="1"/>
      <p:bldP spid="598" grpId="0" bldLvl="0" animBg="1"/>
      <p:bldP spid="599"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图片 49" descr="手拿遥控器"/>
          <p:cNvPicPr>
            <a:picLocks noChangeAspect="1"/>
          </p:cNvPicPr>
          <p:nvPr/>
        </p:nvPicPr>
        <p:blipFill>
          <a:blip r:embed="rId2"/>
          <a:stretch>
            <a:fillRect/>
          </a:stretch>
        </p:blipFill>
        <p:spPr>
          <a:xfrm flipH="1">
            <a:off x="8997950" y="3854450"/>
            <a:ext cx="3194050" cy="3003550"/>
          </a:xfrm>
          <a:prstGeom prst="rect">
            <a:avLst/>
          </a:prstGeom>
        </p:spPr>
      </p:pic>
      <p:grpSp>
        <p:nvGrpSpPr>
          <p:cNvPr id="55" name="组合 54"/>
          <p:cNvGrpSpPr/>
          <p:nvPr/>
        </p:nvGrpSpPr>
        <p:grpSpPr>
          <a:xfrm>
            <a:off x="676910" y="946785"/>
            <a:ext cx="7586980" cy="5412105"/>
            <a:chOff x="1066" y="1491"/>
            <a:chExt cx="11948" cy="8523"/>
          </a:xfrm>
        </p:grpSpPr>
        <p:grpSp>
          <p:nvGrpSpPr>
            <p:cNvPr id="2" name="组合 1"/>
            <p:cNvGrpSpPr/>
            <p:nvPr/>
          </p:nvGrpSpPr>
          <p:grpSpPr>
            <a:xfrm>
              <a:off x="1066" y="1491"/>
              <a:ext cx="11948" cy="8523"/>
              <a:chOff x="1066" y="1491"/>
              <a:chExt cx="11948" cy="8523"/>
            </a:xfrm>
          </p:grpSpPr>
          <p:pic>
            <p:nvPicPr>
              <p:cNvPr id="3" name="图片 2" descr="电视机"/>
              <p:cNvPicPr>
                <a:picLocks noChangeAspect="1"/>
              </p:cNvPicPr>
              <p:nvPr/>
            </p:nvPicPr>
            <p:blipFill>
              <a:blip r:embed="rId3"/>
              <a:stretch>
                <a:fillRect/>
              </a:stretch>
            </p:blipFill>
            <p:spPr>
              <a:xfrm>
                <a:off x="1066" y="1491"/>
                <a:ext cx="11948" cy="8523"/>
              </a:xfrm>
              <a:prstGeom prst="rect">
                <a:avLst/>
              </a:prstGeom>
            </p:spPr>
          </p:pic>
          <p:sp>
            <p:nvSpPr>
              <p:cNvPr id="9" name="矩形 8"/>
              <p:cNvSpPr/>
              <p:nvPr/>
            </p:nvSpPr>
            <p:spPr>
              <a:xfrm>
                <a:off x="5675" y="8209"/>
                <a:ext cx="2939" cy="1013"/>
              </a:xfrm>
              <a:prstGeom prst="rect">
                <a:avLst/>
              </a:prstGeom>
              <a:solidFill>
                <a:srgbClr val="FD431C"/>
              </a:solidFill>
              <a:ln>
                <a:solidFill>
                  <a:srgbClr val="FD43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descr="1"/>
            <p:cNvPicPr>
              <a:picLocks noChangeAspect="1"/>
            </p:cNvPicPr>
            <p:nvPr/>
          </p:nvPicPr>
          <p:blipFill>
            <a:blip r:embed="rId4"/>
            <a:stretch>
              <a:fillRect/>
            </a:stretch>
          </p:blipFill>
          <p:spPr>
            <a:xfrm>
              <a:off x="6083" y="8073"/>
              <a:ext cx="1661" cy="1661"/>
            </a:xfrm>
            <a:prstGeom prst="rect">
              <a:avLst/>
            </a:prstGeom>
          </p:spPr>
        </p:pic>
      </p:grpSp>
      <p:grpSp>
        <p:nvGrpSpPr>
          <p:cNvPr id="10" name="组合 9"/>
          <p:cNvGrpSpPr/>
          <p:nvPr/>
        </p:nvGrpSpPr>
        <p:grpSpPr>
          <a:xfrm>
            <a:off x="7497033" y="-493395"/>
            <a:ext cx="4694967" cy="2798445"/>
            <a:chOff x="9149" y="6028"/>
            <a:chExt cx="6716" cy="4638"/>
          </a:xfrm>
        </p:grpSpPr>
        <p:pic>
          <p:nvPicPr>
            <p:cNvPr id="11" name="图片 10" descr="0f19f38c4d898577ade8f7c1d044040e (1)"/>
            <p:cNvPicPr>
              <a:picLocks noChangeAspect="1"/>
            </p:cNvPicPr>
            <p:nvPr/>
          </p:nvPicPr>
          <p:blipFill>
            <a:blip r:embed="rId5"/>
            <a:stretch>
              <a:fillRect/>
            </a:stretch>
          </p:blipFill>
          <p:spPr>
            <a:xfrm rot="300000">
              <a:off x="9317" y="6028"/>
              <a:ext cx="6480" cy="4638"/>
            </a:xfrm>
            <a:prstGeom prst="rect">
              <a:avLst/>
            </a:prstGeom>
          </p:spPr>
        </p:pic>
        <p:sp>
          <p:nvSpPr>
            <p:cNvPr id="12" name="文本框 11"/>
            <p:cNvSpPr txBox="1"/>
            <p:nvPr/>
          </p:nvSpPr>
          <p:spPr>
            <a:xfrm>
              <a:off x="9149" y="8491"/>
              <a:ext cx="6716" cy="630"/>
            </a:xfrm>
            <a:prstGeom prst="rect">
              <a:avLst/>
            </a:prstGeom>
            <a:noFill/>
          </p:spPr>
          <p:txBody>
            <a:bodyPr wrap="square" rtlCol="0">
              <a:spAutoFit/>
            </a:bodyPr>
            <a:lstStyle/>
            <a:p>
              <a:pPr algn="ctr" defTabSz="1300480"/>
              <a:r>
                <a:rPr lang="zh-CN" altLang="en-US" sz="2000" b="1" dirty="0">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什么是“光闹钟” ？</a:t>
              </a:r>
              <a:endParaRPr lang="zh-CN" altLang="en-US" sz="2000" b="1" dirty="0">
                <a:latin typeface="华文细黑" panose="02010600040101010101" pitchFamily="2" charset="-122"/>
                <a:ea typeface="华文细黑" panose="02010600040101010101" pitchFamily="2" charset="-122"/>
                <a:cs typeface="宋体" panose="02010600030101010101" pitchFamily="2" charset="-122"/>
                <a:sym typeface="+mn-ea"/>
              </a:endParaRPr>
            </a:p>
          </p:txBody>
        </p:sp>
      </p:grpSp>
      <p:sp>
        <p:nvSpPr>
          <p:cNvPr id="4" name="文本框 7"/>
          <p:cNvSpPr txBox="1"/>
          <p:nvPr/>
        </p:nvSpPr>
        <p:spPr>
          <a:xfrm>
            <a:off x="165735" y="213995"/>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热身</a:t>
            </a:r>
          </a:p>
        </p:txBody>
      </p:sp>
      <p:sp>
        <p:nvSpPr>
          <p:cNvPr id="6" name="文本框 7"/>
          <p:cNvSpPr txBox="1"/>
          <p:nvPr/>
        </p:nvSpPr>
        <p:spPr>
          <a:xfrm>
            <a:off x="237490" y="702310"/>
            <a:ext cx="1177290" cy="368300"/>
          </a:xfrm>
          <a:prstGeom prst="rect">
            <a:avLst/>
          </a:prstGeom>
          <a:noFill/>
        </p:spPr>
        <p:txBody>
          <a:bodyPr wrap="none">
            <a:spAutoFit/>
          </a:bodyPr>
          <a:lstStyle/>
          <a:p>
            <a:pPr lvl="0">
              <a:defRPr/>
            </a:pPr>
            <a:r>
              <a:rPr kumimoji="0" lang="en-US" altLang="zh-CN"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rPr>
              <a:t>Warm-up</a:t>
            </a:r>
          </a:p>
        </p:txBody>
      </p:sp>
      <p:pic>
        <p:nvPicPr>
          <p:cNvPr id="7" name="图片 6"/>
          <p:cNvPicPr>
            <a:picLocks noChangeAspect="1"/>
          </p:cNvPicPr>
          <p:nvPr/>
        </p:nvPicPr>
        <p:blipFill>
          <a:blip r:embed="rId6"/>
          <a:stretch>
            <a:fillRect/>
          </a:stretch>
        </p:blipFill>
        <p:spPr>
          <a:xfrm>
            <a:off x="1313794" y="1943744"/>
            <a:ext cx="5644054" cy="31826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057294" y="1956396"/>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专家</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2042463" y="1253034"/>
            <a:ext cx="2452916"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zhuānjiā</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573461" y="3274973"/>
            <a:ext cx="1207382" cy="400110"/>
          </a:xfrm>
          <a:prstGeom prst="rect">
            <a:avLst/>
          </a:prstGeom>
          <a:noFill/>
        </p:spPr>
        <p:txBody>
          <a:bodyPr wrap="none" rtlCol="0">
            <a:spAutoFit/>
          </a:bodyPr>
          <a:lstStyle/>
          <a:p>
            <a:r>
              <a:rPr lang="en-US" altLang="zh-CN" sz="2000" dirty="0" err="1">
                <a:solidFill>
                  <a:schemeClr val="tx1"/>
                </a:solidFill>
                <a:latin typeface="华文细黑" panose="02010600040101010101" pitchFamily="2" charset="-122"/>
                <a:ea typeface="华文细黑" panose="02010600040101010101" pitchFamily="2" charset="-122"/>
                <a:cs typeface="Comic Sans MS" panose="030F0902030302020204" pitchFamily="66" charset="0"/>
              </a:rPr>
              <a:t>n.expert</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10" name="图片 9"/>
          <p:cNvPicPr>
            <a:picLocks noChangeAspect="1"/>
          </p:cNvPicPr>
          <p:nvPr/>
        </p:nvPicPr>
        <p:blipFill>
          <a:blip r:embed="rId5"/>
          <a:stretch>
            <a:fillRect/>
          </a:stretch>
        </p:blipFill>
        <p:spPr>
          <a:xfrm>
            <a:off x="6166863" y="1542319"/>
            <a:ext cx="2239717" cy="3073051"/>
          </a:xfrm>
          <a:prstGeom prst="rect">
            <a:avLst/>
          </a:prstGeom>
        </p:spPr>
      </p:pic>
      <p:sp>
        <p:nvSpPr>
          <p:cNvPr id="2" name="文本框 1"/>
          <p:cNvSpPr txBox="1"/>
          <p:nvPr/>
        </p:nvSpPr>
        <p:spPr>
          <a:xfrm>
            <a:off x="2058035" y="4147185"/>
            <a:ext cx="4037330" cy="829945"/>
          </a:xfrm>
          <a:prstGeom prst="rect">
            <a:avLst/>
          </a:prstGeom>
          <a:noFill/>
        </p:spPr>
        <p:txBody>
          <a:bodyPr wrap="square" rtlCol="0">
            <a:spAutoFit/>
          </a:bodyPr>
          <a:lstStyle/>
          <a:p>
            <a:r>
              <a:rPr lang="zh-CN" altLang="en-US" sz="2400"/>
              <a:t>终南山院士是防治传染病领域的</a:t>
            </a:r>
            <a:r>
              <a:rPr lang="zh-CN" altLang="en-US" sz="2400">
                <a:solidFill>
                  <a:srgbClr val="FF0000"/>
                </a:solidFill>
              </a:rPr>
              <a:t>专家</a:t>
            </a:r>
            <a:r>
              <a:rPr lang="en-US" altLang="zh-CN" sz="2400"/>
              <a:t>。</a:t>
            </a:r>
          </a:p>
        </p:txBody>
      </p:sp>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058032" y="1839293"/>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采用</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2114281" y="1309030"/>
            <a:ext cx="2444900"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cǎiyòng</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213812" y="3162732"/>
            <a:ext cx="2467342" cy="400110"/>
          </a:xfrm>
          <a:prstGeom prst="rect">
            <a:avLst/>
          </a:prstGeom>
          <a:noFill/>
        </p:spPr>
        <p:txBody>
          <a:bodyPr wrap="none" rtlCol="0">
            <a:spAutoFit/>
          </a:bodyPr>
          <a:lstStyle/>
          <a:p>
            <a:r>
              <a:rPr lang="en-US" altLang="zh-CN" sz="2000" dirty="0">
                <a:latin typeface="华文细黑" panose="02010600040101010101" pitchFamily="2" charset="-122"/>
                <a:ea typeface="华文细黑" panose="02010600040101010101" pitchFamily="2" charset="-122"/>
                <a:cs typeface="Comic Sans MS" panose="030F0902030302020204" pitchFamily="66" charset="0"/>
              </a:rPr>
              <a:t>v.to </a:t>
            </a:r>
            <a:r>
              <a:rPr lang="en-US" altLang="zh-CN" sz="2000" dirty="0" err="1">
                <a:latin typeface="华文细黑" panose="02010600040101010101" pitchFamily="2" charset="-122"/>
                <a:ea typeface="华文细黑" panose="02010600040101010101" pitchFamily="2" charset="-122"/>
                <a:cs typeface="Comic Sans MS" panose="030F0902030302020204" pitchFamily="66" charset="0"/>
              </a:rPr>
              <a:t>use,to</a:t>
            </a:r>
            <a:r>
              <a:rPr lang="en-US" altLang="zh-CN" sz="2000" dirty="0">
                <a:latin typeface="华文细黑" panose="02010600040101010101" pitchFamily="2" charset="-122"/>
                <a:ea typeface="华文细黑" panose="02010600040101010101" pitchFamily="2" charset="-122"/>
                <a:cs typeface="Comic Sans MS" panose="030F0902030302020204" pitchFamily="66" charset="0"/>
              </a:rPr>
              <a:t> employ</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9" name="图片 8"/>
          <p:cNvPicPr>
            <a:picLocks noChangeAspect="1"/>
          </p:cNvPicPr>
          <p:nvPr/>
        </p:nvPicPr>
        <p:blipFill>
          <a:blip r:embed="rId5"/>
          <a:stretch>
            <a:fillRect/>
          </a:stretch>
        </p:blipFill>
        <p:spPr>
          <a:xfrm>
            <a:off x="6235065" y="2078355"/>
            <a:ext cx="3476625" cy="2428875"/>
          </a:xfrm>
          <a:prstGeom prst="rect">
            <a:avLst/>
          </a:prstGeom>
        </p:spPr>
      </p:pic>
      <p:sp>
        <p:nvSpPr>
          <p:cNvPr id="2" name="文本框 1"/>
          <p:cNvSpPr txBox="1"/>
          <p:nvPr/>
        </p:nvSpPr>
        <p:spPr>
          <a:xfrm>
            <a:off x="1827530" y="3987800"/>
            <a:ext cx="3744595" cy="398780"/>
          </a:xfrm>
          <a:prstGeom prst="rect">
            <a:avLst/>
          </a:prstGeom>
          <a:noFill/>
        </p:spPr>
        <p:txBody>
          <a:bodyPr wrap="square" rtlCol="0">
            <a:spAutoFit/>
          </a:bodyPr>
          <a:lstStyle/>
          <a:p>
            <a:r>
              <a:rPr lang="zh-CN" altLang="en-US" sz="2000"/>
              <a:t>你决定</a:t>
            </a:r>
            <a:r>
              <a:rPr lang="zh-CN" altLang="en-US" sz="2000">
                <a:solidFill>
                  <a:srgbClr val="FF0000"/>
                </a:solidFill>
              </a:rPr>
              <a:t>采用</a:t>
            </a:r>
            <a:r>
              <a:rPr lang="zh-CN" altLang="en-US" sz="2000"/>
              <a:t>什么交通工具去上学</a:t>
            </a:r>
            <a:r>
              <a:rPr lang="en-US" altLang="zh-CN" sz="2000"/>
              <a:t>？</a:t>
            </a:r>
          </a:p>
        </p:txBody>
      </p:sp>
      <p:sp>
        <p:nvSpPr>
          <p:cNvPr id="10" name="文本框 9"/>
          <p:cNvSpPr txBox="1"/>
          <p:nvPr/>
        </p:nvSpPr>
        <p:spPr>
          <a:xfrm>
            <a:off x="1954530" y="4513580"/>
            <a:ext cx="3744595" cy="398780"/>
          </a:xfrm>
          <a:prstGeom prst="rect">
            <a:avLst/>
          </a:prstGeom>
          <a:noFill/>
        </p:spPr>
        <p:txBody>
          <a:bodyPr wrap="square" rtlCol="0">
            <a:spAutoFit/>
          </a:bodyPr>
          <a:lstStyle/>
          <a:p>
            <a:r>
              <a:rPr lang="zh-CN" altLang="en-US" sz="2000"/>
              <a:t>我们要多</a:t>
            </a:r>
            <a:r>
              <a:rPr lang="zh-CN" altLang="en-US" sz="2000">
                <a:solidFill>
                  <a:srgbClr val="FF0000"/>
                </a:solidFill>
              </a:rPr>
              <a:t>采用</a:t>
            </a:r>
            <a:r>
              <a:rPr lang="zh-CN" altLang="en-US" sz="2000"/>
              <a:t>专家的意见</a:t>
            </a:r>
            <a:r>
              <a:rPr lang="en-US" altLang="zh-CN" sz="2000"/>
              <a:t>。</a:t>
            </a:r>
          </a:p>
        </p:txBody>
      </p:sp>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058032" y="1839293"/>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柔和</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2254400" y="1253034"/>
            <a:ext cx="1779654"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róuhé</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442321" y="3162731"/>
            <a:ext cx="2750274" cy="400110"/>
          </a:xfrm>
          <a:prstGeom prst="rect">
            <a:avLst/>
          </a:prstGeom>
          <a:noFill/>
        </p:spPr>
        <p:txBody>
          <a:bodyPr wrap="square" rtlCol="0">
            <a:spAutoFit/>
          </a:bodyPr>
          <a:lstStyle/>
          <a:p>
            <a:r>
              <a:rPr lang="en-US" altLang="zh-CN" sz="2000" dirty="0" err="1">
                <a:latin typeface="华文细黑" panose="02010600040101010101" pitchFamily="2" charset="-122"/>
                <a:ea typeface="华文细黑" panose="02010600040101010101" pitchFamily="2" charset="-122"/>
                <a:cs typeface="Comic Sans MS" panose="030F0902030302020204" pitchFamily="66" charset="0"/>
              </a:rPr>
              <a:t>adj.gentle</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10" name="图片 9"/>
          <p:cNvPicPr>
            <a:picLocks noChangeAspect="1"/>
          </p:cNvPicPr>
          <p:nvPr/>
        </p:nvPicPr>
        <p:blipFill>
          <a:blip r:embed="rId5"/>
          <a:stretch>
            <a:fillRect/>
          </a:stretch>
        </p:blipFill>
        <p:spPr>
          <a:xfrm>
            <a:off x="6701853" y="2022727"/>
            <a:ext cx="3497839" cy="2039977"/>
          </a:xfrm>
          <a:prstGeom prst="rect">
            <a:avLst/>
          </a:prstGeom>
        </p:spPr>
      </p:pic>
      <p:sp>
        <p:nvSpPr>
          <p:cNvPr id="2" name="文本框 1"/>
          <p:cNvSpPr txBox="1"/>
          <p:nvPr/>
        </p:nvSpPr>
        <p:spPr>
          <a:xfrm>
            <a:off x="2359660" y="3827780"/>
            <a:ext cx="3514090" cy="460375"/>
          </a:xfrm>
          <a:prstGeom prst="rect">
            <a:avLst/>
          </a:prstGeom>
          <a:noFill/>
        </p:spPr>
        <p:txBody>
          <a:bodyPr wrap="square" rtlCol="0">
            <a:spAutoFit/>
          </a:bodyPr>
          <a:lstStyle/>
          <a:p>
            <a:r>
              <a:rPr lang="zh-CN" altLang="en-US" sz="2400"/>
              <a:t>天空中的光非常柔和</a:t>
            </a:r>
            <a:r>
              <a:rPr lang="en-US" altLang="zh-CN" sz="2400"/>
              <a:t>。</a:t>
            </a:r>
          </a:p>
        </p:txBody>
      </p:sp>
      <p:sp>
        <p:nvSpPr>
          <p:cNvPr id="9" name="文本框 8"/>
          <p:cNvSpPr txBox="1"/>
          <p:nvPr/>
        </p:nvSpPr>
        <p:spPr>
          <a:xfrm>
            <a:off x="2442210" y="4460875"/>
            <a:ext cx="3514090" cy="829945"/>
          </a:xfrm>
          <a:prstGeom prst="rect">
            <a:avLst/>
          </a:prstGeom>
          <a:noFill/>
        </p:spPr>
        <p:txBody>
          <a:bodyPr wrap="square" rtlCol="0">
            <a:spAutoFit/>
          </a:bodyPr>
          <a:lstStyle/>
          <a:p>
            <a:r>
              <a:rPr lang="zh-CN" altLang="en-US" sz="2400"/>
              <a:t>老师鼓励同学们的声音非常柔和</a:t>
            </a:r>
            <a:r>
              <a:rPr lang="en-US" altLang="zh-CN" sz="2400"/>
              <a:t>。</a:t>
            </a:r>
          </a:p>
        </p:txBody>
      </p:sp>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058032" y="1839293"/>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愿望</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1855685" y="1253034"/>
            <a:ext cx="3139001"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yuànwàng</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346239" y="3162732"/>
            <a:ext cx="1670650" cy="400110"/>
          </a:xfrm>
          <a:prstGeom prst="rect">
            <a:avLst/>
          </a:prstGeom>
          <a:noFill/>
        </p:spPr>
        <p:txBody>
          <a:bodyPr wrap="none" rtlCol="0">
            <a:spAutoFit/>
          </a:bodyPr>
          <a:lstStyle/>
          <a:p>
            <a:r>
              <a:rPr lang="en-US" altLang="zh-CN" sz="2000" dirty="0" err="1">
                <a:latin typeface="华文细黑" panose="02010600040101010101" pitchFamily="2" charset="-122"/>
                <a:ea typeface="华文细黑" panose="02010600040101010101" pitchFamily="2" charset="-122"/>
                <a:cs typeface="Comic Sans MS" panose="030F0902030302020204" pitchFamily="66" charset="0"/>
              </a:rPr>
              <a:t>n.wish,hope</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10" name="图片 9"/>
          <p:cNvPicPr>
            <a:picLocks noChangeAspect="1"/>
          </p:cNvPicPr>
          <p:nvPr/>
        </p:nvPicPr>
        <p:blipFill>
          <a:blip r:embed="rId5"/>
          <a:stretch>
            <a:fillRect/>
          </a:stretch>
        </p:blipFill>
        <p:spPr>
          <a:xfrm>
            <a:off x="6728184" y="2164715"/>
            <a:ext cx="3108397" cy="2154901"/>
          </a:xfrm>
          <a:prstGeom prst="rect">
            <a:avLst/>
          </a:prstGeom>
        </p:spPr>
      </p:pic>
      <p:sp>
        <p:nvSpPr>
          <p:cNvPr id="2" name="文本框 1"/>
          <p:cNvSpPr txBox="1"/>
          <p:nvPr/>
        </p:nvSpPr>
        <p:spPr>
          <a:xfrm>
            <a:off x="2146935" y="3952240"/>
            <a:ext cx="3732530" cy="829945"/>
          </a:xfrm>
          <a:prstGeom prst="rect">
            <a:avLst/>
          </a:prstGeom>
          <a:noFill/>
        </p:spPr>
        <p:txBody>
          <a:bodyPr wrap="square" rtlCol="0">
            <a:spAutoFit/>
          </a:bodyPr>
          <a:lstStyle/>
          <a:p>
            <a:r>
              <a:rPr lang="zh-CN" altLang="en-US" sz="2400"/>
              <a:t>新年那天</a:t>
            </a:r>
            <a:r>
              <a:rPr lang="en-US" altLang="zh-CN" sz="2400"/>
              <a:t>，</a:t>
            </a:r>
            <a:r>
              <a:rPr lang="zh-CN" altLang="en-US" sz="2400"/>
              <a:t>大家都许下新一年的愿望</a:t>
            </a:r>
            <a:r>
              <a:rPr lang="en-US" altLang="zh-CN" sz="2400"/>
              <a:t>。</a:t>
            </a:r>
          </a:p>
        </p:txBody>
      </p:sp>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443686" y="1910619"/>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窗帘</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1803511" y="1346851"/>
            <a:ext cx="3300904"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chuānglián</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861963" y="3327830"/>
            <a:ext cx="1281120" cy="400110"/>
          </a:xfrm>
          <a:prstGeom prst="rect">
            <a:avLst/>
          </a:prstGeom>
          <a:noFill/>
        </p:spPr>
        <p:txBody>
          <a:bodyPr wrap="none" rtlCol="0">
            <a:spAutoFit/>
          </a:bodyPr>
          <a:lstStyle/>
          <a:p>
            <a:r>
              <a:rPr lang="en-US" altLang="zh-CN" sz="2000" dirty="0" err="1">
                <a:latin typeface="华文细黑" panose="02010600040101010101" pitchFamily="2" charset="-122"/>
                <a:ea typeface="华文细黑" panose="02010600040101010101" pitchFamily="2" charset="-122"/>
                <a:cs typeface="Comic Sans MS" panose="030F0902030302020204" pitchFamily="66" charset="0"/>
              </a:rPr>
              <a:t>n.curtain</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10" name="图片 9"/>
          <p:cNvPicPr>
            <a:picLocks noChangeAspect="1"/>
          </p:cNvPicPr>
          <p:nvPr/>
        </p:nvPicPr>
        <p:blipFill>
          <a:blip r:embed="rId5"/>
          <a:stretch>
            <a:fillRect/>
          </a:stretch>
        </p:blipFill>
        <p:spPr>
          <a:xfrm>
            <a:off x="6096000" y="1969040"/>
            <a:ext cx="2639627" cy="2441036"/>
          </a:xfrm>
          <a:prstGeom prst="rect">
            <a:avLst/>
          </a:prstGeom>
        </p:spPr>
      </p:pic>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443686" y="1910619"/>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市场</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2439000" y="1341748"/>
            <a:ext cx="2680542"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shìchǎng</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861963" y="3327830"/>
            <a:ext cx="1285929" cy="400110"/>
          </a:xfrm>
          <a:prstGeom prst="rect">
            <a:avLst/>
          </a:prstGeom>
          <a:noFill/>
        </p:spPr>
        <p:txBody>
          <a:bodyPr wrap="none" rtlCol="0">
            <a:spAutoFit/>
          </a:bodyPr>
          <a:lstStyle/>
          <a:p>
            <a:r>
              <a:rPr lang="en-US" altLang="zh-CN" sz="2000" dirty="0" err="1">
                <a:latin typeface="华文细黑" panose="02010600040101010101" pitchFamily="2" charset="-122"/>
                <a:ea typeface="华文细黑" panose="02010600040101010101" pitchFamily="2" charset="-122"/>
                <a:cs typeface="Comic Sans MS" panose="030F0902030302020204" pitchFamily="66" charset="0"/>
              </a:rPr>
              <a:t>n.market</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9" name="图片 8"/>
          <p:cNvPicPr>
            <a:picLocks noChangeAspect="1"/>
          </p:cNvPicPr>
          <p:nvPr/>
        </p:nvPicPr>
        <p:blipFill>
          <a:blip r:embed="rId5"/>
          <a:stretch>
            <a:fillRect/>
          </a:stretch>
        </p:blipFill>
        <p:spPr>
          <a:xfrm>
            <a:off x="6168431" y="2022330"/>
            <a:ext cx="3468363" cy="2213161"/>
          </a:xfrm>
          <a:prstGeom prst="rect">
            <a:avLst/>
          </a:prstGeom>
        </p:spPr>
      </p:pic>
      <p:sp>
        <p:nvSpPr>
          <p:cNvPr id="2" name="文本框 1"/>
          <p:cNvSpPr txBox="1"/>
          <p:nvPr/>
        </p:nvSpPr>
        <p:spPr>
          <a:xfrm>
            <a:off x="2271395" y="4058920"/>
            <a:ext cx="2182495" cy="1568450"/>
          </a:xfrm>
          <a:prstGeom prst="rect">
            <a:avLst/>
          </a:prstGeom>
          <a:noFill/>
        </p:spPr>
        <p:txBody>
          <a:bodyPr wrap="square" rtlCol="0">
            <a:spAutoFit/>
          </a:bodyPr>
          <a:lstStyle/>
          <a:p>
            <a:r>
              <a:rPr lang="zh-CN" altLang="en-US" sz="2400"/>
              <a:t>菜市场</a:t>
            </a:r>
          </a:p>
          <a:p>
            <a:r>
              <a:rPr lang="zh-CN" altLang="en-US" sz="2400"/>
              <a:t>花鸟市场</a:t>
            </a:r>
          </a:p>
          <a:p>
            <a:r>
              <a:rPr lang="zh-CN" altLang="en-US" sz="2400"/>
              <a:t>服装市场</a:t>
            </a:r>
          </a:p>
          <a:p>
            <a:endParaRPr lang="zh-CN" altLang="en-US" sz="2400"/>
          </a:p>
        </p:txBody>
      </p:sp>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443686" y="1910619"/>
            <a:ext cx="2239716" cy="1323439"/>
          </a:xfrm>
          <a:prstGeom prst="rect">
            <a:avLst/>
          </a:prstGeom>
          <a:noFill/>
        </p:spPr>
        <p:txBody>
          <a:bodyPr wrap="none" rtlCol="0">
            <a:spAutoFit/>
          </a:bodyPr>
          <a:lstStyle/>
          <a:p>
            <a:r>
              <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rPr>
              <a:t>产品</a:t>
            </a: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2309653" y="1341748"/>
            <a:ext cx="2465740"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chǎnpǐn</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861963" y="3327830"/>
            <a:ext cx="1417376" cy="400110"/>
          </a:xfrm>
          <a:prstGeom prst="rect">
            <a:avLst/>
          </a:prstGeom>
          <a:noFill/>
        </p:spPr>
        <p:txBody>
          <a:bodyPr wrap="none" rtlCol="0">
            <a:spAutoFit/>
          </a:bodyPr>
          <a:lstStyle/>
          <a:p>
            <a:r>
              <a:rPr lang="en-US" altLang="zh-CN" sz="2000" dirty="0" err="1">
                <a:latin typeface="华文细黑" panose="02010600040101010101" pitchFamily="2" charset="-122"/>
                <a:ea typeface="华文细黑" panose="02010600040101010101" pitchFamily="2" charset="-122"/>
                <a:cs typeface="Comic Sans MS" panose="030F0902030302020204" pitchFamily="66" charset="0"/>
              </a:rPr>
              <a:t>n.product</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9" name="图片 8"/>
          <p:cNvPicPr>
            <a:picLocks noChangeAspect="1"/>
          </p:cNvPicPr>
          <p:nvPr/>
        </p:nvPicPr>
        <p:blipFill>
          <a:blip r:embed="rId5"/>
          <a:stretch>
            <a:fillRect/>
          </a:stretch>
        </p:blipFill>
        <p:spPr>
          <a:xfrm>
            <a:off x="5771440" y="2111189"/>
            <a:ext cx="3716706" cy="2099760"/>
          </a:xfrm>
          <a:prstGeom prst="rect">
            <a:avLst/>
          </a:prstGeom>
        </p:spPr>
      </p:pic>
      <p:sp>
        <p:nvSpPr>
          <p:cNvPr id="2" name="文本框 1"/>
          <p:cNvSpPr txBox="1"/>
          <p:nvPr/>
        </p:nvSpPr>
        <p:spPr>
          <a:xfrm>
            <a:off x="2309495" y="4023360"/>
            <a:ext cx="3159125" cy="829945"/>
          </a:xfrm>
          <a:prstGeom prst="rect">
            <a:avLst/>
          </a:prstGeom>
          <a:noFill/>
        </p:spPr>
        <p:txBody>
          <a:bodyPr wrap="square" rtlCol="0">
            <a:spAutoFit/>
          </a:bodyPr>
          <a:lstStyle/>
          <a:p>
            <a:r>
              <a:rPr lang="zh-CN" altLang="en-US" sz="2400"/>
              <a:t>电脑</a:t>
            </a:r>
            <a:r>
              <a:rPr lang="en-US" altLang="zh-CN" sz="2400"/>
              <a:t>、</a:t>
            </a:r>
            <a:r>
              <a:rPr lang="zh-CN" altLang="en-US" sz="2400"/>
              <a:t>手机</a:t>
            </a:r>
            <a:r>
              <a:rPr lang="en-US" altLang="zh-CN" sz="2400"/>
              <a:t>、</a:t>
            </a:r>
            <a:r>
              <a:rPr lang="zh-CN" altLang="en-US" sz="2400"/>
              <a:t>耳机这些都是电子产品</a:t>
            </a:r>
            <a:r>
              <a:rPr lang="en-US" altLang="zh-CN" sz="2400"/>
              <a:t>。</a:t>
            </a:r>
          </a:p>
        </p:txBody>
      </p:sp>
      <p:sp>
        <p:nvSpPr>
          <p:cNvPr id="10" name="文本框 9"/>
          <p:cNvSpPr txBox="1"/>
          <p:nvPr/>
        </p:nvSpPr>
        <p:spPr>
          <a:xfrm>
            <a:off x="2309495" y="4944745"/>
            <a:ext cx="4206240" cy="460375"/>
          </a:xfrm>
          <a:prstGeom prst="rect">
            <a:avLst/>
          </a:prstGeom>
          <a:noFill/>
        </p:spPr>
        <p:txBody>
          <a:bodyPr wrap="square" rtlCol="0">
            <a:spAutoFit/>
          </a:bodyPr>
          <a:lstStyle/>
          <a:p>
            <a:r>
              <a:rPr lang="zh-CN" altLang="en-US" sz="2400"/>
              <a:t>他们店里的产品质量都很好</a:t>
            </a:r>
            <a:r>
              <a:rPr lang="en-US" altLang="zh-CN" sz="2400"/>
              <a:t>。</a:t>
            </a:r>
          </a:p>
        </p:txBody>
      </p:sp>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443686" y="1910619"/>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模仿</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2497386" y="1341748"/>
            <a:ext cx="2512226"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mófǎng</a:t>
            </a:r>
            <a:r>
              <a:rPr lang="en-US" altLang="zh-CN" sz="4400" dirty="0">
                <a:latin typeface="华文细黑" panose="02010600040101010101" pitchFamily="2" charset="-122"/>
                <a:ea typeface="华文细黑" panose="02010600040101010101" pitchFamily="2" charset="-122"/>
                <a:cs typeface="Comic Sans MS" panose="030F0902030302020204" pitchFamily="66" charset="0"/>
              </a:rPr>
              <a:t> </a:t>
            </a: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861963" y="3327830"/>
            <a:ext cx="1574470" cy="400110"/>
          </a:xfrm>
          <a:prstGeom prst="rect">
            <a:avLst/>
          </a:prstGeom>
          <a:noFill/>
        </p:spPr>
        <p:txBody>
          <a:bodyPr wrap="none" rtlCol="0">
            <a:spAutoFit/>
          </a:bodyPr>
          <a:lstStyle/>
          <a:p>
            <a:r>
              <a:rPr lang="en-US" altLang="zh-CN" sz="2000" dirty="0">
                <a:latin typeface="华文细黑" panose="02010600040101010101" pitchFamily="2" charset="-122"/>
                <a:ea typeface="华文细黑" panose="02010600040101010101" pitchFamily="2" charset="-122"/>
                <a:cs typeface="Comic Sans MS" panose="030F0902030302020204" pitchFamily="66" charset="0"/>
              </a:rPr>
              <a:t>v.to imitate</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9" name="图片 8"/>
          <p:cNvPicPr>
            <a:picLocks noChangeAspect="1"/>
          </p:cNvPicPr>
          <p:nvPr/>
        </p:nvPicPr>
        <p:blipFill>
          <a:blip r:embed="rId5"/>
          <a:stretch>
            <a:fillRect/>
          </a:stretch>
        </p:blipFill>
        <p:spPr>
          <a:xfrm>
            <a:off x="7088128" y="1894840"/>
            <a:ext cx="2778642" cy="1833161"/>
          </a:xfrm>
          <a:prstGeom prst="rect">
            <a:avLst/>
          </a:prstGeom>
        </p:spPr>
      </p:pic>
      <p:sp>
        <p:nvSpPr>
          <p:cNvPr id="2" name="文本框 1"/>
          <p:cNvSpPr txBox="1"/>
          <p:nvPr/>
        </p:nvSpPr>
        <p:spPr>
          <a:xfrm>
            <a:off x="2341880" y="4058920"/>
            <a:ext cx="5057140" cy="829945"/>
          </a:xfrm>
          <a:prstGeom prst="rect">
            <a:avLst/>
          </a:prstGeom>
          <a:noFill/>
        </p:spPr>
        <p:txBody>
          <a:bodyPr wrap="square" rtlCol="0">
            <a:spAutoFit/>
          </a:bodyPr>
          <a:lstStyle/>
          <a:p>
            <a:r>
              <a:rPr lang="zh-CN" altLang="en-US" sz="2400"/>
              <a:t>哪吒的电影非常火</a:t>
            </a:r>
            <a:r>
              <a:rPr lang="en-US" altLang="zh-CN" sz="2400"/>
              <a:t>，</a:t>
            </a:r>
            <a:r>
              <a:rPr lang="zh-CN" altLang="en-US" sz="2400"/>
              <a:t>很多人都模仿哪吒的装扮</a:t>
            </a:r>
            <a:r>
              <a:rPr lang="en-US" altLang="zh-CN" sz="2400"/>
              <a:t>。</a:t>
            </a:r>
          </a:p>
        </p:txBody>
      </p:sp>
      <p:sp>
        <p:nvSpPr>
          <p:cNvPr id="10" name="文本框 9"/>
          <p:cNvSpPr txBox="1"/>
          <p:nvPr/>
        </p:nvSpPr>
        <p:spPr>
          <a:xfrm>
            <a:off x="2468880" y="4944745"/>
            <a:ext cx="5057140" cy="460375"/>
          </a:xfrm>
          <a:prstGeom prst="rect">
            <a:avLst/>
          </a:prstGeom>
          <a:noFill/>
        </p:spPr>
        <p:txBody>
          <a:bodyPr wrap="square" rtlCol="0">
            <a:spAutoFit/>
          </a:bodyPr>
          <a:lstStyle/>
          <a:p>
            <a:r>
              <a:rPr lang="zh-CN" altLang="en-US" sz="2400"/>
              <a:t>小朋友总是模仿大人说话</a:t>
            </a:r>
            <a:r>
              <a:rPr lang="en-US" altLang="zh-CN" sz="2400"/>
              <a:t>。</a:t>
            </a:r>
          </a:p>
        </p:txBody>
      </p:sp>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443686" y="1910619"/>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避免</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2609572" y="1346593"/>
            <a:ext cx="2052165"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bìmiǎn</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861963" y="3327830"/>
            <a:ext cx="1688283" cy="400110"/>
          </a:xfrm>
          <a:prstGeom prst="rect">
            <a:avLst/>
          </a:prstGeom>
          <a:noFill/>
        </p:spPr>
        <p:txBody>
          <a:bodyPr wrap="none" rtlCol="0">
            <a:spAutoFit/>
          </a:bodyPr>
          <a:lstStyle/>
          <a:p>
            <a:r>
              <a:rPr lang="en-US" altLang="zh-CN" sz="2000" dirty="0">
                <a:latin typeface="华文细黑" panose="02010600040101010101" pitchFamily="2" charset="-122"/>
                <a:ea typeface="华文细黑" panose="02010600040101010101" pitchFamily="2" charset="-122"/>
                <a:cs typeface="Comic Sans MS" panose="030F0902030302020204" pitchFamily="66" charset="0"/>
              </a:rPr>
              <a:t>v.to prevent</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9" name="图片 8"/>
          <p:cNvPicPr>
            <a:picLocks noChangeAspect="1"/>
          </p:cNvPicPr>
          <p:nvPr/>
        </p:nvPicPr>
        <p:blipFill>
          <a:blip r:embed="rId5"/>
          <a:stretch>
            <a:fillRect/>
          </a:stretch>
        </p:blipFill>
        <p:spPr>
          <a:xfrm>
            <a:off x="6647087" y="1347130"/>
            <a:ext cx="3126443" cy="3409950"/>
          </a:xfrm>
          <a:prstGeom prst="rect">
            <a:avLst/>
          </a:prstGeom>
        </p:spPr>
      </p:pic>
      <p:sp>
        <p:nvSpPr>
          <p:cNvPr id="2" name="文本框 1"/>
          <p:cNvSpPr txBox="1"/>
          <p:nvPr/>
        </p:nvSpPr>
        <p:spPr>
          <a:xfrm>
            <a:off x="1751965" y="3822065"/>
            <a:ext cx="4895215" cy="460375"/>
          </a:xfrm>
          <a:prstGeom prst="rect">
            <a:avLst/>
          </a:prstGeom>
          <a:noFill/>
        </p:spPr>
        <p:txBody>
          <a:bodyPr wrap="square" rtlCol="0">
            <a:spAutoFit/>
          </a:bodyPr>
          <a:lstStyle/>
          <a:p>
            <a:r>
              <a:rPr lang="zh-CN" altLang="en-US" sz="2400"/>
              <a:t>接到推销电话</a:t>
            </a:r>
            <a:r>
              <a:rPr lang="en-US" altLang="zh-CN" sz="2400"/>
              <a:t>，</a:t>
            </a:r>
            <a:r>
              <a:rPr lang="zh-CN" altLang="en-US" sz="2400"/>
              <a:t>我们要避免上当</a:t>
            </a:r>
            <a:r>
              <a:rPr lang="en-US" altLang="zh-CN" sz="2400"/>
              <a:t>。</a:t>
            </a:r>
          </a:p>
        </p:txBody>
      </p:sp>
      <p:sp>
        <p:nvSpPr>
          <p:cNvPr id="10" name="文本框 9"/>
          <p:cNvSpPr txBox="1"/>
          <p:nvPr/>
        </p:nvSpPr>
        <p:spPr>
          <a:xfrm>
            <a:off x="1751965" y="4586605"/>
            <a:ext cx="4895215" cy="460375"/>
          </a:xfrm>
          <a:prstGeom prst="rect">
            <a:avLst/>
          </a:prstGeom>
          <a:noFill/>
        </p:spPr>
        <p:txBody>
          <a:bodyPr wrap="square" rtlCol="0">
            <a:spAutoFit/>
          </a:bodyPr>
          <a:lstStyle/>
          <a:p>
            <a:r>
              <a:rPr lang="zh-CN" altLang="en-US" sz="2400"/>
              <a:t>你做了错事</a:t>
            </a:r>
            <a:r>
              <a:rPr lang="en-US" altLang="zh-CN" sz="2400"/>
              <a:t>，</a:t>
            </a:r>
            <a:r>
              <a:rPr lang="zh-CN" altLang="en-US" sz="2400"/>
              <a:t>无法避免妈妈的责骂</a:t>
            </a:r>
            <a:r>
              <a:rPr lang="en-US" altLang="zh-CN" sz="2400"/>
              <a:t>。</a:t>
            </a:r>
          </a:p>
        </p:txBody>
      </p:sp>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movie-g4aeb5e484_1280"/>
          <p:cNvPicPr>
            <a:picLocks noChangeAspect="1"/>
          </p:cNvPicPr>
          <p:nvPr/>
        </p:nvPicPr>
        <p:blipFill>
          <a:blip r:embed="rId3"/>
          <a:stretch>
            <a:fillRect/>
          </a:stretch>
        </p:blipFill>
        <p:spPr>
          <a:xfrm>
            <a:off x="1505668" y="536"/>
            <a:ext cx="9180665" cy="6856928"/>
          </a:xfrm>
          <a:prstGeom prst="rect">
            <a:avLst/>
          </a:prstGeom>
        </p:spPr>
      </p:pic>
      <p:pic>
        <p:nvPicPr>
          <p:cNvPr id="5" name="图片 4" descr="movie-g4aeb5e484_1280"/>
          <p:cNvPicPr>
            <a:picLocks noChangeAspect="1"/>
          </p:cNvPicPr>
          <p:nvPr/>
        </p:nvPicPr>
        <p:blipFill>
          <a:blip r:embed="rId3"/>
          <a:stretch>
            <a:fillRect/>
          </a:stretch>
        </p:blipFill>
        <p:spPr>
          <a:xfrm>
            <a:off x="-7674997" y="536"/>
            <a:ext cx="9180665" cy="6856928"/>
          </a:xfrm>
          <a:prstGeom prst="rect">
            <a:avLst/>
          </a:prstGeom>
        </p:spPr>
      </p:pic>
      <p:pic>
        <p:nvPicPr>
          <p:cNvPr id="6" name="图片 5" descr="movie-g4aeb5e484_1280"/>
          <p:cNvPicPr>
            <a:picLocks noChangeAspect="1"/>
          </p:cNvPicPr>
          <p:nvPr/>
        </p:nvPicPr>
        <p:blipFill>
          <a:blip r:embed="rId3"/>
          <a:stretch>
            <a:fillRect/>
          </a:stretch>
        </p:blipFill>
        <p:spPr>
          <a:xfrm>
            <a:off x="10686333" y="536"/>
            <a:ext cx="9180665" cy="6856928"/>
          </a:xfrm>
          <a:prstGeom prst="rect">
            <a:avLst/>
          </a:prstGeom>
        </p:spPr>
      </p:pic>
      <p:sp>
        <p:nvSpPr>
          <p:cNvPr id="11" name="文本框 10"/>
          <p:cNvSpPr txBox="1"/>
          <p:nvPr/>
        </p:nvSpPr>
        <p:spPr>
          <a:xfrm>
            <a:off x="2443686" y="1910619"/>
            <a:ext cx="2239716" cy="1323439"/>
          </a:xfrm>
          <a:prstGeom prst="rect">
            <a:avLst/>
          </a:prstGeom>
          <a:noFill/>
        </p:spPr>
        <p:txBody>
          <a:bodyPr wrap="none" rtlCol="0">
            <a:spAutoFit/>
          </a:bodyPr>
          <a:lstStyle/>
          <a:p>
            <a:r>
              <a:rPr lang="zh-CN" altLang="en-US" sz="8000" b="1" dirty="0">
                <a:latin typeface="华文楷体" panose="02010600040101010101" charset="-122"/>
                <a:ea typeface="华文楷体" panose="02010600040101010101" charset="-122"/>
                <a:cs typeface="Comic Sans MS" panose="030F0902030302020204" pitchFamily="66" charset="0"/>
              </a:rPr>
              <a:t>传统</a:t>
            </a:r>
            <a:endParaRPr lang="zh-CN" altLang="en-US" sz="8000" b="1" dirty="0">
              <a:solidFill>
                <a:schemeClr val="tx1"/>
              </a:solidFill>
              <a:latin typeface="华文楷体" panose="02010600040101010101" charset="-122"/>
              <a:ea typeface="华文楷体" panose="02010600040101010101" charset="-122"/>
              <a:cs typeface="Comic Sans MS" panose="030F0902030302020204" pitchFamily="66" charset="0"/>
            </a:endParaRPr>
          </a:p>
        </p:txBody>
      </p:sp>
      <p:pic>
        <p:nvPicPr>
          <p:cNvPr id="17" name="Picture 2" descr="C:\Users\Administrator\Desktop\小红书\对外汉语战略搞钱计划\卡通头像\1.png1"/>
          <p:cNvPicPr>
            <a:picLocks noChangeAspect="1" noChangeArrowheads="1"/>
          </p:cNvPicPr>
          <p:nvPr/>
        </p:nvPicPr>
        <p:blipFill>
          <a:blip r:embed="rId4"/>
          <a:srcRect/>
          <a:stretch>
            <a:fillRect/>
          </a:stretch>
        </p:blipFill>
        <p:spPr bwMode="auto">
          <a:xfrm>
            <a:off x="9551988" y="1052830"/>
            <a:ext cx="969645" cy="969645"/>
          </a:xfrm>
          <a:prstGeom prst="rect">
            <a:avLst/>
          </a:prstGeom>
          <a:noFill/>
        </p:spPr>
      </p:pic>
      <p:sp>
        <p:nvSpPr>
          <p:cNvPr id="3" name="文本框 2"/>
          <p:cNvSpPr txBox="1"/>
          <p:nvPr/>
        </p:nvSpPr>
        <p:spPr>
          <a:xfrm>
            <a:off x="2012500" y="1346851"/>
            <a:ext cx="3252814" cy="769441"/>
          </a:xfrm>
          <a:prstGeom prst="rect">
            <a:avLst/>
          </a:prstGeom>
          <a:noFill/>
        </p:spPr>
        <p:txBody>
          <a:bodyPr wrap="none" rtlCol="0">
            <a:spAutoFit/>
          </a:bodyPr>
          <a:lstStyle/>
          <a:p>
            <a:r>
              <a:rPr lang="en-US" altLang="zh-CN" sz="4400" dirty="0" err="1">
                <a:latin typeface="华文细黑" panose="02010600040101010101" pitchFamily="2" charset="-122"/>
                <a:ea typeface="华文细黑" panose="02010600040101010101" pitchFamily="2" charset="-122"/>
                <a:cs typeface="Comic Sans MS" panose="030F0902030302020204" pitchFamily="66" charset="0"/>
              </a:rPr>
              <a:t>chuántǒng</a:t>
            </a:r>
            <a:endParaRPr lang="en-US" altLang="zh-CN" sz="44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24" name="文本框 7"/>
          <p:cNvSpPr txBox="1"/>
          <p:nvPr/>
        </p:nvSpPr>
        <p:spPr>
          <a:xfrm>
            <a:off x="1705" y="1054395"/>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73143" y="1542319"/>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8" name="文本框 7"/>
          <p:cNvSpPr txBox="1"/>
          <p:nvPr/>
        </p:nvSpPr>
        <p:spPr>
          <a:xfrm>
            <a:off x="2222009" y="3327830"/>
            <a:ext cx="3352200" cy="400110"/>
          </a:xfrm>
          <a:prstGeom prst="rect">
            <a:avLst/>
          </a:prstGeom>
          <a:noFill/>
        </p:spPr>
        <p:txBody>
          <a:bodyPr wrap="none" rtlCol="0">
            <a:spAutoFit/>
          </a:bodyPr>
          <a:lstStyle/>
          <a:p>
            <a:r>
              <a:rPr lang="en-US" altLang="zh-CN" sz="2000" dirty="0">
                <a:latin typeface="华文细黑" panose="02010600040101010101" pitchFamily="2" charset="-122"/>
                <a:ea typeface="华文细黑" panose="02010600040101010101" pitchFamily="2" charset="-122"/>
                <a:cs typeface="Comic Sans MS" panose="030F0902030302020204" pitchFamily="66" charset="0"/>
              </a:rPr>
              <a:t>n./</a:t>
            </a:r>
            <a:r>
              <a:rPr lang="en-US" altLang="zh-CN" sz="2000" dirty="0" err="1">
                <a:latin typeface="华文细黑" panose="02010600040101010101" pitchFamily="2" charset="-122"/>
                <a:ea typeface="华文细黑" panose="02010600040101010101" pitchFamily="2" charset="-122"/>
                <a:cs typeface="Comic Sans MS" panose="030F0902030302020204" pitchFamily="66" charset="0"/>
              </a:rPr>
              <a:t>adj.tradition,traditional</a:t>
            </a:r>
            <a:endParaRPr lang="en-US" altLang="zh-CN" sz="2000" dirty="0">
              <a:solidFill>
                <a:schemeClr val="tx1"/>
              </a:solidFill>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9" name="图片 8"/>
          <p:cNvPicPr>
            <a:picLocks noChangeAspect="1"/>
          </p:cNvPicPr>
          <p:nvPr/>
        </p:nvPicPr>
        <p:blipFill>
          <a:blip r:embed="rId5"/>
          <a:stretch>
            <a:fillRect/>
          </a:stretch>
        </p:blipFill>
        <p:spPr>
          <a:xfrm>
            <a:off x="5883104" y="2116292"/>
            <a:ext cx="3250989" cy="1972106"/>
          </a:xfrm>
          <a:prstGeom prst="rect">
            <a:avLst/>
          </a:prstGeom>
        </p:spPr>
      </p:pic>
    </p:spTree>
  </p:cSld>
  <p:clrMapOvr>
    <a:masterClrMapping/>
  </p:clrMapOvr>
  <p:transition spd="slow">
    <p:push/>
    <p:sndAc>
      <p:stSnd>
        <p:snd r:embed="rId2" name="佳能快门声-咔嚓-相机拍照_爱给网_aigei_com.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24" grpId="0"/>
      <p:bldP spid="7" grpId="0"/>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99260" y="138430"/>
            <a:ext cx="2684972" cy="3194050"/>
            <a:chOff x="272" y="2028"/>
            <a:chExt cx="3523" cy="5030"/>
          </a:xfrm>
        </p:grpSpPr>
        <p:grpSp>
          <p:nvGrpSpPr>
            <p:cNvPr id="43" name="组合 42"/>
            <p:cNvGrpSpPr/>
            <p:nvPr/>
          </p:nvGrpSpPr>
          <p:grpSpPr>
            <a:xfrm>
              <a:off x="330" y="2028"/>
              <a:ext cx="3465" cy="5030"/>
              <a:chOff x="1486086" y="120403"/>
              <a:chExt cx="2200089" cy="3194297"/>
            </a:xfrm>
          </p:grpSpPr>
          <p:sp>
            <p:nvSpPr>
              <p:cNvPr id="44"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9" name="文本框 7"/>
            <p:cNvSpPr txBox="1"/>
            <p:nvPr/>
          </p:nvSpPr>
          <p:spPr>
            <a:xfrm>
              <a:off x="272" y="3997"/>
              <a:ext cx="3491"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n>
                    <a:noFill/>
                  </a:ln>
                  <a:effectLst/>
                  <a:uLnTx/>
                  <a:uFillTx/>
                  <a:latin typeface="华文细黑" panose="02010600040101010101" pitchFamily="2" charset="-122"/>
                  <a:ea typeface="华文细黑" panose="02010600040101010101" pitchFamily="2" charset="-122"/>
                  <a:sym typeface="+mn-ea"/>
                </a:rPr>
                <a:t>专家</a:t>
              </a:r>
            </a:p>
            <a:p>
              <a:r>
                <a:rPr lang="en-US" altLang="zh-CN" sz="2000" dirty="0">
                  <a:solidFill>
                    <a:schemeClr val="bg1"/>
                  </a:solidFill>
                  <a:latin typeface="Times New Roman" panose="02020603050405020304"/>
                  <a:cs typeface="Times New Roman" panose="02020603050405020304"/>
                </a:rPr>
                <a:t>         </a:t>
              </a:r>
              <a:r>
                <a:rPr lang="en-US" altLang="zh-CN" sz="2000" dirty="0" err="1">
                  <a:solidFill>
                    <a:schemeClr val="bg1"/>
                  </a:solidFill>
                  <a:latin typeface="Times New Roman" panose="02020603050405020304"/>
                  <a:cs typeface="Times New Roman" panose="02020603050405020304"/>
                </a:rPr>
                <a:t>n.expert</a:t>
              </a:r>
              <a:endParaRPr lang="en-US" altLang="zh-CN" sz="2000" dirty="0">
                <a:solidFill>
                  <a:schemeClr val="bg1"/>
                </a:solidFill>
                <a:latin typeface="Times New Roman" panose="02020603050405020304"/>
                <a:cs typeface="Times New Roman" panose="02020603050405020304"/>
              </a:endParaRPr>
            </a:p>
            <a:p>
              <a:pPr marL="0" marR="0" lvl="0" indent="0" algn="ctr" defTabSz="914400" rtl="0" eaLnBrk="1" fontAlgn="auto" latinLnBrk="0" hangingPunct="1">
                <a:lnSpc>
                  <a:spcPct val="100000"/>
                </a:lnSpc>
                <a:spcBef>
                  <a:spcPts val="0"/>
                </a:spcBef>
                <a:spcAft>
                  <a:spcPts val="0"/>
                </a:spcAft>
                <a:buClrTx/>
                <a:buSzTx/>
                <a:buFontTx/>
                <a:buNone/>
                <a:defRPr/>
              </a:pPr>
              <a:endParaRPr lang="en-US" altLang="en-US" sz="2000" b="1" noProof="0" dirty="0">
                <a:ln>
                  <a:noFill/>
                </a:ln>
                <a:solidFill>
                  <a:schemeClr val="bg1"/>
                </a:solidFill>
                <a:effectLst/>
                <a:uLnTx/>
                <a:uFillTx/>
                <a:latin typeface="Times New Roman" panose="02020603050405020304"/>
                <a:ea typeface="华文细黑" panose="02010600040101010101" pitchFamily="2" charset="-122"/>
                <a:cs typeface="Times New Roman" panose="02020603050405020304"/>
                <a:sym typeface="+mn-ea"/>
              </a:endParaRPr>
            </a:p>
          </p:txBody>
        </p:sp>
      </p:grpSp>
      <p:sp>
        <p:nvSpPr>
          <p:cNvPr id="10" name="文本框 7"/>
          <p:cNvSpPr txBox="1"/>
          <p:nvPr/>
        </p:nvSpPr>
        <p:spPr>
          <a:xfrm>
            <a:off x="2055451" y="912227"/>
            <a:ext cx="2386965" cy="646331"/>
          </a:xfrm>
          <a:prstGeom prst="rect">
            <a:avLst/>
          </a:prstGeom>
          <a:noFill/>
        </p:spPr>
        <p:txBody>
          <a:bodyPr wrap="square">
            <a:spAutoFit/>
          </a:bodyPr>
          <a:lstStyle/>
          <a:p>
            <a:r>
              <a:rPr lang="en-US" altLang="zh-CN" sz="3600" dirty="0" err="1">
                <a:latin typeface="华文细黑" panose="02010600040101010101" pitchFamily="2" charset="-122"/>
                <a:ea typeface="华文细黑" panose="02010600040101010101" pitchFamily="2" charset="-122"/>
                <a:cs typeface="Comic Sans MS" panose="030F0902030302020204" pitchFamily="66" charset="0"/>
              </a:rPr>
              <a:t>zhuānjiā</a:t>
            </a:r>
            <a:endParaRPr lang="en-US" altLang="zh-CN" sz="3600" dirty="0">
              <a:latin typeface="华文细黑" panose="02010600040101010101" pitchFamily="2" charset="-122"/>
              <a:ea typeface="华文细黑" panose="02010600040101010101" pitchFamily="2" charset="-122"/>
              <a:cs typeface="Comic Sans MS" panose="030F0902030302020204" pitchFamily="66" charset="0"/>
            </a:endParaRPr>
          </a:p>
        </p:txBody>
      </p:sp>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grpSp>
        <p:nvGrpSpPr>
          <p:cNvPr id="4" name="组合 3"/>
          <p:cNvGrpSpPr/>
          <p:nvPr/>
        </p:nvGrpSpPr>
        <p:grpSpPr>
          <a:xfrm>
            <a:off x="8239233" y="127635"/>
            <a:ext cx="2590436" cy="3194050"/>
            <a:chOff x="9330" y="2028"/>
            <a:chExt cx="3465" cy="5030"/>
          </a:xfrm>
        </p:grpSpPr>
        <p:grpSp>
          <p:nvGrpSpPr>
            <p:cNvPr id="57" name="组合 56"/>
            <p:cNvGrpSpPr/>
            <p:nvPr/>
          </p:nvGrpSpPr>
          <p:grpSpPr>
            <a:xfrm>
              <a:off x="9330" y="2028"/>
              <a:ext cx="3465" cy="5030"/>
              <a:chOff x="1486086" y="120403"/>
              <a:chExt cx="2200089" cy="3194297"/>
            </a:xfrm>
          </p:grpSpPr>
          <p:sp>
            <p:nvSpPr>
              <p:cNvPr id="5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60" name="文本框 7"/>
            <p:cNvSpPr txBox="1"/>
            <p:nvPr/>
          </p:nvSpPr>
          <p:spPr>
            <a:xfrm>
              <a:off x="9385" y="4252"/>
              <a:ext cx="3353"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n>
                    <a:noFill/>
                  </a:ln>
                  <a:effectLst/>
                  <a:uLnTx/>
                  <a:uFillTx/>
                  <a:latin typeface="华文细黑" panose="02010600040101010101" pitchFamily="2" charset="-122"/>
                  <a:ea typeface="华文细黑" panose="02010600040101010101" pitchFamily="2" charset="-122"/>
                  <a:sym typeface="+mn-ea"/>
                </a:rPr>
                <a:t>模仿</a:t>
              </a:r>
            </a:p>
            <a:p>
              <a:r>
                <a:rPr lang="en-US" altLang="zh-CN" sz="2000" dirty="0">
                  <a:solidFill>
                    <a:schemeClr val="bg1"/>
                  </a:solidFill>
                  <a:latin typeface="Times New Roman" panose="02020603050405020304"/>
                  <a:cs typeface="Times New Roman" panose="02020603050405020304"/>
                </a:rPr>
                <a:t>      v.to imitate</a:t>
              </a:r>
            </a:p>
          </p:txBody>
        </p:sp>
      </p:grpSp>
      <p:sp>
        <p:nvSpPr>
          <p:cNvPr id="62" name="文本框 7"/>
          <p:cNvSpPr txBox="1"/>
          <p:nvPr/>
        </p:nvSpPr>
        <p:spPr>
          <a:xfrm>
            <a:off x="8483878" y="848632"/>
            <a:ext cx="2385695" cy="646331"/>
          </a:xfrm>
          <a:prstGeom prst="rect">
            <a:avLst/>
          </a:prstGeom>
          <a:noFill/>
        </p:spPr>
        <p:txBody>
          <a:bodyPr wrap="square">
            <a:spAutoFit/>
          </a:bodyPr>
          <a:lstStyle/>
          <a:p>
            <a:r>
              <a:rPr lang="en-US" altLang="zh-CN" sz="3600" dirty="0" err="1">
                <a:latin typeface="华文细黑" panose="02010600040101010101" pitchFamily="2" charset="-122"/>
                <a:ea typeface="华文细黑" panose="02010600040101010101" pitchFamily="2" charset="-122"/>
                <a:cs typeface="Comic Sans MS" panose="030F0902030302020204" pitchFamily="66" charset="0"/>
              </a:rPr>
              <a:t>mófǎng</a:t>
            </a:r>
            <a:endParaRPr lang="en-US" altLang="zh-CN" sz="3600" dirty="0">
              <a:latin typeface="华文细黑" panose="02010600040101010101" pitchFamily="2" charset="-122"/>
              <a:ea typeface="华文细黑" panose="02010600040101010101" pitchFamily="2" charset="-122"/>
              <a:cs typeface="Comic Sans MS" panose="030F0902030302020204" pitchFamily="66" charset="0"/>
            </a:endParaRPr>
          </a:p>
        </p:txBody>
      </p:sp>
      <p:grpSp>
        <p:nvGrpSpPr>
          <p:cNvPr id="6" name="组合 5"/>
          <p:cNvGrpSpPr/>
          <p:nvPr/>
        </p:nvGrpSpPr>
        <p:grpSpPr>
          <a:xfrm>
            <a:off x="5026660" y="127635"/>
            <a:ext cx="2638948" cy="3194050"/>
            <a:chOff x="9330" y="2028"/>
            <a:chExt cx="3479" cy="5030"/>
          </a:xfrm>
        </p:grpSpPr>
        <p:grpSp>
          <p:nvGrpSpPr>
            <p:cNvPr id="7" name="组合 6"/>
            <p:cNvGrpSpPr/>
            <p:nvPr/>
          </p:nvGrpSpPr>
          <p:grpSpPr>
            <a:xfrm>
              <a:off x="9330" y="2028"/>
              <a:ext cx="3465" cy="5030"/>
              <a:chOff x="1486086" y="120403"/>
              <a:chExt cx="2200089" cy="3194297"/>
            </a:xfrm>
          </p:grpSpPr>
          <p:sp>
            <p:nvSpPr>
              <p:cNvPr id="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12" name="文本框 7"/>
            <p:cNvSpPr txBox="1"/>
            <p:nvPr/>
          </p:nvSpPr>
          <p:spPr>
            <a:xfrm>
              <a:off x="9330" y="4252"/>
              <a:ext cx="3479"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产品</a:t>
              </a:r>
              <a:endParaRPr lang="zh-CN" sz="5400" b="1" noProof="0" dirty="0">
                <a:ln>
                  <a:noFill/>
                </a:ln>
                <a:effectLst/>
                <a:uLnTx/>
                <a:uFillTx/>
                <a:latin typeface="华文细黑" panose="02010600040101010101" pitchFamily="2" charset="-122"/>
                <a:ea typeface="华文细黑" panose="02010600040101010101" pitchFamily="2" charset="-122"/>
                <a:sym typeface="+mn-ea"/>
              </a:endParaRPr>
            </a:p>
            <a:p>
              <a:r>
                <a:rPr lang="en-US" altLang="zh-CN" sz="2000" dirty="0">
                  <a:solidFill>
                    <a:schemeClr val="bg1"/>
                  </a:solidFill>
                  <a:latin typeface="Times New Roman" panose="02020603050405020304"/>
                  <a:cs typeface="Times New Roman" panose="02020603050405020304"/>
                </a:rPr>
                <a:t>        </a:t>
              </a:r>
              <a:r>
                <a:rPr lang="en-US" altLang="zh-CN" sz="2000" dirty="0" err="1">
                  <a:solidFill>
                    <a:schemeClr val="bg1"/>
                  </a:solidFill>
                  <a:latin typeface="Times New Roman" panose="02020603050405020304"/>
                  <a:cs typeface="Times New Roman" panose="02020603050405020304"/>
                </a:rPr>
                <a:t>n.product</a:t>
              </a:r>
              <a:endParaRPr lang="en-US" altLang="zh-CN" sz="2000" dirty="0">
                <a:solidFill>
                  <a:schemeClr val="bg1"/>
                </a:solidFill>
                <a:latin typeface="Times New Roman" panose="02020603050405020304"/>
                <a:cs typeface="Times New Roman" panose="02020603050405020304"/>
              </a:endParaRPr>
            </a:p>
          </p:txBody>
        </p:sp>
      </p:grpSp>
      <p:sp>
        <p:nvSpPr>
          <p:cNvPr id="13" name="文本框 7"/>
          <p:cNvSpPr txBox="1"/>
          <p:nvPr/>
        </p:nvSpPr>
        <p:spPr>
          <a:xfrm>
            <a:off x="5231576" y="873767"/>
            <a:ext cx="2195195" cy="645160"/>
          </a:xfrm>
          <a:prstGeom prst="rect">
            <a:avLst/>
          </a:prstGeom>
          <a:noFill/>
        </p:spPr>
        <p:txBody>
          <a:bodyPr wrap="square">
            <a:spAutoFit/>
          </a:bodyPr>
          <a:lstStyle/>
          <a:p>
            <a:r>
              <a:rPr lang="en-US" altLang="zh-CN" sz="3600" dirty="0" err="1">
                <a:latin typeface="华文细黑" panose="02010600040101010101" pitchFamily="2" charset="-122"/>
                <a:ea typeface="华文细黑" panose="02010600040101010101" pitchFamily="2" charset="-122"/>
                <a:cs typeface="Comic Sans MS" panose="030F0902030302020204" pitchFamily="66" charset="0"/>
              </a:rPr>
              <a:t>chǎnpǐn</a:t>
            </a:r>
            <a:endParaRPr lang="en-US" altLang="zh-CN" sz="3600" dirty="0">
              <a:latin typeface="华文细黑" panose="02010600040101010101" pitchFamily="2" charset="-122"/>
              <a:ea typeface="华文细黑" panose="02010600040101010101" pitchFamily="2" charset="-122"/>
              <a:cs typeface="Comic Sans MS" panose="030F0902030302020204" pitchFamily="66" charset="0"/>
            </a:endParaRPr>
          </a:p>
        </p:txBody>
      </p:sp>
      <p:grpSp>
        <p:nvGrpSpPr>
          <p:cNvPr id="25" name="组合 24"/>
          <p:cNvGrpSpPr/>
          <p:nvPr/>
        </p:nvGrpSpPr>
        <p:grpSpPr>
          <a:xfrm>
            <a:off x="106471" y="3628390"/>
            <a:ext cx="2737664" cy="3194050"/>
            <a:chOff x="9262" y="2028"/>
            <a:chExt cx="3533" cy="5030"/>
          </a:xfrm>
        </p:grpSpPr>
        <p:grpSp>
          <p:nvGrpSpPr>
            <p:cNvPr id="26" name="组合 25"/>
            <p:cNvGrpSpPr/>
            <p:nvPr/>
          </p:nvGrpSpPr>
          <p:grpSpPr>
            <a:xfrm>
              <a:off x="9330" y="2028"/>
              <a:ext cx="3465" cy="5030"/>
              <a:chOff x="1486086" y="120403"/>
              <a:chExt cx="2200089" cy="3194297"/>
            </a:xfrm>
          </p:grpSpPr>
          <p:sp>
            <p:nvSpPr>
              <p:cNvPr id="27"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9" name="文本框 7"/>
            <p:cNvSpPr txBox="1"/>
            <p:nvPr/>
          </p:nvSpPr>
          <p:spPr>
            <a:xfrm>
              <a:off x="9262" y="4252"/>
              <a:ext cx="3532"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窗帘</a:t>
              </a:r>
            </a:p>
            <a:p>
              <a:r>
                <a:rPr lang="en-US" altLang="zh-CN" sz="2000" dirty="0">
                  <a:solidFill>
                    <a:schemeClr val="bg1"/>
                  </a:solidFill>
                  <a:latin typeface="Times New Roman" panose="02020603050405020304"/>
                  <a:cs typeface="Times New Roman" panose="02020603050405020304"/>
                </a:rPr>
                <a:t>             </a:t>
              </a:r>
              <a:r>
                <a:rPr lang="en-US" altLang="zh-CN" sz="2000" dirty="0" err="1">
                  <a:solidFill>
                    <a:schemeClr val="bg1"/>
                  </a:solidFill>
                  <a:latin typeface="Times New Roman" panose="02020603050405020304"/>
                  <a:cs typeface="Times New Roman" panose="02020603050405020304"/>
                </a:rPr>
                <a:t>n.curtain</a:t>
              </a:r>
              <a:endParaRPr lang="en-US" altLang="zh-CN" sz="2000" dirty="0">
                <a:solidFill>
                  <a:schemeClr val="bg1"/>
                </a:solidFill>
                <a:latin typeface="Times New Roman" panose="02020603050405020304"/>
                <a:cs typeface="Times New Roman" panose="02020603050405020304"/>
              </a:endParaRPr>
            </a:p>
          </p:txBody>
        </p:sp>
      </p:grpSp>
      <p:sp>
        <p:nvSpPr>
          <p:cNvPr id="37" name="文本框 7"/>
          <p:cNvSpPr txBox="1"/>
          <p:nvPr/>
        </p:nvSpPr>
        <p:spPr>
          <a:xfrm>
            <a:off x="165735" y="4394299"/>
            <a:ext cx="2754630" cy="646331"/>
          </a:xfrm>
          <a:prstGeom prst="rect">
            <a:avLst/>
          </a:prstGeom>
          <a:noFill/>
        </p:spPr>
        <p:txBody>
          <a:bodyPr wrap="square">
            <a:spAutoFit/>
          </a:bodyPr>
          <a:lstStyle/>
          <a:p>
            <a:r>
              <a:rPr lang="en-US" altLang="zh-CN" sz="3600" dirty="0" err="1">
                <a:latin typeface="华文细黑" panose="02010600040101010101" pitchFamily="2" charset="-122"/>
                <a:ea typeface="华文细黑" panose="02010600040101010101" pitchFamily="2" charset="-122"/>
                <a:cs typeface="Comic Sans MS" panose="030F0902030302020204" pitchFamily="66" charset="0"/>
              </a:rPr>
              <a:t>chuānglián</a:t>
            </a:r>
            <a:endParaRPr lang="en-US" altLang="zh-CN" sz="3600" dirty="0">
              <a:latin typeface="华文细黑" panose="02010600040101010101" pitchFamily="2" charset="-122"/>
              <a:ea typeface="华文细黑" panose="02010600040101010101" pitchFamily="2" charset="-122"/>
              <a:cs typeface="Comic Sans MS" panose="030F0902030302020204" pitchFamily="66" charset="0"/>
            </a:endParaRPr>
          </a:p>
        </p:txBody>
      </p:sp>
      <p:grpSp>
        <p:nvGrpSpPr>
          <p:cNvPr id="14" name="组合 13"/>
          <p:cNvGrpSpPr/>
          <p:nvPr/>
        </p:nvGrpSpPr>
        <p:grpSpPr>
          <a:xfrm>
            <a:off x="3294064" y="3628390"/>
            <a:ext cx="2769836" cy="4090035"/>
            <a:chOff x="4717" y="1909"/>
            <a:chExt cx="3511" cy="6441"/>
          </a:xfrm>
        </p:grpSpPr>
        <p:grpSp>
          <p:nvGrpSpPr>
            <p:cNvPr id="15" name="组合 14"/>
            <p:cNvGrpSpPr/>
            <p:nvPr/>
          </p:nvGrpSpPr>
          <p:grpSpPr>
            <a:xfrm>
              <a:off x="4718" y="1909"/>
              <a:ext cx="3465" cy="5030"/>
              <a:chOff x="1486086" y="120403"/>
              <a:chExt cx="2200089" cy="3194297"/>
            </a:xfrm>
          </p:grpSpPr>
          <p:sp>
            <p:nvSpPr>
              <p:cNvPr id="1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0" name="文本框 7"/>
            <p:cNvSpPr txBox="1"/>
            <p:nvPr/>
          </p:nvSpPr>
          <p:spPr>
            <a:xfrm>
              <a:off x="4717" y="4133"/>
              <a:ext cx="3511" cy="421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传统</a:t>
              </a:r>
            </a:p>
            <a:p>
              <a:r>
                <a:rPr lang="en-US" altLang="zh-CN" sz="2000" dirty="0">
                  <a:solidFill>
                    <a:schemeClr val="bg1"/>
                  </a:solidFill>
                  <a:latin typeface="Times New Roman" panose="02020603050405020304"/>
                  <a:cs typeface="Times New Roman" panose="02020603050405020304"/>
                </a:rPr>
                <a:t>         n./</a:t>
              </a:r>
              <a:r>
                <a:rPr lang="en-US" altLang="zh-CN" sz="2000" dirty="0" err="1">
                  <a:solidFill>
                    <a:schemeClr val="bg1"/>
                  </a:solidFill>
                  <a:latin typeface="Times New Roman" panose="02020603050405020304"/>
                  <a:cs typeface="Times New Roman" panose="02020603050405020304"/>
                </a:rPr>
                <a:t>adj.tradition</a:t>
              </a:r>
              <a:r>
                <a:rPr lang="en-US" altLang="zh-CN" sz="2000" dirty="0">
                  <a:solidFill>
                    <a:schemeClr val="bg1"/>
                  </a:solidFill>
                  <a:latin typeface="Times New Roman" panose="02020603050405020304"/>
                  <a:cs typeface="Times New Roman" panose="02020603050405020304"/>
                </a:rPr>
                <a:t>,</a:t>
              </a:r>
            </a:p>
            <a:p>
              <a:r>
                <a:rPr lang="en-US" altLang="zh-CN" sz="2000" dirty="0">
                  <a:solidFill>
                    <a:schemeClr val="bg1"/>
                  </a:solidFill>
                  <a:latin typeface="Times New Roman" panose="02020603050405020304"/>
                  <a:cs typeface="Times New Roman" panose="02020603050405020304"/>
                </a:rPr>
                <a:t>             traditional</a:t>
              </a:r>
            </a:p>
            <a:p>
              <a:pPr marL="0" marR="0" lvl="0" indent="0" algn="ctr" defTabSz="914400" rtl="0" eaLnBrk="1" fontAlgn="auto" latinLnBrk="0" hangingPunct="1">
                <a:lnSpc>
                  <a:spcPct val="100000"/>
                </a:lnSpc>
                <a:spcBef>
                  <a:spcPts val="0"/>
                </a:spcBef>
                <a:spcAft>
                  <a:spcPts val="0"/>
                </a:spcAft>
                <a:buClrTx/>
                <a:buSzTx/>
                <a:buFontTx/>
                <a:buNone/>
                <a:defRPr/>
              </a:pPr>
              <a:endParaRPr lang="en-US" sz="2000" dirty="0" err="1">
                <a:solidFill>
                  <a:schemeClr val="bg1"/>
                </a:solidFill>
                <a:latin typeface="Times New Roman" panose="02020603050405020304"/>
                <a:cs typeface="Times New Roman" panose="02020603050405020304"/>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p:txBody>
        </p:sp>
      </p:grpSp>
      <p:sp>
        <p:nvSpPr>
          <p:cNvPr id="21" name="文本框 7"/>
          <p:cNvSpPr txBox="1"/>
          <p:nvPr/>
        </p:nvSpPr>
        <p:spPr>
          <a:xfrm>
            <a:off x="3294698" y="4374522"/>
            <a:ext cx="2769837" cy="646331"/>
          </a:xfrm>
          <a:prstGeom prst="rect">
            <a:avLst/>
          </a:prstGeom>
          <a:noFill/>
        </p:spPr>
        <p:txBody>
          <a:bodyPr wrap="square">
            <a:spAutoFit/>
          </a:bodyPr>
          <a:lstStyle/>
          <a:p>
            <a:r>
              <a:rPr lang="en-US" altLang="zh-CN" sz="3600" dirty="0" err="1">
                <a:latin typeface="华文细黑" panose="02010600040101010101" pitchFamily="2" charset="-122"/>
                <a:ea typeface="华文细黑" panose="02010600040101010101" pitchFamily="2" charset="-122"/>
                <a:cs typeface="Comic Sans MS" panose="030F0902030302020204" pitchFamily="66" charset="0"/>
              </a:rPr>
              <a:t>chuántǒng</a:t>
            </a:r>
            <a:endParaRPr lang="en-US" altLang="zh-CN" sz="3600" dirty="0">
              <a:latin typeface="华文细黑" panose="02010600040101010101" pitchFamily="2" charset="-122"/>
              <a:ea typeface="华文细黑" panose="02010600040101010101" pitchFamily="2" charset="-122"/>
              <a:cs typeface="Comic Sans MS" panose="030F0902030302020204" pitchFamily="66" charset="0"/>
            </a:endParaRPr>
          </a:p>
        </p:txBody>
      </p:sp>
      <p:pic>
        <p:nvPicPr>
          <p:cNvPr id="34" name="图片 33" descr="1"/>
          <p:cNvPicPr>
            <a:picLocks noChangeAspect="1"/>
          </p:cNvPicPr>
          <p:nvPr/>
        </p:nvPicPr>
        <p:blipFill>
          <a:blip r:embed="rId6"/>
          <a:stretch>
            <a:fillRect/>
          </a:stretch>
        </p:blipFill>
        <p:spPr>
          <a:xfrm>
            <a:off x="10719753" y="0"/>
            <a:ext cx="1459230" cy="1459230"/>
          </a:xfrm>
          <a:prstGeom prst="rect">
            <a:avLst/>
          </a:prstGeom>
        </p:spPr>
      </p:pic>
      <p:grpSp>
        <p:nvGrpSpPr>
          <p:cNvPr id="3" name="组合 2"/>
          <p:cNvGrpSpPr/>
          <p:nvPr/>
        </p:nvGrpSpPr>
        <p:grpSpPr>
          <a:xfrm>
            <a:off x="6437599" y="3628390"/>
            <a:ext cx="2639695" cy="3194050"/>
            <a:chOff x="9262" y="2028"/>
            <a:chExt cx="3533" cy="5030"/>
          </a:xfrm>
        </p:grpSpPr>
        <p:grpSp>
          <p:nvGrpSpPr>
            <p:cNvPr id="17" name="组合 16"/>
            <p:cNvGrpSpPr/>
            <p:nvPr/>
          </p:nvGrpSpPr>
          <p:grpSpPr>
            <a:xfrm>
              <a:off x="9330" y="2028"/>
              <a:ext cx="3465" cy="5030"/>
              <a:chOff x="1486086" y="120403"/>
              <a:chExt cx="2200089" cy="3194297"/>
            </a:xfrm>
          </p:grpSpPr>
          <p:sp>
            <p:nvSpPr>
              <p:cNvPr id="22"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4" name="文本框 7"/>
            <p:cNvSpPr txBox="1"/>
            <p:nvPr/>
          </p:nvSpPr>
          <p:spPr>
            <a:xfrm>
              <a:off x="9262" y="4252"/>
              <a:ext cx="3532"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市场</a:t>
              </a:r>
            </a:p>
            <a:p>
              <a:r>
                <a:rPr lang="en-US" altLang="zh-CN" sz="2000" dirty="0">
                  <a:solidFill>
                    <a:schemeClr val="bg1"/>
                  </a:solidFill>
                  <a:latin typeface="Times New Roman" panose="02020603050405020304"/>
                  <a:cs typeface="Times New Roman" panose="02020603050405020304"/>
                </a:rPr>
                <a:t>             </a:t>
              </a:r>
              <a:r>
                <a:rPr lang="en-US" altLang="zh-CN" sz="2000" dirty="0" err="1">
                  <a:solidFill>
                    <a:schemeClr val="bg1"/>
                  </a:solidFill>
                  <a:latin typeface="Times New Roman" panose="02020603050405020304"/>
                  <a:cs typeface="Times New Roman" panose="02020603050405020304"/>
                </a:rPr>
                <a:t>n.market</a:t>
              </a:r>
              <a:endParaRPr lang="en-US" altLang="zh-CN" sz="2000" dirty="0">
                <a:solidFill>
                  <a:schemeClr val="bg1"/>
                </a:solidFill>
                <a:latin typeface="Times New Roman" panose="02020603050405020304"/>
                <a:cs typeface="Times New Roman" panose="02020603050405020304"/>
              </a:endParaRPr>
            </a:p>
          </p:txBody>
        </p:sp>
      </p:grpSp>
      <p:sp>
        <p:nvSpPr>
          <p:cNvPr id="30" name="文本框 7"/>
          <p:cNvSpPr txBox="1"/>
          <p:nvPr/>
        </p:nvSpPr>
        <p:spPr>
          <a:xfrm>
            <a:off x="6734237" y="4431764"/>
            <a:ext cx="2754630" cy="646331"/>
          </a:xfrm>
          <a:prstGeom prst="rect">
            <a:avLst/>
          </a:prstGeom>
          <a:noFill/>
        </p:spPr>
        <p:txBody>
          <a:bodyPr wrap="square">
            <a:spAutoFit/>
          </a:bodyPr>
          <a:lstStyle/>
          <a:p>
            <a:r>
              <a:rPr lang="en-US" altLang="zh-CN" sz="3600" dirty="0" err="1">
                <a:latin typeface="华文细黑" panose="02010600040101010101" pitchFamily="2" charset="-122"/>
                <a:ea typeface="华文细黑" panose="02010600040101010101" pitchFamily="2" charset="-122"/>
                <a:cs typeface="Comic Sans MS" panose="030F0902030302020204" pitchFamily="66" charset="0"/>
              </a:rPr>
              <a:t>shìchǎng</a:t>
            </a:r>
            <a:endParaRPr lang="en-US" altLang="zh-CN" sz="3600" dirty="0">
              <a:latin typeface="华文细黑" panose="02010600040101010101" pitchFamily="2" charset="-122"/>
              <a:ea typeface="华文细黑" panose="02010600040101010101" pitchFamily="2" charset="-122"/>
              <a:cs typeface="Comic Sans MS" panose="030F0902030302020204" pitchFamily="66" charset="0"/>
            </a:endParaRPr>
          </a:p>
        </p:txBody>
      </p:sp>
      <p:grpSp>
        <p:nvGrpSpPr>
          <p:cNvPr id="31" name="组合 30"/>
          <p:cNvGrpSpPr/>
          <p:nvPr/>
        </p:nvGrpSpPr>
        <p:grpSpPr>
          <a:xfrm>
            <a:off x="9488868" y="3646170"/>
            <a:ext cx="2581848" cy="3194050"/>
            <a:chOff x="4717" y="1909"/>
            <a:chExt cx="3511" cy="5030"/>
          </a:xfrm>
        </p:grpSpPr>
        <p:grpSp>
          <p:nvGrpSpPr>
            <p:cNvPr id="32" name="组合 31"/>
            <p:cNvGrpSpPr/>
            <p:nvPr/>
          </p:nvGrpSpPr>
          <p:grpSpPr>
            <a:xfrm>
              <a:off x="4718" y="1909"/>
              <a:ext cx="3465" cy="5030"/>
              <a:chOff x="1486086" y="120403"/>
              <a:chExt cx="2200089" cy="3194297"/>
            </a:xfrm>
          </p:grpSpPr>
          <p:sp>
            <p:nvSpPr>
              <p:cNvPr id="33"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35" name="图片 3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36" name="文本框 7"/>
            <p:cNvSpPr txBox="1"/>
            <p:nvPr/>
          </p:nvSpPr>
          <p:spPr>
            <a:xfrm>
              <a:off x="4717" y="4133"/>
              <a:ext cx="351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柔和</a:t>
              </a:r>
            </a:p>
            <a:p>
              <a:r>
                <a:rPr lang="en-US" altLang="zh-CN" sz="2000" dirty="0">
                  <a:solidFill>
                    <a:schemeClr val="bg1"/>
                  </a:solidFill>
                  <a:latin typeface="Times New Roman" panose="02020603050405020304"/>
                  <a:cs typeface="Times New Roman" panose="02020603050405020304"/>
                </a:rPr>
                <a:t>          </a:t>
              </a:r>
              <a:r>
                <a:rPr lang="en-US" altLang="zh-CN" sz="2000" dirty="0" err="1">
                  <a:solidFill>
                    <a:schemeClr val="bg1"/>
                  </a:solidFill>
                  <a:latin typeface="Times New Roman" panose="02020603050405020304"/>
                  <a:cs typeface="Times New Roman" panose="02020603050405020304"/>
                </a:rPr>
                <a:t>adj.gentle</a:t>
              </a:r>
              <a:endParaRPr lang="en-US" altLang="zh-CN" sz="2000" dirty="0">
                <a:solidFill>
                  <a:schemeClr val="bg1"/>
                </a:solidFill>
                <a:latin typeface="Times New Roman" panose="02020603050405020304"/>
                <a:cs typeface="Times New Roman" panose="02020603050405020304"/>
              </a:endParaRPr>
            </a:p>
          </p:txBody>
        </p:sp>
      </p:grpSp>
      <p:sp>
        <p:nvSpPr>
          <p:cNvPr id="38" name="文本框 7"/>
          <p:cNvSpPr txBox="1"/>
          <p:nvPr/>
        </p:nvSpPr>
        <p:spPr>
          <a:xfrm>
            <a:off x="9949498" y="4412079"/>
            <a:ext cx="2229485" cy="646331"/>
          </a:xfrm>
          <a:prstGeom prst="rect">
            <a:avLst/>
          </a:prstGeom>
          <a:noFill/>
        </p:spPr>
        <p:txBody>
          <a:bodyPr wrap="square">
            <a:spAutoFit/>
          </a:bodyPr>
          <a:lstStyle/>
          <a:p>
            <a:r>
              <a:rPr lang="en-US" altLang="zh-CN" sz="3600" dirty="0" err="1">
                <a:latin typeface="华文细黑" panose="02010600040101010101" pitchFamily="2" charset="-122"/>
                <a:ea typeface="华文细黑" panose="02010600040101010101" pitchFamily="2" charset="-122"/>
                <a:cs typeface="Comic Sans MS" panose="030F0902030302020204" pitchFamily="66" charset="0"/>
              </a:rPr>
              <a:t>róuhé</a:t>
            </a:r>
            <a:endParaRPr lang="en-US" altLang="zh-CN" sz="3600" dirty="0">
              <a:latin typeface="华文细黑" panose="02010600040101010101" pitchFamily="2" charset="-122"/>
              <a:ea typeface="华文细黑" panose="02010600040101010101" pitchFamily="2" charset="-122"/>
              <a:cs typeface="Comic Sans MS" panose="030F0902030302020204" pitchFamily="66" charset="0"/>
            </a:endParaRPr>
          </a:p>
        </p:txBody>
      </p:sp>
    </p:spTree>
    <p:custDataLst>
      <p:tags r:id="rId1"/>
    </p:custDataLst>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7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5" presetClass="entr" presetSubtype="0" fill="hold" nodeType="afterEffect">
                                  <p:stCondLst>
                                    <p:cond delay="0"/>
                                  </p:stCondLst>
                                  <p:childTnLst>
                                    <p:set>
                                      <p:cBhvr>
                                        <p:cTn id="12" dur="500"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strVal val="#ppt_w*0.70"/>
                                          </p:val>
                                        </p:tav>
                                        <p:tav tm="100000">
                                          <p:val>
                                            <p:strVal val="#ppt_w"/>
                                          </p:val>
                                        </p:tav>
                                      </p:tavLst>
                                    </p:anim>
                                    <p:anim calcmode="lin" valueType="num">
                                      <p:cBhvr>
                                        <p:cTn id="14" dur="500" fill="hold"/>
                                        <p:tgtEl>
                                          <p:spTgt spid="6"/>
                                        </p:tgtEl>
                                        <p:attrNameLst>
                                          <p:attrName>ppt_h</p:attrName>
                                        </p:attrNameLst>
                                      </p:cBhvr>
                                      <p:tavLst>
                                        <p:tav tm="0">
                                          <p:val>
                                            <p:strVal val="#ppt_h"/>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55" presetClass="entr" presetSubtype="0" fill="hold" nodeType="afterEffect">
                                  <p:stCondLst>
                                    <p:cond delay="0"/>
                                  </p:stCondLst>
                                  <p:childTnLst>
                                    <p:set>
                                      <p:cBhvr>
                                        <p:cTn id="18" dur="500"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strVal val="#ppt_w*0.70"/>
                                          </p:val>
                                        </p:tav>
                                        <p:tav tm="100000">
                                          <p:val>
                                            <p:strVal val="#ppt_w"/>
                                          </p:val>
                                        </p:tav>
                                      </p:tavLst>
                                    </p:anim>
                                    <p:anim calcmode="lin" valueType="num">
                                      <p:cBhvr>
                                        <p:cTn id="20" dur="500" fill="hold"/>
                                        <p:tgtEl>
                                          <p:spTgt spid="4"/>
                                        </p:tgtEl>
                                        <p:attrNameLst>
                                          <p:attrName>ppt_h</p:attrName>
                                        </p:attrNameLst>
                                      </p:cBhvr>
                                      <p:tavLst>
                                        <p:tav tm="0">
                                          <p:val>
                                            <p:strVal val="#ppt_h"/>
                                          </p:val>
                                        </p:tav>
                                        <p:tav tm="100000">
                                          <p:val>
                                            <p:strVal val="#ppt_h"/>
                                          </p:val>
                                        </p:tav>
                                      </p:tavLst>
                                    </p:anim>
                                    <p:animEffect transition="in" filter="fade">
                                      <p:cBhvr>
                                        <p:cTn id="21" dur="500"/>
                                        <p:tgtEl>
                                          <p:spTgt spid="4"/>
                                        </p:tgtEl>
                                      </p:cBhvr>
                                    </p:animEffect>
                                  </p:childTnLst>
                                </p:cTn>
                              </p:par>
                            </p:childTnLst>
                          </p:cTn>
                        </p:par>
                        <p:par>
                          <p:cTn id="22" fill="hold">
                            <p:stCondLst>
                              <p:cond delay="1500"/>
                            </p:stCondLst>
                            <p:childTnLst>
                              <p:par>
                                <p:cTn id="23" presetID="55" presetClass="entr" presetSubtype="0" fill="hold" nodeType="afterEffect">
                                  <p:stCondLst>
                                    <p:cond delay="0"/>
                                  </p:stCondLst>
                                  <p:childTnLst>
                                    <p:set>
                                      <p:cBhvr>
                                        <p:cTn id="24" dur="500" fill="hold">
                                          <p:stCondLst>
                                            <p:cond delay="0"/>
                                          </p:stCondLst>
                                        </p:cTn>
                                        <p:tgtEl>
                                          <p:spTgt spid="25"/>
                                        </p:tgtEl>
                                        <p:attrNameLst>
                                          <p:attrName>style.visibility</p:attrName>
                                        </p:attrNameLst>
                                      </p:cBhvr>
                                      <p:to>
                                        <p:strVal val="visible"/>
                                      </p:to>
                                    </p:set>
                                    <p:anim calcmode="lin" valueType="num">
                                      <p:cBhvr>
                                        <p:cTn id="25" dur="500" fill="hold"/>
                                        <p:tgtEl>
                                          <p:spTgt spid="25"/>
                                        </p:tgtEl>
                                        <p:attrNameLst>
                                          <p:attrName>ppt_w</p:attrName>
                                        </p:attrNameLst>
                                      </p:cBhvr>
                                      <p:tavLst>
                                        <p:tav tm="0">
                                          <p:val>
                                            <p:strVal val="#ppt_w*0.70"/>
                                          </p:val>
                                        </p:tav>
                                        <p:tav tm="100000">
                                          <p:val>
                                            <p:strVal val="#ppt_w"/>
                                          </p:val>
                                        </p:tav>
                                      </p:tavLst>
                                    </p:anim>
                                    <p:anim calcmode="lin" valueType="num">
                                      <p:cBhvr>
                                        <p:cTn id="26" dur="500" fill="hold"/>
                                        <p:tgtEl>
                                          <p:spTgt spid="25"/>
                                        </p:tgtEl>
                                        <p:attrNameLst>
                                          <p:attrName>ppt_h</p:attrName>
                                        </p:attrNameLst>
                                      </p:cBhvr>
                                      <p:tavLst>
                                        <p:tav tm="0">
                                          <p:val>
                                            <p:strVal val="#ppt_h"/>
                                          </p:val>
                                        </p:tav>
                                        <p:tav tm="100000">
                                          <p:val>
                                            <p:strVal val="#ppt_h"/>
                                          </p:val>
                                        </p:tav>
                                      </p:tavLst>
                                    </p:anim>
                                    <p:animEffect transition="in" filter="fade">
                                      <p:cBhvr>
                                        <p:cTn id="27" dur="500"/>
                                        <p:tgtEl>
                                          <p:spTgt spid="25"/>
                                        </p:tgtEl>
                                      </p:cBhvr>
                                    </p:animEffect>
                                  </p:childTnLst>
                                </p:cTn>
                              </p:par>
                            </p:childTnLst>
                          </p:cTn>
                        </p:par>
                        <p:par>
                          <p:cTn id="28" fill="hold">
                            <p:stCondLst>
                              <p:cond delay="2000"/>
                            </p:stCondLst>
                            <p:childTnLst>
                              <p:par>
                                <p:cTn id="29" presetID="55" presetClass="entr" presetSubtype="0" fill="hold" nodeType="afterEffect">
                                  <p:stCondLst>
                                    <p:cond delay="0"/>
                                  </p:stCondLst>
                                  <p:childTnLst>
                                    <p:set>
                                      <p:cBhvr>
                                        <p:cTn id="30" dur="500"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strVal val="#ppt_w*0.70"/>
                                          </p:val>
                                        </p:tav>
                                        <p:tav tm="100000">
                                          <p:val>
                                            <p:strVal val="#ppt_w"/>
                                          </p:val>
                                        </p:tav>
                                      </p:tavLst>
                                    </p:anim>
                                    <p:anim calcmode="lin" valueType="num">
                                      <p:cBhvr>
                                        <p:cTn id="32" dur="500" fill="hold"/>
                                        <p:tgtEl>
                                          <p:spTgt spid="14"/>
                                        </p:tgtEl>
                                        <p:attrNameLst>
                                          <p:attrName>ppt_h</p:attrName>
                                        </p:attrNameLst>
                                      </p:cBhvr>
                                      <p:tavLst>
                                        <p:tav tm="0">
                                          <p:val>
                                            <p:strVal val="#ppt_h"/>
                                          </p:val>
                                        </p:tav>
                                        <p:tav tm="100000">
                                          <p:val>
                                            <p:strVal val="#ppt_h"/>
                                          </p:val>
                                        </p:tav>
                                      </p:tavLst>
                                    </p:anim>
                                    <p:animEffect transition="in" filter="fade">
                                      <p:cBhvr>
                                        <p:cTn id="33" dur="500"/>
                                        <p:tgtEl>
                                          <p:spTgt spid="14"/>
                                        </p:tgtEl>
                                      </p:cBhvr>
                                    </p:animEffect>
                                  </p:childTnLst>
                                </p:cTn>
                              </p:par>
                            </p:childTnLst>
                          </p:cTn>
                        </p:par>
                        <p:par>
                          <p:cTn id="34" fill="hold">
                            <p:stCondLst>
                              <p:cond delay="2500"/>
                            </p:stCondLst>
                            <p:childTnLst>
                              <p:par>
                                <p:cTn id="35" presetID="55" presetClass="entr" presetSubtype="0" fill="hold" nodeType="afterEffect">
                                  <p:stCondLst>
                                    <p:cond delay="0"/>
                                  </p:stCondLst>
                                  <p:childTnLst>
                                    <p:set>
                                      <p:cBhvr>
                                        <p:cTn id="36" dur="500" fill="hold">
                                          <p:stCondLst>
                                            <p:cond delay="0"/>
                                          </p:stCondLst>
                                        </p:cTn>
                                        <p:tgtEl>
                                          <p:spTgt spid="3"/>
                                        </p:tgtEl>
                                        <p:attrNameLst>
                                          <p:attrName>style.visibility</p:attrName>
                                        </p:attrNameLst>
                                      </p:cBhvr>
                                      <p:to>
                                        <p:strVal val="visible"/>
                                      </p:to>
                                    </p:set>
                                    <p:anim calcmode="lin" valueType="num">
                                      <p:cBhvr>
                                        <p:cTn id="37" dur="500" fill="hold"/>
                                        <p:tgtEl>
                                          <p:spTgt spid="3"/>
                                        </p:tgtEl>
                                        <p:attrNameLst>
                                          <p:attrName>ppt_w</p:attrName>
                                        </p:attrNameLst>
                                      </p:cBhvr>
                                      <p:tavLst>
                                        <p:tav tm="0">
                                          <p:val>
                                            <p:strVal val="#ppt_w*0.70"/>
                                          </p:val>
                                        </p:tav>
                                        <p:tav tm="100000">
                                          <p:val>
                                            <p:strVal val="#ppt_w"/>
                                          </p:val>
                                        </p:tav>
                                      </p:tavLst>
                                    </p:anim>
                                    <p:anim calcmode="lin" valueType="num">
                                      <p:cBhvr>
                                        <p:cTn id="38" dur="500" fill="hold"/>
                                        <p:tgtEl>
                                          <p:spTgt spid="3"/>
                                        </p:tgtEl>
                                        <p:attrNameLst>
                                          <p:attrName>ppt_h</p:attrName>
                                        </p:attrNameLst>
                                      </p:cBhvr>
                                      <p:tavLst>
                                        <p:tav tm="0">
                                          <p:val>
                                            <p:strVal val="#ppt_h"/>
                                          </p:val>
                                        </p:tav>
                                        <p:tav tm="100000">
                                          <p:val>
                                            <p:strVal val="#ppt_h"/>
                                          </p:val>
                                        </p:tav>
                                      </p:tavLst>
                                    </p:anim>
                                    <p:animEffect transition="in" filter="fade">
                                      <p:cBhvr>
                                        <p:cTn id="39" dur="500"/>
                                        <p:tgtEl>
                                          <p:spTgt spid="3"/>
                                        </p:tgtEl>
                                      </p:cBhvr>
                                    </p:animEffect>
                                  </p:childTnLst>
                                </p:cTn>
                              </p:par>
                            </p:childTnLst>
                          </p:cTn>
                        </p:par>
                        <p:par>
                          <p:cTn id="40" fill="hold">
                            <p:stCondLst>
                              <p:cond delay="3000"/>
                            </p:stCondLst>
                            <p:childTnLst>
                              <p:par>
                                <p:cTn id="41" presetID="55" presetClass="entr" presetSubtype="0" fill="hold" nodeType="afterEffect">
                                  <p:stCondLst>
                                    <p:cond delay="0"/>
                                  </p:stCondLst>
                                  <p:childTnLst>
                                    <p:set>
                                      <p:cBhvr>
                                        <p:cTn id="42" dur="500"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ppt_w</p:attrName>
                                        </p:attrNameLst>
                                      </p:cBhvr>
                                      <p:tavLst>
                                        <p:tav tm="0">
                                          <p:val>
                                            <p:strVal val="#ppt_w*0.70"/>
                                          </p:val>
                                        </p:tav>
                                        <p:tav tm="100000">
                                          <p:val>
                                            <p:strVal val="#ppt_w"/>
                                          </p:val>
                                        </p:tav>
                                      </p:tavLst>
                                    </p:anim>
                                    <p:anim calcmode="lin" valueType="num">
                                      <p:cBhvr>
                                        <p:cTn id="44" dur="500" fill="hold"/>
                                        <p:tgtEl>
                                          <p:spTgt spid="31"/>
                                        </p:tgtEl>
                                        <p:attrNameLst>
                                          <p:attrName>ppt_h</p:attrName>
                                        </p:attrNameLst>
                                      </p:cBhvr>
                                      <p:tavLst>
                                        <p:tav tm="0">
                                          <p:val>
                                            <p:strVal val="#ppt_h"/>
                                          </p:val>
                                        </p:tav>
                                        <p:tav tm="100000">
                                          <p:val>
                                            <p:strVal val="#ppt_h"/>
                                          </p:val>
                                        </p:tav>
                                      </p:tavLst>
                                    </p:anim>
                                    <p:animEffect transition="in" filter="fade">
                                      <p:cBhvr>
                                        <p:cTn id="4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2"/>
                    </p:tgtEl>
                  </p:cond>
                </p:stCondLst>
                <p:endSync evt="end" delay="0">
                  <p:rtn val="all"/>
                </p:endSync>
                <p:childTnLst>
                  <p:par>
                    <p:cTn id="47" fill="hold">
                      <p:stCondLst>
                        <p:cond delay="0"/>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blinds(horizontal)">
                                      <p:cBhvr>
                                        <p:cTn id="51" dur="500"/>
                                        <p:tgtEl>
                                          <p:spTgt spid="10"/>
                                        </p:tgtEl>
                                      </p:cBhvr>
                                    </p:animEffect>
                                  </p:childTnLst>
                                  <p:subTnLst>
                                    <p:audio>
                                      <p:cMediaNode>
                                        <p:cTn display="0" masterRel="sameClick">
                                          <p:stCondLst>
                                            <p:cond evt="begin" delay="0">
                                              <p:tn val="49"/>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2"/>
                  </p:tgtEl>
                </p:cond>
              </p:nextCondLst>
            </p:seq>
            <p:seq concurrent="1" nextAc="seek">
              <p:cTn id="52" restart="whenNotActive" fill="hold" evtFilter="cancelBubble" nodeType="interactiveSeq">
                <p:stCondLst>
                  <p:cond evt="onClick" delay="0">
                    <p:tgtEl>
                      <p:spTgt spid="4"/>
                    </p:tgtEl>
                  </p:cond>
                </p:stCondLst>
                <p:endSync evt="end" delay="0">
                  <p:rtn val="all"/>
                </p:endSync>
                <p:childTnLst>
                  <p:par>
                    <p:cTn id="53" fill="hold">
                      <p:stCondLst>
                        <p:cond delay="0"/>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blinds(horizontal)">
                                      <p:cBhvr>
                                        <p:cTn id="57" dur="500"/>
                                        <p:tgtEl>
                                          <p:spTgt spid="62"/>
                                        </p:tgtEl>
                                      </p:cBhvr>
                                    </p:animEffect>
                                  </p:childTnLst>
                                  <p:subTnLst>
                                    <p:audio>
                                      <p:cMediaNode>
                                        <p:cTn display="0" masterRel="sameClick">
                                          <p:stCondLst>
                                            <p:cond evt="begin" delay="0">
                                              <p:tn val="55"/>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4"/>
                  </p:tgtEl>
                </p:cond>
              </p:nextCondLst>
            </p:seq>
            <p:seq concurrent="1" nextAc="seek">
              <p:cTn id="58" restart="whenNotActive" fill="hold" evtFilter="cancelBubble" nodeType="interactiveSeq">
                <p:stCondLst>
                  <p:cond evt="onClick" delay="0">
                    <p:tgtEl>
                      <p:spTgt spid="6"/>
                    </p:tgtEl>
                  </p:cond>
                </p:stCondLst>
                <p:endSync evt="end" delay="0">
                  <p:rtn val="all"/>
                </p:endSync>
                <p:childTnLst>
                  <p:par>
                    <p:cTn id="59" fill="hold">
                      <p:stCondLst>
                        <p:cond delay="0"/>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blinds(horizontal)">
                                      <p:cBhvr>
                                        <p:cTn id="63" dur="500"/>
                                        <p:tgtEl>
                                          <p:spTgt spid="13"/>
                                        </p:tgtEl>
                                      </p:cBhvr>
                                    </p:animEffect>
                                  </p:childTnLst>
                                  <p:subTnLst>
                                    <p:audio>
                                      <p:cMediaNode>
                                        <p:cTn display="0" masterRel="sameClick">
                                          <p:stCondLst>
                                            <p:cond evt="begin" delay="0">
                                              <p:tn val="61"/>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6"/>
                  </p:tgtEl>
                </p:cond>
              </p:nextCondLst>
            </p:seq>
            <p:seq concurrent="1" nextAc="seek">
              <p:cTn id="64" restart="whenNotActive" fill="hold" evtFilter="cancelBubble" nodeType="interactiveSeq">
                <p:stCondLst>
                  <p:cond evt="onClick" delay="0">
                    <p:tgtEl>
                      <p:spTgt spid="25"/>
                    </p:tgtEl>
                  </p:cond>
                </p:stCondLst>
                <p:endSync evt="end" delay="0">
                  <p:rtn val="all"/>
                </p:endSync>
                <p:childTnLst>
                  <p:par>
                    <p:cTn id="65" fill="hold">
                      <p:stCondLst>
                        <p:cond delay="0"/>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blinds(horizontal)">
                                      <p:cBhvr>
                                        <p:cTn id="69" dur="500"/>
                                        <p:tgtEl>
                                          <p:spTgt spid="37"/>
                                        </p:tgtEl>
                                      </p:cBhvr>
                                    </p:animEffect>
                                  </p:childTnLst>
                                  <p:subTnLst>
                                    <p:audio>
                                      <p:cMediaNode>
                                        <p:cTn display="0" masterRel="sameClick">
                                          <p:stCondLst>
                                            <p:cond evt="begin" delay="0">
                                              <p:tn val="67"/>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25"/>
                  </p:tgtEl>
                </p:cond>
              </p:nextCondLst>
            </p:seq>
            <p:seq concurrent="1" nextAc="seek">
              <p:cTn id="70" restart="whenNotActive" fill="hold" evtFilter="cancelBubble" nodeType="interactiveSeq">
                <p:stCondLst>
                  <p:cond evt="onClick" delay="0">
                    <p:tgtEl>
                      <p:spTgt spid="14"/>
                    </p:tgtEl>
                  </p:cond>
                </p:stCondLst>
                <p:endSync evt="end" delay="0">
                  <p:rtn val="all"/>
                </p:endSync>
                <p:childTnLst>
                  <p:par>
                    <p:cTn id="71" fill="hold">
                      <p:stCondLst>
                        <p:cond delay="0"/>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blinds(horizontal)">
                                      <p:cBhvr>
                                        <p:cTn id="75" dur="500"/>
                                        <p:tgtEl>
                                          <p:spTgt spid="21"/>
                                        </p:tgtEl>
                                      </p:cBhvr>
                                    </p:animEffect>
                                  </p:childTnLst>
                                  <p:subTnLst>
                                    <p:audio>
                                      <p:cMediaNode>
                                        <p:cTn display="0" masterRel="sameClick">
                                          <p:stCondLst>
                                            <p:cond evt="begin" delay="0">
                                              <p:tn val="73"/>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14"/>
                  </p:tgtEl>
                </p:cond>
              </p:nextCondLst>
            </p:seq>
            <p:seq concurrent="1" nextAc="seek">
              <p:cTn id="76" restart="whenNotActive" fill="hold" evtFilter="cancelBubble" nodeType="interactiveSeq">
                <p:stCondLst>
                  <p:cond evt="onClick" delay="0">
                    <p:tgtEl>
                      <p:spTgt spid="3"/>
                    </p:tgtEl>
                  </p:cond>
                </p:stCondLst>
                <p:endSync evt="end" delay="0">
                  <p:rtn val="all"/>
                </p:endSync>
                <p:childTnLst>
                  <p:par>
                    <p:cTn id="77" fill="hold">
                      <p:stCondLst>
                        <p:cond delay="0"/>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blinds(horizontal)">
                                      <p:cBhvr>
                                        <p:cTn id="81" dur="500"/>
                                        <p:tgtEl>
                                          <p:spTgt spid="30"/>
                                        </p:tgtEl>
                                      </p:cBhvr>
                                    </p:animEffect>
                                  </p:childTnLst>
                                  <p:subTnLst>
                                    <p:audio>
                                      <p:cMediaNode>
                                        <p:cTn display="0" masterRel="sameClick">
                                          <p:stCondLst>
                                            <p:cond evt="begin" delay="0">
                                              <p:tn val="79"/>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3"/>
                  </p:tgtEl>
                </p:cond>
              </p:nextCondLst>
            </p:seq>
            <p:seq concurrent="1" nextAc="seek">
              <p:cTn id="82" restart="whenNotActive" fill="hold" evtFilter="cancelBubble" nodeType="interactiveSeq">
                <p:stCondLst>
                  <p:cond evt="onClick" delay="0">
                    <p:tgtEl>
                      <p:spTgt spid="31"/>
                    </p:tgtEl>
                  </p:cond>
                </p:stCondLst>
                <p:endSync evt="end" delay="0">
                  <p:rtn val="all"/>
                </p:endSync>
                <p:childTnLst>
                  <p:par>
                    <p:cTn id="83" fill="hold">
                      <p:stCondLst>
                        <p:cond delay="0"/>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blinds(horizontal)">
                                      <p:cBhvr>
                                        <p:cTn id="87" dur="500"/>
                                        <p:tgtEl>
                                          <p:spTgt spid="38"/>
                                        </p:tgtEl>
                                      </p:cBhvr>
                                    </p:animEffect>
                                  </p:childTnLst>
                                  <p:subTnLst>
                                    <p:audio>
                                      <p:cMediaNode>
                                        <p:cTn display="0" masterRel="sameClick">
                                          <p:stCondLst>
                                            <p:cond evt="begin" delay="0">
                                              <p:tn val="85"/>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31"/>
                  </p:tgtEl>
                </p:cond>
              </p:nextCondLst>
            </p:seq>
          </p:childTnLst>
        </p:cTn>
      </p:par>
    </p:tnLst>
    <p:bldLst>
      <p:bldP spid="10" grpId="0"/>
      <p:bldP spid="62" grpId="0"/>
      <p:bldP spid="13" grpId="0"/>
      <p:bldP spid="37" grpId="0"/>
      <p:bldP spid="21" grpId="0"/>
      <p:bldP spid="30" grpId="0"/>
      <p:bldP spid="3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底图"/>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9" name="黑色遮罩"/>
          <p:cNvSpPr/>
          <p:nvPr/>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7" name="卡通人像" descr="D:\大敏\C盘东西\小红书\对外汉语战略搞钱计划\教学素材\图片素材\我压缩.png我压缩"/>
          <p:cNvPicPr>
            <a:picLocks noChangeAspect="1"/>
          </p:cNvPicPr>
          <p:nvPr/>
        </p:nvPicPr>
        <p:blipFill>
          <a:blip r:embed="rId5"/>
          <a:srcRect/>
          <a:stretch>
            <a:fillRect/>
          </a:stretch>
        </p:blipFill>
        <p:spPr>
          <a:xfrm>
            <a:off x="5116830" y="601869"/>
            <a:ext cx="1958340" cy="1958451"/>
          </a:xfrm>
          <a:custGeom>
            <a:avLst/>
            <a:gdLst>
              <a:gd name="connsiteX0" fmla="*/ 2019868 w 4039736"/>
              <a:gd name="connsiteY0" fmla="*/ 0 h 4039736"/>
              <a:gd name="connsiteX1" fmla="*/ 4039736 w 4039736"/>
              <a:gd name="connsiteY1" fmla="*/ 2019868 h 4039736"/>
              <a:gd name="connsiteX2" fmla="*/ 2019868 w 4039736"/>
              <a:gd name="connsiteY2" fmla="*/ 4039736 h 4039736"/>
              <a:gd name="connsiteX3" fmla="*/ 0 w 4039736"/>
              <a:gd name="connsiteY3" fmla="*/ 2019868 h 4039736"/>
              <a:gd name="connsiteX4" fmla="*/ 2019868 w 4039736"/>
              <a:gd name="connsiteY4" fmla="*/ 0 h 4039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9736" h="4039736">
                <a:moveTo>
                  <a:pt x="2019868" y="0"/>
                </a:moveTo>
                <a:cubicBezTo>
                  <a:pt x="3135410" y="0"/>
                  <a:pt x="4039736" y="904326"/>
                  <a:pt x="4039736" y="2019868"/>
                </a:cubicBezTo>
                <a:cubicBezTo>
                  <a:pt x="4039736" y="3135410"/>
                  <a:pt x="3135410" y="4039736"/>
                  <a:pt x="2019868" y="4039736"/>
                </a:cubicBezTo>
                <a:cubicBezTo>
                  <a:pt x="904326" y="4039736"/>
                  <a:pt x="0" y="3135410"/>
                  <a:pt x="0" y="2019868"/>
                </a:cubicBezTo>
                <a:cubicBezTo>
                  <a:pt x="0" y="904326"/>
                  <a:pt x="904326" y="0"/>
                  <a:pt x="2019868" y="0"/>
                </a:cubicBezTo>
                <a:close/>
              </a:path>
            </a:pathLst>
          </a:custGeom>
          <a:ln cap="rnd">
            <a:solidFill>
              <a:srgbClr val="E2AEAB"/>
            </a:solidFill>
          </a:ln>
          <a:effectLst>
            <a:glow rad="152400">
              <a:srgbClr val="FEADBB">
                <a:alpha val="40000"/>
              </a:srgbClr>
            </a:glow>
          </a:effectLst>
        </p:spPr>
      </p:pic>
      <p:sp>
        <p:nvSpPr>
          <p:cNvPr id="14" name="文本框 13"/>
          <p:cNvSpPr txBox="1"/>
          <p:nvPr/>
        </p:nvSpPr>
        <p:spPr>
          <a:xfrm>
            <a:off x="1027430" y="2948305"/>
            <a:ext cx="11164570" cy="2733825"/>
          </a:xfrm>
          <a:prstGeom prst="rect">
            <a:avLst/>
          </a:prstGeom>
          <a:noFill/>
        </p:spPr>
        <p:txBody>
          <a:bodyPr wrap="square" rtlCol="0" anchor="t">
            <a:spAutoFit/>
          </a:bodyPr>
          <a:lstStyle/>
          <a:p>
            <a:pPr marL="457200" indent="-457200" algn="l" fontAlgn="auto">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自然醒是怎么实现的？它与光线有什么关系？</a:t>
            </a:r>
          </a:p>
          <a:p>
            <a:pPr marL="457200" indent="-457200" algn="l" fontAlgn="auto">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人们从睡眠状态过渡到清醒状态，生理上会产生什么变化？</a:t>
            </a:r>
          </a:p>
          <a:p>
            <a:pPr marL="457200" indent="-457200" algn="l" fontAlgn="auto">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突然被闹钟叫醒人体会出现哪些不适的情况？</a:t>
            </a:r>
          </a:p>
          <a:p>
            <a:pPr marL="457200" indent="-457200" algn="l" fontAlgn="auto">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长期使用闹钟可能导致什么问题？闹钟最好选择怎样的铃声？</a:t>
            </a:r>
          </a:p>
          <a:p>
            <a:pPr marL="457200" indent="-457200" algn="l" fontAlgn="auto">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什么是光闹钟？它和传统闹钟有什么不同？又有什么好处？</a:t>
            </a:r>
            <a:endParaRPr lang="en-US" altLang="zh-CN"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pic>
        <p:nvPicPr>
          <p:cNvPr id="2" name="11-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extLst>
              <a:ext uri="{28A0092B-C50C-407E-A947-70E740481C1C}">
                <a14:useLocalDpi xmlns:a14="http://schemas.microsoft.com/office/drawing/2010/main" val="0"/>
              </a:ext>
            </a:extLst>
          </a:blip>
          <a:srcRect/>
          <a:stretch>
            <a:fillRect/>
          </a:stretch>
        </p:blipFill>
        <p:spPr>
          <a:xfrm>
            <a:off x="1061085" y="1519364"/>
            <a:ext cx="939165" cy="100177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0" fill="hold"/>
                                        <p:tgtEl>
                                          <p:spTgt spid="17"/>
                                        </p:tgtEl>
                                        <p:attrNameLst>
                                          <p:attrName>r</p:attrName>
                                        </p:attrNameLst>
                                      </p:cBhvr>
                                    </p:animRot>
                                  </p:childTnLst>
                                </p:cTn>
                              </p:par>
                              <p:par>
                                <p:cTn id="7" presetID="1" presetClass="entr" presetSubtype="0" fill="hold" nodeType="withEffect">
                                  <p:stCondLst>
                                    <p:cond delay="0"/>
                                  </p:stCondLst>
                                  <p:childTnLst>
                                    <p:set>
                                      <p:cBhvr>
                                        <p:cTn id="8" dur="1" fill="hold">
                                          <p:stCondLst>
                                            <p:cond delay="0"/>
                                          </p:stCondLst>
                                        </p:cTn>
                                        <p:tgtEl>
                                          <p:spTgt spid="1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mediacall" presetSubtype="0" fill="hold" nodeType="clickEffect">
                                  <p:stCondLst>
                                    <p:cond delay="0"/>
                                  </p:stCondLst>
                                  <p:childTnLst>
                                    <p:cmd type="call" cmd="playFrom(0.0)">
                                      <p:cBhvr>
                                        <p:cTn id="20" dur="19881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21" fill="hold" display="0">
                  <p:stCondLst>
                    <p:cond delay="indefinite"/>
                  </p:stCondLst>
                  <p:endCondLst>
                    <p:cond evt="onStopAudio" delay="0">
                      <p:tgtEl>
                        <p:sldTgt/>
                      </p:tgtEl>
                    </p:cond>
                  </p:endCondLst>
                </p:cTn>
                <p:tgtEl>
                  <p:spTgt spid="2"/>
                </p:tgtEl>
              </p:cMediaNode>
            </p:audio>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底图"/>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9" name="黑色遮罩"/>
          <p:cNvSpPr/>
          <p:nvPr/>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167004" y="702310"/>
            <a:ext cx="11882755" cy="3894208"/>
          </a:xfrm>
          <a:prstGeom prst="rect">
            <a:avLst/>
          </a:prstGeom>
          <a:noFill/>
        </p:spPr>
        <p:txBody>
          <a:bodyPr wrap="square" rtlCol="0" anchor="t">
            <a:spAutoFit/>
          </a:bodyPr>
          <a:lstStyle/>
          <a:p>
            <a:pPr>
              <a:lnSpc>
                <a:spcPct val="150000"/>
              </a:lnSpc>
            </a:pP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       </a:t>
            </a:r>
            <a:r>
              <a:rPr lang="zh-CN"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医学研究证明，人类睡眠有其特定的机制，自然醒是</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最符合人体</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生物钟</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规律的。</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光线</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是自然醒的</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必要</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条件，是人体内的生物闹钟。</a:t>
            </a:r>
            <a:endPar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endParaRPr>
          </a:p>
          <a:p>
            <a:pPr>
              <a:lnSpc>
                <a:spcPct val="150000"/>
              </a:lnSpc>
            </a:pP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       早晨，人体感受到逐渐变强的太阳光线，新陈代谢随之加快，人逐渐从</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熟睡</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过渡到</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浅睡</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，直到醒来。这就是阴雨天人们往往喜欢睡懒觉的原因。</a:t>
            </a:r>
            <a:endPar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endParaRPr>
          </a:p>
          <a:p>
            <a:pPr>
              <a:lnSpc>
                <a:spcPct val="150000"/>
              </a:lnSpc>
            </a:pPr>
            <a:r>
              <a:rPr lang="en-US" altLang="zh-CN" sz="2800" b="1" dirty="0">
                <a:solidFill>
                  <a:schemeClr val="bg1"/>
                </a:solidFill>
                <a:latin typeface="华文细黑" panose="02010600040101010101" pitchFamily="2" charset="-122"/>
                <a:ea typeface="思源黑体 CN Regular" panose="020B0500000000000000" pitchFamily="34" charset="-122"/>
                <a:sym typeface="华文细黑" panose="02010600040101010101" pitchFamily="2" charset="-122"/>
              </a:rPr>
              <a:t>        </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紧张的现代生活，使很多上班的人无法享受轻松舒适的睡眠、自然地</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醒</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来，闹钟</a:t>
            </a:r>
            <a:r>
              <a:rPr lang="zh-CN" altLang="en-US" sz="2800" dirty="0">
                <a:solidFill>
                  <a:schemeClr val="bg1"/>
                </a:solidFill>
                <a:latin typeface="华文细黑" panose="02010600040101010101" pitchFamily="2" charset="-122"/>
                <a:ea typeface="思源黑体 CN Regular" panose="020B0500000000000000" pitchFamily="34" charset="-122"/>
                <a:sym typeface="华文细黑" panose="02010600040101010101" pitchFamily="2" charset="-122"/>
              </a:rPr>
              <a:t>的用途就显得格外重要了。</a:t>
            </a:r>
            <a:endPar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4"/>
            <a:stretch>
              <a:fillRect/>
            </a:stretch>
          </p:blipFill>
          <p:spPr>
            <a:xfrm>
              <a:off x="599" y="3210"/>
              <a:ext cx="1338" cy="1338"/>
            </a:xfrm>
            <a:prstGeom prst="rect">
              <a:avLst/>
            </a:prstGeom>
          </p:spPr>
        </p:pic>
      </p:grpSp>
      <p:sp>
        <p:nvSpPr>
          <p:cNvPr id="28" name="文本框 7"/>
          <p:cNvSpPr txBox="1"/>
          <p:nvPr/>
        </p:nvSpPr>
        <p:spPr>
          <a:xfrm>
            <a:off x="1248410" y="5320030"/>
            <a:ext cx="10801350" cy="1308884"/>
          </a:xfrm>
          <a:prstGeom prst="rect">
            <a:avLst/>
          </a:prstGeom>
          <a:noFill/>
          <a:effectLst>
            <a:outerShdw blurRad="127000" dir="5400000" sx="102000" sy="102000" algn="ctr" rotWithShape="0">
              <a:srgbClr val="4E98C7">
                <a:alpha val="68000"/>
              </a:srgbClr>
            </a:outerShdw>
          </a:effectLst>
        </p:spPr>
        <p:txBody>
          <a:bodyPr wrap="square">
            <a:spAutoFit/>
          </a:bodyPr>
          <a:lstStyle/>
          <a:p>
            <a:pPr>
              <a:lnSpc>
                <a:spcPct val="150000"/>
              </a:lnSpc>
            </a:pPr>
            <a:r>
              <a:rPr lang="en-US" altLang="zh-CN"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1.</a:t>
            </a:r>
            <a:r>
              <a:rPr lang="zh-CN" altLang="es-ES_tradnl"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你</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知道：自然醒的过程吗</a:t>
            </a:r>
            <a:r>
              <a:rPr lang="es-ES_tradnl"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a:t>
            </a:r>
            <a:endParaRPr lang="es-ES_tradnl" sz="2800" b="1" dirty="0">
              <a:solidFill>
                <a:schemeClr val="tx1"/>
              </a:solidFill>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endParaRPr>
          </a:p>
          <a:p>
            <a:pPr algn="l" fontAlgn="auto">
              <a:lnSpc>
                <a:spcPct val="150000"/>
              </a:lnSpc>
            </a:pPr>
            <a:r>
              <a:rPr lang="en-US" altLang="es-ES_tradnl"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2.</a:t>
            </a:r>
            <a:r>
              <a:rPr lang="zh-CN" altLang="en-US"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请用重点词语复述故事：光线、生物钟、必要</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、熟睡、浅睡、醒</a:t>
            </a:r>
            <a:endParaRPr lang="zh-CN" altLang="en-US" sz="2800" b="1" dirty="0">
              <a:ln w="22225">
                <a:noFill/>
                <a:prstDash val="solid"/>
              </a:ln>
              <a:solidFill>
                <a:schemeClr val="bg1"/>
              </a:solidFill>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endParaRPr>
          </a:p>
        </p:txBody>
      </p:sp>
      <p:sp>
        <p:nvSpPr>
          <p:cNvPr id="2" name="文本框 1"/>
          <p:cNvSpPr txBox="1"/>
          <p:nvPr/>
        </p:nvSpPr>
        <p:spPr>
          <a:xfrm>
            <a:off x="2607945" y="213995"/>
            <a:ext cx="7736840" cy="953135"/>
          </a:xfrm>
          <a:prstGeom prst="rect">
            <a:avLst/>
          </a:prstGeom>
          <a:noFill/>
        </p:spPr>
        <p:txBody>
          <a:bodyPr wrap="square" rtlCol="0">
            <a:spAutoFit/>
            <a:scene3d>
              <a:camera prst="orthographicFront"/>
              <a:lightRig rig="threePt" dir="t"/>
            </a:scene3d>
          </a:bodyPr>
          <a:lstStyle/>
          <a:p>
            <a:r>
              <a:rPr lang="zh-CN" altLang="en-US" sz="28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自然醒是怎么实现的？它与光线有什么关系？</a:t>
            </a:r>
          </a:p>
          <a:p>
            <a:endParaRPr lang="zh-CN" altLang="en-US" sz="28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0179687 0 L 0.867969 0.000833333 " pathEditMode="relative" rAng="0" ptsTypes="">
                                      <p:cBhvr>
                                        <p:cTn id="19" dur="500" fill="hold"/>
                                        <p:tgtEl>
                                          <p:spTgt spid="23"/>
                                        </p:tgtEl>
                                        <p:attrNameLst>
                                          <p:attrName>ppt_x</p:attrName>
                                          <p:attrName>ppt_y</p:attrName>
                                        </p:attrNameLst>
                                      </p:cBhvr>
                                      <p:rCtr x="44000" y="-100"/>
                                    </p:animMotion>
                                  </p:childTnLst>
                                </p:cTn>
                              </p:par>
                              <p:par>
                                <p:cTn id="20" presetID="22" presetClass="entr" presetSubtype="8"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subTnLst>
                                    <p:audio>
                                      <p:cMediaNode>
                                        <p:cTn display="1" masterRel="sameClick">
                                          <p:stCondLst>
                                            <p:cond evt="begin" delay="0">
                                              <p:tn val="20"/>
                                            </p:cond>
                                          </p:stCondLst>
                                          <p:endCondLst>
                                            <p:cond evt="onStopAudio" delay="0">
                                              <p:tgtEl>
                                                <p:sldTgt/>
                                              </p:tgtEl>
                                            </p:cond>
                                          </p:endCondLst>
                                        </p:cTn>
                                        <p:tgtEl>
                                          <p:sndTgt r:embed="rId2" name="click.wav"/>
                                        </p:tgtEl>
                                      </p:cMediaNode>
                                    </p:audio>
                                  </p:subTnLst>
                                </p:cTn>
                              </p:par>
                              <p:par>
                                <p:cTn id="23" presetID="22" presetClass="entr" presetSubtype="8" fill="hold" nodeType="withEffect">
                                  <p:stCondLst>
                                    <p:cond delay="200"/>
                                  </p:stCondLst>
                                  <p:childTnLst>
                                    <p:set>
                                      <p:cBhvr>
                                        <p:cTn id="24" dur="1" fill="hold">
                                          <p:stCondLst>
                                            <p:cond delay="0"/>
                                          </p:stCondLst>
                                        </p:cTn>
                                        <p:tgtEl>
                                          <p:spTgt spid="28">
                                            <p:txEl>
                                              <p:pRg st="0" end="0"/>
                                            </p:txEl>
                                          </p:spTgt>
                                        </p:tgtEl>
                                        <p:attrNameLst>
                                          <p:attrName>style.visibility</p:attrName>
                                        </p:attrNameLst>
                                      </p:cBhvr>
                                      <p:to>
                                        <p:strVal val="visible"/>
                                      </p:to>
                                    </p:set>
                                    <p:animEffect transition="in" filter="wipe(left)">
                                      <p:cBhvr>
                                        <p:cTn id="25" dur="500"/>
                                        <p:tgtEl>
                                          <p:spTgt spid="28">
                                            <p:txEl>
                                              <p:pRg st="0" end="0"/>
                                            </p:txEl>
                                          </p:spTgt>
                                        </p:tgtEl>
                                      </p:cBhvr>
                                    </p:animEffect>
                                  </p:childTnLst>
                                </p:cTn>
                              </p:par>
                              <p:par>
                                <p:cTn id="26" presetID="22" presetClass="entr" presetSubtype="8" fill="hold" nodeType="withEffect">
                                  <p:stCondLst>
                                    <p:cond delay="200"/>
                                  </p:stCondLst>
                                  <p:childTnLst>
                                    <p:set>
                                      <p:cBhvr>
                                        <p:cTn id="27" dur="1" fill="hold">
                                          <p:stCondLst>
                                            <p:cond delay="0"/>
                                          </p:stCondLst>
                                        </p:cTn>
                                        <p:tgtEl>
                                          <p:spTgt spid="28">
                                            <p:txEl>
                                              <p:pRg st="1" end="1"/>
                                            </p:txEl>
                                          </p:spTgt>
                                        </p:tgtEl>
                                        <p:attrNameLst>
                                          <p:attrName>style.visibility</p:attrName>
                                        </p:attrNameLst>
                                      </p:cBhvr>
                                      <p:to>
                                        <p:strVal val="visible"/>
                                      </p:to>
                                    </p:set>
                                    <p:animEffect transition="in" filter="wipe(left)">
                                      <p:cBhvr>
                                        <p:cTn id="28"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底图"/>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9" name="黑色遮罩"/>
          <p:cNvSpPr/>
          <p:nvPr/>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198755" y="961881"/>
            <a:ext cx="11882755" cy="4540538"/>
          </a:xfrm>
          <a:prstGeom prst="rect">
            <a:avLst/>
          </a:prstGeom>
          <a:noFill/>
        </p:spPr>
        <p:txBody>
          <a:bodyPr wrap="square" rtlCol="0" anchor="t">
            <a:spAutoFit/>
          </a:bodyPr>
          <a:lstStyle/>
          <a:p>
            <a:pPr>
              <a:lnSpc>
                <a:spcPct val="150000"/>
              </a:lnSpc>
            </a:pP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但实验研究证明，人们对自然醒与被闹钟铃声叫醒这两种方式所产生的反应是很不相同的。从睡眠状态过渡到清醒状态时，人的呼吸会从</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16</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次</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分钟提高到</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24</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次</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分钟，心跳每分钟加快</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10</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次。如果突然被闹钟叫醒，将在心理上使人产生</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心慌</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情绪</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低落、感觉没睡醒等不适。如果是从深度睡眠中被突然叫醒，那么，人的短期记忆能力、计算技能都会受到</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影响</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，这些能力最多为正常状态的</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65%</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，与醉酒者</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相当</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a:t>
            </a:r>
            <a:endPar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endParaRPr>
          </a:p>
          <a:p>
            <a:pPr>
              <a:lnSpc>
                <a:spcPct val="150000"/>
              </a:lnSpc>
            </a:pPr>
            <a:endPar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4"/>
            <a:stretch>
              <a:fillRect/>
            </a:stretch>
          </p:blipFill>
          <p:spPr>
            <a:xfrm>
              <a:off x="599" y="3210"/>
              <a:ext cx="1338" cy="1338"/>
            </a:xfrm>
            <a:prstGeom prst="rect">
              <a:avLst/>
            </a:prstGeom>
          </p:spPr>
        </p:pic>
      </p:grpSp>
      <p:sp>
        <p:nvSpPr>
          <p:cNvPr id="28" name="文本框 7"/>
          <p:cNvSpPr txBox="1"/>
          <p:nvPr/>
        </p:nvSpPr>
        <p:spPr>
          <a:xfrm>
            <a:off x="1246505" y="5279390"/>
            <a:ext cx="10801350" cy="1308884"/>
          </a:xfrm>
          <a:prstGeom prst="rect">
            <a:avLst/>
          </a:prstGeom>
          <a:noFill/>
          <a:effectLst>
            <a:outerShdw blurRad="127000" dir="5400000" sx="102000" sy="102000" algn="ctr" rotWithShape="0">
              <a:srgbClr val="4E98C7">
                <a:alpha val="68000"/>
              </a:srgbClr>
            </a:outerShdw>
          </a:effectLst>
        </p:spPr>
        <p:txBody>
          <a:bodyPr wrap="square">
            <a:spAutoFit/>
          </a:bodyPr>
          <a:lstStyle/>
          <a:p>
            <a:pPr>
              <a:lnSpc>
                <a:spcPct val="150000"/>
              </a:lnSpc>
            </a:pPr>
            <a:r>
              <a:rPr lang="en-US"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1.</a:t>
            </a:r>
            <a:r>
              <a:rPr lang="zh-CN" altLang="es-ES_tradnl"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你</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知道：传统闹钟的危害吗</a:t>
            </a:r>
            <a:r>
              <a:rPr lang="es-ES_tradnl"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a:t>
            </a:r>
          </a:p>
          <a:p>
            <a:pPr>
              <a:lnSpc>
                <a:spcPct val="150000"/>
              </a:lnSpc>
            </a:pPr>
            <a:r>
              <a:rPr lang="en-US" altLang="es-ES_tradnl"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2.</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请用重点词语复述故事：心慌、情绪、影响、相当</a:t>
            </a:r>
            <a:endParaRPr lang="es-ES_tradnl"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endParaRPr>
          </a:p>
        </p:txBody>
      </p:sp>
      <p:sp>
        <p:nvSpPr>
          <p:cNvPr id="2" name="文本框 1"/>
          <p:cNvSpPr txBox="1"/>
          <p:nvPr/>
        </p:nvSpPr>
        <p:spPr>
          <a:xfrm>
            <a:off x="1683385" y="213995"/>
            <a:ext cx="9654540" cy="1814830"/>
          </a:xfrm>
          <a:prstGeom prst="rect">
            <a:avLst/>
          </a:prstGeom>
          <a:noFill/>
        </p:spPr>
        <p:txBody>
          <a:bodyPr wrap="square" rtlCol="0">
            <a:spAutoFit/>
          </a:bodyPr>
          <a:lstStyle/>
          <a:p>
            <a:r>
              <a:rPr lang="zh-CN" altLang="en-US" sz="28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人们从睡眠状态过渡到清醒状态，生理上会产生什么变化？</a:t>
            </a:r>
          </a:p>
          <a:p>
            <a:r>
              <a:rPr lang="zh-CN" altLang="en-US" sz="28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突然被闹钟叫醒人体会出现哪些不适的情况？</a:t>
            </a:r>
          </a:p>
          <a:p>
            <a:endParaRPr lang="zh-CN" altLang="en-US" sz="28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a:p>
            <a:endParaRPr lang="zh-CN" altLang="en-US" sz="28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nodeType="clickEffect">
                                  <p:stCondLst>
                                    <p:cond delay="0"/>
                                  </p:stCondLst>
                                  <p:childTnLst>
                                    <p:animMotion origin="layout" path="M -0.0179687 0 L 0.867969 0.000833333 " pathEditMode="relative" rAng="0" ptsTypes="">
                                      <p:cBhvr>
                                        <p:cTn id="11" dur="500" fill="hold"/>
                                        <p:tgtEl>
                                          <p:spTgt spid="23"/>
                                        </p:tgtEl>
                                        <p:attrNameLst>
                                          <p:attrName>ppt_x</p:attrName>
                                          <p:attrName>ppt_y</p:attrName>
                                        </p:attrNameLst>
                                      </p:cBhvr>
                                      <p:rCtr x="44000" y="-100"/>
                                    </p:animMotion>
                                  </p:childTnLst>
                                </p:cTn>
                              </p:par>
                              <p:par>
                                <p:cTn id="12" presetID="22" presetClass="entr" presetSubtype="8"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subTnLst>
                                    <p:audio>
                                      <p:cMediaNode>
                                        <p:cTn display="0" masterRel="sameClick">
                                          <p:stCondLst>
                                            <p:cond evt="begin" delay="0">
                                              <p:tn val="12"/>
                                            </p:cond>
                                          </p:stCondLst>
                                          <p:endCondLst>
                                            <p:cond evt="onStopAudio" delay="0">
                                              <p:tgtEl>
                                                <p:sldTgt/>
                                              </p:tgtEl>
                                            </p:cond>
                                          </p:endCondLst>
                                        </p:cTn>
                                        <p:tgtEl>
                                          <p:sndTgt r:embed="rId2" name="click.wav"/>
                                        </p:tgtEl>
                                      </p:cMediaNode>
                                    </p:audio>
                                  </p:subTnLst>
                                </p:cTn>
                              </p:par>
                              <p:par>
                                <p:cTn id="15" presetID="22" presetClass="entr" presetSubtype="8" fill="hold" nodeType="withEffect">
                                  <p:stCondLst>
                                    <p:cond delay="200"/>
                                  </p:stCondLst>
                                  <p:childTnLst>
                                    <p:set>
                                      <p:cBhvr>
                                        <p:cTn id="16" dur="1" fill="hold">
                                          <p:stCondLst>
                                            <p:cond delay="0"/>
                                          </p:stCondLst>
                                        </p:cTn>
                                        <p:tgtEl>
                                          <p:spTgt spid="28">
                                            <p:txEl>
                                              <p:pRg st="0" end="0"/>
                                            </p:txEl>
                                          </p:spTgt>
                                        </p:tgtEl>
                                        <p:attrNameLst>
                                          <p:attrName>style.visibility</p:attrName>
                                        </p:attrNameLst>
                                      </p:cBhvr>
                                      <p:to>
                                        <p:strVal val="visible"/>
                                      </p:to>
                                    </p:set>
                                    <p:animEffect transition="in" filter="wipe(left)">
                                      <p:cBhvr>
                                        <p:cTn id="17" dur="500"/>
                                        <p:tgtEl>
                                          <p:spTgt spid="28">
                                            <p:txEl>
                                              <p:pRg st="0" end="0"/>
                                            </p:txEl>
                                          </p:spTgt>
                                        </p:tgtEl>
                                      </p:cBhvr>
                                    </p:animEffect>
                                  </p:childTnLst>
                                </p:cTn>
                              </p:par>
                              <p:par>
                                <p:cTn id="18" presetID="22" presetClass="entr" presetSubtype="8" fill="hold" nodeType="withEffect">
                                  <p:stCondLst>
                                    <p:cond delay="200"/>
                                  </p:stCondLst>
                                  <p:childTnLst>
                                    <p:set>
                                      <p:cBhvr>
                                        <p:cTn id="19" dur="1" fill="hold">
                                          <p:stCondLst>
                                            <p:cond delay="0"/>
                                          </p:stCondLst>
                                        </p:cTn>
                                        <p:tgtEl>
                                          <p:spTgt spid="28">
                                            <p:txEl>
                                              <p:pRg st="1" end="1"/>
                                            </p:txEl>
                                          </p:spTgt>
                                        </p:tgtEl>
                                        <p:attrNameLst>
                                          <p:attrName>style.visibility</p:attrName>
                                        </p:attrNameLst>
                                      </p:cBhvr>
                                      <p:to>
                                        <p:strVal val="visible"/>
                                      </p:to>
                                    </p:set>
                                    <p:animEffect transition="in" filter="wipe(left)">
                                      <p:cBhvr>
                                        <p:cTn id="20"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底图"/>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9" name="黑色遮罩"/>
          <p:cNvSpPr/>
          <p:nvPr/>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167005" y="949960"/>
            <a:ext cx="12024995" cy="3969385"/>
          </a:xfrm>
          <a:prstGeom prst="rect">
            <a:avLst/>
          </a:prstGeom>
          <a:noFill/>
        </p:spPr>
        <p:txBody>
          <a:bodyPr wrap="square" rtlCol="0" anchor="t">
            <a:spAutoFit/>
          </a:bodyPr>
          <a:lstStyle/>
          <a:p>
            <a:pPr>
              <a:lnSpc>
                <a:spcPct val="150000"/>
              </a:lnSpc>
            </a:pP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       出于自我保护，被闹钟叫醒时我们的身体会提高体内的</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肾上腺素</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水平。这种状态如果</a:t>
            </a:r>
            <a:r>
              <a:rPr lang="zh-CN" altLang="en-US" sz="2800" dirty="0">
                <a:solidFill>
                  <a:srgbClr val="92D05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持续</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数天、数周、数月，将</a:t>
            </a:r>
            <a:r>
              <a:rPr lang="zh-CN" altLang="en-US" sz="2800" dirty="0">
                <a:solidFill>
                  <a:srgbClr val="92D05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导致</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高血压</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a:t>
            </a:r>
            <a:r>
              <a:rPr lang="zh-CN" altLang="en-US" sz="2800" dirty="0">
                <a:solidFill>
                  <a:srgbClr val="92D05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失眠</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和一些</a:t>
            </a:r>
            <a:r>
              <a:rPr lang="zh-CN" altLang="en-US" sz="2800" dirty="0">
                <a:solidFill>
                  <a:srgbClr val="92D05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精神</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问题等。研究发现，突然被闹铃</a:t>
            </a:r>
            <a:r>
              <a:rPr lang="zh-CN" altLang="en-US" sz="2800" dirty="0">
                <a:solidFill>
                  <a:srgbClr val="92D05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惊醒</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的人比自然醒的人血压更高、心跳更快。因此，专家解释说，人在睡眠时，身体会发生一些变化，因此人们在早上醒来时更容易</a:t>
            </a:r>
            <a:r>
              <a:rPr lang="zh-CN" altLang="en-US" sz="2800" dirty="0">
                <a:solidFill>
                  <a:srgbClr val="92D05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发病</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，而闹铃则会使发病的可能性变得更大。如果你必须定个闹钟，应采用柔和的声音或音乐。</a:t>
            </a:r>
            <a:endPar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4"/>
            <a:stretch>
              <a:fillRect/>
            </a:stretch>
          </p:blipFill>
          <p:spPr>
            <a:xfrm>
              <a:off x="599" y="3210"/>
              <a:ext cx="1338" cy="1338"/>
            </a:xfrm>
            <a:prstGeom prst="rect">
              <a:avLst/>
            </a:prstGeom>
          </p:spPr>
        </p:pic>
      </p:grpSp>
      <p:sp>
        <p:nvSpPr>
          <p:cNvPr id="28" name="文本框 7"/>
          <p:cNvSpPr txBox="1"/>
          <p:nvPr/>
        </p:nvSpPr>
        <p:spPr>
          <a:xfrm>
            <a:off x="1104264" y="5393690"/>
            <a:ext cx="10945495" cy="1092607"/>
          </a:xfrm>
          <a:prstGeom prst="rect">
            <a:avLst/>
          </a:prstGeom>
          <a:noFill/>
          <a:effectLst>
            <a:outerShdw blurRad="127000" dir="5400000" sx="102000" sy="102000" algn="ctr" rotWithShape="0">
              <a:srgbClr val="4E98C7">
                <a:alpha val="68000"/>
              </a:srgbClr>
            </a:outerShdw>
          </a:effectLst>
        </p:spPr>
        <p:txBody>
          <a:bodyPr wrap="square">
            <a:spAutoFit/>
          </a:bodyPr>
          <a:lstStyle/>
          <a:p>
            <a:pPr>
              <a:lnSpc>
                <a:spcPct val="150000"/>
              </a:lnSpc>
            </a:pPr>
            <a:r>
              <a:rPr lang="en-US"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1.</a:t>
            </a:r>
            <a:r>
              <a:rPr lang="zh-CN" altLang="es-ES_tradnl"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你</a:t>
            </a:r>
            <a:r>
              <a:rPr lang="zh-CN" altLang="en-US"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知道： “肾上腺素”“高血压”吗？</a:t>
            </a:r>
            <a:endParaRPr lang="en-US"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endParaRPr>
          </a:p>
          <a:p>
            <a:r>
              <a:rPr lang="es-ES_tradnl"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2</a:t>
            </a:r>
            <a:r>
              <a:rPr lang="en-US"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a:t>
            </a:r>
            <a:r>
              <a:rPr lang="zh-CN" altLang="en-US"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请用重点词语复述故事：导致、失眠、精神、发病、持续、惊醒</a:t>
            </a:r>
            <a:endParaRPr lang="es-ES_tradnl"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endParaRPr>
          </a:p>
        </p:txBody>
      </p:sp>
      <p:sp>
        <p:nvSpPr>
          <p:cNvPr id="2" name="文本框 1"/>
          <p:cNvSpPr txBox="1"/>
          <p:nvPr/>
        </p:nvSpPr>
        <p:spPr>
          <a:xfrm>
            <a:off x="2377440" y="363855"/>
            <a:ext cx="8926195" cy="829945"/>
          </a:xfrm>
          <a:prstGeom prst="rect">
            <a:avLst/>
          </a:prstGeom>
          <a:noFill/>
        </p:spPr>
        <p:txBody>
          <a:bodyPr wrap="square" rtlCol="0">
            <a:spAutoFit/>
            <a:scene3d>
              <a:camera prst="orthographicFront"/>
              <a:lightRig rig="threePt" dir="t"/>
            </a:scene3d>
          </a:bodyPr>
          <a:lstStyle/>
          <a:p>
            <a:r>
              <a:rPr lang="zh-CN" altLang="en-US" sz="24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长期使用闹钟可能导致什么问题？闹钟最好选择怎样的铃声？</a:t>
            </a:r>
          </a:p>
          <a:p>
            <a:endParaRPr lang="zh-CN" altLang="en-US" sz="24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nodeType="clickEffect">
                                  <p:stCondLst>
                                    <p:cond delay="0"/>
                                  </p:stCondLst>
                                  <p:childTnLst>
                                    <p:animMotion origin="layout" path="M -0.0179687 0 L 0.867969 0.000833333 " pathEditMode="relative" rAng="0" ptsTypes="">
                                      <p:cBhvr>
                                        <p:cTn id="11" dur="500" fill="hold"/>
                                        <p:tgtEl>
                                          <p:spTgt spid="23"/>
                                        </p:tgtEl>
                                        <p:attrNameLst>
                                          <p:attrName>ppt_x</p:attrName>
                                          <p:attrName>ppt_y</p:attrName>
                                        </p:attrNameLst>
                                      </p:cBhvr>
                                      <p:rCtr x="44000" y="-100"/>
                                    </p:animMotion>
                                  </p:childTnLst>
                                </p:cTn>
                              </p:par>
                              <p:par>
                                <p:cTn id="12" presetID="22" presetClass="entr" presetSubtype="8"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subTnLst>
                                    <p:audio>
                                      <p:cMediaNode>
                                        <p:cTn display="0" masterRel="sameClick">
                                          <p:stCondLst>
                                            <p:cond evt="begin" delay="0">
                                              <p:tn val="12"/>
                                            </p:cond>
                                          </p:stCondLst>
                                          <p:endCondLst>
                                            <p:cond evt="onStopAudio" delay="0">
                                              <p:tgtEl>
                                                <p:sldTgt/>
                                              </p:tgtEl>
                                            </p:cond>
                                          </p:endCondLst>
                                        </p:cTn>
                                        <p:tgtEl>
                                          <p:sndTgt r:embed="rId2" name="click.wav"/>
                                        </p:tgtEl>
                                      </p:cMediaNode>
                                    </p:audio>
                                  </p:subTnLst>
                                </p:cTn>
                              </p:par>
                              <p:par>
                                <p:cTn id="15" presetID="22" presetClass="entr" presetSubtype="8" fill="hold" nodeType="withEffect">
                                  <p:stCondLst>
                                    <p:cond delay="0"/>
                                  </p:stCondLst>
                                  <p:childTnLst>
                                    <p:set>
                                      <p:cBhvr>
                                        <p:cTn id="16" dur="1" fill="hold">
                                          <p:stCondLst>
                                            <p:cond delay="0"/>
                                          </p:stCondLst>
                                        </p:cTn>
                                        <p:tgtEl>
                                          <p:spTgt spid="28">
                                            <p:txEl>
                                              <p:pRg st="0" end="0"/>
                                            </p:txEl>
                                          </p:spTgt>
                                        </p:tgtEl>
                                        <p:attrNameLst>
                                          <p:attrName>style.visibility</p:attrName>
                                        </p:attrNameLst>
                                      </p:cBhvr>
                                      <p:to>
                                        <p:strVal val="visible"/>
                                      </p:to>
                                    </p:set>
                                    <p:animEffect transition="in" filter="wipe(left)">
                                      <p:cBhvr>
                                        <p:cTn id="17" dur="500"/>
                                        <p:tgtEl>
                                          <p:spTgt spid="28">
                                            <p:txEl>
                                              <p:pRg st="0" end="0"/>
                                            </p:txEl>
                                          </p:spTgt>
                                        </p:tgtEl>
                                      </p:cBhvr>
                                    </p:animEffect>
                                  </p:childTnLst>
                                </p:cTn>
                              </p:par>
                              <p:par>
                                <p:cTn id="18" presetID="22" presetClass="entr" presetSubtype="8" fill="hold" nodeType="withEffect">
                                  <p:stCondLst>
                                    <p:cond delay="0"/>
                                  </p:stCondLst>
                                  <p:childTnLst>
                                    <p:set>
                                      <p:cBhvr>
                                        <p:cTn id="19" dur="500" fill="hold">
                                          <p:stCondLst>
                                            <p:cond delay="0"/>
                                          </p:stCondLst>
                                        </p:cTn>
                                        <p:tgtEl>
                                          <p:spTgt spid="28">
                                            <p:txEl>
                                              <p:pRg st="1" end="1"/>
                                            </p:txEl>
                                          </p:spTgt>
                                        </p:tgtEl>
                                        <p:attrNameLst>
                                          <p:attrName>style.visibility</p:attrName>
                                        </p:attrNameLst>
                                      </p:cBhvr>
                                      <p:to>
                                        <p:strVal val="visible"/>
                                      </p:to>
                                    </p:set>
                                    <p:animEffect transition="in" filter="wipe(left)">
                                      <p:cBhvr>
                                        <p:cTn id="20"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底图"/>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9" name="黑色遮罩"/>
          <p:cNvSpPr/>
          <p:nvPr/>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167004" y="949960"/>
            <a:ext cx="11882755" cy="3247877"/>
          </a:xfrm>
          <a:prstGeom prst="rect">
            <a:avLst/>
          </a:prstGeom>
          <a:noFill/>
        </p:spPr>
        <p:txBody>
          <a:bodyPr wrap="square" rtlCol="0" anchor="t">
            <a:spAutoFit/>
          </a:bodyPr>
          <a:lstStyle/>
          <a:p>
            <a:pPr>
              <a:lnSpc>
                <a:spcPct val="150000"/>
              </a:lnSpc>
            </a:pP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       各种醒来方式中，当然是</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自然醒</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最符合我们的愿望。可谁能替你拉开窗帘让阳光照进来呢？近年来，市场上出现了一种新的</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电子产品</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，名为“光闹钟”。它能在室内</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模仿</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早晨自然光线的变化，通过</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光线</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的作用使人在设定的时间里自然地醒来，可</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避免</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传统闹钟突然惊醒对人体健康的</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伤害</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。希望这样能向真正的“自然醒”走近一点，再走近一点。</a:t>
            </a:r>
            <a:endPar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4"/>
            <a:stretch>
              <a:fillRect/>
            </a:stretch>
          </p:blipFill>
          <p:spPr>
            <a:xfrm>
              <a:off x="599" y="3210"/>
              <a:ext cx="1338" cy="1338"/>
            </a:xfrm>
            <a:prstGeom prst="rect">
              <a:avLst/>
            </a:prstGeom>
          </p:spPr>
        </p:pic>
      </p:grpSp>
      <p:sp>
        <p:nvSpPr>
          <p:cNvPr id="28" name="文本框 7"/>
          <p:cNvSpPr txBox="1"/>
          <p:nvPr/>
        </p:nvSpPr>
        <p:spPr>
          <a:xfrm>
            <a:off x="1104264" y="5393690"/>
            <a:ext cx="10945495" cy="1092607"/>
          </a:xfrm>
          <a:prstGeom prst="rect">
            <a:avLst/>
          </a:prstGeom>
          <a:noFill/>
          <a:effectLst>
            <a:outerShdw blurRad="127000" dir="5400000" sx="102000" sy="102000" algn="ctr" rotWithShape="0">
              <a:srgbClr val="4E98C7">
                <a:alpha val="68000"/>
              </a:srgbClr>
            </a:outerShdw>
          </a:effectLst>
        </p:spPr>
        <p:txBody>
          <a:bodyPr wrap="square">
            <a:spAutoFit/>
          </a:bodyPr>
          <a:lstStyle/>
          <a:p>
            <a:pPr>
              <a:lnSpc>
                <a:spcPct val="150000"/>
              </a:lnSpc>
            </a:pPr>
            <a:r>
              <a:rPr lang="en-US"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1.</a:t>
            </a:r>
            <a:r>
              <a:rPr lang="zh-CN" altLang="es-ES_tradnl"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你</a:t>
            </a:r>
            <a:r>
              <a:rPr lang="zh-CN" altLang="en-US"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知道：什么是“光闹钟”吗？</a:t>
            </a:r>
            <a:endParaRPr lang="en-US"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endParaRPr>
          </a:p>
          <a:p>
            <a:r>
              <a:rPr lang="es-ES_tradnl"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2</a:t>
            </a:r>
            <a:r>
              <a:rPr lang="en-US"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a:t>
            </a:r>
            <a:r>
              <a:rPr lang="zh-CN" altLang="en-US"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请用重点词语复述故事：自然醒、电子产品、模仿、光线、伤害、</a:t>
            </a:r>
            <a:r>
              <a:rPr lang="en-US"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 </a:t>
            </a:r>
            <a:r>
              <a:rPr lang="zh-CN" altLang="en-US"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避免</a:t>
            </a:r>
            <a:endParaRPr lang="es-ES_tradnl" altLang="zh-CN" sz="26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endParaRPr>
          </a:p>
        </p:txBody>
      </p:sp>
      <p:sp>
        <p:nvSpPr>
          <p:cNvPr id="2" name="文本框 1"/>
          <p:cNvSpPr txBox="1"/>
          <p:nvPr/>
        </p:nvSpPr>
        <p:spPr>
          <a:xfrm>
            <a:off x="2767965" y="334010"/>
            <a:ext cx="7931785" cy="736600"/>
          </a:xfrm>
          <a:prstGeom prst="rect">
            <a:avLst/>
          </a:prstGeom>
          <a:noFill/>
        </p:spPr>
        <p:txBody>
          <a:bodyPr wrap="square" rtlCol="0">
            <a:noAutofit/>
          </a:bodyPr>
          <a:lstStyle/>
          <a:p>
            <a:r>
              <a:rPr lang="zh-CN" altLang="en-US" sz="2400" dirty="0">
                <a:ln/>
                <a:solidFill>
                  <a:schemeClr val="accent1"/>
                </a:solidFill>
                <a:effectLst>
                  <a:outerShdw blurRad="38100" dist="25400" dir="5400000" algn="ctr" rotWithShape="0">
                    <a:srgbClr val="6E747A">
                      <a:alpha val="43000"/>
                      <a:alpha val="43000"/>
                    </a:srgbClr>
                  </a:outerShdw>
                </a:effectLst>
                <a:highlight>
                  <a:srgbClr val="FFFF00"/>
                </a:highligh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什么是光闹钟？它和传统闹钟有什么不同？又有什么好处？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nodeType="clickEffect">
                                  <p:stCondLst>
                                    <p:cond delay="0"/>
                                  </p:stCondLst>
                                  <p:childTnLst>
                                    <p:animMotion origin="layout" path="M -0.0179687 0 L 0.867969 0.000833333 " pathEditMode="relative" rAng="0" ptsTypes="">
                                      <p:cBhvr>
                                        <p:cTn id="11" dur="500" fill="hold"/>
                                        <p:tgtEl>
                                          <p:spTgt spid="23"/>
                                        </p:tgtEl>
                                        <p:attrNameLst>
                                          <p:attrName>ppt_x</p:attrName>
                                          <p:attrName>ppt_y</p:attrName>
                                        </p:attrNameLst>
                                      </p:cBhvr>
                                      <p:rCtr x="44000" y="-100"/>
                                    </p:animMotion>
                                  </p:childTnLst>
                                </p:cTn>
                              </p:par>
                              <p:par>
                                <p:cTn id="12" presetID="22" presetClass="entr" presetSubtype="8"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subTnLst>
                                    <p:audio>
                                      <p:cMediaNode>
                                        <p:cTn display="0" masterRel="sameClick">
                                          <p:stCondLst>
                                            <p:cond evt="begin" delay="0">
                                              <p:tn val="12"/>
                                            </p:cond>
                                          </p:stCondLst>
                                          <p:endCondLst>
                                            <p:cond evt="onStopAudio" delay="0">
                                              <p:tgtEl>
                                                <p:sldTgt/>
                                              </p:tgtEl>
                                            </p:cond>
                                          </p:endCondLst>
                                        </p:cTn>
                                        <p:tgtEl>
                                          <p:sndTgt r:embed="rId2" name="click.wav"/>
                                        </p:tgtEl>
                                      </p:cMediaNode>
                                    </p:audio>
                                  </p:subTnLst>
                                </p:cTn>
                              </p:par>
                              <p:par>
                                <p:cTn id="15" presetID="22" presetClass="entr" presetSubtype="8" fill="hold" nodeType="withEffect">
                                  <p:stCondLst>
                                    <p:cond delay="0"/>
                                  </p:stCondLst>
                                  <p:childTnLst>
                                    <p:set>
                                      <p:cBhvr>
                                        <p:cTn id="16" dur="1" fill="hold">
                                          <p:stCondLst>
                                            <p:cond delay="0"/>
                                          </p:stCondLst>
                                        </p:cTn>
                                        <p:tgtEl>
                                          <p:spTgt spid="28">
                                            <p:txEl>
                                              <p:pRg st="0" end="0"/>
                                            </p:txEl>
                                          </p:spTgt>
                                        </p:tgtEl>
                                        <p:attrNameLst>
                                          <p:attrName>style.visibility</p:attrName>
                                        </p:attrNameLst>
                                      </p:cBhvr>
                                      <p:to>
                                        <p:strVal val="visible"/>
                                      </p:to>
                                    </p:set>
                                    <p:animEffect transition="in" filter="wipe(left)">
                                      <p:cBhvr>
                                        <p:cTn id="17" dur="500"/>
                                        <p:tgtEl>
                                          <p:spTgt spid="28">
                                            <p:txEl>
                                              <p:pRg st="0" end="0"/>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28">
                                            <p:txEl>
                                              <p:pRg st="1" end="1"/>
                                            </p:txEl>
                                          </p:spTgt>
                                        </p:tgtEl>
                                        <p:attrNameLst>
                                          <p:attrName>style.visibility</p:attrName>
                                        </p:attrNameLst>
                                      </p:cBhvr>
                                      <p:to>
                                        <p:strVal val="visible"/>
                                      </p:to>
                                    </p:set>
                                    <p:animEffect transition="in" filter="wipe(left)">
                                      <p:cBhvr>
                                        <p:cTn id="20"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8" name="文本框 7"/>
          <p:cNvSpPr txBox="1"/>
          <p:nvPr/>
        </p:nvSpPr>
        <p:spPr>
          <a:xfrm>
            <a:off x="1192530" y="1205230"/>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9" name="文本框 8"/>
          <p:cNvSpPr txBox="1"/>
          <p:nvPr/>
        </p:nvSpPr>
        <p:spPr>
          <a:xfrm>
            <a:off x="2022847" y="2615273"/>
            <a:ext cx="7981672" cy="1815049"/>
          </a:xfrm>
          <a:prstGeom prst="rect">
            <a:avLst/>
          </a:prstGeom>
          <a:noFill/>
        </p:spPr>
        <p:txBody>
          <a:bodyPr wrap="none" rtlCol="0" anchor="t">
            <a:spAutoFit/>
          </a:bodyPr>
          <a:lstStyle/>
          <a:p>
            <a:pPr algn="l" eaLnBrk="1">
              <a:lnSpc>
                <a:spcPct val="12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请以“你真的需要闹钟吗？”为题，谈一谈</a:t>
            </a:r>
            <a:endPar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a:p>
            <a:pPr algn="l" eaLnBrk="1">
              <a:lnSpc>
                <a:spcPct val="12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你的看法。尽量用上本课所学的生词，字数</a:t>
            </a:r>
            <a:endPar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a:p>
            <a:pPr algn="l" eaLnBrk="1">
              <a:lnSpc>
                <a:spcPct val="12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不少于100字。</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t="54722"/>
          <a:stretch>
            <a:fillRect/>
          </a:stretch>
        </p:blipFill>
        <p:spPr>
          <a:xfrm>
            <a:off x="1609394" y="2910920"/>
            <a:ext cx="8973213" cy="3724565"/>
          </a:xfrm>
          <a:prstGeom prst="rect">
            <a:avLst/>
          </a:prstGeom>
        </p:spPr>
      </p:pic>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47083"/>
          <a:stretch>
            <a:fillRect/>
          </a:stretch>
        </p:blipFill>
        <p:spPr>
          <a:xfrm>
            <a:off x="1609394" y="2346186"/>
            <a:ext cx="8885546" cy="3649538"/>
          </a:xfrm>
          <a:prstGeom prst="rect">
            <a:avLst/>
          </a:prstGeom>
        </p:spPr>
      </p:pic>
      <p:pic>
        <p:nvPicPr>
          <p:cNvPr id="18" name="图片 17" descr="C:\Users\Administrator\Desktop\小红书\对外汉语战略搞钱计划\卡通头像\2.png2"/>
          <p:cNvPicPr>
            <a:picLocks noChangeAspect="1"/>
          </p:cNvPicPr>
          <p:nvPr/>
        </p:nvPicPr>
        <p:blipFill rotWithShape="1">
          <a:blip r:embed="rId3"/>
          <a:srcRect/>
          <a:stretch>
            <a:fillRect/>
          </a:stretch>
        </p:blipFill>
        <p:spPr>
          <a:xfrm>
            <a:off x="2263141" y="2857500"/>
            <a:ext cx="2981325" cy="2981960"/>
          </a:xfrm>
          <a:prstGeom prst="rect">
            <a:avLst/>
          </a:prstGeom>
        </p:spPr>
      </p:pic>
      <p:pic>
        <p:nvPicPr>
          <p:cNvPr id="17" name="图片 16" descr="C:\Users\Administrator\Desktop\小红书\对外汉语战略搞钱计划\卡通头像\嘟嘴.png嘟嘴"/>
          <p:cNvPicPr>
            <a:picLocks noChangeAspect="1"/>
          </p:cNvPicPr>
          <p:nvPr/>
        </p:nvPicPr>
        <p:blipFill rotWithShape="1">
          <a:blip r:embed="rId4"/>
          <a:srcRect/>
          <a:stretch>
            <a:fillRect/>
          </a:stretch>
        </p:blipFill>
        <p:spPr>
          <a:xfrm>
            <a:off x="6671946" y="2910205"/>
            <a:ext cx="2928620" cy="2929255"/>
          </a:xfrm>
          <a:prstGeom prst="rect">
            <a:avLst/>
          </a:prstGeom>
          <a:effectLst>
            <a:outerShdw blurRad="63500" sx="105000" sy="105000" algn="ctr" rotWithShape="0">
              <a:prstClr val="black">
                <a:alpha val="40000"/>
              </a:prstClr>
            </a:outerShdw>
          </a:effectLst>
        </p:spPr>
      </p:pic>
      <p:sp>
        <p:nvSpPr>
          <p:cNvPr id="20" name="文本框 19"/>
          <p:cNvSpPr txBox="1"/>
          <p:nvPr/>
        </p:nvSpPr>
        <p:spPr>
          <a:xfrm>
            <a:off x="3463663" y="1671088"/>
            <a:ext cx="5177007" cy="1568450"/>
          </a:xfrm>
          <a:prstGeom prst="rect">
            <a:avLst/>
          </a:prstGeom>
          <a:noFill/>
        </p:spPr>
        <p:txBody>
          <a:bodyPr wrap="square" rtlCol="0">
            <a:spAutoFit/>
          </a:bodyPr>
          <a:lstStyle/>
          <a:p>
            <a:pPr algn="dist"/>
            <a:r>
              <a:rPr lang="zh-CN" altLang="en-US" sz="9600" dirty="0">
                <a:solidFill>
                  <a:schemeClr val="tx1">
                    <a:lumMod val="75000"/>
                    <a:lumOff val="25000"/>
                  </a:schemeClr>
                </a:solidFill>
                <a:latin typeface="华文细黑" panose="02010600040101010101" pitchFamily="2" charset="-122"/>
                <a:ea typeface="华文细黑" panose="02010600040101010101" pitchFamily="2" charset="-122"/>
              </a:rPr>
              <a:t>再见</a:t>
            </a:r>
          </a:p>
        </p:txBody>
      </p:sp>
      <p:grpSp>
        <p:nvGrpSpPr>
          <p:cNvPr id="7" name="组合 6"/>
          <p:cNvGrpSpPr/>
          <p:nvPr/>
        </p:nvGrpSpPr>
        <p:grpSpPr>
          <a:xfrm>
            <a:off x="-35242" y="-635"/>
            <a:ext cx="12235180" cy="7702550"/>
            <a:chOff x="-57" y="-1"/>
            <a:chExt cx="19268" cy="12130"/>
          </a:xfrm>
        </p:grpSpPr>
        <p:sp>
          <p:nvSpPr>
            <p:cNvPr id="15" name="任意多边形: 形状 14"/>
            <p:cNvSpPr/>
            <p:nvPr/>
          </p:nvSpPr>
          <p:spPr>
            <a:xfrm>
              <a:off x="0" y="1291"/>
              <a:ext cx="19197" cy="10839"/>
            </a:xfrm>
            <a:custGeom>
              <a:avLst/>
              <a:gdLst>
                <a:gd name="connsiteX0" fmla="*/ 3583673 w 12192000"/>
                <a:gd name="connsiteY0" fmla="*/ 2333624 h 6858000"/>
                <a:gd name="connsiteX1" fmla="*/ 2468198 w 12192000"/>
                <a:gd name="connsiteY1" fmla="*/ 3429000 h 6858000"/>
                <a:gd name="connsiteX2" fmla="*/ 3583673 w 12192000"/>
                <a:gd name="connsiteY2" fmla="*/ 4524376 h 6858000"/>
                <a:gd name="connsiteX3" fmla="*/ 3583694 w 12192000"/>
                <a:gd name="connsiteY3" fmla="*/ 4524374 h 6858000"/>
                <a:gd name="connsiteX4" fmla="*/ 8608307 w 12192000"/>
                <a:gd name="connsiteY4" fmla="*/ 4524374 h 6858000"/>
                <a:gd name="connsiteX5" fmla="*/ 8608327 w 12192000"/>
                <a:gd name="connsiteY5" fmla="*/ 4524376 h 6858000"/>
                <a:gd name="connsiteX6" fmla="*/ 8608349 w 12192000"/>
                <a:gd name="connsiteY6" fmla="*/ 4524374 h 6858000"/>
                <a:gd name="connsiteX7" fmla="*/ 8728919 w 12192000"/>
                <a:gd name="connsiteY7" fmla="*/ 4524374 h 6858000"/>
                <a:gd name="connsiteX8" fmla="*/ 8728919 w 12192000"/>
                <a:gd name="connsiteY8" fmla="*/ 4512439 h 6858000"/>
                <a:gd name="connsiteX9" fmla="*/ 8833135 w 12192000"/>
                <a:gd name="connsiteY9" fmla="*/ 4502121 h 6858000"/>
                <a:gd name="connsiteX10" fmla="*/ 9723802 w 12192000"/>
                <a:gd name="connsiteY10" fmla="*/ 3429000 h 6858000"/>
                <a:gd name="connsiteX11" fmla="*/ 8833135 w 12192000"/>
                <a:gd name="connsiteY11" fmla="*/ 2355879 h 6858000"/>
                <a:gd name="connsiteX12" fmla="*/ 8728919 w 12192000"/>
                <a:gd name="connsiteY12" fmla="*/ 2345561 h 6858000"/>
                <a:gd name="connsiteX13" fmla="*/ 8728919 w 12192000"/>
                <a:gd name="connsiteY13" fmla="*/ 2333624 h 6858000"/>
                <a:gd name="connsiteX14" fmla="*/ 8608327 w 12192000"/>
                <a:gd name="connsiteY14" fmla="*/ 2333624 h 6858000"/>
                <a:gd name="connsiteX15" fmla="*/ 0 w 12192000"/>
                <a:gd name="connsiteY15" fmla="*/ 0 h 6858000"/>
                <a:gd name="connsiteX16" fmla="*/ 12192000 w 12192000"/>
                <a:gd name="connsiteY16" fmla="*/ 0 h 6858000"/>
                <a:gd name="connsiteX17" fmla="*/ 12192000 w 12192000"/>
                <a:gd name="connsiteY17" fmla="*/ 6858000 h 6858000"/>
                <a:gd name="connsiteX18" fmla="*/ 0 w 12192000"/>
                <a:gd name="connsiteY1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6858000">
                  <a:moveTo>
                    <a:pt x="3583673" y="2333624"/>
                  </a:moveTo>
                  <a:cubicBezTo>
                    <a:pt x="2967613" y="2333624"/>
                    <a:pt x="2468198" y="2824041"/>
                    <a:pt x="2468198" y="3429000"/>
                  </a:cubicBezTo>
                  <a:cubicBezTo>
                    <a:pt x="2468198" y="4033959"/>
                    <a:pt x="2967613" y="4524376"/>
                    <a:pt x="3583673" y="4524376"/>
                  </a:cubicBezTo>
                  <a:lnTo>
                    <a:pt x="3583694" y="4524374"/>
                  </a:lnTo>
                  <a:lnTo>
                    <a:pt x="8608307" y="4524374"/>
                  </a:lnTo>
                  <a:lnTo>
                    <a:pt x="8608327" y="4524376"/>
                  </a:lnTo>
                  <a:lnTo>
                    <a:pt x="8608349" y="4524374"/>
                  </a:lnTo>
                  <a:lnTo>
                    <a:pt x="8728919" y="4524374"/>
                  </a:lnTo>
                  <a:lnTo>
                    <a:pt x="8728919" y="4512439"/>
                  </a:lnTo>
                  <a:lnTo>
                    <a:pt x="8833135" y="4502121"/>
                  </a:lnTo>
                  <a:cubicBezTo>
                    <a:pt x="9341439" y="4399982"/>
                    <a:pt x="9723802" y="3958340"/>
                    <a:pt x="9723802" y="3429000"/>
                  </a:cubicBezTo>
                  <a:cubicBezTo>
                    <a:pt x="9723802" y="2899661"/>
                    <a:pt x="9341439" y="2458018"/>
                    <a:pt x="8833135" y="2355879"/>
                  </a:cubicBezTo>
                  <a:lnTo>
                    <a:pt x="8728919" y="2345561"/>
                  </a:lnTo>
                  <a:lnTo>
                    <a:pt x="8728919" y="2333624"/>
                  </a:lnTo>
                  <a:lnTo>
                    <a:pt x="8608327" y="2333624"/>
                  </a:lnTo>
                  <a:close/>
                  <a:moveTo>
                    <a:pt x="0" y="0"/>
                  </a:moveTo>
                  <a:lnTo>
                    <a:pt x="12192000" y="0"/>
                  </a:lnTo>
                  <a:lnTo>
                    <a:pt x="12192000" y="6858000"/>
                  </a:lnTo>
                  <a:lnTo>
                    <a:pt x="0" y="6858000"/>
                  </a:lnTo>
                  <a:close/>
                </a:path>
              </a:pathLst>
            </a:custGeom>
            <a:solidFill>
              <a:srgbClr val="E3ECF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effectLst>
                  <a:innerShdw blurRad="114300">
                    <a:prstClr val="black"/>
                  </a:innerShdw>
                </a:effectLst>
              </a:endParaRPr>
            </a:p>
          </p:txBody>
        </p:sp>
        <p:pic>
          <p:nvPicPr>
            <p:cNvPr id="4" name="图片 3"/>
            <p:cNvPicPr>
              <a:picLocks noChangeAspect="1"/>
            </p:cNvPicPr>
            <p:nvPr/>
          </p:nvPicPr>
          <p:blipFill>
            <a:blip r:embed="rId5"/>
            <a:stretch>
              <a:fillRect/>
            </a:stretch>
          </p:blipFill>
          <p:spPr>
            <a:xfrm>
              <a:off x="-57" y="-1"/>
              <a:ext cx="19268" cy="1744"/>
            </a:xfrm>
            <a:prstGeom prst="rect">
              <a:avLst/>
            </a:prstGeom>
          </p:spPr>
        </p:pic>
      </p:grpSp>
      <p:sp>
        <p:nvSpPr>
          <p:cNvPr id="8" name="文本框 7"/>
          <p:cNvSpPr txBox="1"/>
          <p:nvPr/>
        </p:nvSpPr>
        <p:spPr>
          <a:xfrm>
            <a:off x="3464204" y="1670813"/>
            <a:ext cx="5177816" cy="1322070"/>
          </a:xfrm>
          <a:prstGeom prst="rect">
            <a:avLst/>
          </a:prstGeom>
          <a:noFill/>
        </p:spPr>
        <p:txBody>
          <a:bodyPr wrap="square" rtlCol="0">
            <a:spAutoFit/>
          </a:bodyPr>
          <a:lstStyle/>
          <a:p>
            <a:pPr algn="dist"/>
            <a:r>
              <a:rPr lang="zh-CN" altLang="en-US" sz="80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再见</a:t>
            </a:r>
            <a:r>
              <a:rPr lang="en-US" altLang="zh-CN" sz="80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 Bye</a:t>
            </a:r>
          </a:p>
        </p:txBody>
      </p:sp>
      <p:sp>
        <p:nvSpPr>
          <p:cNvPr id="24" name="文本框 7"/>
          <p:cNvSpPr txBox="1"/>
          <p:nvPr/>
        </p:nvSpPr>
        <p:spPr>
          <a:xfrm>
            <a:off x="-48577" y="213995"/>
            <a:ext cx="530034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《HSK</a:t>
            </a: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标准教程</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5--</a:t>
            </a: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第十一课</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a:t>
            </a:r>
            <a:endPar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endParaRPr>
          </a:p>
        </p:txBody>
      </p:sp>
      <p:sp>
        <p:nvSpPr>
          <p:cNvPr id="12" name="文本框 11"/>
          <p:cNvSpPr txBox="1"/>
          <p:nvPr/>
        </p:nvSpPr>
        <p:spPr>
          <a:xfrm>
            <a:off x="238243" y="702214"/>
            <a:ext cx="4158703"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sym typeface="+mn-ea"/>
              </a:rPr>
              <a:t>HSK Standard  Course 5  Lesson11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nodeType="clickEffect">
                                  <p:stCondLst>
                                    <p:cond delay="0"/>
                                  </p:stCondLst>
                                  <p:childTnLst>
                                    <p:animEffect transition="out" filter="wipe(left)">
                                      <p:cBhvr>
                                        <p:cTn id="6" dur="1000"/>
                                        <p:tgtEl>
                                          <p:spTgt spid="6"/>
                                        </p:tgtEl>
                                      </p:cBhvr>
                                    </p:animEffect>
                                    <p:set>
                                      <p:cBhvr>
                                        <p:cTn id="7" dur="1" fill="hold">
                                          <p:stCondLst>
                                            <p:cond delay="999"/>
                                          </p:stCondLst>
                                        </p:cTn>
                                        <p:tgtEl>
                                          <p:spTgt spid="6"/>
                                        </p:tgtEl>
                                        <p:attrNameLst>
                                          <p:attrName>style.visibility</p:attrName>
                                        </p:attrNameLst>
                                      </p:cBhvr>
                                      <p:to>
                                        <p:strVal val="hidden"/>
                                      </p:to>
                                    </p:set>
                                  </p:childTnLst>
                                </p:cTn>
                              </p:par>
                              <p:par>
                                <p:cTn id="8" presetID="63" presetClass="path" presetSubtype="0" fill="hold" nodeType="withEffect">
                                  <p:stCondLst>
                                    <p:cond delay="0"/>
                                  </p:stCondLst>
                                  <p:childTnLst>
                                    <p:animMotion origin="layout" path="M -2.5E-6 -1.11111E-6 L 0.3806 -1.11111E-6 " pathEditMode="relative" rAng="0" ptsTypes="AA">
                                      <p:cBhvr>
                                        <p:cTn id="9" dur="1000" fill="hold"/>
                                        <p:tgtEl>
                                          <p:spTgt spid="18"/>
                                        </p:tgtEl>
                                        <p:attrNameLst>
                                          <p:attrName>ppt_x</p:attrName>
                                          <p:attrName>ppt_y</p:attrName>
                                        </p:attrNameLst>
                                      </p:cBhvr>
                                      <p:rCtr x="19023" y="0"/>
                                    </p:animMotion>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32" presetClass="emph" presetSubtype="0" repeatCount="4000" fill="hold" grpId="1" nodeType="withEffect">
                                  <p:stCondLst>
                                    <p:cond delay="0"/>
                                  </p:stCondLst>
                                  <p:childTnLst>
                                    <p:animRot by="120000">
                                      <p:cBhvr>
                                        <p:cTn id="16" dur="100" fill="hold">
                                          <p:stCondLst>
                                            <p:cond delay="0"/>
                                          </p:stCondLst>
                                        </p:cTn>
                                        <p:tgtEl>
                                          <p:spTgt spid="20"/>
                                        </p:tgtEl>
                                        <p:attrNameLst>
                                          <p:attrName>r</p:attrName>
                                        </p:attrNameLst>
                                      </p:cBhvr>
                                    </p:animRot>
                                    <p:animRot by="-240000">
                                      <p:cBhvr>
                                        <p:cTn id="17" dur="200" fill="hold">
                                          <p:stCondLst>
                                            <p:cond delay="200"/>
                                          </p:stCondLst>
                                        </p:cTn>
                                        <p:tgtEl>
                                          <p:spTgt spid="20"/>
                                        </p:tgtEl>
                                        <p:attrNameLst>
                                          <p:attrName>r</p:attrName>
                                        </p:attrNameLst>
                                      </p:cBhvr>
                                    </p:animRot>
                                    <p:animRot by="240000">
                                      <p:cBhvr>
                                        <p:cTn id="18" dur="200" fill="hold">
                                          <p:stCondLst>
                                            <p:cond delay="400"/>
                                          </p:stCondLst>
                                        </p:cTn>
                                        <p:tgtEl>
                                          <p:spTgt spid="20"/>
                                        </p:tgtEl>
                                        <p:attrNameLst>
                                          <p:attrName>r</p:attrName>
                                        </p:attrNameLst>
                                      </p:cBhvr>
                                    </p:animRot>
                                    <p:animRot by="-240000">
                                      <p:cBhvr>
                                        <p:cTn id="19" dur="200" fill="hold">
                                          <p:stCondLst>
                                            <p:cond delay="600"/>
                                          </p:stCondLst>
                                        </p:cTn>
                                        <p:tgtEl>
                                          <p:spTgt spid="20"/>
                                        </p:tgtEl>
                                        <p:attrNameLst>
                                          <p:attrName>r</p:attrName>
                                        </p:attrNameLst>
                                      </p:cBhvr>
                                    </p:animRot>
                                    <p:animRot by="120000">
                                      <p:cBhvr>
                                        <p:cTn id="20" dur="200" fill="hold">
                                          <p:stCondLst>
                                            <p:cond delay="800"/>
                                          </p:stCondLst>
                                        </p:cTn>
                                        <p:tgtEl>
                                          <p:spTgt spid="20"/>
                                        </p:tgtEl>
                                        <p:attrNameLst>
                                          <p:attrName>r</p:attrName>
                                        </p:attrNameLst>
                                      </p:cBhvr>
                                    </p:animRot>
                                  </p:childTnLst>
                                </p:cTn>
                              </p:par>
                              <p:par>
                                <p:cTn id="21" presetID="32" presetClass="emph" presetSubtype="0" repeatCount="4000" fill="hold" grpId="1" nodeType="withEffect">
                                  <p:stCondLst>
                                    <p:cond delay="0"/>
                                  </p:stCondLst>
                                  <p:childTnLst>
                                    <p:animRot by="120000">
                                      <p:cBhvr>
                                        <p:cTn id="22" dur="100" fill="hold">
                                          <p:stCondLst>
                                            <p:cond delay="0"/>
                                          </p:stCondLst>
                                        </p:cTn>
                                        <p:tgtEl>
                                          <p:spTgt spid="8"/>
                                        </p:tgtEl>
                                        <p:attrNameLst>
                                          <p:attrName>r</p:attrName>
                                        </p:attrNameLst>
                                      </p:cBhvr>
                                    </p:animRot>
                                    <p:animRot by="-240000">
                                      <p:cBhvr>
                                        <p:cTn id="23" dur="200" fill="hold">
                                          <p:stCondLst>
                                            <p:cond delay="200"/>
                                          </p:stCondLst>
                                        </p:cTn>
                                        <p:tgtEl>
                                          <p:spTgt spid="8"/>
                                        </p:tgtEl>
                                        <p:attrNameLst>
                                          <p:attrName>r</p:attrName>
                                        </p:attrNameLst>
                                      </p:cBhvr>
                                    </p:animRot>
                                    <p:animRot by="240000">
                                      <p:cBhvr>
                                        <p:cTn id="24" dur="200" fill="hold">
                                          <p:stCondLst>
                                            <p:cond delay="400"/>
                                          </p:stCondLst>
                                        </p:cTn>
                                        <p:tgtEl>
                                          <p:spTgt spid="8"/>
                                        </p:tgtEl>
                                        <p:attrNameLst>
                                          <p:attrName>r</p:attrName>
                                        </p:attrNameLst>
                                      </p:cBhvr>
                                    </p:animRot>
                                    <p:animRot by="-240000">
                                      <p:cBhvr>
                                        <p:cTn id="25" dur="200" fill="hold">
                                          <p:stCondLst>
                                            <p:cond delay="600"/>
                                          </p:stCondLst>
                                        </p:cTn>
                                        <p:tgtEl>
                                          <p:spTgt spid="8"/>
                                        </p:tgtEl>
                                        <p:attrNameLst>
                                          <p:attrName>r</p:attrName>
                                        </p:attrNameLst>
                                      </p:cBhvr>
                                    </p:animRot>
                                    <p:animRot by="120000">
                                      <p:cBhvr>
                                        <p:cTn id="26" dur="200" fill="hold">
                                          <p:stCondLst>
                                            <p:cond delay="800"/>
                                          </p:stCondLst>
                                        </p:cTn>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1"/>
      <p:bldP spid="8" grpId="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A0MmQ4N2JlZDRkYTVmM2QxMDAwYTU3YTQ3MzY2OGU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PA" val="v5.2.11"/>
</p:tagLst>
</file>

<file path=ppt/tags/tag65.xml><?xml version="1.0" encoding="utf-8"?>
<p:tagLst xmlns:a="http://schemas.openxmlformats.org/drawingml/2006/main" xmlns:r="http://schemas.openxmlformats.org/officeDocument/2006/relationships" xmlns:p="http://schemas.openxmlformats.org/presentationml/2006/main">
  <p:tag name="PA" val="v5.2.11"/>
</p:tagLst>
</file>

<file path=ppt/tags/tag66.xml><?xml version="1.0" encoding="utf-8"?>
<p:tagLst xmlns:a="http://schemas.openxmlformats.org/drawingml/2006/main" xmlns:r="http://schemas.openxmlformats.org/officeDocument/2006/relationships" xmlns:p="http://schemas.openxmlformats.org/presentationml/2006/main">
  <p:tag name="PA" val="v5.2.11"/>
</p:tagLst>
</file>

<file path=ppt/tags/tag67.xml><?xml version="1.0" encoding="utf-8"?>
<p:tagLst xmlns:a="http://schemas.openxmlformats.org/drawingml/2006/main" xmlns:r="http://schemas.openxmlformats.org/officeDocument/2006/relationships" xmlns:p="http://schemas.openxmlformats.org/presentationml/2006/main">
  <p:tag name="PA" val="v5.2.11"/>
</p:tagLst>
</file>

<file path=ppt/tags/tag68.xml><?xml version="1.0" encoding="utf-8"?>
<p:tagLst xmlns:a="http://schemas.openxmlformats.org/drawingml/2006/main" xmlns:r="http://schemas.openxmlformats.org/officeDocument/2006/relationships" xmlns:p="http://schemas.openxmlformats.org/presentationml/2006/main">
  <p:tag name="PA" val="v5.2.11"/>
</p:tagLst>
</file>

<file path=ppt/tags/tag69.xml><?xml version="1.0" encoding="utf-8"?>
<p:tagLst xmlns:a="http://schemas.openxmlformats.org/drawingml/2006/main" xmlns:r="http://schemas.openxmlformats.org/officeDocument/2006/relationships" xmlns:p="http://schemas.openxmlformats.org/presentationml/2006/main">
  <p:tag name="PA" val="v5.2.11"/>
</p:tagLst>
</file>

<file path=ppt/tags/tag70.xml><?xml version="1.0" encoding="utf-8"?>
<p:tagLst xmlns:a="http://schemas.openxmlformats.org/drawingml/2006/main" xmlns:r="http://schemas.openxmlformats.org/officeDocument/2006/relationships" xmlns:p="http://schemas.openxmlformats.org/presentationml/2006/main">
  <p:tag name="PA" val="v5.2.11"/>
</p:tagLst>
</file>

<file path=ppt/tags/tag71.xml><?xml version="1.0" encoding="utf-8"?>
<p:tagLst xmlns:a="http://schemas.openxmlformats.org/drawingml/2006/main" xmlns:r="http://schemas.openxmlformats.org/officeDocument/2006/relationships" xmlns:p="http://schemas.openxmlformats.org/presentationml/2006/main">
  <p:tag name="PA" val="v5.2.11"/>
</p:tagLst>
</file>

<file path=ppt/tags/tag72.xml><?xml version="1.0" encoding="utf-8"?>
<p:tagLst xmlns:a="http://schemas.openxmlformats.org/drawingml/2006/main" xmlns:r="http://schemas.openxmlformats.org/officeDocument/2006/relationships" xmlns:p="http://schemas.openxmlformats.org/presentationml/2006/main">
  <p:tag name="PA" val="v5.2.11"/>
</p:tagLst>
</file>

<file path=ppt/tags/tag73.xml><?xml version="1.0" encoding="utf-8"?>
<p:tagLst xmlns:a="http://schemas.openxmlformats.org/drawingml/2006/main" xmlns:r="http://schemas.openxmlformats.org/officeDocument/2006/relationships" xmlns:p="http://schemas.openxmlformats.org/presentationml/2006/main">
  <p:tag name="PA" val="v5.2.11"/>
</p:tagLst>
</file>

<file path=ppt/tags/tag74.xml><?xml version="1.0" encoding="utf-8"?>
<p:tagLst xmlns:a="http://schemas.openxmlformats.org/drawingml/2006/main" xmlns:r="http://schemas.openxmlformats.org/officeDocument/2006/relationships" xmlns:p="http://schemas.openxmlformats.org/presentationml/2006/main">
  <p:tag name="PA" val="v5.2.11"/>
</p:tagLst>
</file>

<file path=ppt/tags/tag75.xml><?xml version="1.0" encoding="utf-8"?>
<p:tagLst xmlns:a="http://schemas.openxmlformats.org/drawingml/2006/main" xmlns:r="http://schemas.openxmlformats.org/officeDocument/2006/relationships" xmlns:p="http://schemas.openxmlformats.org/presentationml/2006/main">
  <p:tag name="PA" val="v5.2.11"/>
</p:tagLst>
</file>

<file path=ppt/tags/tag76.xml><?xml version="1.0" encoding="utf-8"?>
<p:tagLst xmlns:a="http://schemas.openxmlformats.org/drawingml/2006/main" xmlns:r="http://schemas.openxmlformats.org/officeDocument/2006/relationships" xmlns:p="http://schemas.openxmlformats.org/presentationml/2006/main">
  <p:tag name="PA" val="v5.2.11"/>
</p:tagLst>
</file>

<file path=ppt/tags/tag77.xml><?xml version="1.0" encoding="utf-8"?>
<p:tagLst xmlns:a="http://schemas.openxmlformats.org/drawingml/2006/main" xmlns:r="http://schemas.openxmlformats.org/officeDocument/2006/relationships" xmlns:p="http://schemas.openxmlformats.org/presentationml/2006/main">
  <p:tag name="PA" val="v5.2.11"/>
</p:tagLst>
</file>

<file path=ppt/tags/tag78.xml><?xml version="1.0" encoding="utf-8"?>
<p:tagLst xmlns:a="http://schemas.openxmlformats.org/drawingml/2006/main" xmlns:r="http://schemas.openxmlformats.org/officeDocument/2006/relationships" xmlns:p="http://schemas.openxmlformats.org/presentationml/2006/main">
  <p:tag name="PA" val="v5.2.11"/>
</p:tagLst>
</file>

<file path=ppt/tags/tag79.xml><?xml version="1.0" encoding="utf-8"?>
<p:tagLst xmlns:a="http://schemas.openxmlformats.org/drawingml/2006/main" xmlns:r="http://schemas.openxmlformats.org/officeDocument/2006/relationships" xmlns:p="http://schemas.openxmlformats.org/presentationml/2006/main">
  <p:tag name="PA" val="v5.2.11"/>
</p:tagLst>
</file>

<file path=ppt/tags/tag80.xml><?xml version="1.0" encoding="utf-8"?>
<p:tagLst xmlns:a="http://schemas.openxmlformats.org/drawingml/2006/main" xmlns:r="http://schemas.openxmlformats.org/officeDocument/2006/relationships" xmlns:p="http://schemas.openxmlformats.org/presentationml/2006/main">
  <p:tag name="PA" val="v5.2.11"/>
</p:tagLst>
</file>

<file path=ppt/tags/tag81.xml><?xml version="1.0" encoding="utf-8"?>
<p:tagLst xmlns:a="http://schemas.openxmlformats.org/drawingml/2006/main" xmlns:r="http://schemas.openxmlformats.org/officeDocument/2006/relationships" xmlns:p="http://schemas.openxmlformats.org/presentationml/2006/main">
  <p:tag name="PA" val="v5.2.11"/>
</p:tagLst>
</file>

<file path=ppt/tags/tag82.xml><?xml version="1.0" encoding="utf-8"?>
<p:tagLst xmlns:a="http://schemas.openxmlformats.org/drawingml/2006/main" xmlns:r="http://schemas.openxmlformats.org/officeDocument/2006/relationships" xmlns:p="http://schemas.openxmlformats.org/presentationml/2006/main">
  <p:tag name="PA" val="v5.2.11"/>
</p:tagLst>
</file>

<file path=ppt/tags/tag83.xml><?xml version="1.0" encoding="utf-8"?>
<p:tagLst xmlns:a="http://schemas.openxmlformats.org/drawingml/2006/main" xmlns:r="http://schemas.openxmlformats.org/officeDocument/2006/relationships" xmlns:p="http://schemas.openxmlformats.org/presentationml/2006/main">
  <p:tag name="PA" val="v5.2.11"/>
</p:tagLst>
</file>

<file path=ppt/tags/tag84.xml><?xml version="1.0" encoding="utf-8"?>
<p:tagLst xmlns:a="http://schemas.openxmlformats.org/drawingml/2006/main" xmlns:r="http://schemas.openxmlformats.org/officeDocument/2006/relationships" xmlns:p="http://schemas.openxmlformats.org/presentationml/2006/main">
  <p:tag name="PA" val="v5.2.11"/>
</p:tagLst>
</file>

<file path=ppt/tags/tag85.xml><?xml version="1.0" encoding="utf-8"?>
<p:tagLst xmlns:a="http://schemas.openxmlformats.org/drawingml/2006/main" xmlns:r="http://schemas.openxmlformats.org/officeDocument/2006/relationships" xmlns:p="http://schemas.openxmlformats.org/presentationml/2006/main">
  <p:tag name="PA" val="v5.2.11"/>
</p:tagLst>
</file>

<file path=ppt/tags/tag86.xml><?xml version="1.0" encoding="utf-8"?>
<p:tagLst xmlns:a="http://schemas.openxmlformats.org/drawingml/2006/main" xmlns:r="http://schemas.openxmlformats.org/officeDocument/2006/relationships" xmlns:p="http://schemas.openxmlformats.org/presentationml/2006/main">
  <p:tag name="PA" val="v5.2.11"/>
</p:tagLst>
</file>

<file path=ppt/tags/tag87.xml><?xml version="1.0" encoding="utf-8"?>
<p:tagLst xmlns:a="http://schemas.openxmlformats.org/drawingml/2006/main" xmlns:r="http://schemas.openxmlformats.org/officeDocument/2006/relationships" xmlns:p="http://schemas.openxmlformats.org/presentationml/2006/main">
  <p:tag name="PA" val="v5.2.11"/>
</p:tagLst>
</file>

<file path=ppt/tags/tag88.xml><?xml version="1.0" encoding="utf-8"?>
<p:tagLst xmlns:a="http://schemas.openxmlformats.org/drawingml/2006/main" xmlns:r="http://schemas.openxmlformats.org/officeDocument/2006/relationships" xmlns:p="http://schemas.openxmlformats.org/presentationml/2006/main">
  <p:tag name="PA" val="v5.2.11"/>
</p:tagLst>
</file>

<file path=ppt/tags/tag89.xml><?xml version="1.0" encoding="utf-8"?>
<p:tagLst xmlns:a="http://schemas.openxmlformats.org/drawingml/2006/main" xmlns:r="http://schemas.openxmlformats.org/officeDocument/2006/relationships" xmlns:p="http://schemas.openxmlformats.org/presentationml/2006/main">
  <p:tag name="PA" val="v5.2.11"/>
</p:tagLst>
</file>

<file path=ppt/tags/tag90.xml><?xml version="1.0" encoding="utf-8"?>
<p:tagLst xmlns:a="http://schemas.openxmlformats.org/drawingml/2006/main" xmlns:r="http://schemas.openxmlformats.org/officeDocument/2006/relationships" xmlns:p="http://schemas.openxmlformats.org/presentationml/2006/main">
  <p:tag name="PA" val="v5.2.11"/>
</p:tagLst>
</file>

<file path=ppt/tags/tag91.xml><?xml version="1.0" encoding="utf-8"?>
<p:tagLst xmlns:a="http://schemas.openxmlformats.org/drawingml/2006/main" xmlns:r="http://schemas.openxmlformats.org/officeDocument/2006/relationships" xmlns:p="http://schemas.openxmlformats.org/presentationml/2006/main">
  <p:tag name="PA" val="v5.2.11"/>
</p:tagLst>
</file>

<file path=ppt/tags/tag92.xml><?xml version="1.0" encoding="utf-8"?>
<p:tagLst xmlns:a="http://schemas.openxmlformats.org/drawingml/2006/main" xmlns:r="http://schemas.openxmlformats.org/officeDocument/2006/relationships" xmlns:p="http://schemas.openxmlformats.org/presentationml/2006/main">
  <p:tag name="PA" val="v5.2.11"/>
</p:tagLst>
</file>

<file path=ppt/tags/tag93.xml><?xml version="1.0" encoding="utf-8"?>
<p:tagLst xmlns:a="http://schemas.openxmlformats.org/drawingml/2006/main" xmlns:r="http://schemas.openxmlformats.org/officeDocument/2006/relationships" xmlns:p="http://schemas.openxmlformats.org/presentationml/2006/main">
  <p:tag name="PA" val="v5.2.11"/>
</p:tagLst>
</file>

<file path=ppt/tags/tag94.xml><?xml version="1.0" encoding="utf-8"?>
<p:tagLst xmlns:a="http://schemas.openxmlformats.org/drawingml/2006/main" xmlns:r="http://schemas.openxmlformats.org/officeDocument/2006/relationships" xmlns:p="http://schemas.openxmlformats.org/presentationml/2006/main">
  <p:tag name="PA" val="v5.2.11"/>
</p:tagLst>
</file>

<file path=ppt/tags/tag95.xml><?xml version="1.0" encoding="utf-8"?>
<p:tagLst xmlns:a="http://schemas.openxmlformats.org/drawingml/2006/main" xmlns:r="http://schemas.openxmlformats.org/officeDocument/2006/relationships" xmlns:p="http://schemas.openxmlformats.org/presentationml/2006/main">
  <p:tag name="PA" val="v5.2.11"/>
</p:tagLst>
</file>

<file path=ppt/tags/tag96.xml><?xml version="1.0" encoding="utf-8"?>
<p:tagLst xmlns:a="http://schemas.openxmlformats.org/drawingml/2006/main" xmlns:r="http://schemas.openxmlformats.org/officeDocument/2006/relationships" xmlns:p="http://schemas.openxmlformats.org/presentationml/2006/main">
  <p:tag name="PA" val="v5.2.11"/>
</p:tagLst>
</file>

<file path=ppt/tags/tag97.xml><?xml version="1.0" encoding="utf-8"?>
<p:tagLst xmlns:a="http://schemas.openxmlformats.org/drawingml/2006/main" xmlns:r="http://schemas.openxmlformats.org/officeDocument/2006/relationships" xmlns:p="http://schemas.openxmlformats.org/presentationml/2006/main">
  <p:tag name="PA" val="v5.2.11"/>
</p:tagLst>
</file>

<file path=ppt/tags/tag98.xml><?xml version="1.0" encoding="utf-8"?>
<p:tagLst xmlns:a="http://schemas.openxmlformats.org/drawingml/2006/main" xmlns:r="http://schemas.openxmlformats.org/officeDocument/2006/relationships" xmlns:p="http://schemas.openxmlformats.org/presentationml/2006/main">
  <p:tag name="PA" val="v5.2.11"/>
</p:tagLst>
</file>

<file path=ppt/tags/tag99.xml><?xml version="1.0" encoding="utf-8"?>
<p:tagLst xmlns:a="http://schemas.openxmlformats.org/drawingml/2006/main" xmlns:r="http://schemas.openxmlformats.org/officeDocument/2006/relationships" xmlns:p="http://schemas.openxmlformats.org/presentationml/2006/main">
  <p:tag name="PA" val="v5.2.11"/>
</p:tagLst>
</file>

<file path=ppt/tags/tag100.xml><?xml version="1.0" encoding="utf-8"?>
<p:tagLst xmlns:a="http://schemas.openxmlformats.org/drawingml/2006/main" xmlns:r="http://schemas.openxmlformats.org/officeDocument/2006/relationships" xmlns:p="http://schemas.openxmlformats.org/presentationml/2006/main">
  <p:tag name="PA" val="v5.2.11"/>
</p:tagLst>
</file>

<file path=ppt/tags/tag101.xml><?xml version="1.0" encoding="utf-8"?>
<p:tagLst xmlns:a="http://schemas.openxmlformats.org/drawingml/2006/main" xmlns:r="http://schemas.openxmlformats.org/officeDocument/2006/relationships" xmlns:p="http://schemas.openxmlformats.org/presentationml/2006/main">
  <p:tag name="PA" val="v5.2.11"/>
</p:tagLst>
</file>

<file path=ppt/tags/tag102.xml><?xml version="1.0" encoding="utf-8"?>
<p:tagLst xmlns:a="http://schemas.openxmlformats.org/drawingml/2006/main" xmlns:r="http://schemas.openxmlformats.org/officeDocument/2006/relationships" xmlns:p="http://schemas.openxmlformats.org/presentationml/2006/main">
  <p:tag name="PA" val="v5.2.11"/>
</p:tagLst>
</file>

<file path=ppt/tags/tag103.xml><?xml version="1.0" encoding="utf-8"?>
<p:tagLst xmlns:a="http://schemas.openxmlformats.org/drawingml/2006/main" xmlns:r="http://schemas.openxmlformats.org/officeDocument/2006/relationships" xmlns:p="http://schemas.openxmlformats.org/presentationml/2006/main">
  <p:tag name="PA" val="v5.2.11"/>
</p:tagLst>
</file>

<file path=ppt/tags/tag104.xml><?xml version="1.0" encoding="utf-8"?>
<p:tagLst xmlns:a="http://schemas.openxmlformats.org/drawingml/2006/main" xmlns:r="http://schemas.openxmlformats.org/officeDocument/2006/relationships" xmlns:p="http://schemas.openxmlformats.org/presentationml/2006/main">
  <p:tag name="PA" val="v5.2.11"/>
</p:tagLst>
</file>

<file path=ppt/tags/tag105.xml><?xml version="1.0" encoding="utf-8"?>
<p:tagLst xmlns:a="http://schemas.openxmlformats.org/drawingml/2006/main" xmlns:r="http://schemas.openxmlformats.org/officeDocument/2006/relationships" xmlns:p="http://schemas.openxmlformats.org/presentationml/2006/main">
  <p:tag name="PA" val="v5.2.11"/>
</p:tagLst>
</file>

<file path=ppt/tags/tag106.xml><?xml version="1.0" encoding="utf-8"?>
<p:tagLst xmlns:a="http://schemas.openxmlformats.org/drawingml/2006/main" xmlns:r="http://schemas.openxmlformats.org/officeDocument/2006/relationships" xmlns:p="http://schemas.openxmlformats.org/presentationml/2006/main">
  <p:tag name="PA" val="v5.2.11"/>
</p:tagLst>
</file>

<file path=ppt/tags/tag107.xml><?xml version="1.0" encoding="utf-8"?>
<p:tagLst xmlns:a="http://schemas.openxmlformats.org/drawingml/2006/main" xmlns:r="http://schemas.openxmlformats.org/officeDocument/2006/relationships" xmlns:p="http://schemas.openxmlformats.org/presentationml/2006/main">
  <p:tag name="PA" val="v5.2.11"/>
</p:tagLst>
</file>

<file path=ppt/tags/tag108.xml><?xml version="1.0" encoding="utf-8"?>
<p:tagLst xmlns:a="http://schemas.openxmlformats.org/drawingml/2006/main" xmlns:r="http://schemas.openxmlformats.org/officeDocument/2006/relationships" xmlns:p="http://schemas.openxmlformats.org/presentationml/2006/main">
  <p:tag name="PA" val="v5.2.11"/>
</p:tagLst>
</file>

<file path=ppt/tags/tag109.xml><?xml version="1.0" encoding="utf-8"?>
<p:tagLst xmlns:a="http://schemas.openxmlformats.org/drawingml/2006/main" xmlns:r="http://schemas.openxmlformats.org/officeDocument/2006/relationships" xmlns:p="http://schemas.openxmlformats.org/presentationml/2006/main">
  <p:tag name="PA" val="v5.2.11"/>
</p:tagLst>
</file>

<file path=ppt/tags/tag110.xml><?xml version="1.0" encoding="utf-8"?>
<p:tagLst xmlns:a="http://schemas.openxmlformats.org/drawingml/2006/main" xmlns:r="http://schemas.openxmlformats.org/officeDocument/2006/relationships" xmlns:p="http://schemas.openxmlformats.org/presentationml/2006/main">
  <p:tag name="PA" val="v5.2.11"/>
</p:tagLst>
</file>

<file path=ppt/tags/tag111.xml><?xml version="1.0" encoding="utf-8"?>
<p:tagLst xmlns:a="http://schemas.openxmlformats.org/drawingml/2006/main" xmlns:r="http://schemas.openxmlformats.org/officeDocument/2006/relationships" xmlns:p="http://schemas.openxmlformats.org/presentationml/2006/main">
  <p:tag name="PA" val="v5.2.11"/>
</p:tagLst>
</file>

<file path=ppt/tags/tag112.xml><?xml version="1.0" encoding="utf-8"?>
<p:tagLst xmlns:a="http://schemas.openxmlformats.org/drawingml/2006/main" xmlns:r="http://schemas.openxmlformats.org/officeDocument/2006/relationships" xmlns:p="http://schemas.openxmlformats.org/presentationml/2006/main">
  <p:tag name="PA" val="v5.2.11"/>
</p:tagLst>
</file>

<file path=ppt/tags/tag113.xml><?xml version="1.0" encoding="utf-8"?>
<p:tagLst xmlns:a="http://schemas.openxmlformats.org/drawingml/2006/main" xmlns:r="http://schemas.openxmlformats.org/officeDocument/2006/relationships" xmlns:p="http://schemas.openxmlformats.org/presentationml/2006/main">
  <p:tag name="PA" val="v5.2.11"/>
</p:tagLst>
</file>

<file path=ppt/tags/tag114.xml><?xml version="1.0" encoding="utf-8"?>
<p:tagLst xmlns:a="http://schemas.openxmlformats.org/drawingml/2006/main" xmlns:r="http://schemas.openxmlformats.org/officeDocument/2006/relationships" xmlns:p="http://schemas.openxmlformats.org/presentationml/2006/main">
  <p:tag name="PA" val="v5.2.11"/>
</p:tagLst>
</file>

<file path=ppt/tags/tag115.xml><?xml version="1.0" encoding="utf-8"?>
<p:tagLst xmlns:a="http://schemas.openxmlformats.org/drawingml/2006/main" xmlns:r="http://schemas.openxmlformats.org/officeDocument/2006/relationships" xmlns:p="http://schemas.openxmlformats.org/presentationml/2006/main">
  <p:tag name="PA" val="v5.2.11"/>
</p:tagLst>
</file>

<file path=ppt/tags/tag116.xml><?xml version="1.0" encoding="utf-8"?>
<p:tagLst xmlns:a="http://schemas.openxmlformats.org/drawingml/2006/main" xmlns:r="http://schemas.openxmlformats.org/officeDocument/2006/relationships" xmlns:p="http://schemas.openxmlformats.org/presentationml/2006/main">
  <p:tag name="PA" val="v5.2.11"/>
</p:tagLst>
</file>

<file path=ppt/tags/tag117.xml><?xml version="1.0" encoding="utf-8"?>
<p:tagLst xmlns:a="http://schemas.openxmlformats.org/drawingml/2006/main" xmlns:r="http://schemas.openxmlformats.org/officeDocument/2006/relationships" xmlns:p="http://schemas.openxmlformats.org/presentationml/2006/main">
  <p:tag name="PA" val="v5.2.11"/>
</p:tagLst>
</file>

<file path=ppt/tags/tag118.xml><?xml version="1.0" encoding="utf-8"?>
<p:tagLst xmlns:a="http://schemas.openxmlformats.org/drawingml/2006/main" xmlns:r="http://schemas.openxmlformats.org/officeDocument/2006/relationships" xmlns:p="http://schemas.openxmlformats.org/presentationml/2006/main">
  <p:tag name="PA" val="v5.2.11"/>
</p:tagLst>
</file>

<file path=ppt/tags/tag119.xml><?xml version="1.0" encoding="utf-8"?>
<p:tagLst xmlns:a="http://schemas.openxmlformats.org/drawingml/2006/main" xmlns:r="http://schemas.openxmlformats.org/officeDocument/2006/relationships" xmlns:p="http://schemas.openxmlformats.org/presentationml/2006/main">
  <p:tag name="PA" val="v5.2.11"/>
</p:tagLst>
</file>

<file path=ppt/tags/tag120.xml><?xml version="1.0" encoding="utf-8"?>
<p:tagLst xmlns:a="http://schemas.openxmlformats.org/drawingml/2006/main" xmlns:r="http://schemas.openxmlformats.org/officeDocument/2006/relationships" xmlns:p="http://schemas.openxmlformats.org/presentationml/2006/main">
  <p:tag name="PA" val="v5.2.11"/>
</p:tagLst>
</file>

<file path=ppt/tags/tag121.xml><?xml version="1.0" encoding="utf-8"?>
<p:tagLst xmlns:a="http://schemas.openxmlformats.org/drawingml/2006/main" xmlns:r="http://schemas.openxmlformats.org/officeDocument/2006/relationships" xmlns:p="http://schemas.openxmlformats.org/presentationml/2006/main">
  <p:tag name="PA" val="v5.2.11"/>
</p:tagLst>
</file>

<file path=ppt/tags/tag122.xml><?xml version="1.0" encoding="utf-8"?>
<p:tagLst xmlns:a="http://schemas.openxmlformats.org/drawingml/2006/main" xmlns:r="http://schemas.openxmlformats.org/officeDocument/2006/relationships" xmlns:p="http://schemas.openxmlformats.org/presentationml/2006/main">
  <p:tag name="PA" val="v5.2.11"/>
</p:tagLst>
</file>

<file path=ppt/tags/tag123.xml><?xml version="1.0" encoding="utf-8"?>
<p:tagLst xmlns:a="http://schemas.openxmlformats.org/drawingml/2006/main" xmlns:r="http://schemas.openxmlformats.org/officeDocument/2006/relationships" xmlns:p="http://schemas.openxmlformats.org/presentationml/2006/main">
  <p:tag name="PA" val="v5.2.11"/>
</p:tagLst>
</file>

<file path=ppt/tags/tag124.xml><?xml version="1.0" encoding="utf-8"?>
<p:tagLst xmlns:a="http://schemas.openxmlformats.org/drawingml/2006/main" xmlns:r="http://schemas.openxmlformats.org/officeDocument/2006/relationships" xmlns:p="http://schemas.openxmlformats.org/presentationml/2006/main">
  <p:tag name="PA" val="v5.2.11"/>
</p:tagLst>
</file>

<file path=ppt/tags/tag125.xml><?xml version="1.0" encoding="utf-8"?>
<p:tagLst xmlns:a="http://schemas.openxmlformats.org/drawingml/2006/main" xmlns:r="http://schemas.openxmlformats.org/officeDocument/2006/relationships" xmlns:p="http://schemas.openxmlformats.org/presentationml/2006/main">
  <p:tag name="PA" val="v5.2.11"/>
</p:tagLst>
</file>

<file path=ppt/tags/tag126.xml><?xml version="1.0" encoding="utf-8"?>
<p:tagLst xmlns:a="http://schemas.openxmlformats.org/drawingml/2006/main" xmlns:r="http://schemas.openxmlformats.org/officeDocument/2006/relationships" xmlns:p="http://schemas.openxmlformats.org/presentationml/2006/main">
  <p:tag name="PA" val="v5.2.11"/>
</p:tagLst>
</file>

<file path=ppt/tags/tag127.xml><?xml version="1.0" encoding="utf-8"?>
<p:tagLst xmlns:a="http://schemas.openxmlformats.org/drawingml/2006/main" xmlns:r="http://schemas.openxmlformats.org/officeDocument/2006/relationships" xmlns:p="http://schemas.openxmlformats.org/presentationml/2006/main">
  <p:tag name="PA" val="v5.2.11"/>
</p:tagLst>
</file>

<file path=ppt/tags/tag128.xml><?xml version="1.0" encoding="utf-8"?>
<p:tagLst xmlns:a="http://schemas.openxmlformats.org/drawingml/2006/main" xmlns:r="http://schemas.openxmlformats.org/officeDocument/2006/relationships" xmlns:p="http://schemas.openxmlformats.org/presentationml/2006/main">
  <p:tag name="PA" val="v5.2.11"/>
</p:tagLst>
</file>

<file path=ppt/tags/tag129.xml><?xml version="1.0" encoding="utf-8"?>
<p:tagLst xmlns:a="http://schemas.openxmlformats.org/drawingml/2006/main" xmlns:r="http://schemas.openxmlformats.org/officeDocument/2006/relationships" xmlns:p="http://schemas.openxmlformats.org/presentationml/2006/main">
  <p:tag name="PA" val="v5.2.11"/>
</p:tagLst>
</file>

<file path=ppt/tags/tag130.xml><?xml version="1.0" encoding="utf-8"?>
<p:tagLst xmlns:a="http://schemas.openxmlformats.org/drawingml/2006/main" xmlns:r="http://schemas.openxmlformats.org/officeDocument/2006/relationships" xmlns:p="http://schemas.openxmlformats.org/presentationml/2006/main">
  <p:tag name="PA" val="v5.2.11"/>
</p:tagLst>
</file>

<file path=ppt/tags/tag131.xml><?xml version="1.0" encoding="utf-8"?>
<p:tagLst xmlns:a="http://schemas.openxmlformats.org/drawingml/2006/main" xmlns:r="http://schemas.openxmlformats.org/officeDocument/2006/relationships" xmlns:p="http://schemas.openxmlformats.org/presentationml/2006/main">
  <p:tag name="PA" val="v5.2.11"/>
</p:tagLst>
</file>

<file path=ppt/tags/tag132.xml><?xml version="1.0" encoding="utf-8"?>
<p:tagLst xmlns:a="http://schemas.openxmlformats.org/drawingml/2006/main" xmlns:r="http://schemas.openxmlformats.org/officeDocument/2006/relationships" xmlns:p="http://schemas.openxmlformats.org/presentationml/2006/main">
  <p:tag name="PA" val="v5.2.11"/>
</p:tagLst>
</file>

<file path=ppt/tags/tag133.xml><?xml version="1.0" encoding="utf-8"?>
<p:tagLst xmlns:a="http://schemas.openxmlformats.org/drawingml/2006/main" xmlns:r="http://schemas.openxmlformats.org/officeDocument/2006/relationships" xmlns:p="http://schemas.openxmlformats.org/presentationml/2006/main">
  <p:tag name="PA" val="v5.2.11"/>
</p:tagLst>
</file>

<file path=ppt/tags/tag134.xml><?xml version="1.0" encoding="utf-8"?>
<p:tagLst xmlns:a="http://schemas.openxmlformats.org/drawingml/2006/main" xmlns:r="http://schemas.openxmlformats.org/officeDocument/2006/relationships" xmlns:p="http://schemas.openxmlformats.org/presentationml/2006/main">
  <p:tag name="PA" val="v5.2.11"/>
</p:tagLst>
</file>

<file path=ppt/tags/tag135.xml><?xml version="1.0" encoding="utf-8"?>
<p:tagLst xmlns:a="http://schemas.openxmlformats.org/drawingml/2006/main" xmlns:r="http://schemas.openxmlformats.org/officeDocument/2006/relationships" xmlns:p="http://schemas.openxmlformats.org/presentationml/2006/main">
  <p:tag name="PA" val="v5.2.11"/>
</p:tagLst>
</file>

<file path=ppt/tags/tag136.xml><?xml version="1.0" encoding="utf-8"?>
<p:tagLst xmlns:a="http://schemas.openxmlformats.org/drawingml/2006/main" xmlns:r="http://schemas.openxmlformats.org/officeDocument/2006/relationships" xmlns:p="http://schemas.openxmlformats.org/presentationml/2006/main">
  <p:tag name="PA" val="v5.2.11"/>
</p:tagLst>
</file>

<file path=ppt/tags/tag137.xml><?xml version="1.0" encoding="utf-8"?>
<p:tagLst xmlns:a="http://schemas.openxmlformats.org/drawingml/2006/main" xmlns:r="http://schemas.openxmlformats.org/officeDocument/2006/relationships" xmlns:p="http://schemas.openxmlformats.org/presentationml/2006/main">
  <p:tag name="PA" val="v5.2.11"/>
</p:tagLst>
</file>

<file path=ppt/tags/tag138.xml><?xml version="1.0" encoding="utf-8"?>
<p:tagLst xmlns:a="http://schemas.openxmlformats.org/drawingml/2006/main" xmlns:r="http://schemas.openxmlformats.org/officeDocument/2006/relationships" xmlns:p="http://schemas.openxmlformats.org/presentationml/2006/main">
  <p:tag name="PA" val="v5.2.11"/>
</p:tagLst>
</file>

<file path=ppt/tags/tag139.xml><?xml version="1.0" encoding="utf-8"?>
<p:tagLst xmlns:a="http://schemas.openxmlformats.org/drawingml/2006/main" xmlns:r="http://schemas.openxmlformats.org/officeDocument/2006/relationships" xmlns:p="http://schemas.openxmlformats.org/presentationml/2006/main">
  <p:tag name="PA" val="v5.2.11"/>
</p:tagLst>
</file>

<file path=ppt/tags/tag140.xml><?xml version="1.0" encoding="utf-8"?>
<p:tagLst xmlns:a="http://schemas.openxmlformats.org/drawingml/2006/main" xmlns:r="http://schemas.openxmlformats.org/officeDocument/2006/relationships" xmlns:p="http://schemas.openxmlformats.org/presentationml/2006/main">
  <p:tag name="PA" val="v5.2.11"/>
</p:tagLst>
</file>

<file path=ppt/tags/tag141.xml><?xml version="1.0" encoding="utf-8"?>
<p:tagLst xmlns:a="http://schemas.openxmlformats.org/drawingml/2006/main" xmlns:r="http://schemas.openxmlformats.org/officeDocument/2006/relationships" xmlns:p="http://schemas.openxmlformats.org/presentationml/2006/main">
  <p:tag name="PA" val="v5.2.11"/>
</p:tagLst>
</file>

<file path=ppt/tags/tag142.xml><?xml version="1.0" encoding="utf-8"?>
<p:tagLst xmlns:a="http://schemas.openxmlformats.org/drawingml/2006/main" xmlns:r="http://schemas.openxmlformats.org/officeDocument/2006/relationships" xmlns:p="http://schemas.openxmlformats.org/presentationml/2006/main">
  <p:tag name="PA" val="v5.2.11"/>
</p:tagLst>
</file>

<file path=ppt/tags/tag143.xml><?xml version="1.0" encoding="utf-8"?>
<p:tagLst xmlns:a="http://schemas.openxmlformats.org/drawingml/2006/main" xmlns:r="http://schemas.openxmlformats.org/officeDocument/2006/relationships" xmlns:p="http://schemas.openxmlformats.org/presentationml/2006/main">
  <p:tag name="PA" val="v5.2.11"/>
</p:tagLst>
</file>

<file path=ppt/tags/tag144.xml><?xml version="1.0" encoding="utf-8"?>
<p:tagLst xmlns:a="http://schemas.openxmlformats.org/drawingml/2006/main" xmlns:r="http://schemas.openxmlformats.org/officeDocument/2006/relationships" xmlns:p="http://schemas.openxmlformats.org/presentationml/2006/main">
  <p:tag name="PA" val="v5.2.11"/>
</p:tagLst>
</file>

<file path=ppt/tags/tag145.xml><?xml version="1.0" encoding="utf-8"?>
<p:tagLst xmlns:a="http://schemas.openxmlformats.org/drawingml/2006/main" xmlns:r="http://schemas.openxmlformats.org/officeDocument/2006/relationships" xmlns:p="http://schemas.openxmlformats.org/presentationml/2006/main">
  <p:tag name="PA" val="v5.2.11"/>
</p:tagLst>
</file>

<file path=ppt/tags/tag146.xml><?xml version="1.0" encoding="utf-8"?>
<p:tagLst xmlns:a="http://schemas.openxmlformats.org/drawingml/2006/main" xmlns:r="http://schemas.openxmlformats.org/officeDocument/2006/relationships" xmlns:p="http://schemas.openxmlformats.org/presentationml/2006/main">
  <p:tag name="PA" val="v5.2.11"/>
</p:tagLst>
</file>

<file path=ppt/tags/tag147.xml><?xml version="1.0" encoding="utf-8"?>
<p:tagLst xmlns:a="http://schemas.openxmlformats.org/drawingml/2006/main" xmlns:r="http://schemas.openxmlformats.org/officeDocument/2006/relationships" xmlns:p="http://schemas.openxmlformats.org/presentationml/2006/main">
  <p:tag name="PA" val="v5.2.11"/>
</p:tagLst>
</file>

<file path=ppt/tags/tag148.xml><?xml version="1.0" encoding="utf-8"?>
<p:tagLst xmlns:a="http://schemas.openxmlformats.org/drawingml/2006/main" xmlns:r="http://schemas.openxmlformats.org/officeDocument/2006/relationships" xmlns:p="http://schemas.openxmlformats.org/presentationml/2006/main">
  <p:tag name="PA" val="v5.2.11"/>
</p:tagLst>
</file>

<file path=ppt/tags/tag149.xml><?xml version="1.0" encoding="utf-8"?>
<p:tagLst xmlns:a="http://schemas.openxmlformats.org/drawingml/2006/main" xmlns:r="http://schemas.openxmlformats.org/officeDocument/2006/relationships" xmlns:p="http://schemas.openxmlformats.org/presentationml/2006/main">
  <p:tag name="PA" val="v5.2.11"/>
</p:tagLst>
</file>

<file path=ppt/tags/tag150.xml><?xml version="1.0" encoding="utf-8"?>
<p:tagLst xmlns:a="http://schemas.openxmlformats.org/drawingml/2006/main" xmlns:r="http://schemas.openxmlformats.org/officeDocument/2006/relationships" xmlns:p="http://schemas.openxmlformats.org/presentationml/2006/main">
  <p:tag name="PA" val="v5.2.11"/>
</p:tagLst>
</file>

<file path=ppt/tags/tag151.xml><?xml version="1.0" encoding="utf-8"?>
<p:tagLst xmlns:a="http://schemas.openxmlformats.org/drawingml/2006/main" xmlns:r="http://schemas.openxmlformats.org/officeDocument/2006/relationships" xmlns:p="http://schemas.openxmlformats.org/presentationml/2006/main">
  <p:tag name="PA" val="v5.2.11"/>
</p:tagLst>
</file>

<file path=ppt/tags/tag152.xml><?xml version="1.0" encoding="utf-8"?>
<p:tagLst xmlns:a="http://schemas.openxmlformats.org/drawingml/2006/main" xmlns:r="http://schemas.openxmlformats.org/officeDocument/2006/relationships" xmlns:p="http://schemas.openxmlformats.org/presentationml/2006/main">
  <p:tag name="PA" val="v5.2.11"/>
</p:tagLst>
</file>

<file path=ppt/tags/tag153.xml><?xml version="1.0" encoding="utf-8"?>
<p:tagLst xmlns:a="http://schemas.openxmlformats.org/drawingml/2006/main" xmlns:r="http://schemas.openxmlformats.org/officeDocument/2006/relationships" xmlns:p="http://schemas.openxmlformats.org/presentationml/2006/main">
  <p:tag name="PA" val="v5.2.11"/>
</p:tagLst>
</file>

<file path=ppt/tags/tag154.xml><?xml version="1.0" encoding="utf-8"?>
<p:tagLst xmlns:a="http://schemas.openxmlformats.org/drawingml/2006/main" xmlns:r="http://schemas.openxmlformats.org/officeDocument/2006/relationships" xmlns:p="http://schemas.openxmlformats.org/presentationml/2006/main">
  <p:tag name="PA" val="v5.2.11"/>
</p:tagLst>
</file>

<file path=ppt/tags/tag155.xml><?xml version="1.0" encoding="utf-8"?>
<p:tagLst xmlns:a="http://schemas.openxmlformats.org/drawingml/2006/main" xmlns:r="http://schemas.openxmlformats.org/officeDocument/2006/relationships" xmlns:p="http://schemas.openxmlformats.org/presentationml/2006/main">
  <p:tag name="PA" val="v5.2.11"/>
</p:tagLst>
</file>

<file path=ppt/tags/tag156.xml><?xml version="1.0" encoding="utf-8"?>
<p:tagLst xmlns:a="http://schemas.openxmlformats.org/drawingml/2006/main" xmlns:r="http://schemas.openxmlformats.org/officeDocument/2006/relationships" xmlns:p="http://schemas.openxmlformats.org/presentationml/2006/main">
  <p:tag name="PA" val="v5.2.11"/>
</p:tagLst>
</file>

<file path=ppt/tags/tag157.xml><?xml version="1.0" encoding="utf-8"?>
<p:tagLst xmlns:a="http://schemas.openxmlformats.org/drawingml/2006/main" xmlns:r="http://schemas.openxmlformats.org/officeDocument/2006/relationships" xmlns:p="http://schemas.openxmlformats.org/presentationml/2006/main">
  <p:tag name="PA" val="v5.2.11"/>
</p:tagLst>
</file>

<file path=ppt/tags/tag158.xml><?xml version="1.0" encoding="utf-8"?>
<p:tagLst xmlns:a="http://schemas.openxmlformats.org/drawingml/2006/main" xmlns:r="http://schemas.openxmlformats.org/officeDocument/2006/relationships" xmlns:p="http://schemas.openxmlformats.org/presentationml/2006/main">
  <p:tag name="PA" val="v5.2.11"/>
</p:tagLst>
</file>

<file path=ppt/tags/tag159.xml><?xml version="1.0" encoding="utf-8"?>
<p:tagLst xmlns:a="http://schemas.openxmlformats.org/drawingml/2006/main" xmlns:r="http://schemas.openxmlformats.org/officeDocument/2006/relationships" xmlns:p="http://schemas.openxmlformats.org/presentationml/2006/main">
  <p:tag name="PA" val="v5.2.11"/>
</p:tagLst>
</file>

<file path=ppt/tags/tag160.xml><?xml version="1.0" encoding="utf-8"?>
<p:tagLst xmlns:a="http://schemas.openxmlformats.org/drawingml/2006/main" xmlns:r="http://schemas.openxmlformats.org/officeDocument/2006/relationships" xmlns:p="http://schemas.openxmlformats.org/presentationml/2006/main">
  <p:tag name="PA" val="v5.2.11"/>
</p:tagLst>
</file>

<file path=ppt/tags/tag161.xml><?xml version="1.0" encoding="utf-8"?>
<p:tagLst xmlns:a="http://schemas.openxmlformats.org/drawingml/2006/main" xmlns:r="http://schemas.openxmlformats.org/officeDocument/2006/relationships" xmlns:p="http://schemas.openxmlformats.org/presentationml/2006/main">
  <p:tag name="PA" val="v5.2.11"/>
</p:tagLst>
</file>

<file path=ppt/tags/tag162.xml><?xml version="1.0" encoding="utf-8"?>
<p:tagLst xmlns:a="http://schemas.openxmlformats.org/drawingml/2006/main" xmlns:r="http://schemas.openxmlformats.org/officeDocument/2006/relationships" xmlns:p="http://schemas.openxmlformats.org/presentationml/2006/main">
  <p:tag name="PA" val="v5.2.11"/>
</p:tagLst>
</file>

<file path=ppt/tags/tag163.xml><?xml version="1.0" encoding="utf-8"?>
<p:tagLst xmlns:a="http://schemas.openxmlformats.org/drawingml/2006/main" xmlns:r="http://schemas.openxmlformats.org/officeDocument/2006/relationships" xmlns:p="http://schemas.openxmlformats.org/presentationml/2006/main">
  <p:tag name="PA" val="v5.2.11"/>
</p:tagLst>
</file>

<file path=ppt/tags/tag164.xml><?xml version="1.0" encoding="utf-8"?>
<p:tagLst xmlns:a="http://schemas.openxmlformats.org/drawingml/2006/main" xmlns:r="http://schemas.openxmlformats.org/officeDocument/2006/relationships" xmlns:p="http://schemas.openxmlformats.org/presentationml/2006/main">
  <p:tag name="PA" val="v5.2.11"/>
</p:tagLst>
</file>

<file path=ppt/tags/tag165.xml><?xml version="1.0" encoding="utf-8"?>
<p:tagLst xmlns:a="http://schemas.openxmlformats.org/drawingml/2006/main" xmlns:r="http://schemas.openxmlformats.org/officeDocument/2006/relationships" xmlns:p="http://schemas.openxmlformats.org/presentationml/2006/main">
  <p:tag name="PA" val="v5.2.11"/>
</p:tagLst>
</file>

<file path=ppt/tags/tag166.xml><?xml version="1.0" encoding="utf-8"?>
<p:tagLst xmlns:a="http://schemas.openxmlformats.org/drawingml/2006/main" xmlns:r="http://schemas.openxmlformats.org/officeDocument/2006/relationships" xmlns:p="http://schemas.openxmlformats.org/presentationml/2006/main">
  <p:tag name="PA" val="v5.2.11"/>
</p:tagLst>
</file>

<file path=ppt/tags/tag167.xml><?xml version="1.0" encoding="utf-8"?>
<p:tagLst xmlns:a="http://schemas.openxmlformats.org/drawingml/2006/main" xmlns:r="http://schemas.openxmlformats.org/officeDocument/2006/relationships" xmlns:p="http://schemas.openxmlformats.org/presentationml/2006/main">
  <p:tag name="PA" val="v5.2.11"/>
</p:tagLst>
</file>

<file path=ppt/tags/tag168.xml><?xml version="1.0" encoding="utf-8"?>
<p:tagLst xmlns:a="http://schemas.openxmlformats.org/drawingml/2006/main" xmlns:r="http://schemas.openxmlformats.org/officeDocument/2006/relationships" xmlns:p="http://schemas.openxmlformats.org/presentationml/2006/main">
  <p:tag name="PA" val="v5.2.11"/>
</p:tagLst>
</file>

<file path=ppt/tags/tag169.xml><?xml version="1.0" encoding="utf-8"?>
<p:tagLst xmlns:a="http://schemas.openxmlformats.org/drawingml/2006/main" xmlns:r="http://schemas.openxmlformats.org/officeDocument/2006/relationships" xmlns:p="http://schemas.openxmlformats.org/presentationml/2006/main">
  <p:tag name="PA" val="v5.2.11"/>
</p:tagLst>
</file>

<file path=ppt/tags/tag170.xml><?xml version="1.0" encoding="utf-8"?>
<p:tagLst xmlns:a="http://schemas.openxmlformats.org/drawingml/2006/main" xmlns:r="http://schemas.openxmlformats.org/officeDocument/2006/relationships" xmlns:p="http://schemas.openxmlformats.org/presentationml/2006/main">
  <p:tag name="PA" val="v5.2.11"/>
</p:tagLst>
</file>

<file path=ppt/tags/tag171.xml><?xml version="1.0" encoding="utf-8"?>
<p:tagLst xmlns:a="http://schemas.openxmlformats.org/drawingml/2006/main" xmlns:r="http://schemas.openxmlformats.org/officeDocument/2006/relationships" xmlns:p="http://schemas.openxmlformats.org/presentationml/2006/main">
  <p:tag name="PA" val="v5.2.11"/>
</p:tagLst>
</file>

<file path=ppt/tags/tag172.xml><?xml version="1.0" encoding="utf-8"?>
<p:tagLst xmlns:a="http://schemas.openxmlformats.org/drawingml/2006/main" xmlns:r="http://schemas.openxmlformats.org/officeDocument/2006/relationships" xmlns:p="http://schemas.openxmlformats.org/presentationml/2006/main">
  <p:tag name="PA" val="v5.2.11"/>
</p:tagLst>
</file>

<file path=ppt/tags/tag173.xml><?xml version="1.0" encoding="utf-8"?>
<p:tagLst xmlns:a="http://schemas.openxmlformats.org/drawingml/2006/main" xmlns:r="http://schemas.openxmlformats.org/officeDocument/2006/relationships" xmlns:p="http://schemas.openxmlformats.org/presentationml/2006/main">
  <p:tag name="PA" val="v5.2.11"/>
</p:tagLst>
</file>

<file path=ppt/tags/tag174.xml><?xml version="1.0" encoding="utf-8"?>
<p:tagLst xmlns:a="http://schemas.openxmlformats.org/drawingml/2006/main" xmlns:r="http://schemas.openxmlformats.org/officeDocument/2006/relationships" xmlns:p="http://schemas.openxmlformats.org/presentationml/2006/main">
  <p:tag name="PA" val="v5.2.11"/>
</p:tagLst>
</file>

<file path=ppt/tags/tag175.xml><?xml version="1.0" encoding="utf-8"?>
<p:tagLst xmlns:a="http://schemas.openxmlformats.org/drawingml/2006/main" xmlns:r="http://schemas.openxmlformats.org/officeDocument/2006/relationships" xmlns:p="http://schemas.openxmlformats.org/presentationml/2006/main">
  <p:tag name="PA" val="v5.2.11"/>
</p:tagLst>
</file>

<file path=ppt/tags/tag176.xml><?xml version="1.0" encoding="utf-8"?>
<p:tagLst xmlns:a="http://schemas.openxmlformats.org/drawingml/2006/main" xmlns:r="http://schemas.openxmlformats.org/officeDocument/2006/relationships" xmlns:p="http://schemas.openxmlformats.org/presentationml/2006/main">
  <p:tag name="PA" val="v5.2.11"/>
</p:tagLst>
</file>

<file path=ppt/tags/tag177.xml><?xml version="1.0" encoding="utf-8"?>
<p:tagLst xmlns:a="http://schemas.openxmlformats.org/drawingml/2006/main" xmlns:r="http://schemas.openxmlformats.org/officeDocument/2006/relationships" xmlns:p="http://schemas.openxmlformats.org/presentationml/2006/main">
  <p:tag name="PA" val="v5.2.11"/>
</p:tagLst>
</file>

<file path=ppt/tags/tag178.xml><?xml version="1.0" encoding="utf-8"?>
<p:tagLst xmlns:a="http://schemas.openxmlformats.org/drawingml/2006/main" xmlns:r="http://schemas.openxmlformats.org/officeDocument/2006/relationships" xmlns:p="http://schemas.openxmlformats.org/presentationml/2006/main">
  <p:tag name="PA" val="v5.2.11"/>
</p:tagLst>
</file>

<file path=ppt/tags/tag179.xml><?xml version="1.0" encoding="utf-8"?>
<p:tagLst xmlns:a="http://schemas.openxmlformats.org/drawingml/2006/main" xmlns:r="http://schemas.openxmlformats.org/officeDocument/2006/relationships" xmlns:p="http://schemas.openxmlformats.org/presentationml/2006/main">
  <p:tag name="PA" val="v5.2.11"/>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1.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2.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4.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7.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9.xml><?xml version="1.0" encoding="utf-8"?>
<p:tagLst xmlns:a="http://schemas.openxmlformats.org/drawingml/2006/main" xmlns:r="http://schemas.openxmlformats.org/officeDocument/2006/relationships" xmlns:p="http://schemas.openxmlformats.org/presentationml/2006/main">
  <p:tag name="PA" val="v5.2.11"/>
</p:tagLst>
</file>

<file path=ppt/tags/tag190.xml><?xml version="1.0" encoding="utf-8"?>
<p:tagLst xmlns:a="http://schemas.openxmlformats.org/drawingml/2006/main" xmlns:r="http://schemas.openxmlformats.org/officeDocument/2006/relationships" xmlns:p="http://schemas.openxmlformats.org/presentationml/2006/main">
  <p:tag name="PA" val="v5.2.11"/>
</p:tagLst>
</file>

<file path=ppt/tags/tag191.xml><?xml version="1.0" encoding="utf-8"?>
<p:tagLst xmlns:a="http://schemas.openxmlformats.org/drawingml/2006/main" xmlns:r="http://schemas.openxmlformats.org/officeDocument/2006/relationships" xmlns:p="http://schemas.openxmlformats.org/presentationml/2006/main">
  <p:tag name="PA" val="v5.2.11"/>
</p:tagLst>
</file>

<file path=ppt/tags/tag192.xml><?xml version="1.0" encoding="utf-8"?>
<p:tagLst xmlns:a="http://schemas.openxmlformats.org/drawingml/2006/main" xmlns:r="http://schemas.openxmlformats.org/officeDocument/2006/relationships" xmlns:p="http://schemas.openxmlformats.org/presentationml/2006/main">
  <p:tag name="PA" val="v5.2.11"/>
</p:tagLst>
</file>

<file path=ppt/tags/tag193.xml><?xml version="1.0" encoding="utf-8"?>
<p:tagLst xmlns:a="http://schemas.openxmlformats.org/drawingml/2006/main" xmlns:r="http://schemas.openxmlformats.org/officeDocument/2006/relationships" xmlns:p="http://schemas.openxmlformats.org/presentationml/2006/main">
  <p:tag name="PA" val="v5.2.11"/>
</p:tagLst>
</file>

<file path=ppt/tags/tag194.xml><?xml version="1.0" encoding="utf-8"?>
<p:tagLst xmlns:a="http://schemas.openxmlformats.org/drawingml/2006/main" xmlns:r="http://schemas.openxmlformats.org/officeDocument/2006/relationships" xmlns:p="http://schemas.openxmlformats.org/presentationml/2006/main">
  <p:tag name="PA" val="v5.2.11"/>
</p:tagLst>
</file>

<file path=ppt/tags/tag195.xml><?xml version="1.0" encoding="utf-8"?>
<p:tagLst xmlns:a="http://schemas.openxmlformats.org/drawingml/2006/main" xmlns:r="http://schemas.openxmlformats.org/officeDocument/2006/relationships" xmlns:p="http://schemas.openxmlformats.org/presentationml/2006/main">
  <p:tag name="PA" val="v5.2.11"/>
</p:tagLst>
</file>

<file path=ppt/tags/tag196.xml><?xml version="1.0" encoding="utf-8"?>
<p:tagLst xmlns:a="http://schemas.openxmlformats.org/drawingml/2006/main" xmlns:r="http://schemas.openxmlformats.org/officeDocument/2006/relationships" xmlns:p="http://schemas.openxmlformats.org/presentationml/2006/main">
  <p:tag name="PA" val="v5.2.11"/>
</p:tagLst>
</file>

<file path=ppt/tags/tag197.xml><?xml version="1.0" encoding="utf-8"?>
<p:tagLst xmlns:a="http://schemas.openxmlformats.org/drawingml/2006/main" xmlns:r="http://schemas.openxmlformats.org/officeDocument/2006/relationships" xmlns:p="http://schemas.openxmlformats.org/presentationml/2006/main">
  <p:tag name="PA" val="v5.2.11"/>
</p:tagLst>
</file>

<file path=ppt/tags/tag198.xml><?xml version="1.0" encoding="utf-8"?>
<p:tagLst xmlns:a="http://schemas.openxmlformats.org/drawingml/2006/main" xmlns:r="http://schemas.openxmlformats.org/officeDocument/2006/relationships" xmlns:p="http://schemas.openxmlformats.org/presentationml/2006/main">
  <p:tag name="PA" val="v5.2.11"/>
</p:tagLst>
</file>

<file path=ppt/tags/tag199.xml><?xml version="1.0" encoding="utf-8"?>
<p:tagLst xmlns:a="http://schemas.openxmlformats.org/drawingml/2006/main" xmlns:r="http://schemas.openxmlformats.org/officeDocument/2006/relationships" xmlns:p="http://schemas.openxmlformats.org/presentationml/2006/main">
  <p:tag name="PA" val="v5.2.11"/>
</p:tagLst>
</file>

<file path=ppt/tags/tag200.xml><?xml version="1.0" encoding="utf-8"?>
<p:tagLst xmlns:a="http://schemas.openxmlformats.org/drawingml/2006/main" xmlns:r="http://schemas.openxmlformats.org/officeDocument/2006/relationships" xmlns:p="http://schemas.openxmlformats.org/presentationml/2006/main">
  <p:tag name="PA" val="v5.2.11"/>
</p:tagLst>
</file>

<file path=ppt/tags/tag201.xml><?xml version="1.0" encoding="utf-8"?>
<p:tagLst xmlns:a="http://schemas.openxmlformats.org/drawingml/2006/main" xmlns:r="http://schemas.openxmlformats.org/officeDocument/2006/relationships" xmlns:p="http://schemas.openxmlformats.org/presentationml/2006/main">
  <p:tag name="PA" val="v5.2.11"/>
</p:tagLst>
</file>

<file path=ppt/tags/tag202.xml><?xml version="1.0" encoding="utf-8"?>
<p:tagLst xmlns:a="http://schemas.openxmlformats.org/drawingml/2006/main" xmlns:r="http://schemas.openxmlformats.org/officeDocument/2006/relationships" xmlns:p="http://schemas.openxmlformats.org/presentationml/2006/main">
  <p:tag name="PA" val="v5.2.11"/>
</p:tagLst>
</file>

<file path=ppt/tags/tag203.xml><?xml version="1.0" encoding="utf-8"?>
<p:tagLst xmlns:a="http://schemas.openxmlformats.org/drawingml/2006/main" xmlns:r="http://schemas.openxmlformats.org/officeDocument/2006/relationships" xmlns:p="http://schemas.openxmlformats.org/presentationml/2006/main">
  <p:tag name="PA" val="v5.2.11"/>
</p:tagLst>
</file>

<file path=ppt/tags/tag204.xml><?xml version="1.0" encoding="utf-8"?>
<p:tagLst xmlns:a="http://schemas.openxmlformats.org/drawingml/2006/main" xmlns:r="http://schemas.openxmlformats.org/officeDocument/2006/relationships" xmlns:p="http://schemas.openxmlformats.org/presentationml/2006/main">
  <p:tag name="PA" val="v5.2.11"/>
</p:tagLst>
</file>

<file path=ppt/tags/tag205.xml><?xml version="1.0" encoding="utf-8"?>
<p:tagLst xmlns:a="http://schemas.openxmlformats.org/drawingml/2006/main" xmlns:r="http://schemas.openxmlformats.org/officeDocument/2006/relationships" xmlns:p="http://schemas.openxmlformats.org/presentationml/2006/main">
  <p:tag name="PA" val="v5.2.11"/>
</p:tagLst>
</file>

<file path=ppt/tags/tag206.xml><?xml version="1.0" encoding="utf-8"?>
<p:tagLst xmlns:a="http://schemas.openxmlformats.org/drawingml/2006/main" xmlns:r="http://schemas.openxmlformats.org/officeDocument/2006/relationships" xmlns:p="http://schemas.openxmlformats.org/presentationml/2006/main">
  <p:tag name="PA" val="v5.2.11"/>
</p:tagLst>
</file>

<file path=ppt/tags/tag207.xml><?xml version="1.0" encoding="utf-8"?>
<p:tagLst xmlns:a="http://schemas.openxmlformats.org/drawingml/2006/main" xmlns:r="http://schemas.openxmlformats.org/officeDocument/2006/relationships" xmlns:p="http://schemas.openxmlformats.org/presentationml/2006/main">
  <p:tag name="PA" val="v5.2.11"/>
</p:tagLst>
</file>

<file path=ppt/tags/tag208.xml><?xml version="1.0" encoding="utf-8"?>
<p:tagLst xmlns:a="http://schemas.openxmlformats.org/drawingml/2006/main" xmlns:r="http://schemas.openxmlformats.org/officeDocument/2006/relationships" xmlns:p="http://schemas.openxmlformats.org/presentationml/2006/main">
  <p:tag name="PA" val="v5.2.11"/>
</p:tagLst>
</file>

<file path=ppt/tags/tag209.xml><?xml version="1.0" encoding="utf-8"?>
<p:tagLst xmlns:a="http://schemas.openxmlformats.org/drawingml/2006/main" xmlns:r="http://schemas.openxmlformats.org/officeDocument/2006/relationships" xmlns:p="http://schemas.openxmlformats.org/presentationml/2006/main">
  <p:tag name="PA" val="v5.2.11"/>
</p:tagLst>
</file>

<file path=ppt/tags/tag210.xml><?xml version="1.0" encoding="utf-8"?>
<p:tagLst xmlns:a="http://schemas.openxmlformats.org/drawingml/2006/main" xmlns:r="http://schemas.openxmlformats.org/officeDocument/2006/relationships" xmlns:p="http://schemas.openxmlformats.org/presentationml/2006/main">
  <p:tag name="PA" val="v5.2.11"/>
</p:tagLst>
</file>

<file path=ppt/tags/tag211.xml><?xml version="1.0" encoding="utf-8"?>
<p:tagLst xmlns:a="http://schemas.openxmlformats.org/drawingml/2006/main" xmlns:r="http://schemas.openxmlformats.org/officeDocument/2006/relationships" xmlns:p="http://schemas.openxmlformats.org/presentationml/2006/main">
  <p:tag name="PA" val="v5.2.11"/>
</p:tagLst>
</file>

<file path=ppt/tags/tag212.xml><?xml version="1.0" encoding="utf-8"?>
<p:tagLst xmlns:a="http://schemas.openxmlformats.org/drawingml/2006/main" xmlns:r="http://schemas.openxmlformats.org/officeDocument/2006/relationships" xmlns:p="http://schemas.openxmlformats.org/presentationml/2006/main">
  <p:tag name="PA" val="v5.2.11"/>
</p:tagLst>
</file>

<file path=ppt/tags/tag213.xml><?xml version="1.0" encoding="utf-8"?>
<p:tagLst xmlns:a="http://schemas.openxmlformats.org/drawingml/2006/main" xmlns:r="http://schemas.openxmlformats.org/officeDocument/2006/relationships" xmlns:p="http://schemas.openxmlformats.org/presentationml/2006/main">
  <p:tag name="PA" val="v5.2.11"/>
</p:tagLst>
</file>

<file path=ppt/tags/tag214.xml><?xml version="1.0" encoding="utf-8"?>
<p:tagLst xmlns:a="http://schemas.openxmlformats.org/drawingml/2006/main" xmlns:r="http://schemas.openxmlformats.org/officeDocument/2006/relationships" xmlns:p="http://schemas.openxmlformats.org/presentationml/2006/main">
  <p:tag name="PA" val="v5.2.11"/>
</p:tagLst>
</file>

<file path=ppt/tags/tag215.xml><?xml version="1.0" encoding="utf-8"?>
<p:tagLst xmlns:a="http://schemas.openxmlformats.org/drawingml/2006/main" xmlns:r="http://schemas.openxmlformats.org/officeDocument/2006/relationships" xmlns:p="http://schemas.openxmlformats.org/presentationml/2006/main">
  <p:tag name="PA" val="v5.2.11"/>
</p:tagLst>
</file>

<file path=ppt/tags/tag216.xml><?xml version="1.0" encoding="utf-8"?>
<p:tagLst xmlns:a="http://schemas.openxmlformats.org/drawingml/2006/main" xmlns:r="http://schemas.openxmlformats.org/officeDocument/2006/relationships" xmlns:p="http://schemas.openxmlformats.org/presentationml/2006/main">
  <p:tag name="PA" val="v5.2.11"/>
</p:tagLst>
</file>

<file path=ppt/tags/tag217.xml><?xml version="1.0" encoding="utf-8"?>
<p:tagLst xmlns:a="http://schemas.openxmlformats.org/drawingml/2006/main" xmlns:r="http://schemas.openxmlformats.org/officeDocument/2006/relationships" xmlns:p="http://schemas.openxmlformats.org/presentationml/2006/main">
  <p:tag name="PA" val="v5.2.11"/>
</p:tagLst>
</file>

<file path=ppt/tags/tag218.xml><?xml version="1.0" encoding="utf-8"?>
<p:tagLst xmlns:a="http://schemas.openxmlformats.org/drawingml/2006/main" xmlns:r="http://schemas.openxmlformats.org/officeDocument/2006/relationships" xmlns:p="http://schemas.openxmlformats.org/presentationml/2006/main">
  <p:tag name="PA" val="v5.2.11"/>
</p:tagLst>
</file>

<file path=ppt/tags/tag219.xml><?xml version="1.0" encoding="utf-8"?>
<p:tagLst xmlns:a="http://schemas.openxmlformats.org/drawingml/2006/main" xmlns:r="http://schemas.openxmlformats.org/officeDocument/2006/relationships" xmlns:p="http://schemas.openxmlformats.org/presentationml/2006/main">
  <p:tag name="PA" val="v5.2.11"/>
</p:tagLst>
</file>

<file path=ppt/tags/tag220.xml><?xml version="1.0" encoding="utf-8"?>
<p:tagLst xmlns:a="http://schemas.openxmlformats.org/drawingml/2006/main" xmlns:r="http://schemas.openxmlformats.org/officeDocument/2006/relationships" xmlns:p="http://schemas.openxmlformats.org/presentationml/2006/main">
  <p:tag name="PA" val="v5.2.11"/>
</p:tagLst>
</file>

<file path=ppt/tags/tag221.xml><?xml version="1.0" encoding="utf-8"?>
<p:tagLst xmlns:a="http://schemas.openxmlformats.org/drawingml/2006/main" xmlns:r="http://schemas.openxmlformats.org/officeDocument/2006/relationships" xmlns:p="http://schemas.openxmlformats.org/presentationml/2006/main">
  <p:tag name="PA" val="v5.2.11"/>
</p:tagLst>
</file>

<file path=ppt/tags/tag222.xml><?xml version="1.0" encoding="utf-8"?>
<p:tagLst xmlns:a="http://schemas.openxmlformats.org/drawingml/2006/main" xmlns:r="http://schemas.openxmlformats.org/officeDocument/2006/relationships" xmlns:p="http://schemas.openxmlformats.org/presentationml/2006/main">
  <p:tag name="PA" val="v5.2.11"/>
</p:tagLst>
</file>

<file path=ppt/tags/tag223.xml><?xml version="1.0" encoding="utf-8"?>
<p:tagLst xmlns:a="http://schemas.openxmlformats.org/drawingml/2006/main" xmlns:r="http://schemas.openxmlformats.org/officeDocument/2006/relationships" xmlns:p="http://schemas.openxmlformats.org/presentationml/2006/main">
  <p:tag name="PA" val="v5.2.11"/>
</p:tagLst>
</file>

<file path=ppt/tags/tag224.xml><?xml version="1.0" encoding="utf-8"?>
<p:tagLst xmlns:a="http://schemas.openxmlformats.org/drawingml/2006/main" xmlns:r="http://schemas.openxmlformats.org/officeDocument/2006/relationships" xmlns:p="http://schemas.openxmlformats.org/presentationml/2006/main">
  <p:tag name="PA" val="v5.2.11"/>
</p:tagLst>
</file>

<file path=ppt/tags/tag225.xml><?xml version="1.0" encoding="utf-8"?>
<p:tagLst xmlns:a="http://schemas.openxmlformats.org/drawingml/2006/main" xmlns:r="http://schemas.openxmlformats.org/officeDocument/2006/relationships" xmlns:p="http://schemas.openxmlformats.org/presentationml/2006/main">
  <p:tag name="PA" val="v5.2.11"/>
</p:tagLst>
</file>

<file path=ppt/tags/tag226.xml><?xml version="1.0" encoding="utf-8"?>
<p:tagLst xmlns:a="http://schemas.openxmlformats.org/drawingml/2006/main" xmlns:r="http://schemas.openxmlformats.org/officeDocument/2006/relationships" xmlns:p="http://schemas.openxmlformats.org/presentationml/2006/main">
  <p:tag name="PA" val="v5.2.11"/>
</p:tagLst>
</file>

<file path=ppt/tags/tag227.xml><?xml version="1.0" encoding="utf-8"?>
<p:tagLst xmlns:a="http://schemas.openxmlformats.org/drawingml/2006/main" xmlns:r="http://schemas.openxmlformats.org/officeDocument/2006/relationships" xmlns:p="http://schemas.openxmlformats.org/presentationml/2006/main">
  <p:tag name="PA" val="v5.2.11"/>
</p:tagLst>
</file>

<file path=ppt/tags/tag228.xml><?xml version="1.0" encoding="utf-8"?>
<p:tagLst xmlns:a="http://schemas.openxmlformats.org/drawingml/2006/main" xmlns:r="http://schemas.openxmlformats.org/officeDocument/2006/relationships" xmlns:p="http://schemas.openxmlformats.org/presentationml/2006/main">
  <p:tag name="PA" val="v5.2.11"/>
</p:tagLst>
</file>

<file path=ppt/tags/tag229.xml><?xml version="1.0" encoding="utf-8"?>
<p:tagLst xmlns:a="http://schemas.openxmlformats.org/drawingml/2006/main" xmlns:r="http://schemas.openxmlformats.org/officeDocument/2006/relationships" xmlns:p="http://schemas.openxmlformats.org/presentationml/2006/main">
  <p:tag name="PA" val="v5.2.11"/>
</p:tagLst>
</file>

<file path=ppt/tags/tag230.xml><?xml version="1.0" encoding="utf-8"?>
<p:tagLst xmlns:a="http://schemas.openxmlformats.org/drawingml/2006/main" xmlns:r="http://schemas.openxmlformats.org/officeDocument/2006/relationships" xmlns:p="http://schemas.openxmlformats.org/presentationml/2006/main">
  <p:tag name="PA" val="v5.2.11"/>
</p:tagLst>
</file>

<file path=ppt/tags/tag231.xml><?xml version="1.0" encoding="utf-8"?>
<p:tagLst xmlns:a="http://schemas.openxmlformats.org/drawingml/2006/main" xmlns:r="http://schemas.openxmlformats.org/officeDocument/2006/relationships" xmlns:p="http://schemas.openxmlformats.org/presentationml/2006/main">
  <p:tag name="PA" val="v5.2.11"/>
</p:tagLst>
</file>

<file path=ppt/tags/tag232.xml><?xml version="1.0" encoding="utf-8"?>
<p:tagLst xmlns:a="http://schemas.openxmlformats.org/drawingml/2006/main" xmlns:r="http://schemas.openxmlformats.org/officeDocument/2006/relationships" xmlns:p="http://schemas.openxmlformats.org/presentationml/2006/main">
  <p:tag name="PA" val="v5.2.11"/>
</p:tagLst>
</file>

<file path=ppt/tags/tag233.xml><?xml version="1.0" encoding="utf-8"?>
<p:tagLst xmlns:a="http://schemas.openxmlformats.org/drawingml/2006/main" xmlns:r="http://schemas.openxmlformats.org/officeDocument/2006/relationships" xmlns:p="http://schemas.openxmlformats.org/presentationml/2006/main">
  <p:tag name="PA" val="v5.2.11"/>
</p:tagLst>
</file>

<file path=ppt/tags/tag234.xml><?xml version="1.0" encoding="utf-8"?>
<p:tagLst xmlns:a="http://schemas.openxmlformats.org/drawingml/2006/main" xmlns:r="http://schemas.openxmlformats.org/officeDocument/2006/relationships" xmlns:p="http://schemas.openxmlformats.org/presentationml/2006/main">
  <p:tag name="PA" val="v5.2.11"/>
</p:tagLst>
</file>

<file path=ppt/tags/tag235.xml><?xml version="1.0" encoding="utf-8"?>
<p:tagLst xmlns:a="http://schemas.openxmlformats.org/drawingml/2006/main" xmlns:r="http://schemas.openxmlformats.org/officeDocument/2006/relationships" xmlns:p="http://schemas.openxmlformats.org/presentationml/2006/main">
  <p:tag name="PA" val="v5.2.11"/>
</p:tagLst>
</file>

<file path=ppt/tags/tag236.xml><?xml version="1.0" encoding="utf-8"?>
<p:tagLst xmlns:a="http://schemas.openxmlformats.org/drawingml/2006/main" xmlns:r="http://schemas.openxmlformats.org/officeDocument/2006/relationships" xmlns:p="http://schemas.openxmlformats.org/presentationml/2006/main">
  <p:tag name="PA" val="v5.2.11"/>
</p:tagLst>
</file>

<file path=ppt/tags/tag237.xml><?xml version="1.0" encoding="utf-8"?>
<p:tagLst xmlns:a="http://schemas.openxmlformats.org/drawingml/2006/main" xmlns:r="http://schemas.openxmlformats.org/officeDocument/2006/relationships" xmlns:p="http://schemas.openxmlformats.org/presentationml/2006/main">
  <p:tag name="PA" val="v5.2.11"/>
</p:tagLst>
</file>

<file path=ppt/tags/tag238.xml><?xml version="1.0" encoding="utf-8"?>
<p:tagLst xmlns:a="http://schemas.openxmlformats.org/drawingml/2006/main" xmlns:r="http://schemas.openxmlformats.org/officeDocument/2006/relationships" xmlns:p="http://schemas.openxmlformats.org/presentationml/2006/main">
  <p:tag name="PA" val="v5.2.11"/>
</p:tagLst>
</file>

<file path=ppt/tags/tag239.xml><?xml version="1.0" encoding="utf-8"?>
<p:tagLst xmlns:a="http://schemas.openxmlformats.org/drawingml/2006/main" xmlns:r="http://schemas.openxmlformats.org/officeDocument/2006/relationships" xmlns:p="http://schemas.openxmlformats.org/presentationml/2006/main">
  <p:tag name="PA" val="v5.2.11"/>
</p:tagLst>
</file>

<file path=ppt/tags/tag240.xml><?xml version="1.0" encoding="utf-8"?>
<p:tagLst xmlns:a="http://schemas.openxmlformats.org/drawingml/2006/main" xmlns:r="http://schemas.openxmlformats.org/officeDocument/2006/relationships" xmlns:p="http://schemas.openxmlformats.org/presentationml/2006/main">
  <p:tag name="PA" val="v5.2.11"/>
</p:tagLst>
</file>

<file path=ppt/tags/tag241.xml><?xml version="1.0" encoding="utf-8"?>
<p:tagLst xmlns:a="http://schemas.openxmlformats.org/drawingml/2006/main" xmlns:r="http://schemas.openxmlformats.org/officeDocument/2006/relationships" xmlns:p="http://schemas.openxmlformats.org/presentationml/2006/main">
  <p:tag name="PA" val="v5.2.11"/>
</p:tagLst>
</file>

<file path=ppt/tags/tag242.xml><?xml version="1.0" encoding="utf-8"?>
<p:tagLst xmlns:a="http://schemas.openxmlformats.org/drawingml/2006/main" xmlns:r="http://schemas.openxmlformats.org/officeDocument/2006/relationships" xmlns:p="http://schemas.openxmlformats.org/presentationml/2006/main">
  <p:tag name="PA" val="v5.2.11"/>
</p:tagLst>
</file>

<file path=ppt/tags/tag243.xml><?xml version="1.0" encoding="utf-8"?>
<p:tagLst xmlns:a="http://schemas.openxmlformats.org/drawingml/2006/main" xmlns:r="http://schemas.openxmlformats.org/officeDocument/2006/relationships" xmlns:p="http://schemas.openxmlformats.org/presentationml/2006/main">
  <p:tag name="PA" val="v5.2.11"/>
</p:tagLst>
</file>

<file path=ppt/tags/tag244.xml><?xml version="1.0" encoding="utf-8"?>
<p:tagLst xmlns:a="http://schemas.openxmlformats.org/drawingml/2006/main" xmlns:r="http://schemas.openxmlformats.org/officeDocument/2006/relationships" xmlns:p="http://schemas.openxmlformats.org/presentationml/2006/main">
  <p:tag name="PA" val="v5.2.11"/>
</p:tagLst>
</file>

<file path=ppt/tags/tag245.xml><?xml version="1.0" encoding="utf-8"?>
<p:tagLst xmlns:a="http://schemas.openxmlformats.org/drawingml/2006/main" xmlns:r="http://schemas.openxmlformats.org/officeDocument/2006/relationships" xmlns:p="http://schemas.openxmlformats.org/presentationml/2006/main">
  <p:tag name="PA" val="v5.2.11"/>
</p:tagLst>
</file>

<file path=ppt/tags/tag246.xml><?xml version="1.0" encoding="utf-8"?>
<p:tagLst xmlns:a="http://schemas.openxmlformats.org/drawingml/2006/main" xmlns:r="http://schemas.openxmlformats.org/officeDocument/2006/relationships" xmlns:p="http://schemas.openxmlformats.org/presentationml/2006/main">
  <p:tag name="PA" val="v5.2.11"/>
</p:tagLst>
</file>

<file path=ppt/tags/tag247.xml><?xml version="1.0" encoding="utf-8"?>
<p:tagLst xmlns:a="http://schemas.openxmlformats.org/drawingml/2006/main" xmlns:r="http://schemas.openxmlformats.org/officeDocument/2006/relationships" xmlns:p="http://schemas.openxmlformats.org/presentationml/2006/main">
  <p:tag name="PA" val="v5.2.11"/>
</p:tagLst>
</file>

<file path=ppt/tags/tag248.xml><?xml version="1.0" encoding="utf-8"?>
<p:tagLst xmlns:a="http://schemas.openxmlformats.org/drawingml/2006/main" xmlns:r="http://schemas.openxmlformats.org/officeDocument/2006/relationships" xmlns:p="http://schemas.openxmlformats.org/presentationml/2006/main">
  <p:tag name="PA" val="v5.2.11"/>
</p:tagLst>
</file>

<file path=ppt/tags/tag249.xml><?xml version="1.0" encoding="utf-8"?>
<p:tagLst xmlns:a="http://schemas.openxmlformats.org/drawingml/2006/main" xmlns:r="http://schemas.openxmlformats.org/officeDocument/2006/relationships" xmlns:p="http://schemas.openxmlformats.org/presentationml/2006/main">
  <p:tag name="PA" val="v5.2.11"/>
</p:tagLst>
</file>

<file path=ppt/tags/tag250.xml><?xml version="1.0" encoding="utf-8"?>
<p:tagLst xmlns:a="http://schemas.openxmlformats.org/drawingml/2006/main" xmlns:r="http://schemas.openxmlformats.org/officeDocument/2006/relationships" xmlns:p="http://schemas.openxmlformats.org/presentationml/2006/main">
  <p:tag name="PA" val="v5.2.11"/>
</p:tagLst>
</file>

<file path=ppt/tags/tag251.xml><?xml version="1.0" encoding="utf-8"?>
<p:tagLst xmlns:a="http://schemas.openxmlformats.org/drawingml/2006/main" xmlns:r="http://schemas.openxmlformats.org/officeDocument/2006/relationships" xmlns:p="http://schemas.openxmlformats.org/presentationml/2006/main">
  <p:tag name="PA" val="v5.2.11"/>
</p:tagLst>
</file>

<file path=ppt/tags/tag252.xml><?xml version="1.0" encoding="utf-8"?>
<p:tagLst xmlns:a="http://schemas.openxmlformats.org/drawingml/2006/main" xmlns:r="http://schemas.openxmlformats.org/officeDocument/2006/relationships" xmlns:p="http://schemas.openxmlformats.org/presentationml/2006/main">
  <p:tag name="PA" val="v5.2.11"/>
</p:tagLst>
</file>

<file path=ppt/tags/tag253.xml><?xml version="1.0" encoding="utf-8"?>
<p:tagLst xmlns:a="http://schemas.openxmlformats.org/drawingml/2006/main" xmlns:r="http://schemas.openxmlformats.org/officeDocument/2006/relationships" xmlns:p="http://schemas.openxmlformats.org/presentationml/2006/main">
  <p:tag name="PA" val="v5.2.11"/>
</p:tagLst>
</file>

<file path=ppt/tags/tag254.xml><?xml version="1.0" encoding="utf-8"?>
<p:tagLst xmlns:a="http://schemas.openxmlformats.org/drawingml/2006/main" xmlns:r="http://schemas.openxmlformats.org/officeDocument/2006/relationships" xmlns:p="http://schemas.openxmlformats.org/presentationml/2006/main">
  <p:tag name="PA" val="v5.2.11"/>
</p:tagLst>
</file>

<file path=ppt/tags/tag255.xml><?xml version="1.0" encoding="utf-8"?>
<p:tagLst xmlns:a="http://schemas.openxmlformats.org/drawingml/2006/main" xmlns:r="http://schemas.openxmlformats.org/officeDocument/2006/relationships" xmlns:p="http://schemas.openxmlformats.org/presentationml/2006/main">
  <p:tag name="PA" val="v5.2.11"/>
</p:tagLst>
</file>

<file path=ppt/tags/tag256.xml><?xml version="1.0" encoding="utf-8"?>
<p:tagLst xmlns:a="http://schemas.openxmlformats.org/drawingml/2006/main" xmlns:r="http://schemas.openxmlformats.org/officeDocument/2006/relationships" xmlns:p="http://schemas.openxmlformats.org/presentationml/2006/main">
  <p:tag name="PA" val="v5.2.11"/>
</p:tagLst>
</file>

<file path=ppt/tags/tag257.xml><?xml version="1.0" encoding="utf-8"?>
<p:tagLst xmlns:a="http://schemas.openxmlformats.org/drawingml/2006/main" xmlns:r="http://schemas.openxmlformats.org/officeDocument/2006/relationships" xmlns:p="http://schemas.openxmlformats.org/presentationml/2006/main">
  <p:tag name="PA" val="v5.2.11"/>
</p:tagLst>
</file>

<file path=ppt/tags/tag258.xml><?xml version="1.0" encoding="utf-8"?>
<p:tagLst xmlns:a="http://schemas.openxmlformats.org/drawingml/2006/main" xmlns:r="http://schemas.openxmlformats.org/officeDocument/2006/relationships" xmlns:p="http://schemas.openxmlformats.org/presentationml/2006/main">
  <p:tag name="PA" val="v5.2.11"/>
</p:tagLst>
</file>

<file path=ppt/tags/tag259.xml><?xml version="1.0" encoding="utf-8"?>
<p:tagLst xmlns:a="http://schemas.openxmlformats.org/drawingml/2006/main" xmlns:r="http://schemas.openxmlformats.org/officeDocument/2006/relationships" xmlns:p="http://schemas.openxmlformats.org/presentationml/2006/main">
  <p:tag name="PA" val="v5.2.11"/>
</p:tagLst>
</file>

<file path=ppt/tags/tag260.xml><?xml version="1.0" encoding="utf-8"?>
<p:tagLst xmlns:a="http://schemas.openxmlformats.org/drawingml/2006/main" xmlns:r="http://schemas.openxmlformats.org/officeDocument/2006/relationships" xmlns:p="http://schemas.openxmlformats.org/presentationml/2006/main">
  <p:tag name="PA" val="v5.2.11"/>
</p:tagLst>
</file>

<file path=ppt/tags/tag261.xml><?xml version="1.0" encoding="utf-8"?>
<p:tagLst xmlns:a="http://schemas.openxmlformats.org/drawingml/2006/main" xmlns:r="http://schemas.openxmlformats.org/officeDocument/2006/relationships" xmlns:p="http://schemas.openxmlformats.org/presentationml/2006/main">
  <p:tag name="PA" val="v5.2.11"/>
</p:tagLst>
</file>

<file path=ppt/tags/tag262.xml><?xml version="1.0" encoding="utf-8"?>
<p:tagLst xmlns:a="http://schemas.openxmlformats.org/drawingml/2006/main" xmlns:r="http://schemas.openxmlformats.org/officeDocument/2006/relationships" xmlns:p="http://schemas.openxmlformats.org/presentationml/2006/main">
  <p:tag name="PA" val="v5.2.11"/>
</p:tagLst>
</file>

<file path=ppt/tags/tag263.xml><?xml version="1.0" encoding="utf-8"?>
<p:tagLst xmlns:a="http://schemas.openxmlformats.org/drawingml/2006/main" xmlns:r="http://schemas.openxmlformats.org/officeDocument/2006/relationships" xmlns:p="http://schemas.openxmlformats.org/presentationml/2006/main">
  <p:tag name="PA" val="v5.2.11"/>
</p:tagLst>
</file>

<file path=ppt/tags/tag264.xml><?xml version="1.0" encoding="utf-8"?>
<p:tagLst xmlns:a="http://schemas.openxmlformats.org/drawingml/2006/main" xmlns:r="http://schemas.openxmlformats.org/officeDocument/2006/relationships" xmlns:p="http://schemas.openxmlformats.org/presentationml/2006/main">
  <p:tag name="PA" val="v5.2.11"/>
</p:tagLst>
</file>

<file path=ppt/tags/tag265.xml><?xml version="1.0" encoding="utf-8"?>
<p:tagLst xmlns:a="http://schemas.openxmlformats.org/drawingml/2006/main" xmlns:r="http://schemas.openxmlformats.org/officeDocument/2006/relationships" xmlns:p="http://schemas.openxmlformats.org/presentationml/2006/main">
  <p:tag name="PA" val="v5.2.11"/>
</p:tagLst>
</file>

<file path=ppt/tags/tag266.xml><?xml version="1.0" encoding="utf-8"?>
<p:tagLst xmlns:a="http://schemas.openxmlformats.org/drawingml/2006/main" xmlns:r="http://schemas.openxmlformats.org/officeDocument/2006/relationships" xmlns:p="http://schemas.openxmlformats.org/presentationml/2006/main">
  <p:tag name="PA" val="v5.2.11"/>
</p:tagLst>
</file>

<file path=ppt/tags/tag267.xml><?xml version="1.0" encoding="utf-8"?>
<p:tagLst xmlns:a="http://schemas.openxmlformats.org/drawingml/2006/main" xmlns:r="http://schemas.openxmlformats.org/officeDocument/2006/relationships" xmlns:p="http://schemas.openxmlformats.org/presentationml/2006/main">
  <p:tag name="PA" val="v5.2.11"/>
</p:tagLst>
</file>

<file path=ppt/tags/tag268.xml><?xml version="1.0" encoding="utf-8"?>
<p:tagLst xmlns:a="http://schemas.openxmlformats.org/drawingml/2006/main" xmlns:r="http://schemas.openxmlformats.org/officeDocument/2006/relationships" xmlns:p="http://schemas.openxmlformats.org/presentationml/2006/main">
  <p:tag name="PA" val="v5.2.11"/>
</p:tagLst>
</file>

<file path=ppt/tags/tag269.xml><?xml version="1.0" encoding="utf-8"?>
<p:tagLst xmlns:a="http://schemas.openxmlformats.org/drawingml/2006/main" xmlns:r="http://schemas.openxmlformats.org/officeDocument/2006/relationships" xmlns:p="http://schemas.openxmlformats.org/presentationml/2006/main">
  <p:tag name="PA" val="v5.2.11"/>
</p:tagLst>
</file>

<file path=ppt/tags/tag270.xml><?xml version="1.0" encoding="utf-8"?>
<p:tagLst xmlns:a="http://schemas.openxmlformats.org/drawingml/2006/main" xmlns:r="http://schemas.openxmlformats.org/officeDocument/2006/relationships" xmlns:p="http://schemas.openxmlformats.org/presentationml/2006/main">
  <p:tag name="PA" val="v5.2.11"/>
</p:tagLst>
</file>

<file path=ppt/tags/tag271.xml><?xml version="1.0" encoding="utf-8"?>
<p:tagLst xmlns:a="http://schemas.openxmlformats.org/drawingml/2006/main" xmlns:r="http://schemas.openxmlformats.org/officeDocument/2006/relationships" xmlns:p="http://schemas.openxmlformats.org/presentationml/2006/main">
  <p:tag name="PA" val="v5.2.11"/>
</p:tagLst>
</file>

<file path=ppt/tags/tag272.xml><?xml version="1.0" encoding="utf-8"?>
<p:tagLst xmlns:a="http://schemas.openxmlformats.org/drawingml/2006/main" xmlns:r="http://schemas.openxmlformats.org/officeDocument/2006/relationships" xmlns:p="http://schemas.openxmlformats.org/presentationml/2006/main">
  <p:tag name="PA" val="v5.2.11"/>
</p:tagLst>
</file>

<file path=ppt/tags/tag273.xml><?xml version="1.0" encoding="utf-8"?>
<p:tagLst xmlns:a="http://schemas.openxmlformats.org/drawingml/2006/main" xmlns:r="http://schemas.openxmlformats.org/officeDocument/2006/relationships" xmlns:p="http://schemas.openxmlformats.org/presentationml/2006/main">
  <p:tag name="PA" val="v5.2.11"/>
</p:tagLst>
</file>

<file path=ppt/tags/tag274.xml><?xml version="1.0" encoding="utf-8"?>
<p:tagLst xmlns:a="http://schemas.openxmlformats.org/drawingml/2006/main" xmlns:r="http://schemas.openxmlformats.org/officeDocument/2006/relationships" xmlns:p="http://schemas.openxmlformats.org/presentationml/2006/main">
  <p:tag name="PA" val="v5.2.11"/>
</p:tagLst>
</file>

<file path=ppt/tags/tag275.xml><?xml version="1.0" encoding="utf-8"?>
<p:tagLst xmlns:a="http://schemas.openxmlformats.org/drawingml/2006/main" xmlns:r="http://schemas.openxmlformats.org/officeDocument/2006/relationships" xmlns:p="http://schemas.openxmlformats.org/presentationml/2006/main">
  <p:tag name="PA" val="v5.2.11"/>
</p:tagLst>
</file>

<file path=ppt/tags/tag276.xml><?xml version="1.0" encoding="utf-8"?>
<p:tagLst xmlns:a="http://schemas.openxmlformats.org/drawingml/2006/main" xmlns:r="http://schemas.openxmlformats.org/officeDocument/2006/relationships" xmlns:p="http://schemas.openxmlformats.org/presentationml/2006/main">
  <p:tag name="PA" val="v5.2.11"/>
</p:tagLst>
</file>

<file path=ppt/tags/tag277.xml><?xml version="1.0" encoding="utf-8"?>
<p:tagLst xmlns:a="http://schemas.openxmlformats.org/drawingml/2006/main" xmlns:r="http://schemas.openxmlformats.org/officeDocument/2006/relationships" xmlns:p="http://schemas.openxmlformats.org/presentationml/2006/main">
  <p:tag name="PA" val="v5.2.11"/>
</p:tagLst>
</file>

<file path=ppt/tags/tag278.xml><?xml version="1.0" encoding="utf-8"?>
<p:tagLst xmlns:a="http://schemas.openxmlformats.org/drawingml/2006/main" xmlns:r="http://schemas.openxmlformats.org/officeDocument/2006/relationships" xmlns:p="http://schemas.openxmlformats.org/presentationml/2006/main">
  <p:tag name="PA" val="v5.2.11"/>
</p:tagLst>
</file>

<file path=ppt/tags/tag279.xml><?xml version="1.0" encoding="utf-8"?>
<p:tagLst xmlns:a="http://schemas.openxmlformats.org/drawingml/2006/main" xmlns:r="http://schemas.openxmlformats.org/officeDocument/2006/relationships" xmlns:p="http://schemas.openxmlformats.org/presentationml/2006/main">
  <p:tag name="PA" val="v5.2.11"/>
</p:tagLst>
</file>

<file path=ppt/tags/tag280.xml><?xml version="1.0" encoding="utf-8"?>
<p:tagLst xmlns:a="http://schemas.openxmlformats.org/drawingml/2006/main" xmlns:r="http://schemas.openxmlformats.org/officeDocument/2006/relationships" xmlns:p="http://schemas.openxmlformats.org/presentationml/2006/main">
  <p:tag name="PA" val="v5.2.11"/>
</p:tagLst>
</file>

<file path=ppt/tags/tag281.xml><?xml version="1.0" encoding="utf-8"?>
<p:tagLst xmlns:a="http://schemas.openxmlformats.org/drawingml/2006/main" xmlns:r="http://schemas.openxmlformats.org/officeDocument/2006/relationships" xmlns:p="http://schemas.openxmlformats.org/presentationml/2006/main">
  <p:tag name="PA" val="v5.2.11"/>
</p:tagLst>
</file>

<file path=ppt/tags/tag282.xml><?xml version="1.0" encoding="utf-8"?>
<p:tagLst xmlns:a="http://schemas.openxmlformats.org/drawingml/2006/main" xmlns:r="http://schemas.openxmlformats.org/officeDocument/2006/relationships" xmlns:p="http://schemas.openxmlformats.org/presentationml/2006/main">
  <p:tag name="PA" val="v5.2.11"/>
</p:tagLst>
</file>

<file path=ppt/tags/tag283.xml><?xml version="1.0" encoding="utf-8"?>
<p:tagLst xmlns:a="http://schemas.openxmlformats.org/drawingml/2006/main" xmlns:r="http://schemas.openxmlformats.org/officeDocument/2006/relationships" xmlns:p="http://schemas.openxmlformats.org/presentationml/2006/main">
  <p:tag name="PA" val="v5.2.11"/>
</p:tagLst>
</file>

<file path=ppt/tags/tag284.xml><?xml version="1.0" encoding="utf-8"?>
<p:tagLst xmlns:a="http://schemas.openxmlformats.org/drawingml/2006/main" xmlns:r="http://schemas.openxmlformats.org/officeDocument/2006/relationships" xmlns:p="http://schemas.openxmlformats.org/presentationml/2006/main">
  <p:tag name="PA" val="v5.2.11"/>
</p:tagLst>
</file>

<file path=ppt/tags/tag285.xml><?xml version="1.0" encoding="utf-8"?>
<p:tagLst xmlns:a="http://schemas.openxmlformats.org/drawingml/2006/main" xmlns:r="http://schemas.openxmlformats.org/officeDocument/2006/relationships" xmlns:p="http://schemas.openxmlformats.org/presentationml/2006/main">
  <p:tag name="PA" val="v5.2.11"/>
</p:tagLst>
</file>

<file path=ppt/tags/tag286.xml><?xml version="1.0" encoding="utf-8"?>
<p:tagLst xmlns:a="http://schemas.openxmlformats.org/drawingml/2006/main" xmlns:r="http://schemas.openxmlformats.org/officeDocument/2006/relationships" xmlns:p="http://schemas.openxmlformats.org/presentationml/2006/main">
  <p:tag name="PA" val="v5.2.11"/>
</p:tagLst>
</file>

<file path=ppt/tags/tag287.xml><?xml version="1.0" encoding="utf-8"?>
<p:tagLst xmlns:a="http://schemas.openxmlformats.org/drawingml/2006/main" xmlns:r="http://schemas.openxmlformats.org/officeDocument/2006/relationships" xmlns:p="http://schemas.openxmlformats.org/presentationml/2006/main">
  <p:tag name="PA" val="v5.2.11"/>
</p:tagLst>
</file>

<file path=ppt/tags/tag288.xml><?xml version="1.0" encoding="utf-8"?>
<p:tagLst xmlns:a="http://schemas.openxmlformats.org/drawingml/2006/main" xmlns:r="http://schemas.openxmlformats.org/officeDocument/2006/relationships" xmlns:p="http://schemas.openxmlformats.org/presentationml/2006/main">
  <p:tag name="PA" val="v5.2.11"/>
</p:tagLst>
</file>

<file path=ppt/tags/tag289.xml><?xml version="1.0" encoding="utf-8"?>
<p:tagLst xmlns:a="http://schemas.openxmlformats.org/drawingml/2006/main" xmlns:r="http://schemas.openxmlformats.org/officeDocument/2006/relationships" xmlns:p="http://schemas.openxmlformats.org/presentationml/2006/main">
  <p:tag name="PA" val="v5.2.11"/>
</p:tagLst>
</file>

<file path=ppt/tags/tag290.xml><?xml version="1.0" encoding="utf-8"?>
<p:tagLst xmlns:a="http://schemas.openxmlformats.org/drawingml/2006/main" xmlns:r="http://schemas.openxmlformats.org/officeDocument/2006/relationships" xmlns:p="http://schemas.openxmlformats.org/presentationml/2006/main">
  <p:tag name="PA" val="v5.2.11"/>
</p:tagLst>
</file>

<file path=ppt/tags/tag291.xml><?xml version="1.0" encoding="utf-8"?>
<p:tagLst xmlns:a="http://schemas.openxmlformats.org/drawingml/2006/main" xmlns:r="http://schemas.openxmlformats.org/officeDocument/2006/relationships" xmlns:p="http://schemas.openxmlformats.org/presentationml/2006/main">
  <p:tag name="PA" val="v5.2.11"/>
</p:tagLst>
</file>

<file path=ppt/tags/tag292.xml><?xml version="1.0" encoding="utf-8"?>
<p:tagLst xmlns:a="http://schemas.openxmlformats.org/drawingml/2006/main" xmlns:r="http://schemas.openxmlformats.org/officeDocument/2006/relationships" xmlns:p="http://schemas.openxmlformats.org/presentationml/2006/main">
  <p:tag name="PA" val="v5.2.11"/>
</p:tagLst>
</file>

<file path=ppt/tags/tag293.xml><?xml version="1.0" encoding="utf-8"?>
<p:tagLst xmlns:a="http://schemas.openxmlformats.org/drawingml/2006/main" xmlns:r="http://schemas.openxmlformats.org/officeDocument/2006/relationships" xmlns:p="http://schemas.openxmlformats.org/presentationml/2006/main">
  <p:tag name="PA" val="v5.2.11"/>
</p:tagLst>
</file>

<file path=ppt/tags/tag294.xml><?xml version="1.0" encoding="utf-8"?>
<p:tagLst xmlns:a="http://schemas.openxmlformats.org/drawingml/2006/main" xmlns:r="http://schemas.openxmlformats.org/officeDocument/2006/relationships" xmlns:p="http://schemas.openxmlformats.org/presentationml/2006/main">
  <p:tag name="PA" val="v5.2.11"/>
</p:tagLst>
</file>

<file path=ppt/tags/tag295.xml><?xml version="1.0" encoding="utf-8"?>
<p:tagLst xmlns:a="http://schemas.openxmlformats.org/drawingml/2006/main" xmlns:r="http://schemas.openxmlformats.org/officeDocument/2006/relationships" xmlns:p="http://schemas.openxmlformats.org/presentationml/2006/main">
  <p:tag name="PA" val="v5.2.11"/>
</p:tagLst>
</file>

<file path=ppt/tags/tag296.xml><?xml version="1.0" encoding="utf-8"?>
<p:tagLst xmlns:a="http://schemas.openxmlformats.org/drawingml/2006/main" xmlns:r="http://schemas.openxmlformats.org/officeDocument/2006/relationships" xmlns:p="http://schemas.openxmlformats.org/presentationml/2006/main">
  <p:tag name="PA" val="v5.2.11"/>
</p:tagLst>
</file>

<file path=ppt/tags/tag297.xml><?xml version="1.0" encoding="utf-8"?>
<p:tagLst xmlns:a="http://schemas.openxmlformats.org/drawingml/2006/main" xmlns:r="http://schemas.openxmlformats.org/officeDocument/2006/relationships" xmlns:p="http://schemas.openxmlformats.org/presentationml/2006/main">
  <p:tag name="PA" val="v5.2.11"/>
</p:tagLst>
</file>

<file path=ppt/tags/tag298.xml><?xml version="1.0" encoding="utf-8"?>
<p:tagLst xmlns:a="http://schemas.openxmlformats.org/drawingml/2006/main" xmlns:r="http://schemas.openxmlformats.org/officeDocument/2006/relationships" xmlns:p="http://schemas.openxmlformats.org/presentationml/2006/main">
  <p:tag name="PA" val="v5.2.11"/>
</p:tagLst>
</file>

<file path=ppt/tags/tag299.xml><?xml version="1.0" encoding="utf-8"?>
<p:tagLst xmlns:a="http://schemas.openxmlformats.org/drawingml/2006/main" xmlns:r="http://schemas.openxmlformats.org/officeDocument/2006/relationships" xmlns:p="http://schemas.openxmlformats.org/presentationml/2006/main">
  <p:tag name="PA" val="v5.2.11"/>
</p:tagLst>
</file>

<file path=ppt/tags/tag300.xml><?xml version="1.0" encoding="utf-8"?>
<p:tagLst xmlns:a="http://schemas.openxmlformats.org/drawingml/2006/main" xmlns:r="http://schemas.openxmlformats.org/officeDocument/2006/relationships" xmlns:p="http://schemas.openxmlformats.org/presentationml/2006/main">
  <p:tag name="PA" val="v5.2.11"/>
</p:tagLst>
</file>

<file path=ppt/tags/tag301.xml><?xml version="1.0" encoding="utf-8"?>
<p:tagLst xmlns:a="http://schemas.openxmlformats.org/drawingml/2006/main" xmlns:r="http://schemas.openxmlformats.org/officeDocument/2006/relationships" xmlns:p="http://schemas.openxmlformats.org/presentationml/2006/main">
  <p:tag name="PA" val="v5.2.11"/>
</p:tagLst>
</file>

<file path=ppt/tags/tag302.xml><?xml version="1.0" encoding="utf-8"?>
<p:tagLst xmlns:a="http://schemas.openxmlformats.org/drawingml/2006/main" xmlns:r="http://schemas.openxmlformats.org/officeDocument/2006/relationships" xmlns:p="http://schemas.openxmlformats.org/presentationml/2006/main">
  <p:tag name="PA" val="v5.2.11"/>
</p:tagLst>
</file>

<file path=ppt/tags/tag303.xml><?xml version="1.0" encoding="utf-8"?>
<p:tagLst xmlns:a="http://schemas.openxmlformats.org/drawingml/2006/main" xmlns:r="http://schemas.openxmlformats.org/officeDocument/2006/relationships" xmlns:p="http://schemas.openxmlformats.org/presentationml/2006/main">
  <p:tag name="PA" val="v5.2.11"/>
</p:tagLst>
</file>

<file path=ppt/tags/tag304.xml><?xml version="1.0" encoding="utf-8"?>
<p:tagLst xmlns:a="http://schemas.openxmlformats.org/drawingml/2006/main" xmlns:r="http://schemas.openxmlformats.org/officeDocument/2006/relationships" xmlns:p="http://schemas.openxmlformats.org/presentationml/2006/main">
  <p:tag name="PA" val="v5.2.11"/>
</p:tagLst>
</file>

<file path=ppt/tags/tag305.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06.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07.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0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09.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0.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1.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2.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3.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4.xml><?xml version="1.0" encoding="utf-8"?>
<p:tagLst xmlns:a="http://schemas.openxmlformats.org/drawingml/2006/main" xmlns:r="http://schemas.openxmlformats.org/officeDocument/2006/relationships" xmlns:p="http://schemas.openxmlformats.org/presentationml/2006/main">
  <p:tag name="PA" val="v5.2.11"/>
</p:tagLst>
</file>

<file path=ppt/tags/tag315.xml><?xml version="1.0" encoding="utf-8"?>
<p:tagLst xmlns:a="http://schemas.openxmlformats.org/drawingml/2006/main" xmlns:r="http://schemas.openxmlformats.org/officeDocument/2006/relationships" xmlns:p="http://schemas.openxmlformats.org/presentationml/2006/main">
  <p:tag name="PA" val="v5.2.11"/>
</p:tagLst>
</file>

<file path=ppt/tags/tag316.xml><?xml version="1.0" encoding="utf-8"?>
<p:tagLst xmlns:a="http://schemas.openxmlformats.org/drawingml/2006/main" xmlns:r="http://schemas.openxmlformats.org/officeDocument/2006/relationships" xmlns:p="http://schemas.openxmlformats.org/presentationml/2006/main">
  <p:tag name="PA" val="v5.2.11"/>
</p:tagLst>
</file>

<file path=ppt/tags/tag317.xml><?xml version="1.0" encoding="utf-8"?>
<p:tagLst xmlns:a="http://schemas.openxmlformats.org/drawingml/2006/main" xmlns:r="http://schemas.openxmlformats.org/officeDocument/2006/relationships" xmlns:p="http://schemas.openxmlformats.org/presentationml/2006/main">
  <p:tag name="PA" val="v5.2.11"/>
</p:tagLst>
</file>

<file path=ppt/tags/tag318.xml><?xml version="1.0" encoding="utf-8"?>
<p:tagLst xmlns:a="http://schemas.openxmlformats.org/drawingml/2006/main" xmlns:r="http://schemas.openxmlformats.org/officeDocument/2006/relationships" xmlns:p="http://schemas.openxmlformats.org/presentationml/2006/main">
  <p:tag name="PA" val="v5.2.11"/>
</p:tagLst>
</file>

<file path=ppt/tags/tag319.xml><?xml version="1.0" encoding="utf-8"?>
<p:tagLst xmlns:a="http://schemas.openxmlformats.org/drawingml/2006/main" xmlns:r="http://schemas.openxmlformats.org/officeDocument/2006/relationships" xmlns:p="http://schemas.openxmlformats.org/presentationml/2006/main">
  <p:tag name="PA" val="v5.2.11"/>
</p:tagLst>
</file>

<file path=ppt/tags/tag320.xml><?xml version="1.0" encoding="utf-8"?>
<p:tagLst xmlns:a="http://schemas.openxmlformats.org/drawingml/2006/main" xmlns:r="http://schemas.openxmlformats.org/officeDocument/2006/relationships" xmlns:p="http://schemas.openxmlformats.org/presentationml/2006/main">
  <p:tag name="PA" val="v5.2.11"/>
</p:tagLst>
</file>

<file path=ppt/tags/tag321.xml><?xml version="1.0" encoding="utf-8"?>
<p:tagLst xmlns:a="http://schemas.openxmlformats.org/drawingml/2006/main" xmlns:r="http://schemas.openxmlformats.org/officeDocument/2006/relationships" xmlns:p="http://schemas.openxmlformats.org/presentationml/2006/main">
  <p:tag name="PA" val="v5.2.11"/>
</p:tagLst>
</file>

<file path=ppt/tags/tag322.xml><?xml version="1.0" encoding="utf-8"?>
<p:tagLst xmlns:a="http://schemas.openxmlformats.org/drawingml/2006/main" xmlns:r="http://schemas.openxmlformats.org/officeDocument/2006/relationships" xmlns:p="http://schemas.openxmlformats.org/presentationml/2006/main">
  <p:tag name="PA" val="v5.2.11"/>
</p:tagLst>
</file>

<file path=ppt/tags/tag323.xml><?xml version="1.0" encoding="utf-8"?>
<p:tagLst xmlns:a="http://schemas.openxmlformats.org/drawingml/2006/main" xmlns:r="http://schemas.openxmlformats.org/officeDocument/2006/relationships" xmlns:p="http://schemas.openxmlformats.org/presentationml/2006/main">
  <p:tag name="PA" val="v5.2.11"/>
</p:tagLst>
</file>

<file path=ppt/tags/tag324.xml><?xml version="1.0" encoding="utf-8"?>
<p:tagLst xmlns:a="http://schemas.openxmlformats.org/drawingml/2006/main" xmlns:r="http://schemas.openxmlformats.org/officeDocument/2006/relationships" xmlns:p="http://schemas.openxmlformats.org/presentationml/2006/main">
  <p:tag name="PA" val="v5.2.11"/>
</p:tagLst>
</file>

<file path=ppt/tags/tag325.xml><?xml version="1.0" encoding="utf-8"?>
<p:tagLst xmlns:a="http://schemas.openxmlformats.org/drawingml/2006/main" xmlns:r="http://schemas.openxmlformats.org/officeDocument/2006/relationships" xmlns:p="http://schemas.openxmlformats.org/presentationml/2006/main">
  <p:tag name="PA" val="v5.2.11"/>
</p:tagLst>
</file>

<file path=ppt/tags/tag326.xml><?xml version="1.0" encoding="utf-8"?>
<p:tagLst xmlns:a="http://schemas.openxmlformats.org/drawingml/2006/main" xmlns:r="http://schemas.openxmlformats.org/officeDocument/2006/relationships" xmlns:p="http://schemas.openxmlformats.org/presentationml/2006/main">
  <p:tag name="PA" val="v5.2.11"/>
</p:tagLst>
</file>

<file path=ppt/tags/tag327.xml><?xml version="1.0" encoding="utf-8"?>
<p:tagLst xmlns:a="http://schemas.openxmlformats.org/drawingml/2006/main" xmlns:r="http://schemas.openxmlformats.org/officeDocument/2006/relationships" xmlns:p="http://schemas.openxmlformats.org/presentationml/2006/main">
  <p:tag name="PA" val="v5.2.11"/>
</p:tagLst>
</file>

<file path=ppt/tags/tag328.xml><?xml version="1.0" encoding="utf-8"?>
<p:tagLst xmlns:a="http://schemas.openxmlformats.org/drawingml/2006/main" xmlns:r="http://schemas.openxmlformats.org/officeDocument/2006/relationships" xmlns:p="http://schemas.openxmlformats.org/presentationml/2006/main">
  <p:tag name="PA" val="v5.2.11"/>
</p:tagLst>
</file>

<file path=ppt/tags/tag329.xml><?xml version="1.0" encoding="utf-8"?>
<p:tagLst xmlns:a="http://schemas.openxmlformats.org/drawingml/2006/main" xmlns:r="http://schemas.openxmlformats.org/officeDocument/2006/relationships" xmlns:p="http://schemas.openxmlformats.org/presentationml/2006/main">
  <p:tag name="PA" val="v5.2.11"/>
</p:tagLst>
</file>

<file path=ppt/tags/tag330.xml><?xml version="1.0" encoding="utf-8"?>
<p:tagLst xmlns:a="http://schemas.openxmlformats.org/drawingml/2006/main" xmlns:r="http://schemas.openxmlformats.org/officeDocument/2006/relationships" xmlns:p="http://schemas.openxmlformats.org/presentationml/2006/main">
  <p:tag name="PA" val="v5.2.11"/>
</p:tagLst>
</file>

<file path=ppt/tags/tag331.xml><?xml version="1.0" encoding="utf-8"?>
<p:tagLst xmlns:a="http://schemas.openxmlformats.org/drawingml/2006/main" xmlns:r="http://schemas.openxmlformats.org/officeDocument/2006/relationships" xmlns:p="http://schemas.openxmlformats.org/presentationml/2006/main">
  <p:tag name="PA" val="v5.2.11"/>
</p:tagLst>
</file>

<file path=ppt/tags/tag332.xml><?xml version="1.0" encoding="utf-8"?>
<p:tagLst xmlns:a="http://schemas.openxmlformats.org/drawingml/2006/main" xmlns:r="http://schemas.openxmlformats.org/officeDocument/2006/relationships" xmlns:p="http://schemas.openxmlformats.org/presentationml/2006/main">
  <p:tag name="PA" val="v5.2.11"/>
</p:tagLst>
</file>

<file path=ppt/tags/tag333.xml><?xml version="1.0" encoding="utf-8"?>
<p:tagLst xmlns:a="http://schemas.openxmlformats.org/drawingml/2006/main" xmlns:r="http://schemas.openxmlformats.org/officeDocument/2006/relationships" xmlns:p="http://schemas.openxmlformats.org/presentationml/2006/main">
  <p:tag name="PA" val="v5.2.11"/>
</p:tagLst>
</file>

<file path=ppt/tags/tag334.xml><?xml version="1.0" encoding="utf-8"?>
<p:tagLst xmlns:a="http://schemas.openxmlformats.org/drawingml/2006/main" xmlns:r="http://schemas.openxmlformats.org/officeDocument/2006/relationships" xmlns:p="http://schemas.openxmlformats.org/presentationml/2006/main">
  <p:tag name="PA" val="v5.2.11"/>
</p:tagLst>
</file>

<file path=ppt/tags/tag335.xml><?xml version="1.0" encoding="utf-8"?>
<p:tagLst xmlns:a="http://schemas.openxmlformats.org/drawingml/2006/main" xmlns:r="http://schemas.openxmlformats.org/officeDocument/2006/relationships" xmlns:p="http://schemas.openxmlformats.org/presentationml/2006/main">
  <p:tag name="PA" val="v5.2.11"/>
</p:tagLst>
</file>

<file path=ppt/tags/tag336.xml><?xml version="1.0" encoding="utf-8"?>
<p:tagLst xmlns:a="http://schemas.openxmlformats.org/drawingml/2006/main" xmlns:r="http://schemas.openxmlformats.org/officeDocument/2006/relationships" xmlns:p="http://schemas.openxmlformats.org/presentationml/2006/main">
  <p:tag name="PA" val="v5.2.11"/>
</p:tagLst>
</file>

<file path=ppt/tags/tag337.xml><?xml version="1.0" encoding="utf-8"?>
<p:tagLst xmlns:a="http://schemas.openxmlformats.org/drawingml/2006/main" xmlns:r="http://schemas.openxmlformats.org/officeDocument/2006/relationships" xmlns:p="http://schemas.openxmlformats.org/presentationml/2006/main">
  <p:tag name="PA" val="v5.2.11"/>
</p:tagLst>
</file>

<file path=ppt/tags/tag338.xml><?xml version="1.0" encoding="utf-8"?>
<p:tagLst xmlns:a="http://schemas.openxmlformats.org/drawingml/2006/main" xmlns:r="http://schemas.openxmlformats.org/officeDocument/2006/relationships" xmlns:p="http://schemas.openxmlformats.org/presentationml/2006/main">
  <p:tag name="PA" val="v5.2.11"/>
</p:tagLst>
</file>

<file path=ppt/tags/tag339.xml><?xml version="1.0" encoding="utf-8"?>
<p:tagLst xmlns:a="http://schemas.openxmlformats.org/drawingml/2006/main" xmlns:r="http://schemas.openxmlformats.org/officeDocument/2006/relationships" xmlns:p="http://schemas.openxmlformats.org/presentationml/2006/main">
  <p:tag name="PA" val="v5.2.11"/>
</p:tagLst>
</file>

<file path=ppt/tags/tag340.xml><?xml version="1.0" encoding="utf-8"?>
<p:tagLst xmlns:a="http://schemas.openxmlformats.org/drawingml/2006/main" xmlns:r="http://schemas.openxmlformats.org/officeDocument/2006/relationships" xmlns:p="http://schemas.openxmlformats.org/presentationml/2006/main">
  <p:tag name="PA" val="v5.2.11"/>
</p:tagLst>
</file>

<file path=ppt/tags/tag341.xml><?xml version="1.0" encoding="utf-8"?>
<p:tagLst xmlns:a="http://schemas.openxmlformats.org/drawingml/2006/main" xmlns:r="http://schemas.openxmlformats.org/officeDocument/2006/relationships" xmlns:p="http://schemas.openxmlformats.org/presentationml/2006/main">
  <p:tag name="PA" val="v5.2.11"/>
</p:tagLst>
</file>

<file path=ppt/tags/tag342.xml><?xml version="1.0" encoding="utf-8"?>
<p:tagLst xmlns:a="http://schemas.openxmlformats.org/drawingml/2006/main" xmlns:r="http://schemas.openxmlformats.org/officeDocument/2006/relationships" xmlns:p="http://schemas.openxmlformats.org/presentationml/2006/main">
  <p:tag name="PA" val="v5.2.11"/>
</p:tagLst>
</file>

<file path=ppt/tags/tag343.xml><?xml version="1.0" encoding="utf-8"?>
<p:tagLst xmlns:a="http://schemas.openxmlformats.org/drawingml/2006/main" xmlns:r="http://schemas.openxmlformats.org/officeDocument/2006/relationships" xmlns:p="http://schemas.openxmlformats.org/presentationml/2006/main">
  <p:tag name="PA" val="v5.2.11"/>
</p:tagLst>
</file>

<file path=ppt/tags/tag344.xml><?xml version="1.0" encoding="utf-8"?>
<p:tagLst xmlns:a="http://schemas.openxmlformats.org/drawingml/2006/main" xmlns:r="http://schemas.openxmlformats.org/officeDocument/2006/relationships" xmlns:p="http://schemas.openxmlformats.org/presentationml/2006/main">
  <p:tag name="PA" val="v5.2.11"/>
</p:tagLst>
</file>

<file path=ppt/tags/tag345.xml><?xml version="1.0" encoding="utf-8"?>
<p:tagLst xmlns:a="http://schemas.openxmlformats.org/drawingml/2006/main" xmlns:r="http://schemas.openxmlformats.org/officeDocument/2006/relationships" xmlns:p="http://schemas.openxmlformats.org/presentationml/2006/main">
  <p:tag name="PA" val="v5.2.11"/>
</p:tagLst>
</file>

<file path=ppt/tags/tag346.xml><?xml version="1.0" encoding="utf-8"?>
<p:tagLst xmlns:a="http://schemas.openxmlformats.org/drawingml/2006/main" xmlns:r="http://schemas.openxmlformats.org/officeDocument/2006/relationships" xmlns:p="http://schemas.openxmlformats.org/presentationml/2006/main">
  <p:tag name="PA" val="v5.2.11"/>
</p:tagLst>
</file>

<file path=ppt/tags/tag347.xml><?xml version="1.0" encoding="utf-8"?>
<p:tagLst xmlns:a="http://schemas.openxmlformats.org/drawingml/2006/main" xmlns:r="http://schemas.openxmlformats.org/officeDocument/2006/relationships" xmlns:p="http://schemas.openxmlformats.org/presentationml/2006/main">
  <p:tag name="PA" val="v5.2.11"/>
</p:tagLst>
</file>

<file path=ppt/tags/tag348.xml><?xml version="1.0" encoding="utf-8"?>
<p:tagLst xmlns:a="http://schemas.openxmlformats.org/drawingml/2006/main" xmlns:r="http://schemas.openxmlformats.org/officeDocument/2006/relationships" xmlns:p="http://schemas.openxmlformats.org/presentationml/2006/main">
  <p:tag name="PA" val="v5.2.11"/>
</p:tagLst>
</file>

<file path=ppt/tags/tag349.xml><?xml version="1.0" encoding="utf-8"?>
<p:tagLst xmlns:a="http://schemas.openxmlformats.org/drawingml/2006/main" xmlns:r="http://schemas.openxmlformats.org/officeDocument/2006/relationships" xmlns:p="http://schemas.openxmlformats.org/presentationml/2006/main">
  <p:tag name="PA" val="v5.2.11"/>
</p:tagLst>
</file>

<file path=ppt/tags/tag350.xml><?xml version="1.0" encoding="utf-8"?>
<p:tagLst xmlns:a="http://schemas.openxmlformats.org/drawingml/2006/main" xmlns:r="http://schemas.openxmlformats.org/officeDocument/2006/relationships" xmlns:p="http://schemas.openxmlformats.org/presentationml/2006/main">
  <p:tag name="PA" val="v5.2.11"/>
</p:tagLst>
</file>

<file path=ppt/tags/tag351.xml><?xml version="1.0" encoding="utf-8"?>
<p:tagLst xmlns:a="http://schemas.openxmlformats.org/drawingml/2006/main" xmlns:r="http://schemas.openxmlformats.org/officeDocument/2006/relationships" xmlns:p="http://schemas.openxmlformats.org/presentationml/2006/main">
  <p:tag name="PA" val="v5.2.11"/>
</p:tagLst>
</file>

<file path=ppt/tags/tag352.xml><?xml version="1.0" encoding="utf-8"?>
<p:tagLst xmlns:a="http://schemas.openxmlformats.org/drawingml/2006/main" xmlns:r="http://schemas.openxmlformats.org/officeDocument/2006/relationships" xmlns:p="http://schemas.openxmlformats.org/presentationml/2006/main">
  <p:tag name="PA" val="v5.2.11"/>
</p:tagLst>
</file>

<file path=ppt/tags/tag353.xml><?xml version="1.0" encoding="utf-8"?>
<p:tagLst xmlns:a="http://schemas.openxmlformats.org/drawingml/2006/main" xmlns:r="http://schemas.openxmlformats.org/officeDocument/2006/relationships" xmlns:p="http://schemas.openxmlformats.org/presentationml/2006/main">
  <p:tag name="PA" val="v5.2.11"/>
</p:tagLst>
</file>

<file path=ppt/tags/tag354.xml><?xml version="1.0" encoding="utf-8"?>
<p:tagLst xmlns:a="http://schemas.openxmlformats.org/drawingml/2006/main" xmlns:r="http://schemas.openxmlformats.org/officeDocument/2006/relationships" xmlns:p="http://schemas.openxmlformats.org/presentationml/2006/main">
  <p:tag name="PA" val="v5.2.11"/>
</p:tagLst>
</file>

<file path=ppt/tags/tag355.xml><?xml version="1.0" encoding="utf-8"?>
<p:tagLst xmlns:a="http://schemas.openxmlformats.org/drawingml/2006/main" xmlns:r="http://schemas.openxmlformats.org/officeDocument/2006/relationships" xmlns:p="http://schemas.openxmlformats.org/presentationml/2006/main">
  <p:tag name="PA" val="v5.2.11"/>
</p:tagLst>
</file>

<file path=ppt/tags/tag356.xml><?xml version="1.0" encoding="utf-8"?>
<p:tagLst xmlns:a="http://schemas.openxmlformats.org/drawingml/2006/main" xmlns:r="http://schemas.openxmlformats.org/officeDocument/2006/relationships" xmlns:p="http://schemas.openxmlformats.org/presentationml/2006/main">
  <p:tag name="PA" val="v5.2.11"/>
</p:tagLst>
</file>

<file path=ppt/tags/tag357.xml><?xml version="1.0" encoding="utf-8"?>
<p:tagLst xmlns:a="http://schemas.openxmlformats.org/drawingml/2006/main" xmlns:r="http://schemas.openxmlformats.org/officeDocument/2006/relationships" xmlns:p="http://schemas.openxmlformats.org/presentationml/2006/main">
  <p:tag name="PA" val="v5.2.11"/>
</p:tagLst>
</file>

<file path=ppt/tags/tag358.xml><?xml version="1.0" encoding="utf-8"?>
<p:tagLst xmlns:a="http://schemas.openxmlformats.org/drawingml/2006/main" xmlns:r="http://schemas.openxmlformats.org/officeDocument/2006/relationships" xmlns:p="http://schemas.openxmlformats.org/presentationml/2006/main">
  <p:tag name="PA" val="v5.2.11"/>
</p:tagLst>
</file>

<file path=ppt/tags/tag359.xml><?xml version="1.0" encoding="utf-8"?>
<p:tagLst xmlns:a="http://schemas.openxmlformats.org/drawingml/2006/main" xmlns:r="http://schemas.openxmlformats.org/officeDocument/2006/relationships" xmlns:p="http://schemas.openxmlformats.org/presentationml/2006/main">
  <p:tag name="PA" val="v5.2.11"/>
</p:tagLst>
</file>

<file path=ppt/tags/tag360.xml><?xml version="1.0" encoding="utf-8"?>
<p:tagLst xmlns:a="http://schemas.openxmlformats.org/drawingml/2006/main" xmlns:r="http://schemas.openxmlformats.org/officeDocument/2006/relationships" xmlns:p="http://schemas.openxmlformats.org/presentationml/2006/main">
  <p:tag name="PA" val="v5.2.11"/>
</p:tagLst>
</file>

<file path=ppt/tags/tag361.xml><?xml version="1.0" encoding="utf-8"?>
<p:tagLst xmlns:a="http://schemas.openxmlformats.org/drawingml/2006/main" xmlns:r="http://schemas.openxmlformats.org/officeDocument/2006/relationships" xmlns:p="http://schemas.openxmlformats.org/presentationml/2006/main">
  <p:tag name="PA" val="v5.2.11"/>
</p:tagLst>
</file>

<file path=ppt/tags/tag362.xml><?xml version="1.0" encoding="utf-8"?>
<p:tagLst xmlns:a="http://schemas.openxmlformats.org/drawingml/2006/main" xmlns:r="http://schemas.openxmlformats.org/officeDocument/2006/relationships" xmlns:p="http://schemas.openxmlformats.org/presentationml/2006/main">
  <p:tag name="PA" val="v5.2.11"/>
</p:tagLst>
</file>

<file path=ppt/tags/tag363.xml><?xml version="1.0" encoding="utf-8"?>
<p:tagLst xmlns:a="http://schemas.openxmlformats.org/drawingml/2006/main" xmlns:r="http://schemas.openxmlformats.org/officeDocument/2006/relationships" xmlns:p="http://schemas.openxmlformats.org/presentationml/2006/main">
  <p:tag name="PA" val="v5.2.11"/>
</p:tagLst>
</file>

<file path=ppt/tags/tag364.xml><?xml version="1.0" encoding="utf-8"?>
<p:tagLst xmlns:a="http://schemas.openxmlformats.org/drawingml/2006/main" xmlns:r="http://schemas.openxmlformats.org/officeDocument/2006/relationships" xmlns:p="http://schemas.openxmlformats.org/presentationml/2006/main">
  <p:tag name="PA" val="v5.2.11"/>
</p:tagLst>
</file>

<file path=ppt/tags/tag365.xml><?xml version="1.0" encoding="utf-8"?>
<p:tagLst xmlns:a="http://schemas.openxmlformats.org/drawingml/2006/main" xmlns:r="http://schemas.openxmlformats.org/officeDocument/2006/relationships" xmlns:p="http://schemas.openxmlformats.org/presentationml/2006/main">
  <p:tag name="PA" val="v5.2.11"/>
</p:tagLst>
</file>

<file path=ppt/tags/tag366.xml><?xml version="1.0" encoding="utf-8"?>
<p:tagLst xmlns:a="http://schemas.openxmlformats.org/drawingml/2006/main" xmlns:r="http://schemas.openxmlformats.org/officeDocument/2006/relationships" xmlns:p="http://schemas.openxmlformats.org/presentationml/2006/main">
  <p:tag name="PA" val="v5.2.11"/>
</p:tagLst>
</file>

<file path=ppt/tags/tag367.xml><?xml version="1.0" encoding="utf-8"?>
<p:tagLst xmlns:a="http://schemas.openxmlformats.org/drawingml/2006/main" xmlns:r="http://schemas.openxmlformats.org/officeDocument/2006/relationships" xmlns:p="http://schemas.openxmlformats.org/presentationml/2006/main">
  <p:tag name="PA" val="v5.2.11"/>
</p:tagLst>
</file>

<file path=ppt/tags/tag368.xml><?xml version="1.0" encoding="utf-8"?>
<p:tagLst xmlns:a="http://schemas.openxmlformats.org/drawingml/2006/main" xmlns:r="http://schemas.openxmlformats.org/officeDocument/2006/relationships" xmlns:p="http://schemas.openxmlformats.org/presentationml/2006/main">
  <p:tag name="PA" val="v5.2.11"/>
</p:tagLst>
</file>

<file path=ppt/tags/tag369.xml><?xml version="1.0" encoding="utf-8"?>
<p:tagLst xmlns:a="http://schemas.openxmlformats.org/drawingml/2006/main" xmlns:r="http://schemas.openxmlformats.org/officeDocument/2006/relationships" xmlns:p="http://schemas.openxmlformats.org/presentationml/2006/main">
  <p:tag name="PA" val="v5.2.11"/>
</p:tagLst>
</file>

<file path=ppt/tags/tag370.xml><?xml version="1.0" encoding="utf-8"?>
<p:tagLst xmlns:a="http://schemas.openxmlformats.org/drawingml/2006/main" xmlns:r="http://schemas.openxmlformats.org/officeDocument/2006/relationships" xmlns:p="http://schemas.openxmlformats.org/presentationml/2006/main">
  <p:tag name="PA" val="v5.2.11"/>
</p:tagLst>
</file>

<file path=ppt/tags/tag371.xml><?xml version="1.0" encoding="utf-8"?>
<p:tagLst xmlns:a="http://schemas.openxmlformats.org/drawingml/2006/main" xmlns:r="http://schemas.openxmlformats.org/officeDocument/2006/relationships" xmlns:p="http://schemas.openxmlformats.org/presentationml/2006/main">
  <p:tag name="PA" val="v5.2.11"/>
</p:tagLst>
</file>

<file path=ppt/tags/tag372.xml><?xml version="1.0" encoding="utf-8"?>
<p:tagLst xmlns:a="http://schemas.openxmlformats.org/drawingml/2006/main" xmlns:r="http://schemas.openxmlformats.org/officeDocument/2006/relationships" xmlns:p="http://schemas.openxmlformats.org/presentationml/2006/main">
  <p:tag name="PA" val="v5.2.11"/>
</p:tagLst>
</file>

<file path=ppt/tags/tag373.xml><?xml version="1.0" encoding="utf-8"?>
<p:tagLst xmlns:a="http://schemas.openxmlformats.org/drawingml/2006/main" xmlns:r="http://schemas.openxmlformats.org/officeDocument/2006/relationships" xmlns:p="http://schemas.openxmlformats.org/presentationml/2006/main">
  <p:tag name="PA" val="v5.2.11"/>
</p:tagLst>
</file>

<file path=ppt/tags/tag374.xml><?xml version="1.0" encoding="utf-8"?>
<p:tagLst xmlns:a="http://schemas.openxmlformats.org/drawingml/2006/main" xmlns:r="http://schemas.openxmlformats.org/officeDocument/2006/relationships" xmlns:p="http://schemas.openxmlformats.org/presentationml/2006/main">
  <p:tag name="PA" val="v5.2.11"/>
</p:tagLst>
</file>

<file path=ppt/tags/tag375.xml><?xml version="1.0" encoding="utf-8"?>
<p:tagLst xmlns:a="http://schemas.openxmlformats.org/drawingml/2006/main" xmlns:r="http://schemas.openxmlformats.org/officeDocument/2006/relationships" xmlns:p="http://schemas.openxmlformats.org/presentationml/2006/main">
  <p:tag name="PA" val="v5.2.11"/>
</p:tagLst>
</file>

<file path=ppt/tags/tag376.xml><?xml version="1.0" encoding="utf-8"?>
<p:tagLst xmlns:a="http://schemas.openxmlformats.org/drawingml/2006/main" xmlns:r="http://schemas.openxmlformats.org/officeDocument/2006/relationships" xmlns:p="http://schemas.openxmlformats.org/presentationml/2006/main">
  <p:tag name="PA" val="v5.2.11"/>
</p:tagLst>
</file>

<file path=ppt/tags/tag377.xml><?xml version="1.0" encoding="utf-8"?>
<p:tagLst xmlns:a="http://schemas.openxmlformats.org/drawingml/2006/main" xmlns:r="http://schemas.openxmlformats.org/officeDocument/2006/relationships" xmlns:p="http://schemas.openxmlformats.org/presentationml/2006/main">
  <p:tag name="PA" val="v5.2.11"/>
</p:tagLst>
</file>

<file path=ppt/tags/tag378.xml><?xml version="1.0" encoding="utf-8"?>
<p:tagLst xmlns:a="http://schemas.openxmlformats.org/drawingml/2006/main" xmlns:r="http://schemas.openxmlformats.org/officeDocument/2006/relationships" xmlns:p="http://schemas.openxmlformats.org/presentationml/2006/main">
  <p:tag name="PA" val="v5.2.11"/>
</p:tagLst>
</file>

<file path=ppt/tags/tag379.xml><?xml version="1.0" encoding="utf-8"?>
<p:tagLst xmlns:a="http://schemas.openxmlformats.org/drawingml/2006/main" xmlns:r="http://schemas.openxmlformats.org/officeDocument/2006/relationships" xmlns:p="http://schemas.openxmlformats.org/presentationml/2006/main">
  <p:tag name="PA" val="v5.2.11"/>
</p:tagLst>
</file>

<file path=ppt/tags/tag380.xml><?xml version="1.0" encoding="utf-8"?>
<p:tagLst xmlns:a="http://schemas.openxmlformats.org/drawingml/2006/main" xmlns:r="http://schemas.openxmlformats.org/officeDocument/2006/relationships" xmlns:p="http://schemas.openxmlformats.org/presentationml/2006/main">
  <p:tag name="PA" val="v5.2.11"/>
</p:tagLst>
</file>

<file path=ppt/tags/tag381.xml><?xml version="1.0" encoding="utf-8"?>
<p:tagLst xmlns:a="http://schemas.openxmlformats.org/drawingml/2006/main" xmlns:r="http://schemas.openxmlformats.org/officeDocument/2006/relationships" xmlns:p="http://schemas.openxmlformats.org/presentationml/2006/main">
  <p:tag name="PA" val="v5.2.11"/>
</p:tagLst>
</file>

<file path=ppt/tags/tag382.xml><?xml version="1.0" encoding="utf-8"?>
<p:tagLst xmlns:a="http://schemas.openxmlformats.org/drawingml/2006/main" xmlns:r="http://schemas.openxmlformats.org/officeDocument/2006/relationships" xmlns:p="http://schemas.openxmlformats.org/presentationml/2006/main">
  <p:tag name="PA" val="v5.2.11"/>
</p:tagLst>
</file>

<file path=ppt/tags/tag383.xml><?xml version="1.0" encoding="utf-8"?>
<p:tagLst xmlns:a="http://schemas.openxmlformats.org/drawingml/2006/main" xmlns:r="http://schemas.openxmlformats.org/officeDocument/2006/relationships" xmlns:p="http://schemas.openxmlformats.org/presentationml/2006/main">
  <p:tag name="PA" val="v5.2.11"/>
</p:tagLst>
</file>

<file path=ppt/tags/tag384.xml><?xml version="1.0" encoding="utf-8"?>
<p:tagLst xmlns:a="http://schemas.openxmlformats.org/drawingml/2006/main" xmlns:r="http://schemas.openxmlformats.org/officeDocument/2006/relationships" xmlns:p="http://schemas.openxmlformats.org/presentationml/2006/main">
  <p:tag name="PA" val="v5.2.11"/>
</p:tagLst>
</file>

<file path=ppt/tags/tag385.xml><?xml version="1.0" encoding="utf-8"?>
<p:tagLst xmlns:a="http://schemas.openxmlformats.org/drawingml/2006/main" xmlns:r="http://schemas.openxmlformats.org/officeDocument/2006/relationships" xmlns:p="http://schemas.openxmlformats.org/presentationml/2006/main">
  <p:tag name="PA" val="v5.2.11"/>
</p:tagLst>
</file>

<file path=ppt/tags/tag386.xml><?xml version="1.0" encoding="utf-8"?>
<p:tagLst xmlns:a="http://schemas.openxmlformats.org/drawingml/2006/main" xmlns:r="http://schemas.openxmlformats.org/officeDocument/2006/relationships" xmlns:p="http://schemas.openxmlformats.org/presentationml/2006/main">
  <p:tag name="PA" val="v5.2.11"/>
</p:tagLst>
</file>

<file path=ppt/tags/tag387.xml><?xml version="1.0" encoding="utf-8"?>
<p:tagLst xmlns:a="http://schemas.openxmlformats.org/drawingml/2006/main" xmlns:r="http://schemas.openxmlformats.org/officeDocument/2006/relationships" xmlns:p="http://schemas.openxmlformats.org/presentationml/2006/main">
  <p:tag name="PA" val="v5.2.11"/>
</p:tagLst>
</file>

<file path=ppt/tags/tag388.xml><?xml version="1.0" encoding="utf-8"?>
<p:tagLst xmlns:a="http://schemas.openxmlformats.org/drawingml/2006/main" xmlns:r="http://schemas.openxmlformats.org/officeDocument/2006/relationships" xmlns:p="http://schemas.openxmlformats.org/presentationml/2006/main">
  <p:tag name="PA" val="v5.2.11"/>
</p:tagLst>
</file>

<file path=ppt/tags/tag389.xml><?xml version="1.0" encoding="utf-8"?>
<p:tagLst xmlns:a="http://schemas.openxmlformats.org/drawingml/2006/main" xmlns:r="http://schemas.openxmlformats.org/officeDocument/2006/relationships" xmlns:p="http://schemas.openxmlformats.org/presentationml/2006/main">
  <p:tag name="PA" val="v5.2.11"/>
</p:tagLst>
</file>

<file path=ppt/tags/tag390.xml><?xml version="1.0" encoding="utf-8"?>
<p:tagLst xmlns:a="http://schemas.openxmlformats.org/drawingml/2006/main" xmlns:r="http://schemas.openxmlformats.org/officeDocument/2006/relationships" xmlns:p="http://schemas.openxmlformats.org/presentationml/2006/main">
  <p:tag name="PA" val="v5.2.11"/>
</p:tagLst>
</file>

<file path=ppt/tags/tag391.xml><?xml version="1.0" encoding="utf-8"?>
<p:tagLst xmlns:a="http://schemas.openxmlformats.org/drawingml/2006/main" xmlns:r="http://schemas.openxmlformats.org/officeDocument/2006/relationships" xmlns:p="http://schemas.openxmlformats.org/presentationml/2006/main">
  <p:tag name="PA" val="v5.2.11"/>
</p:tagLst>
</file>

<file path=ppt/tags/tag392.xml><?xml version="1.0" encoding="utf-8"?>
<p:tagLst xmlns:a="http://schemas.openxmlformats.org/drawingml/2006/main" xmlns:r="http://schemas.openxmlformats.org/officeDocument/2006/relationships" xmlns:p="http://schemas.openxmlformats.org/presentationml/2006/main">
  <p:tag name="PA" val="v5.2.11"/>
</p:tagLst>
</file>

<file path=ppt/tags/tag393.xml><?xml version="1.0" encoding="utf-8"?>
<p:tagLst xmlns:a="http://schemas.openxmlformats.org/drawingml/2006/main" xmlns:r="http://schemas.openxmlformats.org/officeDocument/2006/relationships" xmlns:p="http://schemas.openxmlformats.org/presentationml/2006/main">
  <p:tag name="PA" val="v5.2.11"/>
</p:tagLst>
</file>

<file path=ppt/tags/tag394.xml><?xml version="1.0" encoding="utf-8"?>
<p:tagLst xmlns:a="http://schemas.openxmlformats.org/drawingml/2006/main" xmlns:r="http://schemas.openxmlformats.org/officeDocument/2006/relationships" xmlns:p="http://schemas.openxmlformats.org/presentationml/2006/main">
  <p:tag name="PA" val="v5.2.11"/>
</p:tagLst>
</file>

<file path=ppt/tags/tag395.xml><?xml version="1.0" encoding="utf-8"?>
<p:tagLst xmlns:a="http://schemas.openxmlformats.org/drawingml/2006/main" xmlns:r="http://schemas.openxmlformats.org/officeDocument/2006/relationships" xmlns:p="http://schemas.openxmlformats.org/presentationml/2006/main">
  <p:tag name="PA" val="v5.2.11"/>
</p:tagLst>
</file>

<file path=ppt/tags/tag396.xml><?xml version="1.0" encoding="utf-8"?>
<p:tagLst xmlns:a="http://schemas.openxmlformats.org/drawingml/2006/main" xmlns:r="http://schemas.openxmlformats.org/officeDocument/2006/relationships" xmlns:p="http://schemas.openxmlformats.org/presentationml/2006/main">
  <p:tag name="PA" val="v5.2.11"/>
</p:tagLst>
</file>

<file path=ppt/tags/tag397.xml><?xml version="1.0" encoding="utf-8"?>
<p:tagLst xmlns:a="http://schemas.openxmlformats.org/drawingml/2006/main" xmlns:r="http://schemas.openxmlformats.org/officeDocument/2006/relationships" xmlns:p="http://schemas.openxmlformats.org/presentationml/2006/main">
  <p:tag name="PA" val="v5.2.11"/>
</p:tagLst>
</file>

<file path=ppt/tags/tag398.xml><?xml version="1.0" encoding="utf-8"?>
<p:tagLst xmlns:a="http://schemas.openxmlformats.org/drawingml/2006/main" xmlns:r="http://schemas.openxmlformats.org/officeDocument/2006/relationships" xmlns:p="http://schemas.openxmlformats.org/presentationml/2006/main">
  <p:tag name="PA" val="v5.2.11"/>
</p:tagLst>
</file>

<file path=ppt/tags/tag399.xml><?xml version="1.0" encoding="utf-8"?>
<p:tagLst xmlns:a="http://schemas.openxmlformats.org/drawingml/2006/main" xmlns:r="http://schemas.openxmlformats.org/officeDocument/2006/relationships" xmlns:p="http://schemas.openxmlformats.org/presentationml/2006/main">
  <p:tag name="PA" val="v5.2.11"/>
</p:tagLst>
</file>

<file path=ppt/tags/tag400.xml><?xml version="1.0" encoding="utf-8"?>
<p:tagLst xmlns:a="http://schemas.openxmlformats.org/drawingml/2006/main" xmlns:r="http://schemas.openxmlformats.org/officeDocument/2006/relationships" xmlns:p="http://schemas.openxmlformats.org/presentationml/2006/main">
  <p:tag name="PA" val="v5.2.11"/>
</p:tagLst>
</file>

<file path=ppt/tags/tag401.xml><?xml version="1.0" encoding="utf-8"?>
<p:tagLst xmlns:a="http://schemas.openxmlformats.org/drawingml/2006/main" xmlns:r="http://schemas.openxmlformats.org/officeDocument/2006/relationships" xmlns:p="http://schemas.openxmlformats.org/presentationml/2006/main">
  <p:tag name="PA" val="v5.2.11"/>
</p:tagLst>
</file>

<file path=ppt/tags/tag402.xml><?xml version="1.0" encoding="utf-8"?>
<p:tagLst xmlns:a="http://schemas.openxmlformats.org/drawingml/2006/main" xmlns:r="http://schemas.openxmlformats.org/officeDocument/2006/relationships" xmlns:p="http://schemas.openxmlformats.org/presentationml/2006/main">
  <p:tag name="PA" val="v5.2.11"/>
</p:tagLst>
</file>

<file path=ppt/tags/tag403.xml><?xml version="1.0" encoding="utf-8"?>
<p:tagLst xmlns:a="http://schemas.openxmlformats.org/drawingml/2006/main" xmlns:r="http://schemas.openxmlformats.org/officeDocument/2006/relationships" xmlns:p="http://schemas.openxmlformats.org/presentationml/2006/main">
  <p:tag name="PA" val="v5.2.11"/>
</p:tagLst>
</file>

<file path=ppt/tags/tag404.xml><?xml version="1.0" encoding="utf-8"?>
<p:tagLst xmlns:a="http://schemas.openxmlformats.org/drawingml/2006/main" xmlns:r="http://schemas.openxmlformats.org/officeDocument/2006/relationships" xmlns:p="http://schemas.openxmlformats.org/presentationml/2006/main">
  <p:tag name="PA" val="v5.2.11"/>
</p:tagLst>
</file>

<file path=ppt/tags/tag405.xml><?xml version="1.0" encoding="utf-8"?>
<p:tagLst xmlns:a="http://schemas.openxmlformats.org/drawingml/2006/main" xmlns:r="http://schemas.openxmlformats.org/officeDocument/2006/relationships" xmlns:p="http://schemas.openxmlformats.org/presentationml/2006/main">
  <p:tag name="PA" val="v5.2.11"/>
</p:tagLst>
</file>

<file path=ppt/tags/tag406.xml><?xml version="1.0" encoding="utf-8"?>
<p:tagLst xmlns:a="http://schemas.openxmlformats.org/drawingml/2006/main" xmlns:r="http://schemas.openxmlformats.org/officeDocument/2006/relationships" xmlns:p="http://schemas.openxmlformats.org/presentationml/2006/main">
  <p:tag name="PA" val="v5.2.11"/>
</p:tagLst>
</file>

<file path=ppt/tags/tag407.xml><?xml version="1.0" encoding="utf-8"?>
<p:tagLst xmlns:a="http://schemas.openxmlformats.org/drawingml/2006/main" xmlns:r="http://schemas.openxmlformats.org/officeDocument/2006/relationships" xmlns:p="http://schemas.openxmlformats.org/presentationml/2006/main">
  <p:tag name="PA" val="v5.2.11"/>
</p:tagLst>
</file>

<file path=ppt/tags/tag408.xml><?xml version="1.0" encoding="utf-8"?>
<p:tagLst xmlns:a="http://schemas.openxmlformats.org/drawingml/2006/main" xmlns:r="http://schemas.openxmlformats.org/officeDocument/2006/relationships" xmlns:p="http://schemas.openxmlformats.org/presentationml/2006/main">
  <p:tag name="PA" val="v5.2.11"/>
</p:tagLst>
</file>

<file path=ppt/tags/tag409.xml><?xml version="1.0" encoding="utf-8"?>
<p:tagLst xmlns:a="http://schemas.openxmlformats.org/drawingml/2006/main" xmlns:r="http://schemas.openxmlformats.org/officeDocument/2006/relationships" xmlns:p="http://schemas.openxmlformats.org/presentationml/2006/main">
  <p:tag name="PA" val="v5.2.11"/>
</p:tagLst>
</file>

<file path=ppt/tags/tag410.xml><?xml version="1.0" encoding="utf-8"?>
<p:tagLst xmlns:a="http://schemas.openxmlformats.org/drawingml/2006/main" xmlns:r="http://schemas.openxmlformats.org/officeDocument/2006/relationships" xmlns:p="http://schemas.openxmlformats.org/presentationml/2006/main">
  <p:tag name="PA" val="v5.2.11"/>
</p:tagLst>
</file>

<file path=ppt/tags/tag411.xml><?xml version="1.0" encoding="utf-8"?>
<p:tagLst xmlns:a="http://schemas.openxmlformats.org/drawingml/2006/main" xmlns:r="http://schemas.openxmlformats.org/officeDocument/2006/relationships" xmlns:p="http://schemas.openxmlformats.org/presentationml/2006/main">
  <p:tag name="PA" val="v5.2.11"/>
</p:tagLst>
</file>

<file path=ppt/tags/tag412.xml><?xml version="1.0" encoding="utf-8"?>
<p:tagLst xmlns:a="http://schemas.openxmlformats.org/drawingml/2006/main" xmlns:r="http://schemas.openxmlformats.org/officeDocument/2006/relationships" xmlns:p="http://schemas.openxmlformats.org/presentationml/2006/main">
  <p:tag name="PA" val="v5.2.11"/>
</p:tagLst>
</file>

<file path=ppt/tags/tag413.xml><?xml version="1.0" encoding="utf-8"?>
<p:tagLst xmlns:a="http://schemas.openxmlformats.org/drawingml/2006/main" xmlns:r="http://schemas.openxmlformats.org/officeDocument/2006/relationships" xmlns:p="http://schemas.openxmlformats.org/presentationml/2006/main">
  <p:tag name="PA" val="v5.2.11"/>
</p:tagLst>
</file>

<file path=ppt/tags/tag414.xml><?xml version="1.0" encoding="utf-8"?>
<p:tagLst xmlns:a="http://schemas.openxmlformats.org/drawingml/2006/main" xmlns:r="http://schemas.openxmlformats.org/officeDocument/2006/relationships" xmlns:p="http://schemas.openxmlformats.org/presentationml/2006/main">
  <p:tag name="PA" val="v5.2.11"/>
</p:tagLst>
</file>

<file path=ppt/tags/tag415.xml><?xml version="1.0" encoding="utf-8"?>
<p:tagLst xmlns:a="http://schemas.openxmlformats.org/drawingml/2006/main" xmlns:r="http://schemas.openxmlformats.org/officeDocument/2006/relationships" xmlns:p="http://schemas.openxmlformats.org/presentationml/2006/main">
  <p:tag name="PA" val="v5.2.11"/>
</p:tagLst>
</file>

<file path=ppt/tags/tag416.xml><?xml version="1.0" encoding="utf-8"?>
<p:tagLst xmlns:a="http://schemas.openxmlformats.org/drawingml/2006/main" xmlns:r="http://schemas.openxmlformats.org/officeDocument/2006/relationships" xmlns:p="http://schemas.openxmlformats.org/presentationml/2006/main">
  <p:tag name="PA" val="v5.2.11"/>
</p:tagLst>
</file>

<file path=ppt/tags/tag417.xml><?xml version="1.0" encoding="utf-8"?>
<p:tagLst xmlns:a="http://schemas.openxmlformats.org/drawingml/2006/main" xmlns:r="http://schemas.openxmlformats.org/officeDocument/2006/relationships" xmlns:p="http://schemas.openxmlformats.org/presentationml/2006/main">
  <p:tag name="PA" val="v5.2.11"/>
</p:tagLst>
</file>

<file path=ppt/tags/tag418.xml><?xml version="1.0" encoding="utf-8"?>
<p:tagLst xmlns:a="http://schemas.openxmlformats.org/drawingml/2006/main" xmlns:r="http://schemas.openxmlformats.org/officeDocument/2006/relationships" xmlns:p="http://schemas.openxmlformats.org/presentationml/2006/main">
  <p:tag name="PA" val="v5.2.11"/>
</p:tagLst>
</file>

<file path=ppt/tags/tag419.xml><?xml version="1.0" encoding="utf-8"?>
<p:tagLst xmlns:a="http://schemas.openxmlformats.org/drawingml/2006/main" xmlns:r="http://schemas.openxmlformats.org/officeDocument/2006/relationships" xmlns:p="http://schemas.openxmlformats.org/presentationml/2006/main">
  <p:tag name="PA" val="v5.2.11"/>
</p:tagLst>
</file>

<file path=ppt/tags/tag420.xml><?xml version="1.0" encoding="utf-8"?>
<p:tagLst xmlns:a="http://schemas.openxmlformats.org/drawingml/2006/main" xmlns:r="http://schemas.openxmlformats.org/officeDocument/2006/relationships" xmlns:p="http://schemas.openxmlformats.org/presentationml/2006/main">
  <p:tag name="PA" val="v5.2.11"/>
</p:tagLst>
</file>

<file path=ppt/tags/tag421.xml><?xml version="1.0" encoding="utf-8"?>
<p:tagLst xmlns:a="http://schemas.openxmlformats.org/drawingml/2006/main" xmlns:r="http://schemas.openxmlformats.org/officeDocument/2006/relationships" xmlns:p="http://schemas.openxmlformats.org/presentationml/2006/main">
  <p:tag name="PA" val="v5.2.11"/>
</p:tagLst>
</file>

<file path=ppt/tags/tag422.xml><?xml version="1.0" encoding="utf-8"?>
<p:tagLst xmlns:a="http://schemas.openxmlformats.org/drawingml/2006/main" xmlns:r="http://schemas.openxmlformats.org/officeDocument/2006/relationships" xmlns:p="http://schemas.openxmlformats.org/presentationml/2006/main">
  <p:tag name="PA" val="v5.2.11"/>
</p:tagLst>
</file>

<file path=ppt/tags/tag423.xml><?xml version="1.0" encoding="utf-8"?>
<p:tagLst xmlns:a="http://schemas.openxmlformats.org/drawingml/2006/main" xmlns:r="http://schemas.openxmlformats.org/officeDocument/2006/relationships" xmlns:p="http://schemas.openxmlformats.org/presentationml/2006/main">
  <p:tag name="PA" val="v5.2.11"/>
</p:tagLst>
</file>

<file path=ppt/tags/tag424.xml><?xml version="1.0" encoding="utf-8"?>
<p:tagLst xmlns:a="http://schemas.openxmlformats.org/drawingml/2006/main" xmlns:r="http://schemas.openxmlformats.org/officeDocument/2006/relationships" xmlns:p="http://schemas.openxmlformats.org/presentationml/2006/main">
  <p:tag name="PA" val="v5.2.11"/>
</p:tagLst>
</file>

<file path=ppt/tags/tag425.xml><?xml version="1.0" encoding="utf-8"?>
<p:tagLst xmlns:a="http://schemas.openxmlformats.org/drawingml/2006/main" xmlns:r="http://schemas.openxmlformats.org/officeDocument/2006/relationships" xmlns:p="http://schemas.openxmlformats.org/presentationml/2006/main">
  <p:tag name="PA" val="v5.2.11"/>
</p:tagLst>
</file>

<file path=ppt/tags/tag426.xml><?xml version="1.0" encoding="utf-8"?>
<p:tagLst xmlns:a="http://schemas.openxmlformats.org/drawingml/2006/main" xmlns:r="http://schemas.openxmlformats.org/officeDocument/2006/relationships" xmlns:p="http://schemas.openxmlformats.org/presentationml/2006/main">
  <p:tag name="PA" val="v5.2.11"/>
</p:tagLst>
</file>

<file path=ppt/tags/tag427.xml><?xml version="1.0" encoding="utf-8"?>
<p:tagLst xmlns:a="http://schemas.openxmlformats.org/drawingml/2006/main" xmlns:r="http://schemas.openxmlformats.org/officeDocument/2006/relationships" xmlns:p="http://schemas.openxmlformats.org/presentationml/2006/main">
  <p:tag name="PA" val="v5.2.11"/>
</p:tagLst>
</file>

<file path=ppt/tags/tag428.xml><?xml version="1.0" encoding="utf-8"?>
<p:tagLst xmlns:a="http://schemas.openxmlformats.org/drawingml/2006/main" xmlns:r="http://schemas.openxmlformats.org/officeDocument/2006/relationships" xmlns:p="http://schemas.openxmlformats.org/presentationml/2006/main">
  <p:tag name="PA" val="v5.2.11"/>
</p:tagLst>
</file>

<file path=ppt/tags/tag429.xml><?xml version="1.0" encoding="utf-8"?>
<p:tagLst xmlns:a="http://schemas.openxmlformats.org/drawingml/2006/main" xmlns:r="http://schemas.openxmlformats.org/officeDocument/2006/relationships" xmlns:p="http://schemas.openxmlformats.org/presentationml/2006/main">
  <p:tag name="PA" val="v5.2.11"/>
</p:tagLst>
</file>

<file path=ppt/tags/tag430.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6342</Words>
  <Application>Microsoft Office PowerPoint</Application>
  <PresentationFormat>Widescreen</PresentationFormat>
  <Paragraphs>1018</Paragraphs>
  <Slides>78</Slides>
  <Notes>10</Notes>
  <HiddenSlides>0</HiddenSlides>
  <MMClips>1</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78</vt:i4>
      </vt:variant>
    </vt:vector>
  </HeadingPairs>
  <TitlesOfParts>
    <vt:vector size="96" baseType="lpstr">
      <vt:lpstr>GB Pinyinok-D</vt:lpstr>
      <vt:lpstr>HelveticaExt-Normal</vt:lpstr>
      <vt:lpstr>KaiTi</vt:lpstr>
      <vt:lpstr>微软雅黑</vt:lpstr>
      <vt:lpstr>黑体</vt:lpstr>
      <vt:lpstr>华文楷体</vt:lpstr>
      <vt:lpstr>华文细黑</vt:lpstr>
      <vt:lpstr>思源黑体 CN Bold</vt:lpstr>
      <vt:lpstr>思源黑体 CN Heavy</vt:lpstr>
      <vt:lpstr>思源黑体 CN Regular</vt:lpstr>
      <vt:lpstr>方正兰亭黑简体</vt:lpstr>
      <vt:lpstr>方正喵呜体</vt:lpstr>
      <vt:lpstr>Arial</vt:lpstr>
      <vt:lpstr>Calibri</vt:lpstr>
      <vt:lpstr>Comic Sans MS</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Hằng Cò</cp:lastModifiedBy>
  <cp:revision>197</cp:revision>
  <dcterms:created xsi:type="dcterms:W3CDTF">2025-04-17T08:44:39Z</dcterms:created>
  <dcterms:modified xsi:type="dcterms:W3CDTF">2025-08-05T02:15:45Z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2052-6.13.2.8918</vt:lpwstr>
  </property>
  <property fmtid="{D5CDD505-2E9C-101B-9397-08002B2CF9AE}" pid="3" name="ICV">
    <vt:lpwstr>25D7AA71237641998502F11083141F6F</vt:lpwstr>
  </property>
</Properties>
</file>